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4320000" cy="3600000"/>
            <a:chOff x="914400" y="914400"/>
            <a:chExt cx="432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563247" y="18038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744414" y="2770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590809" y="2922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38057" y="27348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603294" y="23304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733207" y="2818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34608" y="3089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80018" y="2990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15265" y="28981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27864" y="29718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63243" y="324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45877" y="32367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08060" y="29810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56400" y="3036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76001" y="305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85910" y="315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15205" y="30029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26710" y="28845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26146" y="2439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24919" y="2450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01247" y="29932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79525" y="29732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12719" y="2822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2191" y="29691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578466" y="27104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55130" y="31224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597215" y="3052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40761" y="29249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572371" y="26666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54206" y="3245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565508" y="2876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27222" y="28808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586090" y="3063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14591" y="2999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99034" y="2916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72025" y="3004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588158" y="30275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37304" y="30580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573269" y="3329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721712" y="31594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572432" y="2723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77363" y="2857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593075" y="29600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729048" y="28046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601709" y="3025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725239" y="3048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597307" y="2684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775642" y="3289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596116" y="2944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713175" y="28887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07197" y="32787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712180" y="29933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596512" y="29132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757545" y="28224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588176" y="2578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59806" y="25357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582745" y="3668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740335" y="3042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605717" y="27780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14901" y="26180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619615" y="2853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27826" y="2820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568560" y="30703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67334" y="32505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601749" y="2649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0872" y="2739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582385" y="242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37139" y="2323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612052" y="2697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750865" y="2464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584862" y="3097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730279" y="29504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611686" y="30485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56815" y="3132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561841" y="27219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753795" y="27934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593590" y="2649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784568" y="2403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26186" y="3074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783431" y="2896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07095" y="2720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735670" y="2811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595272" y="3087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730164" y="2347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16936" y="26390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774178" y="2127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16427" y="2777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71234" y="27805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596782" y="288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718891" y="25885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586932" y="3559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772483" y="3240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617118" y="2580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41941" y="2390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606618" y="2762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729774" y="2903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1635172" y="2494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728767" y="22714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1634120" y="2861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764997" y="2558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1566224" y="2550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776379" y="2717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1595682" y="2642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761062" y="2922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594859" y="235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735077" y="24641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1621128" y="28795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726371" y="3015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1636494" y="2959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746037" y="2999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609297" y="289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727885" y="29012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614064" y="16241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726064" y="1979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621282" y="2020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734505" y="22793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568500" y="3119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782132" y="29617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1572842" y="32020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748952" y="31453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1626772" y="3002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774253" y="3078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572658" y="2609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724967" y="29836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1590360" y="295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778470" y="30887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621160" y="2807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714158" y="2973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624801" y="2842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749851" y="2980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1587840" y="2773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726828" y="2892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1618934" y="3088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733905" y="28951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1591964" y="27789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763935" y="2861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1591617" y="30267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762503" y="2942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1623200" y="3053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775273" y="3214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1630498" y="2779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724157" y="29996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1574694" y="2849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769920" y="3136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1618545" y="2877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728949" y="30684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1627204" y="2027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764396" y="3145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1576816" y="331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721229" y="2920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1636680" y="32141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763644" y="30287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1580133" y="285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764283" y="3010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1564268" y="28699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763360" y="28350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1625005" y="23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728336" y="2372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1581616" y="23030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727369" y="22102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1580289" y="29060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772322" y="2639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1605258" y="2479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718756" y="2693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1633064" y="23110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741540" y="21558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1570979" y="29921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719702" y="3085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1625880" y="26933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782547" y="2912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1604153" y="22434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774008" y="24692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1576331" y="3383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729342" y="271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27998" y="20848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782030" y="2219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627905" y="2434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06947" y="28162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62013" y="2781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84393" y="2832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33330" y="24610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23884" y="25806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58689" y="2376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823649" y="2478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663689" y="2476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66358" y="26485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71197" y="2628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815737" y="26762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615800" y="2381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84065" y="2560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30192" y="29774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82772" y="3228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671323" y="27721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793586" y="3206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665838" y="2485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823384" y="2672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623491" y="236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771105" y="28188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638895" y="24932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781120" y="277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04345" y="2950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2755181" y="31244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13654" y="24542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758659" y="284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18294" y="3124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07791" y="29470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623641" y="26827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15099" y="2780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35736" y="2723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74267" y="2949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608969" y="2431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767623" y="26389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59301" y="22969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790256" y="260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625682" y="26895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809915" y="33477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658852" y="3054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56751" y="31660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623897" y="2524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55320" y="25029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636331" y="2447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761784" y="2957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625918" y="24881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821121" y="2636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19695" y="33314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786128" y="3176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669132" y="2946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786139" y="2994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57554" y="3049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53800" y="2980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658315" y="2853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0254" y="30702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602789" y="33651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824523" y="36315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663878" y="244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5531" y="23764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666766" y="28513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97423" y="2969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603470" y="2409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16741" y="22886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662823" y="2651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807742" y="26778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617506" y="2434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780520" y="254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673671" y="3613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791637" y="3540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625003" y="24673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821603" y="2672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607715" y="2697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793558" y="2661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607288" y="2543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2778391" y="2826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2621750" y="2223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761191" y="24061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2649079" y="242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2753306" y="24520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641757" y="28445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2817901" y="3247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653272" y="2803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2774984" y="2695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2636840" y="24525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2792044" y="26603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2624977" y="276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767962" y="3077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2628482" y="2558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774882" y="2728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661996" y="2475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774996" y="2674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620405" y="21164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825102" y="24463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2658320" y="23343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2801232" y="28625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625659" y="2040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10382" y="2487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2652070" y="2377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2823505" y="2501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652336" y="25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2784854" y="2403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2663632" y="26403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766901" y="2884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2614337" y="2916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754440" y="2815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2650233" y="30483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784893" y="2867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2654208" y="24217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2768776" y="2471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611390" y="3006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2803317" y="2842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617479" y="276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772171" y="30712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2600859" y="2819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2784236" y="2796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2665253" y="2894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753543" y="31963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2604851" y="2562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2801643" y="25493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2662853" y="2826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2779051" y="2950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627189" y="2626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2785108" y="2644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2616652" y="2357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750784" y="24189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661822" y="26769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2815402" y="2738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2673799" y="2781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2799453" y="27201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632592" y="2435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2762962" y="296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2603041" y="2782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2820828" y="3148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671786" y="2763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788067" y="25900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671541" y="2609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806136" y="27950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55439" y="31363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758469" y="29547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621613" y="26202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72950" y="2525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602537" y="25803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799411" y="2472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642744" y="3097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801562" y="2626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665223" y="31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787652" y="31106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640203" y="2412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761954" y="25886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651617" y="2868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762537" y="28583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640171" y="27175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2786616" y="2742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2652749" y="25823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761295" y="27721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658177" y="28022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773222" y="2553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653757" y="2873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755228" y="265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658767" y="2526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789598" y="24612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664134" y="22383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803896" y="220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614912" y="2480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796546" y="24130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658841" y="23782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816758" y="2319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663029" y="2516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797714" y="2671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635532" y="2891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767929" y="2854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625521" y="279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792882" y="2633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666518" y="2664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763716" y="2462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627186" y="22268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778618" y="2271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615803" y="3018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751447" y="24778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659056" y="2524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778710" y="2699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638828" y="2330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788113" y="238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634398" y="21942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811594" y="21755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601593" y="2143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753715" y="19995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670520" y="15738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764144" y="23382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656782" y="2537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779738" y="258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629432" y="22782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752192" y="2238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670358" y="2977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3827617" y="27427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3675509" y="224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3790795" y="2461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3707879" y="2283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3804080" y="27233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3690386" y="20410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3855504" y="22681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3678281" y="2323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3793825" y="24444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3641301" y="2473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3842249" y="2879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3699440" y="23592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3799259" y="24160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3694150" y="2548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3837017" y="25451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3697773" y="26211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3843974" y="2652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3639976" y="2757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3835821" y="29173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3683493" y="2875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3792788" y="323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3644330" y="2281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3856175" y="24948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3678630" y="2750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3813890" y="2929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3660475" y="2054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3790085" y="2378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3657678" y="22800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3803561" y="24423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3675662" y="2068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3812496" y="23530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3644264" y="3379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3849156" y="3189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3667184" y="3009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3804285" y="2727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3712220" y="2078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3814522" y="25386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3657305" y="2664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3862367" y="2933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3668308" y="234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3819025" y="25099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3691334" y="25175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3844939" y="2715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3670565" y="323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3843853" y="30002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3656106" y="26693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3789675" y="2847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3664308" y="2498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808799" y="28190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3689528" y="25782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3822133" y="2537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3654453" y="3167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3808902" y="35939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683671" y="22628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857089" y="24087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688788" y="2373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844553" y="24457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653418" y="20994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837002" y="23162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55061" y="21810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853374" y="2237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647832" y="21400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843864" y="2246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684535" y="2581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813275" y="2438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675199" y="234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805798" y="243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94739" y="19640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838361" y="2252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662004" y="21321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852560" y="24071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653929" y="22485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847994" y="2278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59107" y="22929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11132" y="2458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74784" y="20150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55615" y="2152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647325" y="20535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31572" y="2015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63364" y="22932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38417" y="2322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40832" y="1888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35747" y="25223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51172" y="2121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823216" y="2376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97151" y="19844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35125" y="2234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55604" y="2191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10950" y="2416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48200" y="1671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63007" y="21979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48141" y="2494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99119" y="260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699445" y="2190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04420" y="2509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70708" y="21431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56620" y="25631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650158" y="2638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26240" y="251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671315" y="22208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795914" y="24431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652129" y="2032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862502" y="23815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675473" y="28058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797070" y="2682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687204" y="25526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3846427" y="29282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3643544" y="22590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3849275" y="23781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3669785" y="2223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847971" y="2224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656421" y="218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811673" y="24372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688632" y="2274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820691" y="24913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702527" y="2134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841596" y="2797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654302" y="31794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817341" y="3106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675520" y="2485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846236" y="2815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662239" y="2411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794190" y="2385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669212" y="24015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804316" y="2267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667478" y="2793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851853" y="27711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657073" y="2870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824944" y="29844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643229" y="23782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810118" y="28059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648143" y="25442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837055" y="2886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686048" y="19769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791059" y="24161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681333" y="2171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814793" y="25124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677182" y="21749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843285" y="27227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692407" y="24379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816200" y="2890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668306" y="18673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835185" y="2235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692931" y="25831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856916" y="3116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696683" y="30748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803828" y="2778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695372" y="2238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18104" y="2759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698768" y="2116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02422" y="2800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684514" y="20752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17761" y="2266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668600" y="31248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42681" y="2956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693444" y="2808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20221" y="3195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691121" y="24570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32298" y="2764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664184" y="19817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44824" y="2491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659849" y="1874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29268" y="2117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692966" y="24236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23796" y="2890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709776" y="25191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39526" y="26839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699751" y="2675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60153" y="27367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689810" y="2193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44189" y="2484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680147" y="260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799318" y="2973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671510" y="2241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37424" y="2853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648984" y="2581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58598" y="2748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703147" y="28207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789893" y="26177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651749" y="20431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11980" y="2591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711672" y="22575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794168" y="2440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700487" y="16600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63013" y="2071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682181" y="2712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791395" y="29235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651184" y="26293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22957" y="2168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699974" y="2583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29669" y="22642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665274" y="2635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792993" y="25232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682207" y="32948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20748" y="29311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642847" y="2581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15557" y="26952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3689831" y="22011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3805843" y="23874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3708217" y="2804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3853703" y="28649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3660787" y="342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3800391" y="3230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3712606" y="3033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823641" y="26957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3695589" y="28003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3816038" y="2470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3656911" y="2660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3827762" y="2426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3667356" y="2501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3853864" y="2715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3651648" y="2697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3835947" y="27233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3660056" y="2657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3811887" y="2565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3697180" y="24873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3814285" y="23516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3655656" y="2527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3836433" y="2512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3653647" y="27563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3847718" y="24235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3671524" y="22916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3839602" y="2101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3668764" y="29467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3822619" y="29328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3667805" y="3175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3818712" y="2940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3665080" y="1942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3831784" y="20908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747031" y="2311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896663" y="2369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721553" y="2894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874691" y="32293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90121" y="2364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869767" y="21819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94507" y="2715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848399" y="2479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84706" y="2158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832591" y="2614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710616" y="17751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864866" y="2120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713130" y="2900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839096" y="2808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750690" y="2437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900037" y="26205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84409" y="2460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889815" y="25633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709243" y="28414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875306" y="2355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699415" y="1606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864327" y="19070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678676" y="27698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875118" y="2526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691065" y="25288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837893" y="25084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713203" y="210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898272" y="30638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723751" y="25407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854563" y="24711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698510" y="284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882513" y="2964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743324" y="2761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74559" y="29234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712005" y="2607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869643" y="2208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736126" y="2681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891630" y="2374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745694" y="2288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4830107" y="29307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4702511" y="28067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871795" y="2769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4723956" y="21258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4899493" y="2426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4742202" y="28517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4831869" y="3194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4707444" y="30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4852642" y="2626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4681675" y="2009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4833876" y="2572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4712560" y="2180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4866249" y="2606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4689335" y="230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4898654" y="262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4737973" y="28825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4879467" y="22970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4708804" y="27819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4843328" y="24679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4711011" y="22287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4858724" y="25612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4739069" y="2374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4895020" y="2083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4691180" y="2680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4882372" y="2481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4689633" y="2081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4867254" y="21675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4695499" y="2681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4833383" y="27374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4753376" y="2317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4858913" y="2612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4753235" y="31850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4902964" y="32517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4747696" y="2162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4898995" y="2727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4690670" y="23488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4863750" y="2601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4708500" y="24248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4872486" y="27685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4720894" y="2319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4891386" y="2342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4746219" y="2344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4854541" y="26460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4681324" y="25300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4873959" y="25855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4743305" y="24110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4828693" y="22868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4724001" y="26832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4902467" y="3124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4736276" y="2917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4829392" y="24973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4736531" y="25110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4878102" y="2554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4732791" y="2559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4889672" y="27624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4750772" y="26093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4857907" y="222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4706131" y="1783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4888888" y="21134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4734857" y="22549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4856285" y="23323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4692197" y="2031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4854915" y="22639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4739764" y="2777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4841135" y="2777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4694325" y="22533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4865108" y="2352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4747070" y="2401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4898856" y="2351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4683225" y="2783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4863943" y="2628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4685208" y="203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4844390" y="24020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4752696" y="2580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4884230" y="2494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4695757" y="24415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4880219" y="277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4685388" y="2521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4845066" y="2696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4691321" y="2300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4876427" y="2557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4691900" y="22977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4888744" y="2708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4694992" y="25389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4859360" y="2588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4697225" y="22160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4892717" y="2413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4711247" y="2669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4872124" y="22142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4744441" y="2074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4873304" y="20673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4684617" y="24508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4890527" y="25218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4739269" y="25626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4883851" y="2410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4728193" y="2000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4893576" y="28356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4748304" y="28838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4828649" y="2434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4710982" y="26213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4833557" y="3061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4695393" y="2463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4871302" y="2473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4708099" y="2498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4875896" y="2493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4687661" y="24762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4883070" y="2723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4708359" y="2508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4871652" y="23992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718397" y="2852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875459" y="2507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712170" y="2776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861370" y="2186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719739" y="296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859174" y="30963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731537" y="275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900388" y="2657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705430" y="264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845955" y="2485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690189" y="2538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863542" y="24421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4698970" y="2611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869158" y="281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701516" y="24925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839416" y="23452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4720294" y="27135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879681" y="24965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4738147" y="2751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863107" y="2879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4693712" y="27505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829913" y="24434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4699764" y="2646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898127" y="2741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724145" y="23182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903098" y="241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740696" y="2469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835892" y="2608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4688921" y="26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4897573" y="2564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4710151" y="26091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4867232" y="26530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4750087" y="20247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4891301" y="2193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4678626" y="2100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4836350" y="2405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4691667" y="1788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4853084" y="19132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4734097" y="238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4855427" y="24344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4750125" y="219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4832085" y="22687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4717989" y="2432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4861614" y="26127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4714399" y="29185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4890921" y="2955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4734651" y="2611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4848477" y="2522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4743580" y="20414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4892793" y="2291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4704761" y="25292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4878046" y="25723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4750200" y="23923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4872980" y="2403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4744122" y="2158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4893768" y="2190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4712208" y="2254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4851074" y="2567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4740341" y="2484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4885409" y="2735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4697388" y="24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4885649" y="21344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4683346" y="26603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4850730" y="2309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4730988" y="30025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4831887" y="247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4737334" y="22790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4878748" y="2663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4697517" y="2408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4876048" y="2529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4698302" y="2290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4874320" y="24070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4682449" y="271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4840060" y="26503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4684048" y="26734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4852994" y="2660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4688357" y="25382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4867737" y="26730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4739666" y="2616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4854036" y="2767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4692075" y="26008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4883334" y="2398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4729452" y="21583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4841395" y="25307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4720537" y="2616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4885302" y="2903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4704303" y="25244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4890993" y="2376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4705342" y="24780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4879645" y="2919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4748721" y="26879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4839940" y="2328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4724807" y="21653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4894454" y="23435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702851" y="2646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847159" y="26906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718353" y="2493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879765" y="2704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742965" y="2653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845385" y="23992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720487" y="2506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829627" y="2343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689490" y="2653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864696" y="2487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94899" y="2249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898961" y="2326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712294" y="2424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899027" y="2748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735546" y="260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859955" y="23120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740540" y="2114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844449" y="2268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92493" y="2349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870087" y="24772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709697" y="2484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857086" y="2608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725014" y="29920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833288" y="29936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711860" y="3523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828755" y="326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734722" y="22480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893286" y="2460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746680" y="19782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865932" y="22746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743039" y="2832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889835" y="24931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743475" y="2613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839901" y="23869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701999" y="2397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856345" y="23733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716350" y="25892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889725" y="246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699530" y="2397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832096" y="2463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1630482" y="2274644"/>
              <a:ext cx="0" cy="414778"/>
            </a:xfrm>
            <a:custGeom>
              <a:avLst/>
              <a:pathLst>
                <a:path w="0" h="414778">
                  <a:moveTo>
                    <a:pt x="0" y="4147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630482" y="3058364"/>
              <a:ext cx="0" cy="532494"/>
            </a:xfrm>
            <a:custGeom>
              <a:avLst/>
              <a:pathLst>
                <a:path w="0" h="532494">
                  <a:moveTo>
                    <a:pt x="0" y="0"/>
                  </a:moveTo>
                  <a:lnTo>
                    <a:pt x="0" y="5324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1555540" y="2689422"/>
              <a:ext cx="149884" cy="368941"/>
            </a:xfrm>
            <a:custGeom>
              <a:avLst/>
              <a:pathLst>
                <a:path w="149884" h="368941">
                  <a:moveTo>
                    <a:pt x="0" y="0"/>
                  </a:moveTo>
                  <a:lnTo>
                    <a:pt x="0" y="368941"/>
                  </a:lnTo>
                  <a:lnTo>
                    <a:pt x="149884" y="368941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pl891"/>
            <p:cNvSpPr/>
            <p:nvPr/>
          </p:nvSpPr>
          <p:spPr>
            <a:xfrm>
              <a:off x="1555540" y="2901135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669400" y="2071910"/>
              <a:ext cx="0" cy="393723"/>
            </a:xfrm>
            <a:custGeom>
              <a:avLst/>
              <a:pathLst>
                <a:path w="0" h="393723">
                  <a:moveTo>
                    <a:pt x="0" y="3937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2669400" y="2846912"/>
              <a:ext cx="0" cy="549470"/>
            </a:xfrm>
            <a:custGeom>
              <a:avLst/>
              <a:pathLst>
                <a:path w="0" h="549470">
                  <a:moveTo>
                    <a:pt x="0" y="0"/>
                  </a:moveTo>
                  <a:lnTo>
                    <a:pt x="0" y="54947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594458" y="2465634"/>
              <a:ext cx="149884" cy="381278"/>
            </a:xfrm>
            <a:custGeom>
              <a:avLst/>
              <a:pathLst>
                <a:path w="149884" h="381278">
                  <a:moveTo>
                    <a:pt x="0" y="0"/>
                  </a:moveTo>
                  <a:lnTo>
                    <a:pt x="0" y="381278"/>
                  </a:lnTo>
                  <a:lnTo>
                    <a:pt x="149884" y="381278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pl895"/>
            <p:cNvSpPr/>
            <p:nvPr/>
          </p:nvSpPr>
          <p:spPr>
            <a:xfrm>
              <a:off x="2594458" y="2614885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708318" y="1691195"/>
              <a:ext cx="0" cy="521172"/>
            </a:xfrm>
            <a:custGeom>
              <a:avLst/>
              <a:pathLst>
                <a:path w="0" h="521172">
                  <a:moveTo>
                    <a:pt x="0" y="52117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3708318" y="2693413"/>
              <a:ext cx="0" cy="717499"/>
            </a:xfrm>
            <a:custGeom>
              <a:avLst/>
              <a:pathLst>
                <a:path w="0" h="717499">
                  <a:moveTo>
                    <a:pt x="0" y="0"/>
                  </a:moveTo>
                  <a:lnTo>
                    <a:pt x="0" y="71749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3633376" y="2212367"/>
              <a:ext cx="149884" cy="481045"/>
            </a:xfrm>
            <a:custGeom>
              <a:avLst/>
              <a:pathLst>
                <a:path w="149884" h="481045">
                  <a:moveTo>
                    <a:pt x="0" y="0"/>
                  </a:moveTo>
                  <a:lnTo>
                    <a:pt x="0" y="481045"/>
                  </a:lnTo>
                  <a:lnTo>
                    <a:pt x="149884" y="481045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3633376" y="2442977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7236" y="1806354"/>
              <a:ext cx="0" cy="525297"/>
            </a:xfrm>
            <a:custGeom>
              <a:avLst/>
              <a:pathLst>
                <a:path w="0" h="525297">
                  <a:moveTo>
                    <a:pt x="0" y="5252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4747236" y="2704625"/>
              <a:ext cx="0" cy="511652"/>
            </a:xfrm>
            <a:custGeom>
              <a:avLst/>
              <a:pathLst>
                <a:path w="0" h="511652">
                  <a:moveTo>
                    <a:pt x="0" y="0"/>
                  </a:moveTo>
                  <a:lnTo>
                    <a:pt x="0" y="51165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4672294" y="2331652"/>
              <a:ext cx="149884" cy="372972"/>
            </a:xfrm>
            <a:custGeom>
              <a:avLst/>
              <a:pathLst>
                <a:path w="149884" h="372972">
                  <a:moveTo>
                    <a:pt x="0" y="0"/>
                  </a:moveTo>
                  <a:lnTo>
                    <a:pt x="0" y="372972"/>
                  </a:lnTo>
                  <a:lnTo>
                    <a:pt x="149884" y="372972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4672294" y="2538138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1780366" y="2302643"/>
              <a:ext cx="0" cy="446396"/>
            </a:xfrm>
            <a:custGeom>
              <a:avLst/>
              <a:pathLst>
                <a:path w="0" h="446396">
                  <a:moveTo>
                    <a:pt x="0" y="44639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1780366" y="3053383"/>
              <a:ext cx="0" cy="267004"/>
            </a:xfrm>
            <a:custGeom>
              <a:avLst/>
              <a:pathLst>
                <a:path w="0" h="267004">
                  <a:moveTo>
                    <a:pt x="0" y="0"/>
                  </a:moveTo>
                  <a:lnTo>
                    <a:pt x="0" y="26700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1705424" y="2749039"/>
              <a:ext cx="149884" cy="304344"/>
            </a:xfrm>
            <a:custGeom>
              <a:avLst/>
              <a:pathLst>
                <a:path w="149884" h="304344">
                  <a:moveTo>
                    <a:pt x="0" y="0"/>
                  </a:moveTo>
                  <a:lnTo>
                    <a:pt x="0" y="304344"/>
                  </a:lnTo>
                  <a:lnTo>
                    <a:pt x="149884" y="304344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pl907"/>
            <p:cNvSpPr/>
            <p:nvPr/>
          </p:nvSpPr>
          <p:spPr>
            <a:xfrm>
              <a:off x="1705424" y="2935141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819284" y="2030749"/>
              <a:ext cx="0" cy="502222"/>
            </a:xfrm>
            <a:custGeom>
              <a:avLst/>
              <a:pathLst>
                <a:path w="0" h="502222">
                  <a:moveTo>
                    <a:pt x="0" y="50222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2819284" y="2911224"/>
              <a:ext cx="0" cy="467677"/>
            </a:xfrm>
            <a:custGeom>
              <a:avLst/>
              <a:pathLst>
                <a:path w="0" h="467677">
                  <a:moveTo>
                    <a:pt x="0" y="0"/>
                  </a:moveTo>
                  <a:lnTo>
                    <a:pt x="0" y="46767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744342" y="2532971"/>
              <a:ext cx="149884" cy="378253"/>
            </a:xfrm>
            <a:custGeom>
              <a:avLst/>
              <a:pathLst>
                <a:path w="149884" h="378253">
                  <a:moveTo>
                    <a:pt x="0" y="0"/>
                  </a:moveTo>
                  <a:lnTo>
                    <a:pt x="0" y="378253"/>
                  </a:lnTo>
                  <a:lnTo>
                    <a:pt x="149884" y="378253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pl911"/>
            <p:cNvSpPr/>
            <p:nvPr/>
          </p:nvSpPr>
          <p:spPr>
            <a:xfrm>
              <a:off x="2744342" y="2706548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858202" y="2046605"/>
              <a:ext cx="0" cy="381852"/>
            </a:xfrm>
            <a:custGeom>
              <a:avLst/>
              <a:pathLst>
                <a:path w="0" h="381852">
                  <a:moveTo>
                    <a:pt x="0" y="38185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3858202" y="2834290"/>
              <a:ext cx="0" cy="431796"/>
            </a:xfrm>
            <a:custGeom>
              <a:avLst/>
              <a:pathLst>
                <a:path w="0" h="431796">
                  <a:moveTo>
                    <a:pt x="0" y="0"/>
                  </a:moveTo>
                  <a:lnTo>
                    <a:pt x="0" y="43179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3783260" y="2428458"/>
              <a:ext cx="149884" cy="405832"/>
            </a:xfrm>
            <a:custGeom>
              <a:avLst/>
              <a:pathLst>
                <a:path w="149884" h="405832">
                  <a:moveTo>
                    <a:pt x="0" y="0"/>
                  </a:moveTo>
                  <a:lnTo>
                    <a:pt x="0" y="405832"/>
                  </a:lnTo>
                  <a:lnTo>
                    <a:pt x="149884" y="405832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pl915"/>
            <p:cNvSpPr/>
            <p:nvPr/>
          </p:nvSpPr>
          <p:spPr>
            <a:xfrm>
              <a:off x="3783260" y="2554405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897121" y="2098530"/>
              <a:ext cx="0" cy="305986"/>
            </a:xfrm>
            <a:custGeom>
              <a:avLst/>
              <a:pathLst>
                <a:path w="0" h="305986">
                  <a:moveTo>
                    <a:pt x="0" y="305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4897121" y="2704230"/>
              <a:ext cx="0" cy="423337"/>
            </a:xfrm>
            <a:custGeom>
              <a:avLst/>
              <a:pathLst>
                <a:path w="0" h="423337">
                  <a:moveTo>
                    <a:pt x="0" y="0"/>
                  </a:moveTo>
                  <a:lnTo>
                    <a:pt x="0" y="42333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4822179" y="2404516"/>
              <a:ext cx="149884" cy="299713"/>
            </a:xfrm>
            <a:custGeom>
              <a:avLst/>
              <a:pathLst>
                <a:path w="149884" h="299713">
                  <a:moveTo>
                    <a:pt x="0" y="0"/>
                  </a:moveTo>
                  <a:lnTo>
                    <a:pt x="0" y="299713"/>
                  </a:lnTo>
                  <a:lnTo>
                    <a:pt x="149884" y="299713"/>
                  </a:lnTo>
                  <a:lnTo>
                    <a:pt x="14988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pl919"/>
            <p:cNvSpPr/>
            <p:nvPr/>
          </p:nvSpPr>
          <p:spPr>
            <a:xfrm>
              <a:off x="4822179" y="2528582"/>
              <a:ext cx="149884" cy="0"/>
            </a:xfrm>
            <a:custGeom>
              <a:avLst/>
              <a:pathLst>
                <a:path w="149884" h="0">
                  <a:moveTo>
                    <a:pt x="0" y="0"/>
                  </a:moveTo>
                  <a:lnTo>
                    <a:pt x="14988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1705424" y="2314556"/>
              <a:ext cx="3147568" cy="585786"/>
            </a:xfrm>
            <a:custGeom>
              <a:avLst/>
              <a:pathLst>
                <a:path w="3147568" h="585786">
                  <a:moveTo>
                    <a:pt x="0" y="292622"/>
                  </a:moveTo>
                  <a:lnTo>
                    <a:pt x="779397" y="264540"/>
                  </a:lnTo>
                  <a:lnTo>
                    <a:pt x="1498842" y="221351"/>
                  </a:lnTo>
                  <a:lnTo>
                    <a:pt x="2398147" y="116377"/>
                  </a:lnTo>
                  <a:lnTo>
                    <a:pt x="3147568" y="0"/>
                  </a:lnTo>
                  <a:lnTo>
                    <a:pt x="3147568" y="262592"/>
                  </a:lnTo>
                  <a:lnTo>
                    <a:pt x="2398147" y="292838"/>
                  </a:lnTo>
                  <a:lnTo>
                    <a:pt x="1498842" y="363811"/>
                  </a:lnTo>
                  <a:lnTo>
                    <a:pt x="779397" y="461380"/>
                  </a:lnTo>
                  <a:lnTo>
                    <a:pt x="0" y="58578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1705424" y="2314556"/>
              <a:ext cx="3147568" cy="292622"/>
            </a:xfrm>
            <a:custGeom>
              <a:avLst/>
              <a:pathLst>
                <a:path w="3147568" h="292622">
                  <a:moveTo>
                    <a:pt x="0" y="292622"/>
                  </a:moveTo>
                  <a:lnTo>
                    <a:pt x="779397" y="264540"/>
                  </a:lnTo>
                  <a:lnTo>
                    <a:pt x="1498842" y="221351"/>
                  </a:lnTo>
                  <a:lnTo>
                    <a:pt x="2398147" y="116377"/>
                  </a:lnTo>
                  <a:lnTo>
                    <a:pt x="31475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1705424" y="2577148"/>
              <a:ext cx="3147568" cy="323194"/>
            </a:xfrm>
            <a:custGeom>
              <a:avLst/>
              <a:pathLst>
                <a:path w="3147568" h="323194">
                  <a:moveTo>
                    <a:pt x="3147568" y="0"/>
                  </a:moveTo>
                  <a:lnTo>
                    <a:pt x="2398147" y="30245"/>
                  </a:lnTo>
                  <a:lnTo>
                    <a:pt x="1498842" y="101219"/>
                  </a:lnTo>
                  <a:lnTo>
                    <a:pt x="779397" y="198788"/>
                  </a:lnTo>
                  <a:lnTo>
                    <a:pt x="0" y="323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1705424" y="2436875"/>
              <a:ext cx="3147568" cy="530996"/>
            </a:xfrm>
            <a:custGeom>
              <a:avLst/>
              <a:pathLst>
                <a:path w="3147568" h="530996">
                  <a:moveTo>
                    <a:pt x="0" y="284825"/>
                  </a:moveTo>
                  <a:lnTo>
                    <a:pt x="779397" y="251361"/>
                  </a:lnTo>
                  <a:lnTo>
                    <a:pt x="1498842" y="206085"/>
                  </a:lnTo>
                  <a:lnTo>
                    <a:pt x="2398147" y="106928"/>
                  </a:lnTo>
                  <a:lnTo>
                    <a:pt x="3147568" y="0"/>
                  </a:lnTo>
                  <a:lnTo>
                    <a:pt x="3147568" y="219712"/>
                  </a:lnTo>
                  <a:lnTo>
                    <a:pt x="2398147" y="254714"/>
                  </a:lnTo>
                  <a:lnTo>
                    <a:pt x="1498842" y="325875"/>
                  </a:lnTo>
                  <a:lnTo>
                    <a:pt x="779397" y="416852"/>
                  </a:lnTo>
                  <a:lnTo>
                    <a:pt x="0" y="530996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5" name="pl924"/>
            <p:cNvSpPr/>
            <p:nvPr/>
          </p:nvSpPr>
          <p:spPr>
            <a:xfrm>
              <a:off x="1705424" y="2436875"/>
              <a:ext cx="3147568" cy="284825"/>
            </a:xfrm>
            <a:custGeom>
              <a:avLst/>
              <a:pathLst>
                <a:path w="3147568" h="284825">
                  <a:moveTo>
                    <a:pt x="0" y="284825"/>
                  </a:moveTo>
                  <a:lnTo>
                    <a:pt x="779397" y="251361"/>
                  </a:lnTo>
                  <a:lnTo>
                    <a:pt x="1498842" y="206085"/>
                  </a:lnTo>
                  <a:lnTo>
                    <a:pt x="2398147" y="106928"/>
                  </a:lnTo>
                  <a:lnTo>
                    <a:pt x="31475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1705424" y="2656588"/>
              <a:ext cx="3147568" cy="311283"/>
            </a:xfrm>
            <a:custGeom>
              <a:avLst/>
              <a:pathLst>
                <a:path w="3147568" h="311283">
                  <a:moveTo>
                    <a:pt x="3147568" y="0"/>
                  </a:moveTo>
                  <a:lnTo>
                    <a:pt x="2398147" y="35002"/>
                  </a:lnTo>
                  <a:lnTo>
                    <a:pt x="1498842" y="106162"/>
                  </a:lnTo>
                  <a:lnTo>
                    <a:pt x="779397" y="197139"/>
                  </a:lnTo>
                  <a:lnTo>
                    <a:pt x="0" y="311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1705424" y="2445852"/>
              <a:ext cx="3147568" cy="307908"/>
            </a:xfrm>
            <a:custGeom>
              <a:avLst/>
              <a:pathLst>
                <a:path w="3147568" h="307908">
                  <a:moveTo>
                    <a:pt x="0" y="307908"/>
                  </a:moveTo>
                  <a:lnTo>
                    <a:pt x="779397" y="231664"/>
                  </a:lnTo>
                  <a:lnTo>
                    <a:pt x="1498842" y="161285"/>
                  </a:lnTo>
                  <a:lnTo>
                    <a:pt x="2398147" y="73311"/>
                  </a:lnTo>
                  <a:lnTo>
                    <a:pt x="3147568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1705424" y="2546731"/>
              <a:ext cx="3147568" cy="298054"/>
            </a:xfrm>
            <a:custGeom>
              <a:avLst/>
              <a:pathLst>
                <a:path w="3147568" h="298054">
                  <a:moveTo>
                    <a:pt x="0" y="298054"/>
                  </a:moveTo>
                  <a:lnTo>
                    <a:pt x="779397" y="224250"/>
                  </a:lnTo>
                  <a:lnTo>
                    <a:pt x="1498842" y="156123"/>
                  </a:lnTo>
                  <a:lnTo>
                    <a:pt x="2398147" y="70965"/>
                  </a:lnTo>
                  <a:lnTo>
                    <a:pt x="3147568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tx928"/>
            <p:cNvSpPr/>
            <p:nvPr/>
          </p:nvSpPr>
          <p:spPr>
            <a:xfrm>
              <a:off x="1705424" y="1047951"/>
              <a:ext cx="82579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0" name="tx929"/>
            <p:cNvSpPr/>
            <p:nvPr/>
          </p:nvSpPr>
          <p:spPr>
            <a:xfrm>
              <a:off x="2531218" y="104804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629896" y="104804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671812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752650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2833446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2914229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376641" y="104795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447232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528029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705424" y="1224134"/>
              <a:ext cx="811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517137" y="1224226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615814" y="1224226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657730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738568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819364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2900147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362559" y="1224134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433151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513947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1638398" y="1507292"/>
              <a:ext cx="13405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2670139" y="1454476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3709057" y="1544910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4797444" y="1488902"/>
              <a:ext cx="4946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343534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127766" y="366421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127766" y="32237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127766" y="278329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127766" y="23428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127766" y="19023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127766" y="14619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311902" y="37052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311902" y="32647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311902" y="28243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311902" y="23838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311902" y="19433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311902" y="15029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343534" y="3842873"/>
              <a:ext cx="3840255" cy="0"/>
            </a:xfrm>
            <a:custGeom>
              <a:avLst/>
              <a:pathLst>
                <a:path w="3840255" h="0">
                  <a:moveTo>
                    <a:pt x="0" y="0"/>
                  </a:moveTo>
                  <a:lnTo>
                    <a:pt x="384025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705424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2744342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3783260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822179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1673648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2712567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3751485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4790403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2976357" y="407587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-145482" y="2347506"/>
              <a:ext cx="225939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 of biomass inequality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1870783" y="429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1870783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2759749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818557" y="43552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2849749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2849749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2782249" y="4341442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2782249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2849749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2849749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2777749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3746131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804939" y="43552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3836131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3836131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3768631" y="4341442"/>
              <a:ext cx="135000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3768631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3836131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3836131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3764131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3003012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3989394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2026-07-20T15:41:24Z</dcterms:modified>
  <cp:category/>
</cp:coreProperties>
</file>