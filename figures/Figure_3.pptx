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3960000"/>
            <a:chOff x="914400" y="914400"/>
            <a:chExt cx="6120000" cy="396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396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396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305325" y="952357"/>
              <a:ext cx="5678464" cy="32957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pt6"/>
            <p:cNvSpPr/>
            <p:nvPr/>
          </p:nvSpPr>
          <p:spPr>
            <a:xfrm>
              <a:off x="1681086" y="19280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t7"/>
            <p:cNvSpPr/>
            <p:nvPr/>
          </p:nvSpPr>
          <p:spPr>
            <a:xfrm>
              <a:off x="1911770" y="30302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1694874" y="32038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1971557" y="29895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1654790" y="25284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1885787" y="30846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709676" y="33936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937185" y="32810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710440" y="31757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890578" y="32598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669736" y="35655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878533" y="35617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743926" y="32702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912020" y="33339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744745" y="33544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893897" y="34702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651923" y="32952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948751" y="31601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706585" y="26529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914058" y="26653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643525" y="32841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957278" y="32614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664542" y="30896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901580" y="32566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658257" y="29616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931421" y="34315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701447" y="33521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868770" y="32063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700211" y="29117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885278" y="35717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683002" y="31508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918377" y="31559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644245" y="33643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870673" y="32911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684524" y="31971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885491" y="32965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707709" y="33233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876490" y="33580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724998" y="36679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1937796" y="34737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1716971" y="29763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1942938" y="31299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1686806" y="32463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1916639" y="30691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1655174" y="33206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1886894" y="33476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678866" y="29318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1930033" y="36216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1738182" y="32287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1964063" y="3165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1679305" y="36097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1889182" y="32842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1719876" y="31930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1934301" y="30894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1711782" y="28109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1953145" y="27625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1675894" y="40546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1936461" y="33408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1693348" y="30388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1914079" y="28564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1738898" y="31253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1886576" y="30868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1730912" y="33721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1969908" y="35775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1737597" y="28921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1926113" y="29951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1698472" y="26332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1934135" y="25208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1712428" y="29474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1906190" y="26812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1654280" y="34030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1870584" y="32353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1697220" y="33472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1926882" y="34434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1676023" y="29748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1909743" y="30563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1695224" y="28926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1968700" y="26120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1657744" y="33772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1924084" y="31738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1732938" y="29729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1952009" y="30770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1749241" y="33912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1866161" y="25482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1737348" y="28803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1942960" y="22967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1695128" y="30380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1966653" y="30416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1697187" y="31613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1911406" y="28227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1724631" y="39300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1974379" y="35660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1708458" y="28136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1870031" y="25970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1735866" y="30205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1958263" y="31823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1655918" y="27157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1917167" y="24611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1725067" y="31341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1948809" y="27888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1651654" y="27798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1869421" y="29702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1727793" y="28844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1929381" y="32032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1689165" y="25521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1942375" y="26809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1722696" y="31545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1952775" y="33096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1751557" y="32454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1969423" y="32916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1749280" y="31678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1910648" y="31793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1700049" y="17231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1870033" y="21285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1668983" y="21751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1896142" y="24702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1714253" y="34283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1901813" y="32482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1691081" y="35222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1934532" y="34576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1704910" y="32945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1953163" y="33815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1715810" y="28467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1880976" y="32732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1647774" y="32413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1871169" y="33930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1732742" y="30722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1906368" y="32612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1692683" y="31125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1914903" y="32700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1663664" y="30333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1924259" y="31697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1667042" y="33932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1927012" y="31723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1653242" y="30398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1882420" y="31334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1715522" y="33223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1942038" y="32268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1688932" y="33532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1908089" y="35359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1655531" y="30403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1959314" y="32914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1694300" y="31206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1876489" y="34480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1720363" y="31526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1939626" y="33699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1751915" y="21831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1938916" y="34577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1725845" y="36453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1952909" y="32018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1705154" y="35360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1906266" y="33247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1690548" y="31222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1921481" y="33036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1700838" y="31435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1877452" y="31038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1713819" y="25907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1874850" y="25763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1656219" y="24972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1889155" y="23913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1725079" y="31847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1960155" y="28806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1652112" y="26980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1941296" y="29427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1746498" y="25063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1894166" y="23294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1743756" y="32829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1935966" y="33894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1647115" y="29422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1965966" y="31920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1710544" y="24292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1913938" y="26867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1696679" y="37286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1884601" y="29700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3214291" y="22484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3483579" y="24023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3194351" y="26474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3472793" y="30823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3282027" y="30431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3424711" y="31006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3230952" y="26774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3415359" y="28137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3189172" y="25814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3455025" y="26969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3183807" y="26946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3471946" y="28911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3196725" y="28681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3453761" y="29227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3194487" y="25869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3430015" y="27903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3288574" y="32661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3494668" y="35522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3271645" y="30320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3485078" y="35278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3279227" y="27050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3412498" y="29188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3257239" y="25715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3426265" y="30853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3254252" y="27141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3407349" y="30353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3236943" y="32357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3469502" y="34337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3239917" y="26695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3458064" y="31152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3246600" y="34335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3400741" y="32314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3283199" y="29301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3493646" y="30416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3239854" y="29768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3424744" y="32340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3197983" y="26439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3470344" y="28802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3260291" y="24902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3504543" y="28466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3233030" y="29378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3457689" y="36883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3272154" y="33541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3506255" y="34812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3180060" y="27492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3422566" y="27251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3236438" y="26613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3494057" y="32428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3213376" y="27082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3404701" y="28772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3258204" y="36698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3448558" y="34934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3230140" y="32313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3492153" y="32858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3277603" y="33485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3405975" y="32696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3254102" y="31250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3404067" y="33720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201981" y="37082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400959" y="40120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3287394" y="26596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456904" y="25809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3260376" y="31223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485657" y="32572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182151" y="26183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452277" y="24808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188275" y="28942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478433" y="29245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214754" y="26468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446395" y="27707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283190" y="39919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505352" y="39082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269466" y="26845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443449" y="29185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239812" y="29471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486066" y="29056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193152" y="277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417407" y="30935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197150" y="24064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464310" y="26147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189691" y="26396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434058" y="26671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180898" y="31146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447538" y="35744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210383" y="30681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444964" y="29446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278142" y="26677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489575" y="29045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194766" y="30220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425645" y="33805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245158" y="27885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445711" y="29825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262933" y="26943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441210" y="29206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232588" y="22844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499071" y="26605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258696" y="25329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429992" y="3135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3245266" y="21981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3506329" y="27074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3263221" y="25820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3416249" y="27233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3234202" y="28187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3401595" y="26113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3261182" y="28817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3498768" y="31598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3263650" y="31961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3406580" y="30814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9" name="pt288"/>
            <p:cNvSpPr/>
            <p:nvPr/>
          </p:nvSpPr>
          <p:spPr>
            <a:xfrm>
              <a:off x="3207074" y="33470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0" name="pt289"/>
            <p:cNvSpPr/>
            <p:nvPr/>
          </p:nvSpPr>
          <p:spPr>
            <a:xfrm>
              <a:off x="3416521" y="31408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1" name="pt290"/>
            <p:cNvSpPr/>
            <p:nvPr/>
          </p:nvSpPr>
          <p:spPr>
            <a:xfrm>
              <a:off x="3200495" y="26326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2" name="pt291"/>
            <p:cNvSpPr/>
            <p:nvPr/>
          </p:nvSpPr>
          <p:spPr>
            <a:xfrm>
              <a:off x="3449640" y="26887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3217413" y="32994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3443248" y="31121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3226657" y="30195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3429102" y="33731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3198425" y="30863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3444139" y="30600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3273698" y="31714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3468250" y="35157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3187384" y="27930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3432560" y="27780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3252260" y="30940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3460339" y="32358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3192413" y="28665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3424774" y="28868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3191711" y="25596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3410685" y="26293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3224608" y="29235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3498781" y="29934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3231757" y="30430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3449007" y="29728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3212124" y="26481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3500630" y="32553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3257883" y="30437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3467173" y="34616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3262030" y="30224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3403845" y="28244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3258944" y="28464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3492000" y="30581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3218099" y="34472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3492993" y="32402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3219620" y="28589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3428772" y="27510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3270213" y="28134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3491163" y="26906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3289400" y="34025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3419305" y="28662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3284172" y="35040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3403254" y="34180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3202106" y="26224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3449520" y="28228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3215381" y="31425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3423578" y="31303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3235019" y="29697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3479559" y="29980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3196694" y="28156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3411821" y="30321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3190973" y="30663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3468693" y="27824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3201956" y="31473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3426449" y="28949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3202667" y="27521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3439633" y="26775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3261395" y="24234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3416473" y="23885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3181275" y="26996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3415312" y="26226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3251261" y="25829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3510307" y="25163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3197417" y="27406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3454221" y="29169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3274645" y="31682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3417108" y="31258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3267244" y="30526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3496459" y="28743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3202667" y="29099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3426134" y="26786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3279728" y="24103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3463604" y="24615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3192181" y="33129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3467075" y="26965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3188944" y="27499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3452560" y="29494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3217474" y="25284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3489974" y="25922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3267900" y="23731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3427431" y="23518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3279629" y="23158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3418882" y="21511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3270150" y="16658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3430106" y="25373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3257135" y="27650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3416847" y="28151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3202366" y="24689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3422573" y="24238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4762142" y="32662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5029502" y="29985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4729785" y="24254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4953697" y="26780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4756754" y="24754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5004221" y="29764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4738434" y="21985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5013842" y="24573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4758686" y="25206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4939704" y="26584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4773864" y="26913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4949420" y="31545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4724022" y="25613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4991991" y="26260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4729872" y="27773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5027977" y="27733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4810095" y="28599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4954738" y="28957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4788982" y="30155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5018553" y="31976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4791545" y="31497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5016316" y="35597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4747821" y="24724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4942223" y="27159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4740799" y="30073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5028439" y="32114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4765090" y="22137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5042316" y="25827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4826138" y="24710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4989881" y="26559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4733878" y="22299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5010514" y="25542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4777402" y="37248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5035613" y="35076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4787055" y="33024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4956683" y="29816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4822469" y="22406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4938995" y="27658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4770391" y="29090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5008085" y="32166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4740312" y="25494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5048111" y="27331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4812863" y="27418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4951154" y="29679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4745726" y="35606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5009670" y="32922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4733529" y="29148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4988084" y="31180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4755165" y="27202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5022337" y="30855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4732537" y="28110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4960599" y="27643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4817859" y="34832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4973987" y="39691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4808904" y="24513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5020410" y="26177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4766292" y="25775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4990377" y="26598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4810583" y="22651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5044321" y="25122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4753219" y="23581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5001744" y="24225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4785897" y="23113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4997986" y="24330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4734256" y="28149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4955303" y="26517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4790455" y="25502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5010359" y="26510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4758553" y="21106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4962464" y="24396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4755322" y="23024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4950730" y="26158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4818344" y="24350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5039397" y="24687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4747484" y="24857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5035877" y="26748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4720147" y="21688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4967734" y="23255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4771864" y="22127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4995558" y="21692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4808974" y="24860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4946183" y="25196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4718324" y="20240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4991175" y="27472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4769598" y="22897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4974009" y="25808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4790157" y="21339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5013777" y="24192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4771669" y="23704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5036633" y="26269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4747718" y="17769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5023672" y="23773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4792397" y="27154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4980195" y="28453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4751469" y="23683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5044022" y="27321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4815156" y="23148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4939339" y="27938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4809442" y="28791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4996470" y="27374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4754719" y="24034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4983667" y="26569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4802798" y="21889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4983888" y="25867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4753098" y="30704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4946680" y="29298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4791601" y="27817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4954078" y="32101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4737905" y="24470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4955936" y="25828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4773041" y="24059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4998655" y="24073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4794435" y="23583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5008627" y="26501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4783651" y="24642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4949173" y="27119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4808481" y="23052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4981507" y="30611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4777325" y="34965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5011038" y="34132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4723688" y="27051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5032684" y="30811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4717821" y="26211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5018562" y="25915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4793675" y="26095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5033164" y="24565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4816057" y="30563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4976205" y="30309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4787186" y="31444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4948062" y="32742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4775528" y="25829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4957153" y="30706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4776574" y="27722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5032686" y="31625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4813844" y="21254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5024054" y="26261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4814455" y="23469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5005787" y="27360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4740880" y="23511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5035349" y="29758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4792312" y="26509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4957149" y="31669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4751255" y="20003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5038526" y="24204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4756607" y="28166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4996797" y="34242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4722591" y="33772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5047331" y="30389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4808635" y="24238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5043373" y="30177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4734754" y="22850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5041714" y="30640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4727748" y="22374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5022784" y="24558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4787203" y="34342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4965445" y="32427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4809097" y="30730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5019864" y="35144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4805133" y="26728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5021317" y="30234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4812731" y="21308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4987833" y="27121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4795911" y="20088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5037295" y="22861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4781038" y="26347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5007968" y="31672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4748759" y="27436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4968811" y="29315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4775783" y="29223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4974123" y="29917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4776455" y="23726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5026996" y="27046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4766291" y="28360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4986006" y="32613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4786688" y="24266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5018155" y="31247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4736540" y="28148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4989945" y="30052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4770660" y="30875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5033493" y="28560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4789057" y="22008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4975315" y="28255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4716265" y="24453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4951524" y="26542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4772049" y="17640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4948338" y="22336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4804356" y="29636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5047282" y="32046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4743863" y="28692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5025760" y="23439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4811718" y="28168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4952597" y="24530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4725193" y="28760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5033076" y="27482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4773714" y="36280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4945588" y="32133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4817440" y="28149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5016296" y="29443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4825186" y="23810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5019861" y="25934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4749948" y="30686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4970633" y="31379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4775692" y="37727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5011332" y="35547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4821134" y="33303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4950467" y="29450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4778438" y="30642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4976971" y="26885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4799742" y="29044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4975000" y="26381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4798266" y="27238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4941738" y="29672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4789738" y="29472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5021208" y="29764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4726930" y="29010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5011596" y="27959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4739042" y="27074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5047092" y="25526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4742725" y="27530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4944483" y="27364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4773596" y="30140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5005189" y="26345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4756284" y="24841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5010191" y="22676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4786687" y="32311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4993403" y="32153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4770428" y="34923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5045220" y="32246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4717518" y="20855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5035181" y="22552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6272607" y="25073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6515711" y="25724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6329761" y="31720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6524208" y="35534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6356667" y="25674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6552321" y="23591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6262269" y="29671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6561113" y="26988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6313391" y="23324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6500228" y="28524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6271978" y="18953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6496249" y="22886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6297211" y="31786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6557703" y="30738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6353985" y="26500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6543410" y="28592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6336507" y="26765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6582309" y="27939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6281631" y="31111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6509383" y="25571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6304318" y="17031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6575839" y="20456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6353177" y="30294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6566565" y="27524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6317606" y="27547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6564776" y="27314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6291428" y="22750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6574236" y="33647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6285362" y="27682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6515253" y="26888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6357320" y="31159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6504865" y="32512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6279410" y="30199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6524687" y="32046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6289148" y="28442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6570328" y="23895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6315000" y="29284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6530443" y="25789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6287008" y="24803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6487816" y="32129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6277016" y="30715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6475342" y="30286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6317820" y="22952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6549715" y="26378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6322113" y="31228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6569648" y="35134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6253158" y="33075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6498627" y="28656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6295092" y="21620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6545074" y="28048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6303939" y="23579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6481253" y="28434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6330375" y="24971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6551797" y="28677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6308933" y="31579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6535537" y="24903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6303515" y="30432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6554307" y="26852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6363130" y="24124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6562499" y="27915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6304371" y="25788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6539314" y="22463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6306867" y="29272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6505867" y="27009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6350862" y="22442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6526540" y="23427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6273346" y="29283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6568444" y="29925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6322116" y="25138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6547758" y="28495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6259530" y="35029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6575175" y="35789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6301399" y="23366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6577825" y="29813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6269129" y="25494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6583957" y="28378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6293653" y="26360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6579334" y="30279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6322221" y="25154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6555378" y="25426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6334690" y="25448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6478420" y="28883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6315548" y="27560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6548710" y="28192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6252881" y="26204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6491829" y="24787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6325807" y="29307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6557939" y="34342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6270070" y="31976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6555909" y="27188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6262454" y="27343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6522466" y="27841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6363088" y="27895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6493425" y="30210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6301054" y="28465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6502582" y="24121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6333060" y="19047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6500352" y="22810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6300540" y="24423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6577107" y="25306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6292420" y="21874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6584023" y="24526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6335824" y="30380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6568295" y="30380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6343453" y="24405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6563302" y="25540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6329992" y="26095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6482662" y="25526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6293391" y="30446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6507638" y="28686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6351492" y="21914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6547817" y="26101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6320661" y="28139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6559186" y="27157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6301861" y="26551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6582577" y="30329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6319023" y="27463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6480449" y="29454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6277619" y="24942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6476757" y="27876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6348737" y="24911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6571880" y="29596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6307962" y="27661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6500328" y="28223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6289711" y="23980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6536009" y="26233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6344006" y="29154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6534139" y="23959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6338009" y="22371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6522735" y="22284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6347374" y="26656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6490810" y="27466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6299189" y="27931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6509104" y="26194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6259899" y="21520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6508472" y="31044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6277661" y="31595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6504586" y="26473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6349090" y="28601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6572792" y="33621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6363662" y="26800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6503380" y="26919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6271042" y="27198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6477240" y="27141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6290910" y="26947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6533780" y="29765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6280457" y="27320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6578615" y="26069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6268851" y="31242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6541795" y="27299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6331943" y="30369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6513246" y="23646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6312436" y="32482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6475800" y="34017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6269537" y="30159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6521846" y="29009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6348243" y="28830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6521792" y="27056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6319802" y="27654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6537487" y="26558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6348551" y="28493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6547794" y="30770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6336658" y="27132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6543763" y="25453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6299175" y="29652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6482657" y="27178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6346386" y="30085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6486319" y="31541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6303093" y="30074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6578995" y="26572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6297542" y="28885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6520924" y="29971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6302696" y="25145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6536608" y="26295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6294927" y="26873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6520076" y="28452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6280384" y="28650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6486528" y="27948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6339508" y="28462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6486138" y="28963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6273761" y="21798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6511810" y="23718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6316461" y="22663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6552266" y="26144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6305820" y="19105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6573992" y="20527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6268375" y="25950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6521177" y="26470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6322965" y="23743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6512286" y="24581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6347081" y="26446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6546059" y="28503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6329555" y="31990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6483171" y="32410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6317041" y="28492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6554837" y="27478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6307038" y="21989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6494638" y="24843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6278237" y="27550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6478417" y="28043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6344952" y="25990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6559454" y="26122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6299697" y="23323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6546133" y="23691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6312377" y="24416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6575963" y="27982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6333199" y="27042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6515604" y="29906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6305403" y="26234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6551013" y="23049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6269511" y="29045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6523393" y="25045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6314475" y="32947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6562252" y="26891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6296366" y="24698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6522202" y="29081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6304653" y="26178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6540152" y="27557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6318597" y="24824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6506284" y="26157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6262876" y="29650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6511131" y="28932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6329688" y="29195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6510550" y="29042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6310330" y="27653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6497740" y="29190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6305987" y="28544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6488648" y="302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6330509" y="28368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6496365" y="26059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6346049" y="23322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6581508" y="27567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6289893" y="28550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6504383" y="31813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6357060" y="27496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6563148" y="25812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6354943" y="26967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6546240" y="32000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6255300" y="29361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6515204" y="25262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6267839" y="23401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6536626" y="25433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6360300" y="28885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6542267" y="29391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6311695" y="27147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6506155" y="29553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6352229" y="28963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6517557" y="26068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6349442" y="27297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6484801" y="25438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6274069" y="28969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6583393" y="27073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6294742" y="24364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6559968" y="25236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6308983" y="26359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6512390" y="30051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6354698" y="28358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6580602" y="25075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6292435" y="22823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6540510" y="24576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6331787" y="25499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6544019" y="26957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6313778" y="27042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6578667" y="28454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6295486" y="32828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6576609" y="32846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6330157" y="38885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6495071" y="35987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6309945" y="24345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6513939" y="26762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6330644" y="21269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6581713" y="24647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6327767" y="31005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6578144" y="27140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6335305" y="28517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6519310" y="25928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6272490" y="26051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6527437" y="25773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6358855" y="28235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6555152" y="26870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6311953" y="26050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6528964" y="26797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pl888"/>
            <p:cNvSpPr/>
            <p:nvPr/>
          </p:nvSpPr>
          <p:spPr>
            <a:xfrm>
              <a:off x="1727990" y="2460044"/>
              <a:ext cx="0" cy="472934"/>
            </a:xfrm>
            <a:custGeom>
              <a:avLst/>
              <a:pathLst>
                <a:path w="0" h="472934">
                  <a:moveTo>
                    <a:pt x="0" y="47293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l889"/>
            <p:cNvSpPr/>
            <p:nvPr/>
          </p:nvSpPr>
          <p:spPr>
            <a:xfrm>
              <a:off x="1727990" y="3353650"/>
              <a:ext cx="0" cy="607156"/>
            </a:xfrm>
            <a:custGeom>
              <a:avLst/>
              <a:pathLst>
                <a:path w="0" h="607156">
                  <a:moveTo>
                    <a:pt x="0" y="0"/>
                  </a:moveTo>
                  <a:lnTo>
                    <a:pt x="0" y="607156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0"/>
            <p:cNvSpPr/>
            <p:nvPr/>
          </p:nvSpPr>
          <p:spPr>
            <a:xfrm>
              <a:off x="1617119" y="2932979"/>
              <a:ext cx="221743" cy="420671"/>
            </a:xfrm>
            <a:custGeom>
              <a:avLst/>
              <a:pathLst>
                <a:path w="221743" h="420671">
                  <a:moveTo>
                    <a:pt x="0" y="0"/>
                  </a:moveTo>
                  <a:lnTo>
                    <a:pt x="0" y="420671"/>
                  </a:lnTo>
                  <a:lnTo>
                    <a:pt x="221743" y="420671"/>
                  </a:lnTo>
                  <a:lnTo>
                    <a:pt x="221743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2" name="pl891"/>
            <p:cNvSpPr/>
            <p:nvPr/>
          </p:nvSpPr>
          <p:spPr>
            <a:xfrm>
              <a:off x="1617119" y="3174376"/>
              <a:ext cx="221743" cy="0"/>
            </a:xfrm>
            <a:custGeom>
              <a:avLst/>
              <a:pathLst>
                <a:path w="221743" h="0">
                  <a:moveTo>
                    <a:pt x="0" y="0"/>
                  </a:moveTo>
                  <a:lnTo>
                    <a:pt x="221743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3" name="pl892"/>
            <p:cNvSpPr/>
            <p:nvPr/>
          </p:nvSpPr>
          <p:spPr>
            <a:xfrm>
              <a:off x="3264997" y="2228885"/>
              <a:ext cx="0" cy="448927"/>
            </a:xfrm>
            <a:custGeom>
              <a:avLst/>
              <a:pathLst>
                <a:path w="0" h="448927">
                  <a:moveTo>
                    <a:pt x="0" y="44892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l893"/>
            <p:cNvSpPr/>
            <p:nvPr/>
          </p:nvSpPr>
          <p:spPr>
            <a:xfrm>
              <a:off x="3264997" y="3112551"/>
              <a:ext cx="0" cy="626512"/>
            </a:xfrm>
            <a:custGeom>
              <a:avLst/>
              <a:pathLst>
                <a:path w="0" h="626512">
                  <a:moveTo>
                    <a:pt x="0" y="0"/>
                  </a:moveTo>
                  <a:lnTo>
                    <a:pt x="0" y="626512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4"/>
            <p:cNvSpPr/>
            <p:nvPr/>
          </p:nvSpPr>
          <p:spPr>
            <a:xfrm>
              <a:off x="3154126" y="2677813"/>
              <a:ext cx="221743" cy="434737"/>
            </a:xfrm>
            <a:custGeom>
              <a:avLst/>
              <a:pathLst>
                <a:path w="221743" h="434737">
                  <a:moveTo>
                    <a:pt x="0" y="0"/>
                  </a:moveTo>
                  <a:lnTo>
                    <a:pt x="0" y="434737"/>
                  </a:lnTo>
                  <a:lnTo>
                    <a:pt x="221743" y="434737"/>
                  </a:lnTo>
                  <a:lnTo>
                    <a:pt x="221743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6" name="pl895"/>
            <p:cNvSpPr/>
            <p:nvPr/>
          </p:nvSpPr>
          <p:spPr>
            <a:xfrm>
              <a:off x="3154126" y="2847991"/>
              <a:ext cx="221743" cy="0"/>
            </a:xfrm>
            <a:custGeom>
              <a:avLst/>
              <a:pathLst>
                <a:path w="221743" h="0">
                  <a:moveTo>
                    <a:pt x="0" y="0"/>
                  </a:moveTo>
                  <a:lnTo>
                    <a:pt x="221743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7" name="pl896"/>
            <p:cNvSpPr/>
            <p:nvPr/>
          </p:nvSpPr>
          <p:spPr>
            <a:xfrm>
              <a:off x="4802004" y="1794788"/>
              <a:ext cx="0" cy="594247"/>
            </a:xfrm>
            <a:custGeom>
              <a:avLst/>
              <a:pathLst>
                <a:path w="0" h="594247">
                  <a:moveTo>
                    <a:pt x="0" y="59424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l897"/>
            <p:cNvSpPr/>
            <p:nvPr/>
          </p:nvSpPr>
          <p:spPr>
            <a:xfrm>
              <a:off x="4802004" y="2937529"/>
              <a:ext cx="0" cy="818101"/>
            </a:xfrm>
            <a:custGeom>
              <a:avLst/>
              <a:pathLst>
                <a:path w="0" h="818101">
                  <a:moveTo>
                    <a:pt x="0" y="0"/>
                  </a:moveTo>
                  <a:lnTo>
                    <a:pt x="0" y="818101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8"/>
            <p:cNvSpPr/>
            <p:nvPr/>
          </p:nvSpPr>
          <p:spPr>
            <a:xfrm>
              <a:off x="4691132" y="2389035"/>
              <a:ext cx="221743" cy="548493"/>
            </a:xfrm>
            <a:custGeom>
              <a:avLst/>
              <a:pathLst>
                <a:path w="221743" h="548493">
                  <a:moveTo>
                    <a:pt x="0" y="0"/>
                  </a:moveTo>
                  <a:lnTo>
                    <a:pt x="0" y="548493"/>
                  </a:lnTo>
                  <a:lnTo>
                    <a:pt x="221743" y="548493"/>
                  </a:lnTo>
                  <a:lnTo>
                    <a:pt x="221743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0" name="pl899"/>
            <p:cNvSpPr/>
            <p:nvPr/>
          </p:nvSpPr>
          <p:spPr>
            <a:xfrm>
              <a:off x="4691132" y="2651979"/>
              <a:ext cx="221743" cy="0"/>
            </a:xfrm>
            <a:custGeom>
              <a:avLst/>
              <a:pathLst>
                <a:path w="221743" h="0">
                  <a:moveTo>
                    <a:pt x="0" y="0"/>
                  </a:moveTo>
                  <a:lnTo>
                    <a:pt x="221743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1" name="pl900"/>
            <p:cNvSpPr/>
            <p:nvPr/>
          </p:nvSpPr>
          <p:spPr>
            <a:xfrm>
              <a:off x="6339011" y="1926095"/>
              <a:ext cx="0" cy="598950"/>
            </a:xfrm>
            <a:custGeom>
              <a:avLst/>
              <a:pathLst>
                <a:path w="0" h="598950">
                  <a:moveTo>
                    <a:pt x="0" y="59895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l901"/>
            <p:cNvSpPr/>
            <p:nvPr/>
          </p:nvSpPr>
          <p:spPr>
            <a:xfrm>
              <a:off x="6339011" y="2950313"/>
              <a:ext cx="0" cy="583391"/>
            </a:xfrm>
            <a:custGeom>
              <a:avLst/>
              <a:pathLst>
                <a:path w="0" h="583391">
                  <a:moveTo>
                    <a:pt x="0" y="0"/>
                  </a:moveTo>
                  <a:lnTo>
                    <a:pt x="0" y="583391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2"/>
            <p:cNvSpPr/>
            <p:nvPr/>
          </p:nvSpPr>
          <p:spPr>
            <a:xfrm>
              <a:off x="6228139" y="2525045"/>
              <a:ext cx="221743" cy="425267"/>
            </a:xfrm>
            <a:custGeom>
              <a:avLst/>
              <a:pathLst>
                <a:path w="221743" h="425267">
                  <a:moveTo>
                    <a:pt x="0" y="0"/>
                  </a:moveTo>
                  <a:lnTo>
                    <a:pt x="0" y="425267"/>
                  </a:lnTo>
                  <a:lnTo>
                    <a:pt x="221743" y="425267"/>
                  </a:lnTo>
                  <a:lnTo>
                    <a:pt x="221743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4" name="pl903"/>
            <p:cNvSpPr/>
            <p:nvPr/>
          </p:nvSpPr>
          <p:spPr>
            <a:xfrm>
              <a:off x="6228139" y="2760483"/>
              <a:ext cx="221743" cy="0"/>
            </a:xfrm>
            <a:custGeom>
              <a:avLst/>
              <a:pathLst>
                <a:path w="221743" h="0">
                  <a:moveTo>
                    <a:pt x="0" y="0"/>
                  </a:moveTo>
                  <a:lnTo>
                    <a:pt x="221743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5" name="pl904"/>
            <p:cNvSpPr/>
            <p:nvPr/>
          </p:nvSpPr>
          <p:spPr>
            <a:xfrm>
              <a:off x="1949734" y="2491969"/>
              <a:ext cx="0" cy="508986"/>
            </a:xfrm>
            <a:custGeom>
              <a:avLst/>
              <a:pathLst>
                <a:path w="0" h="508986">
                  <a:moveTo>
                    <a:pt x="0" y="50898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l905"/>
            <p:cNvSpPr/>
            <p:nvPr/>
          </p:nvSpPr>
          <p:spPr>
            <a:xfrm>
              <a:off x="1949734" y="3347971"/>
              <a:ext cx="0" cy="304441"/>
            </a:xfrm>
            <a:custGeom>
              <a:avLst/>
              <a:pathLst>
                <a:path w="0" h="304441">
                  <a:moveTo>
                    <a:pt x="0" y="0"/>
                  </a:moveTo>
                  <a:lnTo>
                    <a:pt x="0" y="304441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6"/>
            <p:cNvSpPr/>
            <p:nvPr/>
          </p:nvSpPr>
          <p:spPr>
            <a:xfrm>
              <a:off x="1838862" y="3000955"/>
              <a:ext cx="221743" cy="347016"/>
            </a:xfrm>
            <a:custGeom>
              <a:avLst/>
              <a:pathLst>
                <a:path w="221743" h="347016">
                  <a:moveTo>
                    <a:pt x="0" y="0"/>
                  </a:moveTo>
                  <a:lnTo>
                    <a:pt x="0" y="347016"/>
                  </a:lnTo>
                  <a:lnTo>
                    <a:pt x="221743" y="347016"/>
                  </a:lnTo>
                  <a:lnTo>
                    <a:pt x="221743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8" name="pl907"/>
            <p:cNvSpPr/>
            <p:nvPr/>
          </p:nvSpPr>
          <p:spPr>
            <a:xfrm>
              <a:off x="1838862" y="3213150"/>
              <a:ext cx="221743" cy="0"/>
            </a:xfrm>
            <a:custGeom>
              <a:avLst/>
              <a:pathLst>
                <a:path w="221743" h="0">
                  <a:moveTo>
                    <a:pt x="0" y="0"/>
                  </a:moveTo>
                  <a:lnTo>
                    <a:pt x="221743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9" name="pl908"/>
            <p:cNvSpPr/>
            <p:nvPr/>
          </p:nvSpPr>
          <p:spPr>
            <a:xfrm>
              <a:off x="3486740" y="2181952"/>
              <a:ext cx="0" cy="572639"/>
            </a:xfrm>
            <a:custGeom>
              <a:avLst/>
              <a:pathLst>
                <a:path w="0" h="572639">
                  <a:moveTo>
                    <a:pt x="0" y="57263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l909"/>
            <p:cNvSpPr/>
            <p:nvPr/>
          </p:nvSpPr>
          <p:spPr>
            <a:xfrm>
              <a:off x="3486740" y="3185880"/>
              <a:ext cx="0" cy="533251"/>
            </a:xfrm>
            <a:custGeom>
              <a:avLst/>
              <a:pathLst>
                <a:path w="0" h="533251">
                  <a:moveTo>
                    <a:pt x="0" y="0"/>
                  </a:moveTo>
                  <a:lnTo>
                    <a:pt x="0" y="533251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0"/>
            <p:cNvSpPr/>
            <p:nvPr/>
          </p:nvSpPr>
          <p:spPr>
            <a:xfrm>
              <a:off x="3375869" y="2754591"/>
              <a:ext cx="221743" cy="431288"/>
            </a:xfrm>
            <a:custGeom>
              <a:avLst/>
              <a:pathLst>
                <a:path w="221743" h="431288">
                  <a:moveTo>
                    <a:pt x="0" y="0"/>
                  </a:moveTo>
                  <a:lnTo>
                    <a:pt x="0" y="431288"/>
                  </a:lnTo>
                  <a:lnTo>
                    <a:pt x="221743" y="431288"/>
                  </a:lnTo>
                  <a:lnTo>
                    <a:pt x="221743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2" name="pl911"/>
            <p:cNvSpPr/>
            <p:nvPr/>
          </p:nvSpPr>
          <p:spPr>
            <a:xfrm>
              <a:off x="3375869" y="2952506"/>
              <a:ext cx="221743" cy="0"/>
            </a:xfrm>
            <a:custGeom>
              <a:avLst/>
              <a:pathLst>
                <a:path w="221743" h="0">
                  <a:moveTo>
                    <a:pt x="0" y="0"/>
                  </a:moveTo>
                  <a:lnTo>
                    <a:pt x="221743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3" name="pl912"/>
            <p:cNvSpPr/>
            <p:nvPr/>
          </p:nvSpPr>
          <p:spPr>
            <a:xfrm>
              <a:off x="5023747" y="2200031"/>
              <a:ext cx="0" cy="435392"/>
            </a:xfrm>
            <a:custGeom>
              <a:avLst/>
              <a:pathLst>
                <a:path w="0" h="435392">
                  <a:moveTo>
                    <a:pt x="0" y="43539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l913"/>
            <p:cNvSpPr/>
            <p:nvPr/>
          </p:nvSpPr>
          <p:spPr>
            <a:xfrm>
              <a:off x="5023747" y="3098159"/>
              <a:ext cx="0" cy="492339"/>
            </a:xfrm>
            <a:custGeom>
              <a:avLst/>
              <a:pathLst>
                <a:path w="0" h="492339">
                  <a:moveTo>
                    <a:pt x="0" y="0"/>
                  </a:moveTo>
                  <a:lnTo>
                    <a:pt x="0" y="492339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4"/>
            <p:cNvSpPr/>
            <p:nvPr/>
          </p:nvSpPr>
          <p:spPr>
            <a:xfrm>
              <a:off x="4912876" y="2635424"/>
              <a:ext cx="221743" cy="462735"/>
            </a:xfrm>
            <a:custGeom>
              <a:avLst/>
              <a:pathLst>
                <a:path w="221743" h="462735">
                  <a:moveTo>
                    <a:pt x="0" y="0"/>
                  </a:moveTo>
                  <a:lnTo>
                    <a:pt x="0" y="462735"/>
                  </a:lnTo>
                  <a:lnTo>
                    <a:pt x="221743" y="462735"/>
                  </a:lnTo>
                  <a:lnTo>
                    <a:pt x="221743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6" name="pl915"/>
            <p:cNvSpPr/>
            <p:nvPr/>
          </p:nvSpPr>
          <p:spPr>
            <a:xfrm>
              <a:off x="4912876" y="2779030"/>
              <a:ext cx="221743" cy="0"/>
            </a:xfrm>
            <a:custGeom>
              <a:avLst/>
              <a:pathLst>
                <a:path w="221743" h="0">
                  <a:moveTo>
                    <a:pt x="0" y="0"/>
                  </a:moveTo>
                  <a:lnTo>
                    <a:pt x="221743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7" name="pl916"/>
            <p:cNvSpPr/>
            <p:nvPr/>
          </p:nvSpPr>
          <p:spPr>
            <a:xfrm>
              <a:off x="6560754" y="2259236"/>
              <a:ext cx="0" cy="348888"/>
            </a:xfrm>
            <a:custGeom>
              <a:avLst/>
              <a:pathLst>
                <a:path w="0" h="348888">
                  <a:moveTo>
                    <a:pt x="0" y="34888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l917"/>
            <p:cNvSpPr/>
            <p:nvPr/>
          </p:nvSpPr>
          <p:spPr>
            <a:xfrm>
              <a:off x="6560754" y="2949862"/>
              <a:ext cx="0" cy="482693"/>
            </a:xfrm>
            <a:custGeom>
              <a:avLst/>
              <a:pathLst>
                <a:path w="0" h="482693">
                  <a:moveTo>
                    <a:pt x="0" y="0"/>
                  </a:moveTo>
                  <a:lnTo>
                    <a:pt x="0" y="482693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8"/>
            <p:cNvSpPr/>
            <p:nvPr/>
          </p:nvSpPr>
          <p:spPr>
            <a:xfrm>
              <a:off x="6449882" y="2608125"/>
              <a:ext cx="221743" cy="341737"/>
            </a:xfrm>
            <a:custGeom>
              <a:avLst/>
              <a:pathLst>
                <a:path w="221743" h="341737">
                  <a:moveTo>
                    <a:pt x="0" y="0"/>
                  </a:moveTo>
                  <a:lnTo>
                    <a:pt x="0" y="341737"/>
                  </a:lnTo>
                  <a:lnTo>
                    <a:pt x="221743" y="341737"/>
                  </a:lnTo>
                  <a:lnTo>
                    <a:pt x="221743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0" name="pl919"/>
            <p:cNvSpPr/>
            <p:nvPr/>
          </p:nvSpPr>
          <p:spPr>
            <a:xfrm>
              <a:off x="6449882" y="2749587"/>
              <a:ext cx="221743" cy="0"/>
            </a:xfrm>
            <a:custGeom>
              <a:avLst/>
              <a:pathLst>
                <a:path w="221743" h="0">
                  <a:moveTo>
                    <a:pt x="0" y="0"/>
                  </a:moveTo>
                  <a:lnTo>
                    <a:pt x="221743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1838862" y="2505552"/>
              <a:ext cx="4656607" cy="667920"/>
            </a:xfrm>
            <a:custGeom>
              <a:avLst/>
              <a:pathLst>
                <a:path w="4656607" h="667920">
                  <a:moveTo>
                    <a:pt x="0" y="333651"/>
                  </a:moveTo>
                  <a:lnTo>
                    <a:pt x="1153064" y="301632"/>
                  </a:lnTo>
                  <a:lnTo>
                    <a:pt x="2217432" y="252387"/>
                  </a:lnTo>
                  <a:lnTo>
                    <a:pt x="3547891" y="132694"/>
                  </a:lnTo>
                  <a:lnTo>
                    <a:pt x="4656607" y="0"/>
                  </a:lnTo>
                  <a:lnTo>
                    <a:pt x="4656607" y="299410"/>
                  </a:lnTo>
                  <a:lnTo>
                    <a:pt x="3547891" y="333897"/>
                  </a:lnTo>
                  <a:lnTo>
                    <a:pt x="2217432" y="414822"/>
                  </a:lnTo>
                  <a:lnTo>
                    <a:pt x="1153064" y="526071"/>
                  </a:lnTo>
                  <a:lnTo>
                    <a:pt x="0" y="667920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2" name="pl921"/>
            <p:cNvSpPr/>
            <p:nvPr/>
          </p:nvSpPr>
          <p:spPr>
            <a:xfrm>
              <a:off x="1838862" y="2505552"/>
              <a:ext cx="4656607" cy="333651"/>
            </a:xfrm>
            <a:custGeom>
              <a:avLst/>
              <a:pathLst>
                <a:path w="4656607" h="333651">
                  <a:moveTo>
                    <a:pt x="0" y="333651"/>
                  </a:moveTo>
                  <a:lnTo>
                    <a:pt x="1153064" y="301632"/>
                  </a:lnTo>
                  <a:lnTo>
                    <a:pt x="2217432" y="252387"/>
                  </a:lnTo>
                  <a:lnTo>
                    <a:pt x="3547891" y="132694"/>
                  </a:lnTo>
                  <a:lnTo>
                    <a:pt x="465660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3" name="pl922"/>
            <p:cNvSpPr/>
            <p:nvPr/>
          </p:nvSpPr>
          <p:spPr>
            <a:xfrm>
              <a:off x="1838862" y="2804963"/>
              <a:ext cx="4656607" cy="368509"/>
            </a:xfrm>
            <a:custGeom>
              <a:avLst/>
              <a:pathLst>
                <a:path w="4656607" h="368509">
                  <a:moveTo>
                    <a:pt x="4656607" y="0"/>
                  </a:moveTo>
                  <a:lnTo>
                    <a:pt x="3547891" y="34486"/>
                  </a:lnTo>
                  <a:lnTo>
                    <a:pt x="2217432" y="115411"/>
                  </a:lnTo>
                  <a:lnTo>
                    <a:pt x="1153064" y="226660"/>
                  </a:lnTo>
                  <a:lnTo>
                    <a:pt x="0" y="3685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4" name="pg923"/>
            <p:cNvSpPr/>
            <p:nvPr/>
          </p:nvSpPr>
          <p:spPr>
            <a:xfrm>
              <a:off x="1838862" y="2645021"/>
              <a:ext cx="4656607" cy="605448"/>
            </a:xfrm>
            <a:custGeom>
              <a:avLst/>
              <a:pathLst>
                <a:path w="4656607" h="605448">
                  <a:moveTo>
                    <a:pt x="0" y="324761"/>
                  </a:moveTo>
                  <a:lnTo>
                    <a:pt x="1153064" y="286605"/>
                  </a:lnTo>
                  <a:lnTo>
                    <a:pt x="2217432" y="234980"/>
                  </a:lnTo>
                  <a:lnTo>
                    <a:pt x="3547891" y="121921"/>
                  </a:lnTo>
                  <a:lnTo>
                    <a:pt x="4656607" y="0"/>
                  </a:lnTo>
                  <a:lnTo>
                    <a:pt x="4656607" y="250519"/>
                  </a:lnTo>
                  <a:lnTo>
                    <a:pt x="3547891" y="290428"/>
                  </a:lnTo>
                  <a:lnTo>
                    <a:pt x="2217432" y="371566"/>
                  </a:lnTo>
                  <a:lnTo>
                    <a:pt x="1153064" y="475299"/>
                  </a:lnTo>
                  <a:lnTo>
                    <a:pt x="0" y="605448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5" name="pl924"/>
            <p:cNvSpPr/>
            <p:nvPr/>
          </p:nvSpPr>
          <p:spPr>
            <a:xfrm>
              <a:off x="1838862" y="2645021"/>
              <a:ext cx="4656607" cy="324761"/>
            </a:xfrm>
            <a:custGeom>
              <a:avLst/>
              <a:pathLst>
                <a:path w="4656607" h="324761">
                  <a:moveTo>
                    <a:pt x="0" y="324761"/>
                  </a:moveTo>
                  <a:lnTo>
                    <a:pt x="1153064" y="286605"/>
                  </a:lnTo>
                  <a:lnTo>
                    <a:pt x="2217432" y="234980"/>
                  </a:lnTo>
                  <a:lnTo>
                    <a:pt x="3547891" y="121921"/>
                  </a:lnTo>
                  <a:lnTo>
                    <a:pt x="465660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6" name="pl925"/>
            <p:cNvSpPr/>
            <p:nvPr/>
          </p:nvSpPr>
          <p:spPr>
            <a:xfrm>
              <a:off x="1838862" y="2895540"/>
              <a:ext cx="4656607" cy="354929"/>
            </a:xfrm>
            <a:custGeom>
              <a:avLst/>
              <a:pathLst>
                <a:path w="4656607" h="354929">
                  <a:moveTo>
                    <a:pt x="4656607" y="0"/>
                  </a:moveTo>
                  <a:lnTo>
                    <a:pt x="3547891" y="39909"/>
                  </a:lnTo>
                  <a:lnTo>
                    <a:pt x="2217432" y="121047"/>
                  </a:lnTo>
                  <a:lnTo>
                    <a:pt x="1153064" y="224780"/>
                  </a:lnTo>
                  <a:lnTo>
                    <a:pt x="0" y="3549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7" name="pl926"/>
            <p:cNvSpPr/>
            <p:nvPr/>
          </p:nvSpPr>
          <p:spPr>
            <a:xfrm>
              <a:off x="1838862" y="2655257"/>
              <a:ext cx="4656607" cy="351080"/>
            </a:xfrm>
            <a:custGeom>
              <a:avLst/>
              <a:pathLst>
                <a:path w="4656607" h="351080">
                  <a:moveTo>
                    <a:pt x="0" y="351080"/>
                  </a:moveTo>
                  <a:lnTo>
                    <a:pt x="1153064" y="264146"/>
                  </a:lnTo>
                  <a:lnTo>
                    <a:pt x="2217432" y="183899"/>
                  </a:lnTo>
                  <a:lnTo>
                    <a:pt x="3547891" y="83590"/>
                  </a:lnTo>
                  <a:lnTo>
                    <a:pt x="4656607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l927"/>
            <p:cNvSpPr/>
            <p:nvPr/>
          </p:nvSpPr>
          <p:spPr>
            <a:xfrm>
              <a:off x="1838862" y="2770281"/>
              <a:ext cx="4656607" cy="339845"/>
            </a:xfrm>
            <a:custGeom>
              <a:avLst/>
              <a:pathLst>
                <a:path w="4656607" h="339845">
                  <a:moveTo>
                    <a:pt x="0" y="339845"/>
                  </a:moveTo>
                  <a:lnTo>
                    <a:pt x="1153064" y="255693"/>
                  </a:lnTo>
                  <a:lnTo>
                    <a:pt x="2217432" y="178014"/>
                  </a:lnTo>
                  <a:lnTo>
                    <a:pt x="3547891" y="80915"/>
                  </a:lnTo>
                  <a:lnTo>
                    <a:pt x="4656607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tx928"/>
            <p:cNvSpPr/>
            <p:nvPr/>
          </p:nvSpPr>
          <p:spPr>
            <a:xfrm>
              <a:off x="1838862" y="1075464"/>
              <a:ext cx="7433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Aboveground: </a:t>
              </a:r>
            </a:p>
          </p:txBody>
        </p:sp>
        <p:sp>
          <p:nvSpPr>
            <p:cNvPr id="930" name="tx929"/>
            <p:cNvSpPr/>
            <p:nvPr/>
          </p:nvSpPr>
          <p:spPr>
            <a:xfrm>
              <a:off x="2582178" y="1075464"/>
              <a:ext cx="762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931" name="tx930"/>
            <p:cNvSpPr/>
            <p:nvPr/>
          </p:nvSpPr>
          <p:spPr>
            <a:xfrm>
              <a:off x="2671044" y="1075464"/>
              <a:ext cx="2542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932" name="tx931"/>
            <p:cNvSpPr/>
            <p:nvPr/>
          </p:nvSpPr>
          <p:spPr>
            <a:xfrm>
              <a:off x="2708767" y="1075464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933" name="tx932"/>
            <p:cNvSpPr/>
            <p:nvPr/>
          </p:nvSpPr>
          <p:spPr>
            <a:xfrm>
              <a:off x="2781549" y="1075464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34" name="tx933"/>
            <p:cNvSpPr/>
            <p:nvPr/>
          </p:nvSpPr>
          <p:spPr>
            <a:xfrm>
              <a:off x="2854289" y="1075464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935" name="tx934"/>
            <p:cNvSpPr/>
            <p:nvPr/>
          </p:nvSpPr>
          <p:spPr>
            <a:xfrm>
              <a:off x="2927003" y="1075464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= 0.067</a:t>
              </a:r>
            </a:p>
          </p:txBody>
        </p:sp>
        <p:sp>
          <p:nvSpPr>
            <p:cNvPr id="936" name="tx935"/>
            <p:cNvSpPr/>
            <p:nvPr/>
          </p:nvSpPr>
          <p:spPr>
            <a:xfrm>
              <a:off x="3343146" y="1075464"/>
              <a:ext cx="634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937" name="tx936"/>
            <p:cNvSpPr/>
            <p:nvPr/>
          </p:nvSpPr>
          <p:spPr>
            <a:xfrm>
              <a:off x="3406605" y="1075464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38" name="tx937"/>
            <p:cNvSpPr/>
            <p:nvPr/>
          </p:nvSpPr>
          <p:spPr>
            <a:xfrm>
              <a:off x="3479346" y="1075464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= 0.028</a:t>
              </a:r>
            </a:p>
          </p:txBody>
        </p:sp>
        <p:sp>
          <p:nvSpPr>
            <p:cNvPr id="939" name="tx938"/>
            <p:cNvSpPr/>
            <p:nvPr/>
          </p:nvSpPr>
          <p:spPr>
            <a:xfrm>
              <a:off x="1838862" y="1276351"/>
              <a:ext cx="73060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Belowground: </a:t>
              </a:r>
            </a:p>
          </p:txBody>
        </p:sp>
        <p:sp>
          <p:nvSpPr>
            <p:cNvPr id="940" name="tx939"/>
            <p:cNvSpPr/>
            <p:nvPr/>
          </p:nvSpPr>
          <p:spPr>
            <a:xfrm>
              <a:off x="2569468" y="1276351"/>
              <a:ext cx="762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941" name="tx940"/>
            <p:cNvSpPr/>
            <p:nvPr/>
          </p:nvSpPr>
          <p:spPr>
            <a:xfrm>
              <a:off x="2658334" y="1276351"/>
              <a:ext cx="2542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942" name="tx941"/>
            <p:cNvSpPr/>
            <p:nvPr/>
          </p:nvSpPr>
          <p:spPr>
            <a:xfrm>
              <a:off x="2696057" y="1276351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943" name="tx942"/>
            <p:cNvSpPr/>
            <p:nvPr/>
          </p:nvSpPr>
          <p:spPr>
            <a:xfrm>
              <a:off x="2768839" y="1276351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44" name="tx943"/>
            <p:cNvSpPr/>
            <p:nvPr/>
          </p:nvSpPr>
          <p:spPr>
            <a:xfrm>
              <a:off x="2841579" y="1276351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945" name="tx944"/>
            <p:cNvSpPr/>
            <p:nvPr/>
          </p:nvSpPr>
          <p:spPr>
            <a:xfrm>
              <a:off x="2914292" y="1276351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= 0.064</a:t>
              </a:r>
            </a:p>
          </p:txBody>
        </p:sp>
        <p:sp>
          <p:nvSpPr>
            <p:cNvPr id="946" name="tx945"/>
            <p:cNvSpPr/>
            <p:nvPr/>
          </p:nvSpPr>
          <p:spPr>
            <a:xfrm>
              <a:off x="3330436" y="1276351"/>
              <a:ext cx="634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947" name="tx946"/>
            <p:cNvSpPr/>
            <p:nvPr/>
          </p:nvSpPr>
          <p:spPr>
            <a:xfrm>
              <a:off x="3393895" y="1276351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48" name="tx947"/>
            <p:cNvSpPr/>
            <p:nvPr/>
          </p:nvSpPr>
          <p:spPr>
            <a:xfrm>
              <a:off x="3466636" y="1276351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= 0.017</a:t>
              </a:r>
            </a:p>
          </p:txBody>
        </p:sp>
        <p:sp>
          <p:nvSpPr>
            <p:cNvPr id="949" name="tx948"/>
            <p:cNvSpPr/>
            <p:nvPr/>
          </p:nvSpPr>
          <p:spPr>
            <a:xfrm>
              <a:off x="1778512" y="1596063"/>
              <a:ext cx="12070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ns</a:t>
              </a:r>
            </a:p>
          </p:txBody>
        </p:sp>
        <p:sp>
          <p:nvSpPr>
            <p:cNvPr id="950" name="tx949"/>
            <p:cNvSpPr/>
            <p:nvPr/>
          </p:nvSpPr>
          <p:spPr>
            <a:xfrm>
              <a:off x="3309209" y="1535842"/>
              <a:ext cx="13331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***</a:t>
              </a:r>
            </a:p>
          </p:txBody>
        </p:sp>
        <p:sp>
          <p:nvSpPr>
            <p:cNvPr id="951" name="tx950"/>
            <p:cNvSpPr/>
            <p:nvPr/>
          </p:nvSpPr>
          <p:spPr>
            <a:xfrm>
              <a:off x="4846216" y="1638956"/>
              <a:ext cx="13331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***</a:t>
              </a:r>
            </a:p>
          </p:txBody>
        </p:sp>
        <p:sp>
          <p:nvSpPr>
            <p:cNvPr id="952" name="tx951"/>
            <p:cNvSpPr/>
            <p:nvPr/>
          </p:nvSpPr>
          <p:spPr>
            <a:xfrm>
              <a:off x="6427662" y="1575095"/>
              <a:ext cx="4443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</a:t>
              </a:r>
            </a:p>
          </p:txBody>
        </p:sp>
        <p:sp>
          <p:nvSpPr>
            <p:cNvPr id="953" name="rc952"/>
            <p:cNvSpPr/>
            <p:nvPr/>
          </p:nvSpPr>
          <p:spPr>
            <a:xfrm>
              <a:off x="1305325" y="952357"/>
              <a:ext cx="5678464" cy="329579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54" name="pl953"/>
            <p:cNvSpPr/>
            <p:nvPr/>
          </p:nvSpPr>
          <p:spPr>
            <a:xfrm>
              <a:off x="1305325" y="952357"/>
              <a:ext cx="0" cy="3295799"/>
            </a:xfrm>
            <a:custGeom>
              <a:avLst/>
              <a:pathLst>
                <a:path w="0" h="3295799">
                  <a:moveTo>
                    <a:pt x="0" y="3295799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tx954"/>
            <p:cNvSpPr/>
            <p:nvPr/>
          </p:nvSpPr>
          <p:spPr>
            <a:xfrm>
              <a:off x="1112807" y="405477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956" name="tx955"/>
            <p:cNvSpPr/>
            <p:nvPr/>
          </p:nvSpPr>
          <p:spPr>
            <a:xfrm>
              <a:off x="1112807" y="3552558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957" name="tx956"/>
            <p:cNvSpPr/>
            <p:nvPr/>
          </p:nvSpPr>
          <p:spPr>
            <a:xfrm>
              <a:off x="1112807" y="305034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958" name="tx957"/>
            <p:cNvSpPr/>
            <p:nvPr/>
          </p:nvSpPr>
          <p:spPr>
            <a:xfrm>
              <a:off x="1112807" y="254812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959" name="tx958"/>
            <p:cNvSpPr/>
            <p:nvPr/>
          </p:nvSpPr>
          <p:spPr>
            <a:xfrm>
              <a:off x="1112807" y="204590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960" name="tx959"/>
            <p:cNvSpPr/>
            <p:nvPr/>
          </p:nvSpPr>
          <p:spPr>
            <a:xfrm>
              <a:off x="1112807" y="1543690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961" name="pl960"/>
            <p:cNvSpPr/>
            <p:nvPr/>
          </p:nvSpPr>
          <p:spPr>
            <a:xfrm>
              <a:off x="1276857" y="409121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l961"/>
            <p:cNvSpPr/>
            <p:nvPr/>
          </p:nvSpPr>
          <p:spPr>
            <a:xfrm>
              <a:off x="1276857" y="358899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l962"/>
            <p:cNvSpPr/>
            <p:nvPr/>
          </p:nvSpPr>
          <p:spPr>
            <a:xfrm>
              <a:off x="1276857" y="308678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l963"/>
            <p:cNvSpPr/>
            <p:nvPr/>
          </p:nvSpPr>
          <p:spPr>
            <a:xfrm>
              <a:off x="1276857" y="258456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l964"/>
            <p:cNvSpPr/>
            <p:nvPr/>
          </p:nvSpPr>
          <p:spPr>
            <a:xfrm>
              <a:off x="1276857" y="208234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l965"/>
            <p:cNvSpPr/>
            <p:nvPr/>
          </p:nvSpPr>
          <p:spPr>
            <a:xfrm>
              <a:off x="1276857" y="158012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l966"/>
            <p:cNvSpPr/>
            <p:nvPr/>
          </p:nvSpPr>
          <p:spPr>
            <a:xfrm>
              <a:off x="1305325" y="4248157"/>
              <a:ext cx="5678464" cy="0"/>
            </a:xfrm>
            <a:custGeom>
              <a:avLst/>
              <a:pathLst>
                <a:path w="5678464" h="0">
                  <a:moveTo>
                    <a:pt x="0" y="0"/>
                  </a:moveTo>
                  <a:lnTo>
                    <a:pt x="5678464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7"/>
            <p:cNvSpPr/>
            <p:nvPr/>
          </p:nvSpPr>
          <p:spPr>
            <a:xfrm>
              <a:off x="1838862" y="424815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8"/>
            <p:cNvSpPr/>
            <p:nvPr/>
          </p:nvSpPr>
          <p:spPr>
            <a:xfrm>
              <a:off x="3375869" y="424815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l969"/>
            <p:cNvSpPr/>
            <p:nvPr/>
          </p:nvSpPr>
          <p:spPr>
            <a:xfrm>
              <a:off x="4912876" y="424815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l970"/>
            <p:cNvSpPr/>
            <p:nvPr/>
          </p:nvSpPr>
          <p:spPr>
            <a:xfrm>
              <a:off x="6449882" y="424815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tx971"/>
            <p:cNvSpPr/>
            <p:nvPr/>
          </p:nvSpPr>
          <p:spPr>
            <a:xfrm>
              <a:off x="1810607" y="429940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73" name="tx972"/>
            <p:cNvSpPr/>
            <p:nvPr/>
          </p:nvSpPr>
          <p:spPr>
            <a:xfrm>
              <a:off x="3347614" y="429940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74" name="tx973"/>
            <p:cNvSpPr/>
            <p:nvPr/>
          </p:nvSpPr>
          <p:spPr>
            <a:xfrm>
              <a:off x="4884621" y="429940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75" name="tx974"/>
            <p:cNvSpPr/>
            <p:nvPr/>
          </p:nvSpPr>
          <p:spPr>
            <a:xfrm>
              <a:off x="6421627" y="429940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76" name="tx975"/>
            <p:cNvSpPr/>
            <p:nvPr/>
          </p:nvSpPr>
          <p:spPr>
            <a:xfrm>
              <a:off x="3883496" y="4457036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977" name="tx976"/>
            <p:cNvSpPr/>
            <p:nvPr/>
          </p:nvSpPr>
          <p:spPr>
            <a:xfrm rot="-5400000">
              <a:off x="551884" y="2554674"/>
              <a:ext cx="86109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Gini Coefficient</a:t>
              </a:r>
            </a:p>
          </p:txBody>
        </p:sp>
        <p:sp>
          <p:nvSpPr>
            <p:cNvPr id="978" name="rc977"/>
            <p:cNvSpPr/>
            <p:nvPr/>
          </p:nvSpPr>
          <p:spPr>
            <a:xfrm>
              <a:off x="2880414" y="4656442"/>
              <a:ext cx="2528285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tx978"/>
            <p:cNvSpPr/>
            <p:nvPr/>
          </p:nvSpPr>
          <p:spPr>
            <a:xfrm>
              <a:off x="2880414" y="4705294"/>
              <a:ext cx="742950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Compartment</a:t>
              </a:r>
            </a:p>
          </p:txBody>
        </p:sp>
        <p:sp>
          <p:nvSpPr>
            <p:cNvPr id="980" name="rc979"/>
            <p:cNvSpPr/>
            <p:nvPr/>
          </p:nvSpPr>
          <p:spPr>
            <a:xfrm>
              <a:off x="3680301" y="4656442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3739518" y="47156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2" name="pl981"/>
            <p:cNvSpPr/>
            <p:nvPr/>
          </p:nvSpPr>
          <p:spPr>
            <a:xfrm>
              <a:off x="3770301" y="4791442"/>
              <a:ext cx="0" cy="26999"/>
            </a:xfrm>
            <a:custGeom>
              <a:avLst/>
              <a:pathLst>
                <a:path w="0" h="26999">
                  <a:moveTo>
                    <a:pt x="0" y="269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3" name="pl982"/>
            <p:cNvSpPr/>
            <p:nvPr/>
          </p:nvSpPr>
          <p:spPr>
            <a:xfrm>
              <a:off x="3770301" y="4674442"/>
              <a:ext cx="0" cy="26999"/>
            </a:xfrm>
            <a:custGeom>
              <a:avLst/>
              <a:pathLst>
                <a:path w="0" h="26999">
                  <a:moveTo>
                    <a:pt x="0" y="269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4" name="rc983"/>
            <p:cNvSpPr/>
            <p:nvPr/>
          </p:nvSpPr>
          <p:spPr>
            <a:xfrm>
              <a:off x="3702801" y="4701442"/>
              <a:ext cx="134999" cy="89999"/>
            </a:xfrm>
            <a:prstGeom prst="rect">
              <a:avLst/>
            </a:pr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5" name="pl984"/>
            <p:cNvSpPr/>
            <p:nvPr/>
          </p:nvSpPr>
          <p:spPr>
            <a:xfrm>
              <a:off x="3702801" y="4746442"/>
              <a:ext cx="135000" cy="0"/>
            </a:xfrm>
            <a:custGeom>
              <a:avLst/>
              <a:pathLst>
                <a:path w="135000" h="0">
                  <a:moveTo>
                    <a:pt x="0" y="0"/>
                  </a:moveTo>
                  <a:lnTo>
                    <a:pt x="13500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6" name="pl985"/>
            <p:cNvSpPr/>
            <p:nvPr/>
          </p:nvSpPr>
          <p:spPr>
            <a:xfrm>
              <a:off x="3770301" y="481844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7" name="pl986"/>
            <p:cNvSpPr/>
            <p:nvPr/>
          </p:nvSpPr>
          <p:spPr>
            <a:xfrm>
              <a:off x="3770301" y="467444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8" name="pl987"/>
            <p:cNvSpPr/>
            <p:nvPr/>
          </p:nvSpPr>
          <p:spPr>
            <a:xfrm>
              <a:off x="3698301" y="4746442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rc988"/>
            <p:cNvSpPr/>
            <p:nvPr/>
          </p:nvSpPr>
          <p:spPr>
            <a:xfrm>
              <a:off x="4578684" y="4656442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4637900" y="47156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1" name="pl990"/>
            <p:cNvSpPr/>
            <p:nvPr/>
          </p:nvSpPr>
          <p:spPr>
            <a:xfrm>
              <a:off x="4668684" y="4791442"/>
              <a:ext cx="0" cy="26999"/>
            </a:xfrm>
            <a:custGeom>
              <a:avLst/>
              <a:pathLst>
                <a:path w="0" h="26999">
                  <a:moveTo>
                    <a:pt x="0" y="269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2" name="pl991"/>
            <p:cNvSpPr/>
            <p:nvPr/>
          </p:nvSpPr>
          <p:spPr>
            <a:xfrm>
              <a:off x="4668684" y="4674442"/>
              <a:ext cx="0" cy="26999"/>
            </a:xfrm>
            <a:custGeom>
              <a:avLst/>
              <a:pathLst>
                <a:path w="0" h="26999">
                  <a:moveTo>
                    <a:pt x="0" y="269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3" name="rc992"/>
            <p:cNvSpPr/>
            <p:nvPr/>
          </p:nvSpPr>
          <p:spPr>
            <a:xfrm>
              <a:off x="4601184" y="4701442"/>
              <a:ext cx="135000" cy="89999"/>
            </a:xfrm>
            <a:prstGeom prst="rect">
              <a:avLst/>
            </a:pr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4" name="pl993"/>
            <p:cNvSpPr/>
            <p:nvPr/>
          </p:nvSpPr>
          <p:spPr>
            <a:xfrm>
              <a:off x="4601184" y="4746442"/>
              <a:ext cx="135000" cy="0"/>
            </a:xfrm>
            <a:custGeom>
              <a:avLst/>
              <a:pathLst>
                <a:path w="135000" h="0">
                  <a:moveTo>
                    <a:pt x="0" y="0"/>
                  </a:moveTo>
                  <a:lnTo>
                    <a:pt x="13500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5" name="pl994"/>
            <p:cNvSpPr/>
            <p:nvPr/>
          </p:nvSpPr>
          <p:spPr>
            <a:xfrm>
              <a:off x="4668684" y="481844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6" name="pl995"/>
            <p:cNvSpPr/>
            <p:nvPr/>
          </p:nvSpPr>
          <p:spPr>
            <a:xfrm>
              <a:off x="4668684" y="467444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7" name="pl996"/>
            <p:cNvSpPr/>
            <p:nvPr/>
          </p:nvSpPr>
          <p:spPr>
            <a:xfrm>
              <a:off x="4596684" y="4746442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tx997"/>
            <p:cNvSpPr/>
            <p:nvPr/>
          </p:nvSpPr>
          <p:spPr>
            <a:xfrm>
              <a:off x="3917237" y="4710003"/>
              <a:ext cx="604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Aboveground</a:t>
              </a:r>
            </a:p>
          </p:txBody>
        </p:sp>
        <p:sp>
          <p:nvSpPr>
            <p:cNvPr id="999" name="tx998"/>
            <p:cNvSpPr/>
            <p:nvPr/>
          </p:nvSpPr>
          <p:spPr>
            <a:xfrm>
              <a:off x="4815620" y="4710003"/>
              <a:ext cx="59307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Belowground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2026-07-20T13:55:00Z</dcterms:modified>
  <cp:category/>
</cp:coreProperties>
</file>