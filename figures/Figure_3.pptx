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6018779" cy="28012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870116" y="1410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00222" y="244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83128" y="2612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071963" y="2410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41722" y="1976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106993" y="2500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874106" y="2791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121728" y="2685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897819" y="2586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063400" y="26655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34188" y="2953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096983" y="2950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86600" y="2675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098459" y="2735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45471" y="2754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063029" y="2863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919065" y="2698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100543" y="2571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839617" y="2093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13727" y="2105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938581" y="2688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060414" y="26670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03932" y="2505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06713" y="2662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70004" y="2384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99601" y="282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944054" y="2752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146404" y="261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905465" y="23375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137653" y="2959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79393" y="2562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80840" y="2567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45535" y="2764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02029" y="2695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89946" y="2606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143119" y="2700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38646" y="2725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116037" y="275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24007" y="3050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91921" y="2867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92640" y="2398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89415" y="2543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33986" y="2652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991" y="2485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45987" y="2722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61518" y="2748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933090" y="2356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38670" y="3006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869736" y="2636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59522" y="257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67147" y="2995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35227" y="2688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860923" y="26025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93993" y="2505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73097" y="224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48742" y="21969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43411" y="341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70087" y="2741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10359" y="2457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133436" y="2285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856690" y="25387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056635" y="25025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852394" y="2771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43720" y="2964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20334" y="2319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51067" y="2416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23665" y="2075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082019" y="1969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08534" y="237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088906" y="2120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938992" y="28004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146830" y="2642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839233" y="2747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149340" y="2838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921323" y="2397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46550" y="2473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913615" y="2319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051870" y="2055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868538" y="2776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98215" y="2584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885497" y="2395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130996" y="249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98850" y="27893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08247" y="19950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877657" y="2307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055192" y="1758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844976" y="2456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077025" y="2459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898697" y="2572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14013" y="2253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889878" y="32970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14856" y="2954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923157" y="2245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068086" y="2041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908522" y="2440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54976" y="2592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844524" y="2152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071696" y="19130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887611" y="25471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86962" y="2221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839178" y="2213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052248" y="2392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892641" y="2311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07432" y="2612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855168" y="1998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111633" y="2120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913249" y="256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69888" y="271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926626" y="2651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119456" y="2695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841353" y="25788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091197" y="25896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33978" y="1217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98841" y="1599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872248" y="1643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082912" y="1921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872394" y="2824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62426" y="2654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888001" y="291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123952" y="2851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869314" y="269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69149" y="2780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907861" y="2276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068059" y="2678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869180" y="2648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074413" y="2791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02804" y="2488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82683" y="2666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899417" y="2526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082947" y="2675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869473" y="2452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138291" y="258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852514" y="27912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04038" y="2583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846733" y="2458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56521" y="2546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854642" y="2724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131284" y="2634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940236" y="2753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131933" y="2925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940515" y="2458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128636" y="2695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882723" y="2534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138001" y="2842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890193" y="2564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079026" y="27692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878387" y="1651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107371" y="28520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867410" y="3028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154422" y="2610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884479" y="292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147156" y="2726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899268" y="2535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058338" y="2706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910499" y="2556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102603" y="25185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876499" y="2035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059375" y="2021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913386" y="19470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127910" y="1847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865181" y="2594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153937" y="230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930334" y="2136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073148" y="23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920366" y="1955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111258" y="1788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909641" y="2687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071371" y="2787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940813" y="2366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131999" y="260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940541" y="1882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114274" y="2125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873233" y="3107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108026" y="2392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316491" y="1712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522844" y="18576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379847" y="2088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570002" y="2498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323575" y="2461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545105" y="2515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328723" y="2116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590120" y="22452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341978" y="2026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605140" y="2135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341986" y="2133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548388" y="2318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304119" y="2296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517910" y="2347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404413" y="20315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608178" y="2223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380241" y="2671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574955" y="2941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361740" y="2450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536600" y="2918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341799" y="2142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610502" y="23442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374875" y="2016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581219" y="2501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328092" y="215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611608" y="2454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391038" y="2642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617689" y="2829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351774" y="2109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597345" y="25292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311406" y="28292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597689" y="2638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380014" y="235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612289" y="2459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327253" y="2398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593137" y="2641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350269" y="20851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619025" y="2307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316989" y="1940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577389" y="2276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346404" y="2362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533171" y="3069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357929" y="2754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583541" y="28741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341747" y="2184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594346" y="2161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369375" y="2101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596851" y="264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353117" y="2145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617785" y="2305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325269" y="3051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530700" y="2885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377537" y="263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603781" y="2690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62907" y="2749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523356" y="26747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26676" y="2538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17922" y="2771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391690" y="3088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79361" y="33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396924" y="2099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557514" y="202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356677" y="253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611438" y="2663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353944" y="206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573617" y="1931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384450" y="2321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619248" y="2349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397459" y="208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98140" y="2204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46793" y="3355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52304" y="327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362959" y="21234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522402" y="2343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01685" y="237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90262" y="2331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319015" y="2205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56974" y="25088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13765" y="18614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05807" y="2057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338982" y="20811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62568" y="2107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363183" y="2528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575232" y="296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93113" y="248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551968" y="2368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406046" y="210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520827" y="2330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334933" y="2441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35267" y="2779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385205" y="22214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16516" y="2404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87185" y="2132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567491" y="2345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318700" y="1746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521144" y="210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368913" y="19806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543525" y="254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388108" y="1665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528606" y="2145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56423" y="2026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565652" y="2160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378204" y="2249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80891" y="2054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67716" y="2309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573279" y="257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409247" y="2605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538377" y="2497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36706" y="2747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40304" y="2553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340006" y="20745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534226" y="2127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349638" y="2702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578689" y="252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67521" y="2439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66160" y="2772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389826" y="2502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615291" y="2477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88979" y="2582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585176" y="2906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407278" y="2225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536042" y="2211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356294" y="2509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551719" y="2642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355670" y="2294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620411" y="2314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382249" y="2005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539417" y="2071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331964" y="2348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515397" y="241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350878" y="2461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531324" y="23951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379105" y="2089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48372" y="2661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336597" y="246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544341" y="2855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363732" y="2441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572762" y="2255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356869" y="227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547046" y="2475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316758" y="284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541107" y="2647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340123" y="2287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530455" y="21861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398518" y="2244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577483" y="212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400465" y="2799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577077" y="2294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326124" y="2895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534655" y="2814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378659" y="2064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567451" y="22537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333808" y="2554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580361" y="2543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353474" y="23922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573053" y="2418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381321" y="2246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563611" y="2450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378302" y="2483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564172" y="2215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346007" y="2559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528650" y="2321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306306" y="21872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611190" y="2116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335456" y="1877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543981" y="184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397473" y="2137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618761" y="2065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361318" y="2027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550449" y="19650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327768" y="217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534015" y="2342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325944" y="2579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597582" y="2539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307838" y="247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581339" y="23023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359707" y="233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543063" y="211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334794" y="1865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612974" y="1913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339962" y="2715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526816" y="2134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393160" y="2185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565041" y="2373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401820" y="1976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522363" y="203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327970" y="1830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573923" y="1810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392085" y="1776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541637" y="1620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389228" y="1163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517396" y="1984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322419" y="2199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586072" y="224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358502" y="1920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550227" y="1877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828077" y="2671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063668" y="241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817667" y="1879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999303" y="2117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840808" y="1926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000805" y="2398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817097" y="1665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043913" y="1909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856559" y="1969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017385" y="2098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811245" y="2129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038549" y="25663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849058" y="2007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035381" y="2068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821689" y="22109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997891" y="2207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788199" y="2288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050797" y="2322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804059" y="2435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018842" y="26069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772448" y="2561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987952" y="2948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849762" y="1923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059418" y="2153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852363" y="2427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994311" y="2619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825115" y="167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008141" y="2027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824155" y="1922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016194" y="2096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804050" y="1695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050695" y="2000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822277" y="3103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013884" y="2899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815251" y="2705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993096" y="240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819689" y="1705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034338" y="2200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828949" y="2334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020195" y="2624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830569" y="1996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050634" y="2169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774129" y="2177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002966" y="239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865561" y="2948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016749" y="2696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849640" y="23404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074810" y="2531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854949" y="2157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990119" y="2501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866319" y="2242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013458" y="2198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807363" y="2876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005438" y="3333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860554" y="19037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997467" y="2060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801753" y="202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003327" y="2100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831530" y="1728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041870" y="196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814364" y="1815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067466" y="187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816472" y="1771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011483" y="1886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868240" y="2246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066825" y="20925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869206" y="1996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047385" y="2091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856857" y="1582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052022" y="1892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856661" y="1763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013574" y="2058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860232" y="1888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065107" y="1920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771533" y="1936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015895" y="21143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870660" y="1637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004394" y="17852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843088" y="1678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056892" y="1637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838844" y="19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061219" y="1968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873777" y="1501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074664" y="2182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863509" y="1751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054215" y="2025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798303" y="1604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014104" y="18734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806576" y="1827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056040" y="206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828472" y="1268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064030" y="1834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855105" y="2152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993891" y="22750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847095" y="18255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056811" y="2168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779625" y="1775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047040" y="2226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781539" y="2306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046120" y="2173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790287" y="1858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990511" y="2097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871613" y="1656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029320" y="203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794388" y="2487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038712" y="2354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811612" y="22150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069083" y="2618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782188" y="1899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056570" y="20276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858072" y="1860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011051" y="1862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848431" y="1816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73430" y="209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800389" y="191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44806" y="2149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873192" y="176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018116" y="2478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838599" y="2888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062618" y="2810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864822" y="2142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061218" y="2497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779941" y="2063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003112" y="2035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812816" y="2052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073561" y="1908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869682" y="2473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078187" y="2449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829977" y="255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072792" y="2679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855171" y="2027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84334" y="24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776868" y="2206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36255" y="2573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770916" y="1596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026363" y="2068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801486" y="1805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040309" y="2171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861591" y="1809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06374" y="23979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772598" y="2091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00868" y="2578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808862" y="14788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45552" y="1874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779955" y="2247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32548" y="2820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775435" y="2776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055918" y="2457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780777" y="1877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59722" y="2437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822061" y="17470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4995797" y="2481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868924" y="170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55750" y="1907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786407" y="2829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80775" y="2649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789911" y="2489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70878" y="29054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873038" y="2112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39386" y="2442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841046" y="1601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36828" y="2149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808897" y="1486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021427" y="1748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811095" y="2076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033008" y="257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830641" y="2179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027035" y="2356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770707" y="2347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044324" y="2412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852879" y="1829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063086" y="2142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859732" y="2266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085181" y="2666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815486" y="1880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061522" y="2538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871780" y="2246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016768" y="2425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4857409" y="2503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065658" y="2285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794821" y="1667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034184" y="2256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834784" y="1898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042975" y="20949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799375" y="1256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002703" y="1698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811542" y="2386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038247" y="26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843778" y="229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026877" y="1802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791537" y="2248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064853" y="1905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861427" y="230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076212" y="2183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782381" y="30125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029478" y="2621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835471" y="224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046345" y="2368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792436" y="183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046367" y="2037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848133" y="2485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021842" y="2550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847999" y="3148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070712" y="2943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821766" y="2731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055203" y="2368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823823" y="2481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080668" y="21272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793520" y="2330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075153" y="2079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830072" y="2160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013170" y="2389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821157" y="23709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056256" y="2398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864968" y="2327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994327" y="22284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867753" y="2145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033716" y="1999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817985" y="2187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063286" y="2172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829669" y="24339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56991" y="2076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776320" y="19346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036457" y="1730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815222" y="26385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50113" y="2623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799960" y="2884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58440" y="2632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830129" y="1559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81132" y="1718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308815" y="1956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510071" y="2017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324191" y="258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481055" y="2942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309211" y="2013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01886" y="18168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261686" y="2389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484086" y="2136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313804" y="1791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509876" y="2281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237447" y="1379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466687" y="1750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337114" y="2589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508701" y="2490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295698" y="209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550584" y="2288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325674" y="2115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535157" y="222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288565" y="2525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482580" y="2003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267238" y="1198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453697" y="1521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336221" y="2448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498219" y="218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250548" y="2189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547451" y="21676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244444" y="1737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453686" y="2764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280101" y="2202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498459" y="2127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273143" y="2529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526658" y="265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331710" y="2439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488176" y="2613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258299" y="2273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504751" y="1845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272508" y="2353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523758" y="2023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243905" y="1931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469056" y="2621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267710" y="2488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469373" y="2447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247865" y="1756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514033" y="2079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322768" y="2536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86936" y="2904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338811" y="2710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548423" y="2294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253003" y="1631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481678" y="2236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301020" y="18157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481879" y="2273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276502" y="1946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534655" y="2296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313943" y="25695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470172" y="1940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295486" y="2461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512990" y="2124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271039" y="1867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520353" y="2224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289495" y="2023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503504" y="1710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279806" y="235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456723" y="2138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309182" y="1708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495436" y="1801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246890" y="2353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02332" y="2413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302634" y="1962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466450" y="2278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311170" y="2894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466458" y="2966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324576" y="1795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516275" y="2403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237570" y="1996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535605" y="2267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316533" y="2077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465041" y="24470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235032" y="1964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450038" y="1989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278646" y="1991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521324" y="23155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261308" y="2190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478115" y="2250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279609" y="2063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546627" y="192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256290" y="2355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527186" y="2829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336264" y="2606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495496" y="215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314166" y="2170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451583" y="2217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294084" y="2222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461324" y="2440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335492" y="2276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455961" y="18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296755" y="1388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550458" y="1743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288856" y="1895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497316" y="1978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297375" y="1655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471931" y="1904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236655" y="2456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529622" y="2456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239992" y="1893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529946" y="2000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235602" y="2052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522673" y="1999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268271" y="24627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516860" y="2296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238764" y="1658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542917" y="205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314152" y="2245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548947" y="2152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257257" y="2095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469278" y="245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325905" y="2181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501179" y="2369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260015" y="1944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545283" y="222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273028" y="1941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521983" y="2382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336378" y="22004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474986" y="2253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267339" y="1853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517945" y="2065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295118" y="234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543564" y="1851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287945" y="1701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524185" y="1693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291434" y="2105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547488" y="2182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291633" y="2225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460283" y="2062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324746" y="1621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502731" y="25191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320742" y="257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497243" y="2088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308137" y="2288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539970" y="2761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292189" y="2119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497462" y="213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247438" y="2156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535946" y="21513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270559" y="2133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494170" y="2398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275347" y="2168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496768" y="2050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323053" y="2537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508758" y="2166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327674" y="2455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538044" y="18220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273102" y="2654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447413" y="2799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315398" y="24357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458656" y="2327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243152" y="2310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542854" y="214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323291" y="2199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508578" y="2096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285660" y="227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473712" y="2493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252618" y="2150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455466" y="1992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284288" y="2387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525790" y="2154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270618" y="2428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516072" y="2565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335452" y="2427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503286" y="2097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319712" y="2315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505379" y="2417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253260" y="19632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548095" y="2071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319438" y="2126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466182" y="2274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246437" y="2293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492934" y="2227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337907" y="2275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467976" y="2323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312063" y="16479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498456" y="1828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302107" y="1729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463894" y="2057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259930" y="1394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489959" y="1528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252735" y="2039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468751" y="20881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288774" y="1831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544378" y="1910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245818" y="208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470178" y="2279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335853" y="2608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523426" y="264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306787" y="2278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510117" y="2183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327174" y="1665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448824" y="1934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307181" y="2189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485603" y="2236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289253" y="2042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476528" y="2055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245019" y="1791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489706" y="1826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302716" y="1894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465964" y="2230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299625" y="214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492275" y="2411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264814" y="2065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515070" y="1765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242636" y="2330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464356" y="1953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80979" y="2698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473976" y="2127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336530" y="1921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528979" y="2334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67536" y="2060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509690" y="2190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271203" y="19330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460636" y="2058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255528" y="2387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483581" y="2320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235327" y="234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545586" y="2330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249407" y="2199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479361" y="2344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251560" y="2283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451541" y="2445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296943" y="2266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474527" y="204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320764" y="1791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537442" y="2191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326976" y="2284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482153" y="2591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337492" y="2184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507504" y="2026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338049" y="2135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465214" y="2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244732" y="2360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547175" y="19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333493" y="1798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462336" y="1990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257319" y="23156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457268" y="2363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237654" y="2151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532505" y="2378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264965" y="23230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503532" y="2050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271064" y="2166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500338" y="1990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289356" y="2323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531101" y="2144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266082" y="1889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504151" y="1971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271508" y="2077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502719" y="24255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261777" y="2266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448845" y="195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312671" y="1744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483923" y="1909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295945" y="1996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513363" y="21340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295345" y="2142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454373" y="22750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310918" y="2687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490369" y="2688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253800" y="3257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451161" y="2984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266066" y="1887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505664" y="211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280118" y="1598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466285" y="1916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257083" y="2515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499525" y="2151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278848" y="228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464732" y="2037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280346" y="2048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526497" y="2022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258520" y="2254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487039" y="2125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259480" y="2048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6455133" y="21189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922461" y="1913715"/>
              <a:ext cx="0" cy="445623"/>
            </a:xfrm>
            <a:custGeom>
              <a:avLst/>
              <a:pathLst>
                <a:path w="0" h="445623">
                  <a:moveTo>
                    <a:pt x="0" y="4456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1922461" y="2755717"/>
              <a:ext cx="0" cy="572094"/>
            </a:xfrm>
            <a:custGeom>
              <a:avLst/>
              <a:pathLst>
                <a:path w="0" h="572094">
                  <a:moveTo>
                    <a:pt x="0" y="0"/>
                  </a:moveTo>
                  <a:lnTo>
                    <a:pt x="0" y="5720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1816787" y="2359339"/>
              <a:ext cx="211347" cy="396378"/>
            </a:xfrm>
            <a:custGeom>
              <a:avLst/>
              <a:pathLst>
                <a:path w="211347" h="396378">
                  <a:moveTo>
                    <a:pt x="0" y="0"/>
                  </a:moveTo>
                  <a:lnTo>
                    <a:pt x="0" y="396378"/>
                  </a:lnTo>
                  <a:lnTo>
                    <a:pt x="211347" y="396378"/>
                  </a:lnTo>
                  <a:lnTo>
                    <a:pt x="2113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1816787" y="2586796"/>
              <a:ext cx="211347" cy="0"/>
            </a:xfrm>
            <a:custGeom>
              <a:avLst/>
              <a:pathLst>
                <a:path w="211347" h="0">
                  <a:moveTo>
                    <a:pt x="0" y="0"/>
                  </a:moveTo>
                  <a:lnTo>
                    <a:pt x="2113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387413" y="1695905"/>
              <a:ext cx="0" cy="423003"/>
            </a:xfrm>
            <a:custGeom>
              <a:avLst/>
              <a:pathLst>
                <a:path w="0" h="423003">
                  <a:moveTo>
                    <a:pt x="0" y="42300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387413" y="2528541"/>
              <a:ext cx="0" cy="590332"/>
            </a:xfrm>
            <a:custGeom>
              <a:avLst/>
              <a:pathLst>
                <a:path w="0" h="590332">
                  <a:moveTo>
                    <a:pt x="0" y="0"/>
                  </a:moveTo>
                  <a:lnTo>
                    <a:pt x="0" y="59033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281739" y="2118908"/>
              <a:ext cx="211347" cy="409632"/>
            </a:xfrm>
            <a:custGeom>
              <a:avLst/>
              <a:pathLst>
                <a:path w="211347" h="409632">
                  <a:moveTo>
                    <a:pt x="0" y="0"/>
                  </a:moveTo>
                  <a:lnTo>
                    <a:pt x="0" y="409632"/>
                  </a:lnTo>
                  <a:lnTo>
                    <a:pt x="211347" y="409632"/>
                  </a:lnTo>
                  <a:lnTo>
                    <a:pt x="2113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281739" y="2279259"/>
              <a:ext cx="211347" cy="0"/>
            </a:xfrm>
            <a:custGeom>
              <a:avLst/>
              <a:pathLst>
                <a:path w="211347" h="0">
                  <a:moveTo>
                    <a:pt x="0" y="0"/>
                  </a:moveTo>
                  <a:lnTo>
                    <a:pt x="2113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52365" y="1286877"/>
              <a:ext cx="0" cy="559930"/>
            </a:xfrm>
            <a:custGeom>
              <a:avLst/>
              <a:pathLst>
                <a:path w="0" h="559930">
                  <a:moveTo>
                    <a:pt x="0" y="5599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4852365" y="2363627"/>
              <a:ext cx="0" cy="770857"/>
            </a:xfrm>
            <a:custGeom>
              <a:avLst/>
              <a:pathLst>
                <a:path w="0" h="770857">
                  <a:moveTo>
                    <a:pt x="0" y="0"/>
                  </a:moveTo>
                  <a:lnTo>
                    <a:pt x="0" y="7708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4746691" y="1846807"/>
              <a:ext cx="211347" cy="516819"/>
            </a:xfrm>
            <a:custGeom>
              <a:avLst/>
              <a:pathLst>
                <a:path w="211347" h="516819">
                  <a:moveTo>
                    <a:pt x="0" y="0"/>
                  </a:moveTo>
                  <a:lnTo>
                    <a:pt x="0" y="516819"/>
                  </a:lnTo>
                  <a:lnTo>
                    <a:pt x="211347" y="516819"/>
                  </a:lnTo>
                  <a:lnTo>
                    <a:pt x="2113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6691" y="2094567"/>
              <a:ext cx="211347" cy="0"/>
            </a:xfrm>
            <a:custGeom>
              <a:avLst/>
              <a:pathLst>
                <a:path w="211347" h="0">
                  <a:moveTo>
                    <a:pt x="0" y="0"/>
                  </a:moveTo>
                  <a:lnTo>
                    <a:pt x="2113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17318" y="1410601"/>
              <a:ext cx="0" cy="564362"/>
            </a:xfrm>
            <a:custGeom>
              <a:avLst/>
              <a:pathLst>
                <a:path w="0" h="564362">
                  <a:moveTo>
                    <a:pt x="0" y="56436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6317318" y="2375672"/>
              <a:ext cx="0" cy="549701"/>
            </a:xfrm>
            <a:custGeom>
              <a:avLst/>
              <a:pathLst>
                <a:path w="0" h="549701">
                  <a:moveTo>
                    <a:pt x="0" y="0"/>
                  </a:moveTo>
                  <a:lnTo>
                    <a:pt x="0" y="5497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6211644" y="1974963"/>
              <a:ext cx="211347" cy="400709"/>
            </a:xfrm>
            <a:custGeom>
              <a:avLst/>
              <a:pathLst>
                <a:path w="211347" h="400709">
                  <a:moveTo>
                    <a:pt x="0" y="0"/>
                  </a:moveTo>
                  <a:lnTo>
                    <a:pt x="0" y="400709"/>
                  </a:lnTo>
                  <a:lnTo>
                    <a:pt x="211347" y="400709"/>
                  </a:lnTo>
                  <a:lnTo>
                    <a:pt x="2113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6211644" y="2196805"/>
              <a:ext cx="211347" cy="0"/>
            </a:xfrm>
            <a:custGeom>
              <a:avLst/>
              <a:pathLst>
                <a:path w="211347" h="0">
                  <a:moveTo>
                    <a:pt x="0" y="0"/>
                  </a:moveTo>
                  <a:lnTo>
                    <a:pt x="2113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133809" y="1943796"/>
              <a:ext cx="0" cy="479593"/>
            </a:xfrm>
            <a:custGeom>
              <a:avLst/>
              <a:pathLst>
                <a:path w="0" h="479593">
                  <a:moveTo>
                    <a:pt x="0" y="4795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133809" y="2750367"/>
              <a:ext cx="0" cy="286860"/>
            </a:xfrm>
            <a:custGeom>
              <a:avLst/>
              <a:pathLst>
                <a:path w="0" h="286860">
                  <a:moveTo>
                    <a:pt x="0" y="0"/>
                  </a:moveTo>
                  <a:lnTo>
                    <a:pt x="0" y="28686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028135" y="2423389"/>
              <a:ext cx="211347" cy="326977"/>
            </a:xfrm>
            <a:custGeom>
              <a:avLst/>
              <a:pathLst>
                <a:path w="211347" h="326977">
                  <a:moveTo>
                    <a:pt x="0" y="0"/>
                  </a:moveTo>
                  <a:lnTo>
                    <a:pt x="0" y="326977"/>
                  </a:lnTo>
                  <a:lnTo>
                    <a:pt x="211347" y="326977"/>
                  </a:lnTo>
                  <a:lnTo>
                    <a:pt x="2113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028135" y="2623331"/>
              <a:ext cx="211347" cy="0"/>
            </a:xfrm>
            <a:custGeom>
              <a:avLst/>
              <a:pathLst>
                <a:path w="211347" h="0">
                  <a:moveTo>
                    <a:pt x="0" y="0"/>
                  </a:moveTo>
                  <a:lnTo>
                    <a:pt x="2113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598761" y="1651683"/>
              <a:ext cx="0" cy="539570"/>
            </a:xfrm>
            <a:custGeom>
              <a:avLst/>
              <a:pathLst>
                <a:path w="0" h="539570">
                  <a:moveTo>
                    <a:pt x="0" y="53957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3598761" y="2597636"/>
              <a:ext cx="0" cy="502457"/>
            </a:xfrm>
            <a:custGeom>
              <a:avLst/>
              <a:pathLst>
                <a:path w="0" h="502457">
                  <a:moveTo>
                    <a:pt x="0" y="0"/>
                  </a:moveTo>
                  <a:lnTo>
                    <a:pt x="0" y="5024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3493087" y="2191253"/>
              <a:ext cx="211347" cy="406382"/>
            </a:xfrm>
            <a:custGeom>
              <a:avLst/>
              <a:pathLst>
                <a:path w="211347" h="406382">
                  <a:moveTo>
                    <a:pt x="0" y="0"/>
                  </a:moveTo>
                  <a:lnTo>
                    <a:pt x="0" y="406382"/>
                  </a:lnTo>
                  <a:lnTo>
                    <a:pt x="211347" y="406382"/>
                  </a:lnTo>
                  <a:lnTo>
                    <a:pt x="2113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493087" y="2377738"/>
              <a:ext cx="211347" cy="0"/>
            </a:xfrm>
            <a:custGeom>
              <a:avLst/>
              <a:pathLst>
                <a:path w="211347" h="0">
                  <a:moveTo>
                    <a:pt x="0" y="0"/>
                  </a:moveTo>
                  <a:lnTo>
                    <a:pt x="2113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63713" y="1668718"/>
              <a:ext cx="0" cy="410249"/>
            </a:xfrm>
            <a:custGeom>
              <a:avLst/>
              <a:pathLst>
                <a:path w="0" h="410249">
                  <a:moveTo>
                    <a:pt x="0" y="41024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063713" y="2514980"/>
              <a:ext cx="0" cy="463908"/>
            </a:xfrm>
            <a:custGeom>
              <a:avLst/>
              <a:pathLst>
                <a:path w="0" h="463908">
                  <a:moveTo>
                    <a:pt x="0" y="0"/>
                  </a:moveTo>
                  <a:lnTo>
                    <a:pt x="0" y="46390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4958039" y="2078967"/>
              <a:ext cx="211347" cy="436013"/>
            </a:xfrm>
            <a:custGeom>
              <a:avLst/>
              <a:pathLst>
                <a:path w="211347" h="436013">
                  <a:moveTo>
                    <a:pt x="0" y="0"/>
                  </a:moveTo>
                  <a:lnTo>
                    <a:pt x="0" y="436013"/>
                  </a:lnTo>
                  <a:lnTo>
                    <a:pt x="211347" y="436013"/>
                  </a:lnTo>
                  <a:lnTo>
                    <a:pt x="2113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958039" y="2214281"/>
              <a:ext cx="211347" cy="0"/>
            </a:xfrm>
            <a:custGeom>
              <a:avLst/>
              <a:pathLst>
                <a:path w="211347" h="0">
                  <a:moveTo>
                    <a:pt x="0" y="0"/>
                  </a:moveTo>
                  <a:lnTo>
                    <a:pt x="2113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28666" y="1724504"/>
              <a:ext cx="0" cy="328741"/>
            </a:xfrm>
            <a:custGeom>
              <a:avLst/>
              <a:pathLst>
                <a:path w="0" h="328741">
                  <a:moveTo>
                    <a:pt x="0" y="32874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6528666" y="2375248"/>
              <a:ext cx="0" cy="454819"/>
            </a:xfrm>
            <a:custGeom>
              <a:avLst/>
              <a:pathLst>
                <a:path w="0" h="454819">
                  <a:moveTo>
                    <a:pt x="0" y="0"/>
                  </a:moveTo>
                  <a:lnTo>
                    <a:pt x="0" y="45481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6422992" y="2053245"/>
              <a:ext cx="211347" cy="322002"/>
            </a:xfrm>
            <a:custGeom>
              <a:avLst/>
              <a:pathLst>
                <a:path w="211347" h="322002">
                  <a:moveTo>
                    <a:pt x="0" y="0"/>
                  </a:moveTo>
                  <a:lnTo>
                    <a:pt x="0" y="322002"/>
                  </a:lnTo>
                  <a:lnTo>
                    <a:pt x="211347" y="322002"/>
                  </a:lnTo>
                  <a:lnTo>
                    <a:pt x="2113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6422992" y="2186538"/>
              <a:ext cx="211347" cy="0"/>
            </a:xfrm>
            <a:custGeom>
              <a:avLst/>
              <a:pathLst>
                <a:path w="211347" h="0">
                  <a:moveTo>
                    <a:pt x="0" y="0"/>
                  </a:moveTo>
                  <a:lnTo>
                    <a:pt x="2113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028135" y="1956595"/>
              <a:ext cx="4438306" cy="629349"/>
            </a:xfrm>
            <a:custGeom>
              <a:avLst/>
              <a:pathLst>
                <a:path w="4438306" h="629349">
                  <a:moveTo>
                    <a:pt x="0" y="314384"/>
                  </a:moveTo>
                  <a:lnTo>
                    <a:pt x="1099009" y="284213"/>
                  </a:lnTo>
                  <a:lnTo>
                    <a:pt x="2113479" y="237812"/>
                  </a:lnTo>
                  <a:lnTo>
                    <a:pt x="3381567" y="125031"/>
                  </a:lnTo>
                  <a:lnTo>
                    <a:pt x="4438306" y="0"/>
                  </a:lnTo>
                  <a:lnTo>
                    <a:pt x="4438306" y="282120"/>
                  </a:lnTo>
                  <a:lnTo>
                    <a:pt x="3381567" y="314615"/>
                  </a:lnTo>
                  <a:lnTo>
                    <a:pt x="2113479" y="390866"/>
                  </a:lnTo>
                  <a:lnTo>
                    <a:pt x="1099009" y="495691"/>
                  </a:lnTo>
                  <a:lnTo>
                    <a:pt x="0" y="6293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028135" y="1956595"/>
              <a:ext cx="4438306" cy="314384"/>
            </a:xfrm>
            <a:custGeom>
              <a:avLst/>
              <a:pathLst>
                <a:path w="4438306" h="314384">
                  <a:moveTo>
                    <a:pt x="0" y="314384"/>
                  </a:moveTo>
                  <a:lnTo>
                    <a:pt x="1099009" y="284213"/>
                  </a:lnTo>
                  <a:lnTo>
                    <a:pt x="2113479" y="237812"/>
                  </a:lnTo>
                  <a:lnTo>
                    <a:pt x="3381567" y="125031"/>
                  </a:lnTo>
                  <a:lnTo>
                    <a:pt x="44383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028135" y="2238716"/>
              <a:ext cx="4438306" cy="347228"/>
            </a:xfrm>
            <a:custGeom>
              <a:avLst/>
              <a:pathLst>
                <a:path w="4438306" h="347228">
                  <a:moveTo>
                    <a:pt x="4438306" y="0"/>
                  </a:moveTo>
                  <a:lnTo>
                    <a:pt x="3381567" y="32495"/>
                  </a:lnTo>
                  <a:lnTo>
                    <a:pt x="2113479" y="108746"/>
                  </a:lnTo>
                  <a:lnTo>
                    <a:pt x="1099009" y="213571"/>
                  </a:lnTo>
                  <a:lnTo>
                    <a:pt x="0" y="347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028135" y="2088010"/>
              <a:ext cx="4438306" cy="570484"/>
            </a:xfrm>
            <a:custGeom>
              <a:avLst/>
              <a:pathLst>
                <a:path w="4438306" h="570484">
                  <a:moveTo>
                    <a:pt x="0" y="306007"/>
                  </a:moveTo>
                  <a:lnTo>
                    <a:pt x="1099009" y="270054"/>
                  </a:lnTo>
                  <a:lnTo>
                    <a:pt x="2113479" y="221411"/>
                  </a:lnTo>
                  <a:lnTo>
                    <a:pt x="3381567" y="114880"/>
                  </a:lnTo>
                  <a:lnTo>
                    <a:pt x="4438306" y="0"/>
                  </a:lnTo>
                  <a:lnTo>
                    <a:pt x="4438306" y="236052"/>
                  </a:lnTo>
                  <a:lnTo>
                    <a:pt x="3381567" y="273657"/>
                  </a:lnTo>
                  <a:lnTo>
                    <a:pt x="2113479" y="350109"/>
                  </a:lnTo>
                  <a:lnTo>
                    <a:pt x="1099009" y="447852"/>
                  </a:lnTo>
                  <a:lnTo>
                    <a:pt x="0" y="57048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028135" y="2088010"/>
              <a:ext cx="4438306" cy="306007"/>
            </a:xfrm>
            <a:custGeom>
              <a:avLst/>
              <a:pathLst>
                <a:path w="4438306" h="306007">
                  <a:moveTo>
                    <a:pt x="0" y="306007"/>
                  </a:moveTo>
                  <a:lnTo>
                    <a:pt x="1099009" y="270054"/>
                  </a:lnTo>
                  <a:lnTo>
                    <a:pt x="2113479" y="221411"/>
                  </a:lnTo>
                  <a:lnTo>
                    <a:pt x="3381567" y="114880"/>
                  </a:lnTo>
                  <a:lnTo>
                    <a:pt x="44383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028135" y="2324063"/>
              <a:ext cx="4438306" cy="334432"/>
            </a:xfrm>
            <a:custGeom>
              <a:avLst/>
              <a:pathLst>
                <a:path w="4438306" h="334432">
                  <a:moveTo>
                    <a:pt x="4438306" y="0"/>
                  </a:moveTo>
                  <a:lnTo>
                    <a:pt x="3381567" y="37605"/>
                  </a:lnTo>
                  <a:lnTo>
                    <a:pt x="2113479" y="114057"/>
                  </a:lnTo>
                  <a:lnTo>
                    <a:pt x="1099009" y="211800"/>
                  </a:lnTo>
                  <a:lnTo>
                    <a:pt x="0" y="334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028135" y="2097655"/>
              <a:ext cx="4438306" cy="330806"/>
            </a:xfrm>
            <a:custGeom>
              <a:avLst/>
              <a:pathLst>
                <a:path w="4438306" h="330806">
                  <a:moveTo>
                    <a:pt x="0" y="330806"/>
                  </a:moveTo>
                  <a:lnTo>
                    <a:pt x="1099009" y="248892"/>
                  </a:lnTo>
                  <a:lnTo>
                    <a:pt x="2113479" y="173279"/>
                  </a:lnTo>
                  <a:lnTo>
                    <a:pt x="3381567" y="78763"/>
                  </a:lnTo>
                  <a:lnTo>
                    <a:pt x="443830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028135" y="2206036"/>
              <a:ext cx="4438306" cy="320219"/>
            </a:xfrm>
            <a:custGeom>
              <a:avLst/>
              <a:pathLst>
                <a:path w="4438306" h="320219">
                  <a:moveTo>
                    <a:pt x="0" y="320219"/>
                  </a:moveTo>
                  <a:lnTo>
                    <a:pt x="1099009" y="240927"/>
                  </a:lnTo>
                  <a:lnTo>
                    <a:pt x="2113479" y="167734"/>
                  </a:lnTo>
                  <a:lnTo>
                    <a:pt x="3381567" y="76242"/>
                  </a:lnTo>
                  <a:lnTo>
                    <a:pt x="443830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028135" y="1138245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028135" y="1327531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426427" y="1469496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891380" y="1137675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6400772" y="1114585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518150" y="1084613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325632" y="341424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325632" y="29410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325632" y="246781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325632" y="19946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325632" y="15213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325632" y="10481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489681" y="34506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489681" y="2977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489681" y="25042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489681" y="20310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489681" y="1557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489681" y="10846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518150" y="3568992"/>
              <a:ext cx="5415029" cy="0"/>
            </a:xfrm>
            <a:custGeom>
              <a:avLst/>
              <a:pathLst>
                <a:path w="5415029" h="0">
                  <a:moveTo>
                    <a:pt x="0" y="0"/>
                  </a:moveTo>
                  <a:lnTo>
                    <a:pt x="54150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028135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3493087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4958039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6422992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1999880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3464832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4929784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6394737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64709" y="2281220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19049" y="979091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3740912"/>
              <a:ext cx="3012818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3977829" y="3740912"/>
              <a:ext cx="3005960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668572" y="5898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814507" y="6197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668108" y="6106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847329" y="5804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670044" y="5425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821946" y="5671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726405" y="6012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844087" y="5998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698950" y="6037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813504" y="606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703002" y="6102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836724" y="6118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713809" y="6142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824567" y="6147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720806" y="61531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820218" y="6171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684180" y="5446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860168" y="4881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713624" y="60291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809257" y="6069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67914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844031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681598" y="6081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847283" y="6078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685277" y="5854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809272" y="6029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67360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819683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684467" y="5835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847884" y="6139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696514" y="6176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821161" y="61452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696551" y="5614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857814" y="615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687336" y="59833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846661" y="60724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719900" y="6073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835858" y="607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676750" y="5901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855409" y="5987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711722" y="5931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825191" y="6033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666281" y="61822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842937" y="6120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681019" y="5808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856511" y="5937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725811" y="5949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860865" y="5532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664065" y="6172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843347" y="6197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719780" y="5751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821013" y="6195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679787" y="5669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852066" y="5882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675977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835395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715925" y="6231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847716" y="621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708709" y="61335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823565" y="6072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717867" y="6109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838483" y="6092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702341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81047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708249" y="6238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812613" y="6219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685799" y="5697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841219" y="50642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705981" y="60205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840634" y="598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703626" y="6090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809954" y="6162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705906" y="55548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30434" y="5723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719004" y="55637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831373" y="5536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681541" y="5355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801428" y="522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722364" y="6099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798728" y="6038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684254" y="6079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837475" y="612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695733" y="5751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833395" y="587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691376" y="5768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39424" y="532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726335" y="6022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820531" y="57079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663848" y="5837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39965" y="5866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669868" y="6179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832467" y="5853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688098" y="61245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802610" y="5599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67277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850395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670211" y="58626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827782" y="5745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717000" y="58560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03988" y="57855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719285" y="6237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798554" y="6229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667351" y="58074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828233" y="5622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688853" y="5800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39673" y="6017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684128" y="4979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822971" y="4599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700783" y="593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1808212" y="5473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679236" y="56734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1847329" y="5850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716664" y="5259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1823930" y="5947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722867" y="5283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07557" y="5568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690979" y="58781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1832663" y="6008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72743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80089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698331" y="6023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1820796" y="6034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682842" y="59312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854818" y="5944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716323" y="5638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1833110" y="6013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686928" y="5288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1858949" y="5712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722783" y="6078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1806560" y="5901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723693" y="6096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1803213" y="6020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706639" y="5987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828993" y="6052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690719" y="5713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853212" y="6025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708789" y="6021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1796707" y="6097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723447" y="5710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1845638" y="5925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697314" y="58239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1840085" y="59826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665602" y="610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1815076" y="5678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668124" y="6089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42274" y="5959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663936" y="6141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1803510" y="6164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673740" y="6077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1855967" y="5989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705371" y="6067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1809054" y="6034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691706" y="59342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1815675" y="60577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673272" y="5911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1836558" y="6095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688912" y="5851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860887" y="6038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67794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1820787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664117" y="5603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858959" y="611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704915" y="6224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1803515" y="61745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696578" y="611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1859398" y="6069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687180" y="6031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1820565" y="6082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723073" y="6074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1802509" y="608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666480" y="5142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1835858" y="5315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724157" y="5803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1841431" y="5655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681768" y="5507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1806493" y="50703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674371" y="5460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1797774" y="5460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671971" y="54819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50300" y="52257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705373" y="6004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851104" y="6119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672690" y="5831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08543" y="603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673060" y="4976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1822615" y="5788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684817" y="6234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1822556" y="6191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654181" y="5849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763405" y="59567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598900" y="6109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780701" y="6195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615526" y="6194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781332" y="61857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596063" y="5859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779567" y="5911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621651" y="61523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739938" y="6155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644605" y="6182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777448" y="6214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625126" y="6209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768864" y="6191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596474" y="5998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749102" y="6100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616962" y="6119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772046" y="6194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596234" y="6156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746883" y="6175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600778" y="6185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775908" y="6196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610763" y="6183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759982" y="619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613185" y="6039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785361" y="6109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620919" y="59559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764383" y="61094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622875" y="6028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750683" y="6132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598032" y="6139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740222" y="61411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615218" y="6043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728496" y="602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616559" y="6149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744377" y="61851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652073" y="6083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769409" y="6097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605208" y="6173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758805" y="6214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592587" y="6156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730153" y="6219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595527" y="61449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781986" y="619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596399" y="5658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724937" y="5821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649188" y="6152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72017" y="6213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626500" y="58068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778454" y="5667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60469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276486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627809" y="5919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731191" y="6150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61495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75324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613893" y="6136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780665" y="6111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602022" y="6234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767110" y="6238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628953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788870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641242" y="5723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762311" y="5704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626386" y="62375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732915" y="623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601331" y="5916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790426" y="5594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2602379" y="60567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742563" y="6036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610304" y="55875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737745" y="55097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635816" y="6238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755949" y="6237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656882" y="6006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779162" y="60441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629546" y="6146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770763" y="6102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625032" y="6079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729019" y="61723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2599386" y="59821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725810" y="6126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610577" y="60493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756191" y="5918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612561" y="61316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737937" y="6162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624308" y="58797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782585" y="59899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635145" y="58895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765047" y="554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48126" y="6054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779322" y="6105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642192" y="57040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737932" y="57791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27476" y="6041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2732794" y="6008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38498" y="5620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58976" y="5868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2611914" y="6015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74681" y="6087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596590" y="6135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789512" y="6176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593268" y="5577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730097" y="5397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649048" y="5435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782480" y="4778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643091" y="5685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768029" y="5925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621765" y="61196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763292" y="6119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610702" y="6127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790019" y="60648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618626" y="6139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756766" y="6148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33707" y="5824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788238" y="5721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646840" y="6173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768844" y="6231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625849" y="6050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737834" y="6030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2648889" y="6142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758825" y="62013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638268" y="5799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776493" y="5875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626784" y="5946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79753" y="6010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2619927" y="60631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743525" y="60676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605062" y="5942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2780824" y="6012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621813" y="61296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736524" y="6181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34733" y="57486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2767356" y="6078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642864" y="5862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773692" y="6119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630155" y="6112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33051" y="6192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639103" y="5790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754801" y="522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19719" y="60859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53486" y="61626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05823" y="6166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783624" y="612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594273" y="5073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731719" y="50642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2654901" y="6044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790895" y="5909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599379" y="6146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754081" y="57657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649806" y="6198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764360" y="6186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612079" y="576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735346" y="6044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636909" y="6092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780754" y="60579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630608" y="5952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775734" y="5919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621398" y="5541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2748877" y="57252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621932" y="6053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730032" y="5932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655210" y="61637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2778178" y="6091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2635937" y="5912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791113" y="5911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595198" y="5856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86068" y="57537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2627599" y="5600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761524" y="58640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655576" y="4903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778957" y="4368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2651273" y="6142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48851" y="6160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634651" y="6027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749122" y="5957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622263" y="6076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758255" y="5877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36165" y="58268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741363" y="5387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611894" y="5279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748692" y="5250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2622983" y="59808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767616" y="556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593363" y="6057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760971" y="6087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605119" y="6220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2725641" y="62078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614271" y="6232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725389" y="6109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650564" y="58283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740827" y="5763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64629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74269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621340" y="5885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767524" y="5986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591276" y="5794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749065" y="5590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261605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76331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593203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31451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571665" y="6073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3696725" y="5953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540837" y="6188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3683513" y="6194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3545307" y="6149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3701768" y="612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3555668" y="6115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687994" y="6155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548939" y="6025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3694881" y="5978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3528289" y="5942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3665019" y="59426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37210" y="62063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718764" y="6222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3527263" y="6184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717318" y="61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526204" y="6162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664570" y="6136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520788" y="6187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3674950" y="6199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62700" y="6223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3708470" y="6238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3569307" y="6232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678336" y="62288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534049" y="62227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3656125" y="6230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580663" y="6190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3709919" y="6223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544844" y="6084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674842" y="6135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3554120" y="6205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700106" y="619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3525044" y="6234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669674" y="6227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3535850" y="6216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692289" y="5989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357426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371882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533062" y="62060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3707125" y="6228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3562358" y="6104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3708929" y="6007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3557800" y="5908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3710484" y="5961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564936" y="6219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3703601" y="61971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562117" y="6185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3686009" y="6204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39121" y="621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3673336" y="617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570532" y="623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3699841" y="6204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69208" y="6226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683432" y="6238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3547882" y="6214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3698716" y="62340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3572157" y="6221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3703403" y="62042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3571570" y="6001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3676818" y="5693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3543288" y="6200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3698587" y="6203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3576407" y="6218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658187" y="6193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529663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366894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536460" y="6184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3678611" y="61909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3556477" y="6082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708318" y="6212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3563001" y="6237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3719953" y="62383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3557433" y="5981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3702771" y="574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3527959" y="6231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671146" y="6235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3521188" y="5989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659558" y="6000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3576157" y="6160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717538" y="6107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3578414" y="6170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3668809" y="6102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357326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365813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3555392" y="6188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3668978" y="6191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3556763" y="6216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3718035" y="62212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3527494" y="6156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670350" y="6174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3538149" y="5733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3679552" y="5752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3580070" y="5440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705942" y="5538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545782" y="6072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3711116" y="61190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531160" y="5969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3714906" y="60838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3532129" y="6087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3696112" y="6079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550472" y="54676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659054" y="6203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3546788" y="6181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654362" y="6224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3519812" y="6215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656187" y="6222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3532776" y="6187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683289" y="6159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563139" y="6222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666517" y="6187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556415" y="6182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710838" y="6075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560676" y="6187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672894" y="6217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526627" y="6110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683405" y="6141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555966" y="61859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657714" y="6227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3551311" y="6227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674516" y="622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82657" y="6218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677989" y="6223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531310" y="5955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701803" y="5976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538372" y="61057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655427" y="5834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3550868" y="6084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3673788" y="5996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575415" y="6205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669022" y="6184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537263" y="60509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712349" y="6115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3570296" y="622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693126" y="6209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568938" y="6064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679909" y="6227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572962" y="6061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661876" y="6036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3566670" y="6172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706519" y="6202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3582674" y="6213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708928" y="623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540774" y="5904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717744" y="6029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3567281" y="6105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715376" y="6204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3579539" y="6233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709229" y="6237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562711" y="58037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707857" y="6029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569042" y="6081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670514" y="58521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542965" y="5863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695544" y="60899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573881" y="6198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661630" y="6169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3525459" y="6207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679460" y="6238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3572220" y="6120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707377" y="6103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535020" y="6227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3696972" y="6161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568764" y="5303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663950" y="5130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566160" y="62093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3712493" y="6231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3523954" y="6100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3677201" y="6200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3578682" y="5901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702012" y="60964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554541" y="58177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3711945" y="5893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3539392" y="6114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715018" y="6190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545315" y="6132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664661" y="6218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537721" y="6094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714462" y="6140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527207" y="5940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676300" y="566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582084" y="5793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705160" y="589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548417" y="6023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697183" y="6077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580224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68010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3584945" y="623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716927" y="62374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72017" y="597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3714243" y="5926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3583497" y="5948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655013" y="5839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569219" y="6165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3705939" y="6024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3551871" y="6231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3661455" y="622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64986" y="62361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3683469" y="623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3580000" y="6151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3657867" y="6228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3582752" y="6235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709999" y="6235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536872" y="62355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3676449" y="6229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3560842" y="6207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3706385" y="6148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3544757" y="6175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3713578" y="6049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3575330" y="6235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663576" y="6238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3525176" y="5885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3682296" y="60654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582622" y="6149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673347" y="6150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3545186" y="62067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711440" y="6221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3548041" y="62303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3664336" y="621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58578" y="6067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3712838" y="6101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357497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3680403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3524476" y="6209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3662122" y="6194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3525417" y="584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3717380" y="6039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3569886" y="62186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77317" y="6228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3520790" y="6230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658345" y="623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3541377" y="5936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3697637" y="6043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726538" y="5290130"/>
              <a:ext cx="0" cy="496710"/>
            </a:xfrm>
            <a:custGeom>
              <a:avLst/>
              <a:pathLst>
                <a:path w="0" h="496710">
                  <a:moveTo>
                    <a:pt x="0" y="49671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726538" y="6137688"/>
              <a:ext cx="0" cy="131520"/>
            </a:xfrm>
            <a:custGeom>
              <a:avLst/>
              <a:pathLst>
                <a:path w="0" h="131520">
                  <a:moveTo>
                    <a:pt x="0" y="0"/>
                  </a:moveTo>
                  <a:lnTo>
                    <a:pt x="0" y="13152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659560" y="5786840"/>
              <a:ext cx="133957" cy="350847"/>
            </a:xfrm>
            <a:custGeom>
              <a:avLst/>
              <a:pathLst>
                <a:path w="133957" h="350847">
                  <a:moveTo>
                    <a:pt x="0" y="0"/>
                  </a:moveTo>
                  <a:lnTo>
                    <a:pt x="0" y="350847"/>
                  </a:lnTo>
                  <a:lnTo>
                    <a:pt x="133957" y="350847"/>
                  </a:lnTo>
                  <a:lnTo>
                    <a:pt x="13395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659560" y="6016338"/>
              <a:ext cx="133957" cy="0"/>
            </a:xfrm>
            <a:custGeom>
              <a:avLst/>
              <a:pathLst>
                <a:path w="133957" h="0">
                  <a:moveTo>
                    <a:pt x="0" y="0"/>
                  </a:moveTo>
                  <a:lnTo>
                    <a:pt x="13395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2655060" y="5466285"/>
              <a:ext cx="0" cy="426960"/>
            </a:xfrm>
            <a:custGeom>
              <a:avLst/>
              <a:pathLst>
                <a:path w="0" h="426960">
                  <a:moveTo>
                    <a:pt x="0" y="4269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2655060" y="6180274"/>
              <a:ext cx="0" cy="88934"/>
            </a:xfrm>
            <a:custGeom>
              <a:avLst/>
              <a:pathLst>
                <a:path w="0" h="88934">
                  <a:moveTo>
                    <a:pt x="0" y="0"/>
                  </a:moveTo>
                  <a:lnTo>
                    <a:pt x="0" y="8893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588082" y="5893245"/>
              <a:ext cx="133957" cy="287028"/>
            </a:xfrm>
            <a:custGeom>
              <a:avLst/>
              <a:pathLst>
                <a:path w="133957" h="287028">
                  <a:moveTo>
                    <a:pt x="0" y="0"/>
                  </a:moveTo>
                  <a:lnTo>
                    <a:pt x="0" y="287028"/>
                  </a:lnTo>
                  <a:lnTo>
                    <a:pt x="133957" y="287028"/>
                  </a:lnTo>
                  <a:lnTo>
                    <a:pt x="13395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588082" y="6084893"/>
              <a:ext cx="133957" cy="0"/>
            </a:xfrm>
            <a:custGeom>
              <a:avLst/>
              <a:pathLst>
                <a:path w="133957" h="0">
                  <a:moveTo>
                    <a:pt x="0" y="0"/>
                  </a:moveTo>
                  <a:lnTo>
                    <a:pt x="13395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3583582" y="5893808"/>
              <a:ext cx="0" cy="207948"/>
            </a:xfrm>
            <a:custGeom>
              <a:avLst/>
              <a:pathLst>
                <a:path w="0" h="207948">
                  <a:moveTo>
                    <a:pt x="0" y="20794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3583582" y="6249349"/>
              <a:ext cx="0" cy="19858"/>
            </a:xfrm>
            <a:custGeom>
              <a:avLst/>
              <a:pathLst>
                <a:path w="0" h="19858">
                  <a:moveTo>
                    <a:pt x="0" y="0"/>
                  </a:moveTo>
                  <a:lnTo>
                    <a:pt x="0" y="1985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3516604" y="6101757"/>
              <a:ext cx="133957" cy="147592"/>
            </a:xfrm>
            <a:custGeom>
              <a:avLst/>
              <a:pathLst>
                <a:path w="133957" h="147592">
                  <a:moveTo>
                    <a:pt x="0" y="0"/>
                  </a:moveTo>
                  <a:lnTo>
                    <a:pt x="0" y="147592"/>
                  </a:lnTo>
                  <a:lnTo>
                    <a:pt x="133957" y="147592"/>
                  </a:lnTo>
                  <a:lnTo>
                    <a:pt x="13395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3516604" y="6214208"/>
              <a:ext cx="133957" cy="0"/>
            </a:xfrm>
            <a:custGeom>
              <a:avLst/>
              <a:pathLst>
                <a:path w="133957" h="0">
                  <a:moveTo>
                    <a:pt x="0" y="0"/>
                  </a:moveTo>
                  <a:lnTo>
                    <a:pt x="13395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1860496" y="5345826"/>
              <a:ext cx="0" cy="477683"/>
            </a:xfrm>
            <a:custGeom>
              <a:avLst/>
              <a:pathLst>
                <a:path w="0" h="477683">
                  <a:moveTo>
                    <a:pt x="0" y="4776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1860496" y="6151257"/>
              <a:ext cx="0" cy="117950"/>
            </a:xfrm>
            <a:custGeom>
              <a:avLst/>
              <a:pathLst>
                <a:path w="0" h="117950">
                  <a:moveTo>
                    <a:pt x="0" y="0"/>
                  </a:moveTo>
                  <a:lnTo>
                    <a:pt x="0" y="11795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1793517" y="5823509"/>
              <a:ext cx="133957" cy="327748"/>
            </a:xfrm>
            <a:custGeom>
              <a:avLst/>
              <a:pathLst>
                <a:path w="133957" h="327748">
                  <a:moveTo>
                    <a:pt x="0" y="0"/>
                  </a:moveTo>
                  <a:lnTo>
                    <a:pt x="0" y="327748"/>
                  </a:lnTo>
                  <a:lnTo>
                    <a:pt x="133957" y="327748"/>
                  </a:lnTo>
                  <a:lnTo>
                    <a:pt x="13395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1793517" y="6062431"/>
              <a:ext cx="133957" cy="0"/>
            </a:xfrm>
            <a:custGeom>
              <a:avLst/>
              <a:pathLst>
                <a:path w="133957" h="0">
                  <a:moveTo>
                    <a:pt x="0" y="0"/>
                  </a:moveTo>
                  <a:lnTo>
                    <a:pt x="13395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2789018" y="5540484"/>
              <a:ext cx="0" cy="399471"/>
            </a:xfrm>
            <a:custGeom>
              <a:avLst/>
              <a:pathLst>
                <a:path w="0" h="399471">
                  <a:moveTo>
                    <a:pt x="0" y="39947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2789018" y="6215905"/>
              <a:ext cx="0" cy="53303"/>
            </a:xfrm>
            <a:custGeom>
              <a:avLst/>
              <a:pathLst>
                <a:path w="0" h="53303">
                  <a:moveTo>
                    <a:pt x="0" y="0"/>
                  </a:moveTo>
                  <a:lnTo>
                    <a:pt x="0" y="533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2722039" y="5939956"/>
              <a:ext cx="133957" cy="275948"/>
            </a:xfrm>
            <a:custGeom>
              <a:avLst/>
              <a:pathLst>
                <a:path w="133957" h="275948">
                  <a:moveTo>
                    <a:pt x="0" y="0"/>
                  </a:moveTo>
                  <a:lnTo>
                    <a:pt x="0" y="275948"/>
                  </a:lnTo>
                  <a:lnTo>
                    <a:pt x="133957" y="275948"/>
                  </a:lnTo>
                  <a:lnTo>
                    <a:pt x="13395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2722039" y="6122738"/>
              <a:ext cx="133957" cy="0"/>
            </a:xfrm>
            <a:custGeom>
              <a:avLst/>
              <a:pathLst>
                <a:path w="133957" h="0">
                  <a:moveTo>
                    <a:pt x="0" y="0"/>
                  </a:moveTo>
                  <a:lnTo>
                    <a:pt x="13395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3717540" y="5882975"/>
              <a:ext cx="0" cy="220691"/>
            </a:xfrm>
            <a:custGeom>
              <a:avLst/>
              <a:pathLst>
                <a:path w="0" h="220691">
                  <a:moveTo>
                    <a:pt x="0" y="22069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3717540" y="6254667"/>
              <a:ext cx="0" cy="14540"/>
            </a:xfrm>
            <a:custGeom>
              <a:avLst/>
              <a:pathLst>
                <a:path w="0" h="14540">
                  <a:moveTo>
                    <a:pt x="0" y="0"/>
                  </a:moveTo>
                  <a:lnTo>
                    <a:pt x="0" y="1454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3650561" y="6103666"/>
              <a:ext cx="133957" cy="151001"/>
            </a:xfrm>
            <a:custGeom>
              <a:avLst/>
              <a:pathLst>
                <a:path w="133957" h="151001">
                  <a:moveTo>
                    <a:pt x="0" y="0"/>
                  </a:moveTo>
                  <a:lnTo>
                    <a:pt x="0" y="151001"/>
                  </a:lnTo>
                  <a:lnTo>
                    <a:pt x="133957" y="151001"/>
                  </a:lnTo>
                  <a:lnTo>
                    <a:pt x="13395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3650561" y="6221743"/>
              <a:ext cx="133957" cy="0"/>
            </a:xfrm>
            <a:custGeom>
              <a:avLst/>
              <a:pathLst>
                <a:path w="133957" h="0">
                  <a:moveTo>
                    <a:pt x="0" y="0"/>
                  </a:moveTo>
                  <a:lnTo>
                    <a:pt x="13395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1793517" y="5817988"/>
              <a:ext cx="1875403" cy="387735"/>
            </a:xfrm>
            <a:custGeom>
              <a:avLst/>
              <a:pathLst>
                <a:path w="1875403" h="387735">
                  <a:moveTo>
                    <a:pt x="0" y="0"/>
                  </a:moveTo>
                  <a:lnTo>
                    <a:pt x="468850" y="84863"/>
                  </a:lnTo>
                  <a:lnTo>
                    <a:pt x="924306" y="159965"/>
                  </a:lnTo>
                  <a:lnTo>
                    <a:pt x="1339574" y="212618"/>
                  </a:lnTo>
                  <a:lnTo>
                    <a:pt x="1875403" y="255921"/>
                  </a:lnTo>
                  <a:lnTo>
                    <a:pt x="1875403" y="387735"/>
                  </a:lnTo>
                  <a:lnTo>
                    <a:pt x="1339574" y="302213"/>
                  </a:lnTo>
                  <a:lnTo>
                    <a:pt x="924306" y="255026"/>
                  </a:lnTo>
                  <a:lnTo>
                    <a:pt x="468850" y="220626"/>
                  </a:lnTo>
                  <a:lnTo>
                    <a:pt x="0" y="19276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1793517" y="5817988"/>
              <a:ext cx="1875403" cy="255921"/>
            </a:xfrm>
            <a:custGeom>
              <a:avLst/>
              <a:pathLst>
                <a:path w="1875403" h="255921">
                  <a:moveTo>
                    <a:pt x="0" y="0"/>
                  </a:moveTo>
                  <a:lnTo>
                    <a:pt x="468850" y="84863"/>
                  </a:lnTo>
                  <a:lnTo>
                    <a:pt x="924306" y="159965"/>
                  </a:lnTo>
                  <a:lnTo>
                    <a:pt x="1339574" y="212618"/>
                  </a:lnTo>
                  <a:lnTo>
                    <a:pt x="1875403" y="25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1793517" y="6010755"/>
              <a:ext cx="1875403" cy="194968"/>
            </a:xfrm>
            <a:custGeom>
              <a:avLst/>
              <a:pathLst>
                <a:path w="1875403" h="194968">
                  <a:moveTo>
                    <a:pt x="1875403" y="194968"/>
                  </a:moveTo>
                  <a:lnTo>
                    <a:pt x="1339574" y="109445"/>
                  </a:lnTo>
                  <a:lnTo>
                    <a:pt x="924306" y="62259"/>
                  </a:lnTo>
                  <a:lnTo>
                    <a:pt x="468850" y="27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1793517" y="5782398"/>
              <a:ext cx="1875403" cy="444151"/>
            </a:xfrm>
            <a:custGeom>
              <a:avLst/>
              <a:pathLst>
                <a:path w="1875403" h="444151">
                  <a:moveTo>
                    <a:pt x="0" y="0"/>
                  </a:moveTo>
                  <a:lnTo>
                    <a:pt x="468850" y="95839"/>
                  </a:lnTo>
                  <a:lnTo>
                    <a:pt x="924306" y="179456"/>
                  </a:lnTo>
                  <a:lnTo>
                    <a:pt x="1339574" y="234641"/>
                  </a:lnTo>
                  <a:lnTo>
                    <a:pt x="1875403" y="272825"/>
                  </a:lnTo>
                  <a:lnTo>
                    <a:pt x="1875403" y="444151"/>
                  </a:lnTo>
                  <a:lnTo>
                    <a:pt x="1339574" y="349651"/>
                  </a:lnTo>
                  <a:lnTo>
                    <a:pt x="924306" y="302005"/>
                  </a:lnTo>
                  <a:lnTo>
                    <a:pt x="468850" y="272839"/>
                  </a:lnTo>
                  <a:lnTo>
                    <a:pt x="0" y="25258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1793517" y="5782398"/>
              <a:ext cx="1875403" cy="272825"/>
            </a:xfrm>
            <a:custGeom>
              <a:avLst/>
              <a:pathLst>
                <a:path w="1875403" h="272825">
                  <a:moveTo>
                    <a:pt x="0" y="0"/>
                  </a:moveTo>
                  <a:lnTo>
                    <a:pt x="468850" y="95839"/>
                  </a:lnTo>
                  <a:lnTo>
                    <a:pt x="924306" y="179456"/>
                  </a:lnTo>
                  <a:lnTo>
                    <a:pt x="1339574" y="234641"/>
                  </a:lnTo>
                  <a:lnTo>
                    <a:pt x="1875403" y="272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1793517" y="6034979"/>
              <a:ext cx="1875403" cy="191570"/>
            </a:xfrm>
            <a:custGeom>
              <a:avLst/>
              <a:pathLst>
                <a:path w="1875403" h="191570">
                  <a:moveTo>
                    <a:pt x="1875403" y="191570"/>
                  </a:moveTo>
                  <a:lnTo>
                    <a:pt x="1339574" y="97070"/>
                  </a:lnTo>
                  <a:lnTo>
                    <a:pt x="924306" y="49424"/>
                  </a:lnTo>
                  <a:lnTo>
                    <a:pt x="468850" y="20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1793517" y="5914372"/>
              <a:ext cx="1875403" cy="225445"/>
            </a:xfrm>
            <a:custGeom>
              <a:avLst/>
              <a:pathLst>
                <a:path w="1875403" h="225445">
                  <a:moveTo>
                    <a:pt x="0" y="0"/>
                  </a:moveTo>
                  <a:lnTo>
                    <a:pt x="468850" y="56361"/>
                  </a:lnTo>
                  <a:lnTo>
                    <a:pt x="924306" y="111112"/>
                  </a:lnTo>
                  <a:lnTo>
                    <a:pt x="1339574" y="161032"/>
                  </a:lnTo>
                  <a:lnTo>
                    <a:pt x="1875403" y="225445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1793517" y="5908689"/>
              <a:ext cx="1875403" cy="232198"/>
            </a:xfrm>
            <a:custGeom>
              <a:avLst/>
              <a:pathLst>
                <a:path w="1875403" h="232198">
                  <a:moveTo>
                    <a:pt x="0" y="0"/>
                  </a:moveTo>
                  <a:lnTo>
                    <a:pt x="468850" y="58049"/>
                  </a:lnTo>
                  <a:lnTo>
                    <a:pt x="924306" y="114440"/>
                  </a:lnTo>
                  <a:lnTo>
                    <a:pt x="1339574" y="165855"/>
                  </a:lnTo>
                  <a:lnTo>
                    <a:pt x="1875403" y="232198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1793517" y="4376695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1793517" y="4488908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51815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410397" y="6232769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410397" y="56916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353887" y="5150543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353887" y="4609429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353887" y="406831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489681" y="6269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489681" y="57280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489681" y="51869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489681" y="46458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489681" y="41047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51815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1793517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2722039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3650561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765262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2693784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3622306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461623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277882" y="5082427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3780299"/>
              <a:ext cx="16221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4675663" y="4911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4844223" y="4941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4679065" y="453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4865312" y="4628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4722758" y="4509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4866976" y="460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469963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485864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4672200" y="4469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4868470" y="4550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4711557" y="4474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4804180" y="4438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4687882" y="4439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4846284" y="4514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4687306" y="4662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4866586" y="4688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4735011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4820311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4717997" y="4694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4845972" y="5372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4701518" y="4464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4865035" y="4527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4689637" y="4521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4843613" y="4667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4675737" y="4824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4821682" y="4873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4723891" y="597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4841273" y="59740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4694781" y="5039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4827041" y="5189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4683896" y="61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4803217" y="54506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685514" y="5090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4841726" y="5352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4681066" y="4794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4820944" y="4810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4672924" y="4642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4844791" y="4907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4686901" y="448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4853179" y="4469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4685361" y="4686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4852442" y="515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4683699" y="5617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4836273" y="5341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470536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4805422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4699645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484986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4731323" y="558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4827488" y="5525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470558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48162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4726803" y="5562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4856128" y="5309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468950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48556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4733109" y="5603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4848206" y="6219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470056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4847860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4720431" y="5282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4849722" y="52671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4673016" y="4411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4868471" y="4546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4717999" y="53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4818022" y="593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4731680" y="4901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4811911" y="501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4674068" y="5173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4845945" y="5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470778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4848411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4717803" y="4782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4850555" y="4988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4732381" y="4783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4829063" y="5038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4687303" y="5038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4853677" y="4933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4703064" y="4738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4833504" y="4670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4700995" y="5253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4845738" y="5442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4695728" y="5018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4866877" y="6220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4689754" y="6220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4813224" y="5619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4730312" y="5243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4865445" y="5837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4698413" y="5547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4863325" y="6211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4733477" y="6170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4845978" y="6130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4697670" y="4866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4842333" y="5219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4683254" y="543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4841638" y="5798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4705590" y="4866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4839966" y="53267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4715232" y="4606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4807056" y="4687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4694366" y="6145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4858312" y="6217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4735238" y="6111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4803966" y="6214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4721618" y="562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4814038" y="5773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467273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485451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4671770" y="6220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4862207" y="6198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4718438" y="4526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4861785" y="4528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4678756" y="58813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4805550" y="6118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4703591" y="4676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4817198" y="4438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4718173" y="5805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4838862" y="5787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4733321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480292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4678156" y="5637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4830115" y="5344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4712549" y="5449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4847553" y="57820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468734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482092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4726034" y="5067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4861405" y="5024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4694396" y="5070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4814436" y="4566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4703104" y="6107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4838387" y="4984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4693275" y="616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4836405" y="6152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4709105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4857130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4700113" y="6088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4849010" y="61271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4693635" y="5466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4858353" y="49495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4719511" y="6017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4829583" y="5917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4730270" y="5543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4812233" y="5644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4675434" y="5254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4857042" y="5388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4709216" y="6158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4826002" y="5925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4705508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481717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4674302" y="5748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4866420" y="5189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4691662" y="5781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4851668" y="6019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4691721" y="5505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4829874" y="5571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4687950" y="6053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4828810" y="6154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4676469" y="5193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4816985" y="5235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4714818" y="517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4850126" y="5360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4671630" y="5668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4805599" y="5560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4734006" y="5006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4852308" y="5385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4694652" y="4963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4856533" y="4964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4728691" y="6173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4804851" y="5890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4669817" y="4613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4824869" y="4651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4670795" y="510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4806130" y="53627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4680558" y="5009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4805619" y="5357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4702317" y="5511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4851029" y="5433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4674900" y="5502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4821005" y="5643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4729638" y="6032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4809733" y="5725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4687344" y="59371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4828786" y="5525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4692457" y="4443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4836434" y="4567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4705406" y="44090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4827416" y="4638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4688602" y="580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4821006" y="5522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471895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485110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4692481" y="57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4804938" y="5483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4716333" y="6099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4851942" y="586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5663344" y="6217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5735149" y="6216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5621118" y="4512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5773454" y="4524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5659664" y="4627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5795881" y="5077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5605363" y="4541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5760840" y="4592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5611587" y="4720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5750669" y="4880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5645158" y="49985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5732729" y="5396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5619644" y="4498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5750150" y="44541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5657288" y="462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5746012" y="454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5615795" y="4551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5767801" y="4665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5619482" y="4741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5783502" y="4791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5646801" y="4761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5741975" y="4420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5655880" y="4412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5782285" y="4431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5640555" y="4546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5790457" y="44732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5635192" y="44842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5785895" y="44495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5617679" y="4687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5761560" y="4624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5630450" y="4448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5788024" y="4447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561482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5793732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5605808" y="4634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5741284" y="5522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56423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57820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5664401" y="4570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5767640" y="4506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5612576" y="5157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5733766" y="6168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5651490" y="59891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5787855" y="5793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5648019" y="5073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5785115" y="5075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559783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5744173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5641801" y="4466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5780678" y="4722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5642582" y="4434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5769528" y="4747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561796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576693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5658171" y="4446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5734031" y="4411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5645321" y="4439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5743019" y="4473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5640777" y="4691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5756374" y="5324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5607361" y="4469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5733079" y="4497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5650535" y="4431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5746151" y="44915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561961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573432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5625292" y="4570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5774330" y="4583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5604191" y="4549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5751759" y="4430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5627661" y="440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5758539" y="4401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5601796" y="4760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5736828" y="4886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5610959" y="4416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5741867" y="4412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5660788" y="4624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5778881" y="464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5657591" y="4469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5773231" y="45617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5625616" y="4528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5754693" y="4684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563268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57759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5650261" y="4487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5766653" y="45153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5647621" y="4423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5796786" y="4433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5615002" y="4510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5781092" y="4600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5658162" y="4765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5746648" y="4903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5599566" y="5063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5766046" y="5335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5658486" y="4706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5779147" y="4805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5651489" y="4774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5781518" y="480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5611222" y="483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5750967" y="502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5640937" y="5255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5767507" y="4463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5652843" y="4472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5737364" y="4432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5598890" y="4507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5743103" y="4453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5660535" y="46964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5783878" y="512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5655129" y="4443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5733236" y="4611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5630421" y="4610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5792291" y="4699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5654238" y="4580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5749369" y="4519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5658098" y="4671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5744123" y="463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5601745" y="4579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5739695" y="456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565445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5741481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5659257" y="4498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5794615" y="4546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5607288" y="4988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5765775" y="4955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5628931" y="473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5787509" y="51727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5640553" y="5021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5733028" y="5047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5628939" y="480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5761527" y="49426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5623393" y="5338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5736849" y="570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5652622" y="4478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5738250" y="4666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5647314" y="487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5741769" y="4445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5609612" y="4738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5749376" y="5650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5609670" y="45260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5777839" y="4638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5599267" y="4452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5756331" y="44259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5621572" y="4717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5743160" y="4709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5598568" y="4881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5768372" y="5048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5603609" y="4444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5796466" y="440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5604611" y="5354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5774303" y="5691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5662732" y="4643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5768791" y="5464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5637415" y="5322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5785102" y="4845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5602219" y="4892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5736783" y="490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5644796" y="4658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5786110" y="4404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5657923" y="4619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5788101" y="485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5653097" y="4427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5765496" y="4826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5655488" y="5483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5796680" y="5835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5626572" y="45057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5783182" y="4478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5633760" y="467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5778146" y="4526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5644603" y="5726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5785179" y="51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5646657" y="59205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5762238" y="5912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5643715" y="489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5766384" y="4687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5663012" y="4738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5759793" y="4498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5639410" y="4823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5746188" y="474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5661548" y="551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5791035" y="6140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5641192" y="5152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5767183" y="56035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5618500" y="4812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5768116" y="4706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564568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57416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5634944" y="4401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5784942" y="4417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5621347" y="4698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5759341" y="4692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5631152" y="5183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5747817" y="504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5661136" y="4697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5745649" y="4941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5614772" y="5300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5761534" y="4882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5623125" y="4409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5771240" y="4402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5599358" y="488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5792715" y="4419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5600651" y="4433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5736807" y="44268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564867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5733243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5641047" y="4792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5755118" y="4762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5660122" y="5338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5748637" y="6221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5622530" y="4422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5788576" y="4401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5652994" y="6083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5736120" y="5571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5611001" y="4656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5737253" y="4677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5610347" y="4485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5743308" y="4439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5655549" y="4450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5735545" y="4467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5627874" y="4943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5765194" y="473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5632126" y="4631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5794706" y="4614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5644740" y="5319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5746333" y="4837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5644286" y="5055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5786154" y="4681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5622749" y="4631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5781215" y="440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5636016" y="5320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5779805" y="516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65845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668434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657194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66681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65508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66994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65884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67020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65267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66945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65929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66940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65624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66872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654461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66697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65856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66912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65263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67110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656583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67092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655887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66967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65708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66974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656108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672477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65305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67098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65322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667260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658832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672160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657648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669012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656705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669139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658803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67223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658464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669946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658530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666843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65774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66896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65868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671123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655946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66686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65284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672411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652848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666490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65907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67017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656372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66913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65675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67138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657100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66818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65564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66963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657033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668412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656228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668796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656462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67029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65849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67003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653283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67060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65874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66994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65435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67185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65383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668189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656174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669695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657397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670587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6553933" y="4404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6685692" y="44040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655414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672532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65508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667702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65777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66689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65592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67136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653786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66686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6533930" y="4578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6687292" y="4442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65647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669894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658208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67004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657588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67029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65463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67050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657581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669213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653294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671890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659236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66993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65343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67054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653836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671195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654283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66941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65890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66989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658093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67196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65858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67198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656984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67045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65584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669418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65277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666307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652693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669857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653912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670452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657924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67234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65487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667315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65867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671343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65356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66752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65930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66830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65422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667094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656450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67126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65396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668799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657630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669602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657873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670390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656998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66702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65447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669689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655795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66960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652848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66794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65275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666259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656005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67170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65828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67035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65869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666635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655709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67006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65265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67209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653529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672590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65862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666445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65691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66815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654455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669850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654099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668563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65330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66682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65287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66920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65908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66999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658935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66900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658128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66807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65916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66893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654520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67189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657478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66917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657014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667612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659032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66815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656209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671640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658699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668183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656164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66823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65760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671100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655865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672162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65451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671312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653294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669846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653495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670869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659173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66653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65835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671436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65737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668821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65469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66979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653704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667557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65441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667184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659134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671394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65686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666423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655142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671111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65591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668922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65574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66733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65777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669599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653015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66677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65355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66658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65400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667560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65815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668171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65504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668169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65824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66803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65463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67185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657130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66849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65345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666512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656849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669799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653032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666743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655157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669154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65363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669330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657359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67036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657910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667096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65418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66809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65790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67193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655759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67145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652690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67199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4733125" y="4431838"/>
              <a:ext cx="0" cy="385026"/>
            </a:xfrm>
            <a:custGeom>
              <a:avLst/>
              <a:pathLst>
                <a:path w="0" h="385026">
                  <a:moveTo>
                    <a:pt x="0" y="3850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4733125" y="6059441"/>
              <a:ext cx="0" cy="192453"/>
            </a:xfrm>
            <a:custGeom>
              <a:avLst/>
              <a:pathLst>
                <a:path w="0" h="192453">
                  <a:moveTo>
                    <a:pt x="0" y="0"/>
                  </a:moveTo>
                  <a:lnTo>
                    <a:pt x="0" y="19245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4666139" y="4816864"/>
              <a:ext cx="133973" cy="1242577"/>
            </a:xfrm>
            <a:custGeom>
              <a:avLst/>
              <a:pathLst>
                <a:path w="133973" h="1242577">
                  <a:moveTo>
                    <a:pt x="0" y="0"/>
                  </a:moveTo>
                  <a:lnTo>
                    <a:pt x="0" y="1242577"/>
                  </a:lnTo>
                  <a:lnTo>
                    <a:pt x="133973" y="1242577"/>
                  </a:lnTo>
                  <a:lnTo>
                    <a:pt x="1339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4666139" y="5434640"/>
              <a:ext cx="133973" cy="0"/>
            </a:xfrm>
            <a:custGeom>
              <a:avLst/>
              <a:pathLst>
                <a:path w="133973" h="0">
                  <a:moveTo>
                    <a:pt x="0" y="0"/>
                  </a:moveTo>
                  <a:lnTo>
                    <a:pt x="1339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5661758" y="4431838"/>
              <a:ext cx="0" cy="85123"/>
            </a:xfrm>
            <a:custGeom>
              <a:avLst/>
              <a:pathLst>
                <a:path w="0" h="85123">
                  <a:moveTo>
                    <a:pt x="0" y="851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5661758" y="4996549"/>
              <a:ext cx="0" cy="552845"/>
            </a:xfrm>
            <a:custGeom>
              <a:avLst/>
              <a:pathLst>
                <a:path w="0" h="552845">
                  <a:moveTo>
                    <a:pt x="0" y="0"/>
                  </a:moveTo>
                  <a:lnTo>
                    <a:pt x="0" y="55284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5594771" y="4516961"/>
              <a:ext cx="133973" cy="479587"/>
            </a:xfrm>
            <a:custGeom>
              <a:avLst/>
              <a:pathLst>
                <a:path w="133973" h="479587">
                  <a:moveTo>
                    <a:pt x="0" y="0"/>
                  </a:moveTo>
                  <a:lnTo>
                    <a:pt x="0" y="479587"/>
                  </a:lnTo>
                  <a:lnTo>
                    <a:pt x="133973" y="479587"/>
                  </a:lnTo>
                  <a:lnTo>
                    <a:pt x="1339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5594771" y="4702297"/>
              <a:ext cx="133973" cy="0"/>
            </a:xfrm>
            <a:custGeom>
              <a:avLst/>
              <a:pathLst>
                <a:path w="133973" h="0">
                  <a:moveTo>
                    <a:pt x="0" y="0"/>
                  </a:moveTo>
                  <a:lnTo>
                    <a:pt x="1339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6590391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6590391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6523404" y="4431838"/>
              <a:ext cx="133973" cy="0"/>
            </a:xfrm>
            <a:custGeom>
              <a:avLst/>
              <a:pathLst>
                <a:path w="133973" h="0">
                  <a:moveTo>
                    <a:pt x="0" y="0"/>
                  </a:moveTo>
                  <a:lnTo>
                    <a:pt x="13397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6523404" y="4431838"/>
              <a:ext cx="133973" cy="0"/>
            </a:xfrm>
            <a:custGeom>
              <a:avLst/>
              <a:pathLst>
                <a:path w="133973" h="0">
                  <a:moveTo>
                    <a:pt x="0" y="0"/>
                  </a:moveTo>
                  <a:lnTo>
                    <a:pt x="13397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4867099" y="4431838"/>
              <a:ext cx="0" cy="534390"/>
            </a:xfrm>
            <a:custGeom>
              <a:avLst/>
              <a:pathLst>
                <a:path w="0" h="534390">
                  <a:moveTo>
                    <a:pt x="0" y="53439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4867099" y="5965607"/>
              <a:ext cx="0" cy="286287"/>
            </a:xfrm>
            <a:custGeom>
              <a:avLst/>
              <a:pathLst>
                <a:path w="0" h="286287">
                  <a:moveTo>
                    <a:pt x="0" y="0"/>
                  </a:moveTo>
                  <a:lnTo>
                    <a:pt x="0" y="28628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4800112" y="4966228"/>
              <a:ext cx="133973" cy="999379"/>
            </a:xfrm>
            <a:custGeom>
              <a:avLst/>
              <a:pathLst>
                <a:path w="133973" h="999379">
                  <a:moveTo>
                    <a:pt x="0" y="0"/>
                  </a:moveTo>
                  <a:lnTo>
                    <a:pt x="0" y="999379"/>
                  </a:lnTo>
                  <a:lnTo>
                    <a:pt x="133973" y="999379"/>
                  </a:lnTo>
                  <a:lnTo>
                    <a:pt x="1339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4800112" y="5417476"/>
              <a:ext cx="133973" cy="0"/>
            </a:xfrm>
            <a:custGeom>
              <a:avLst/>
              <a:pathLst>
                <a:path w="133973" h="0">
                  <a:moveTo>
                    <a:pt x="0" y="0"/>
                  </a:moveTo>
                  <a:lnTo>
                    <a:pt x="1339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5795731" y="4431838"/>
              <a:ext cx="0" cy="69111"/>
            </a:xfrm>
            <a:custGeom>
              <a:avLst/>
              <a:pathLst>
                <a:path w="0" h="69111">
                  <a:moveTo>
                    <a:pt x="0" y="691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5795731" y="5079042"/>
              <a:ext cx="0" cy="863813"/>
            </a:xfrm>
            <a:custGeom>
              <a:avLst/>
              <a:pathLst>
                <a:path w="0" h="863813">
                  <a:moveTo>
                    <a:pt x="0" y="0"/>
                  </a:moveTo>
                  <a:lnTo>
                    <a:pt x="0" y="8638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5728745" y="4500949"/>
              <a:ext cx="133973" cy="578092"/>
            </a:xfrm>
            <a:custGeom>
              <a:avLst/>
              <a:pathLst>
                <a:path w="133973" h="578092">
                  <a:moveTo>
                    <a:pt x="0" y="0"/>
                  </a:moveTo>
                  <a:lnTo>
                    <a:pt x="0" y="578092"/>
                  </a:lnTo>
                  <a:lnTo>
                    <a:pt x="133973" y="578092"/>
                  </a:lnTo>
                  <a:lnTo>
                    <a:pt x="1339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5728745" y="4715505"/>
              <a:ext cx="133973" cy="0"/>
            </a:xfrm>
            <a:custGeom>
              <a:avLst/>
              <a:pathLst>
                <a:path w="133973" h="0">
                  <a:moveTo>
                    <a:pt x="0" y="0"/>
                  </a:moveTo>
                  <a:lnTo>
                    <a:pt x="1339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6724364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6724364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6657378" y="4431838"/>
              <a:ext cx="133973" cy="0"/>
            </a:xfrm>
            <a:custGeom>
              <a:avLst/>
              <a:pathLst>
                <a:path w="133973" h="0">
                  <a:moveTo>
                    <a:pt x="0" y="0"/>
                  </a:moveTo>
                  <a:lnTo>
                    <a:pt x="13397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6657378" y="4431838"/>
              <a:ext cx="133973" cy="0"/>
            </a:xfrm>
            <a:custGeom>
              <a:avLst/>
              <a:pathLst>
                <a:path w="133973" h="0">
                  <a:moveTo>
                    <a:pt x="0" y="0"/>
                  </a:moveTo>
                  <a:lnTo>
                    <a:pt x="13397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4795896" y="4178437"/>
              <a:ext cx="1889024" cy="1349433"/>
            </a:xfrm>
            <a:custGeom>
              <a:avLst/>
              <a:pathLst>
                <a:path w="1889024" h="1349433">
                  <a:moveTo>
                    <a:pt x="0" y="1050430"/>
                  </a:moveTo>
                  <a:lnTo>
                    <a:pt x="415317" y="867001"/>
                  </a:lnTo>
                  <a:lnTo>
                    <a:pt x="951211" y="586203"/>
                  </a:lnTo>
                  <a:lnTo>
                    <a:pt x="1353131" y="343485"/>
                  </a:lnTo>
                  <a:lnTo>
                    <a:pt x="1889024" y="0"/>
                  </a:lnTo>
                  <a:lnTo>
                    <a:pt x="1889024" y="428903"/>
                  </a:lnTo>
                  <a:lnTo>
                    <a:pt x="1353131" y="644555"/>
                  </a:lnTo>
                  <a:lnTo>
                    <a:pt x="951211" y="821190"/>
                  </a:lnTo>
                  <a:lnTo>
                    <a:pt x="415317" y="1099530"/>
                  </a:lnTo>
                  <a:lnTo>
                    <a:pt x="0" y="134943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4795896" y="4178437"/>
              <a:ext cx="1889024" cy="1050430"/>
            </a:xfrm>
            <a:custGeom>
              <a:avLst/>
              <a:pathLst>
                <a:path w="1889024" h="1050430">
                  <a:moveTo>
                    <a:pt x="0" y="1050430"/>
                  </a:moveTo>
                  <a:lnTo>
                    <a:pt x="415317" y="867001"/>
                  </a:lnTo>
                  <a:lnTo>
                    <a:pt x="951211" y="586203"/>
                  </a:lnTo>
                  <a:lnTo>
                    <a:pt x="1353131" y="343485"/>
                  </a:lnTo>
                  <a:lnTo>
                    <a:pt x="18890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4795896" y="4607341"/>
              <a:ext cx="1889024" cy="920530"/>
            </a:xfrm>
            <a:custGeom>
              <a:avLst/>
              <a:pathLst>
                <a:path w="1889024" h="920530">
                  <a:moveTo>
                    <a:pt x="1889024" y="0"/>
                  </a:moveTo>
                  <a:lnTo>
                    <a:pt x="1353131" y="215652"/>
                  </a:lnTo>
                  <a:lnTo>
                    <a:pt x="951211" y="392287"/>
                  </a:lnTo>
                  <a:lnTo>
                    <a:pt x="415317" y="670627"/>
                  </a:lnTo>
                  <a:lnTo>
                    <a:pt x="0" y="920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4795896" y="4229168"/>
              <a:ext cx="1889024" cy="1323434"/>
            </a:xfrm>
            <a:custGeom>
              <a:avLst/>
              <a:pathLst>
                <a:path w="1889024" h="1323434">
                  <a:moveTo>
                    <a:pt x="0" y="1065821"/>
                  </a:moveTo>
                  <a:lnTo>
                    <a:pt x="415317" y="870981"/>
                  </a:lnTo>
                  <a:lnTo>
                    <a:pt x="951211" y="584097"/>
                  </a:lnTo>
                  <a:lnTo>
                    <a:pt x="1353131" y="341427"/>
                  </a:lnTo>
                  <a:lnTo>
                    <a:pt x="1889024" y="0"/>
                  </a:lnTo>
                  <a:lnTo>
                    <a:pt x="1889024" y="351809"/>
                  </a:lnTo>
                  <a:lnTo>
                    <a:pt x="1353131" y="588381"/>
                  </a:lnTo>
                  <a:lnTo>
                    <a:pt x="951211" y="779209"/>
                  </a:lnTo>
                  <a:lnTo>
                    <a:pt x="415317" y="1070325"/>
                  </a:lnTo>
                  <a:lnTo>
                    <a:pt x="0" y="132343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4795896" y="4229168"/>
              <a:ext cx="1889024" cy="1065821"/>
            </a:xfrm>
            <a:custGeom>
              <a:avLst/>
              <a:pathLst>
                <a:path w="1889024" h="1065821">
                  <a:moveTo>
                    <a:pt x="0" y="1065821"/>
                  </a:moveTo>
                  <a:lnTo>
                    <a:pt x="415317" y="870981"/>
                  </a:lnTo>
                  <a:lnTo>
                    <a:pt x="951211" y="584097"/>
                  </a:lnTo>
                  <a:lnTo>
                    <a:pt x="1353131" y="341427"/>
                  </a:lnTo>
                  <a:lnTo>
                    <a:pt x="18890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4795896" y="4580978"/>
              <a:ext cx="1889024" cy="971625"/>
            </a:xfrm>
            <a:custGeom>
              <a:avLst/>
              <a:pathLst>
                <a:path w="1889024" h="971625">
                  <a:moveTo>
                    <a:pt x="1889024" y="0"/>
                  </a:moveTo>
                  <a:lnTo>
                    <a:pt x="1353131" y="236572"/>
                  </a:lnTo>
                  <a:lnTo>
                    <a:pt x="951211" y="427400"/>
                  </a:lnTo>
                  <a:lnTo>
                    <a:pt x="415317" y="718516"/>
                  </a:lnTo>
                  <a:lnTo>
                    <a:pt x="0" y="971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4795896" y="4392889"/>
              <a:ext cx="1889024" cy="985480"/>
            </a:xfrm>
            <a:custGeom>
              <a:avLst/>
              <a:pathLst>
                <a:path w="1889024" h="985480">
                  <a:moveTo>
                    <a:pt x="0" y="985480"/>
                  </a:moveTo>
                  <a:lnTo>
                    <a:pt x="415317" y="768814"/>
                  </a:lnTo>
                  <a:lnTo>
                    <a:pt x="951211" y="489245"/>
                  </a:lnTo>
                  <a:lnTo>
                    <a:pt x="1353131" y="279568"/>
                  </a:lnTo>
                  <a:lnTo>
                    <a:pt x="1889024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4795896" y="4405073"/>
              <a:ext cx="1889024" cy="1018723"/>
            </a:xfrm>
            <a:custGeom>
              <a:avLst/>
              <a:pathLst>
                <a:path w="1889024" h="1018723">
                  <a:moveTo>
                    <a:pt x="0" y="1018723"/>
                  </a:moveTo>
                  <a:lnTo>
                    <a:pt x="415317" y="794748"/>
                  </a:lnTo>
                  <a:lnTo>
                    <a:pt x="951211" y="505749"/>
                  </a:lnTo>
                  <a:lnTo>
                    <a:pt x="1353131" y="288999"/>
                  </a:lnTo>
                  <a:lnTo>
                    <a:pt x="1889024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4800112" y="3868470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4800112" y="4010435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452411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4331593" y="62154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4331593" y="58514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4331593" y="54874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4331593" y="51234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4331593" y="47594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4331593" y="43953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4331593" y="4031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4495642" y="62518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4495642" y="5887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4495642" y="55238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4495642" y="51598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4495642" y="47958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4495642" y="44318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4495642" y="4067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452411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4800112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5728745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6657378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4771857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5700490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6629123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5467584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089624" y="5082427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028439" y="3780299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2961522" y="6803789"/>
              <a:ext cx="25282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2961522" y="6852641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3761408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3820625" y="6863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3851408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3851408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3783908" y="6848789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3783908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3851408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3851408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3779408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4659791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4719008" y="6863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4749791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4749791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4682291" y="6848789"/>
              <a:ext cx="134999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4682291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4749791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4749791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4677791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3998344" y="6857350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4896727" y="6857350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2026-07-20T11:12:15Z</dcterms:modified>
  <cp:category/>
</cp:coreProperties>
</file>