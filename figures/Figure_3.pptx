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6120000" cy="3960000"/>
            <a:chOff x="914400" y="914400"/>
            <a:chExt cx="6120000" cy="3960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6120000" cy="396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6120000" cy="396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05325" y="952357"/>
              <a:ext cx="5678464" cy="3295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1666854" y="19280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1906731" y="303024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1696402" y="320389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1911634" y="298952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1726791" y="252849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1948526" y="308467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1643940" y="339367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1904074" y="328100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1680206" y="317578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879999" y="32598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709307" y="356556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926535" y="356178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668724" y="327023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899836" y="333397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700910" y="335447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928183" y="34702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1732506" y="329521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901298" y="316019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743127" y="265294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935552" y="266538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659632" y="328416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1958446" y="326140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1663228" y="30896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921631" y="325668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675734" y="296169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969620" y="343152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664321" y="335217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1878161" y="320632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728273" y="291178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943982" y="357176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1732815" y="315084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1897546" y="315598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738141" y="336437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920792" y="329113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712370" y="319711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924281" y="329655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719435" y="332335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967868" y="335802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735534" y="366797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904112" y="347371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1698049" y="297636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1972194" y="312992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726792" y="324637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1867554" y="306911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737462" y="332062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1932074" y="334767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690601" y="29318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1937630" y="362163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1651408" y="322878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1947439" y="316505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1663178" y="36097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1963570" y="328427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733656" y="31930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1932392" y="308947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1656182" y="281098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1932946" y="27625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1713989" y="405465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870569" y="334088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1715841" y="303883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1929644" y="285643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1742586" y="312530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1912824" y="308683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1736956" y="337213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940898" y="357751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1655763" y="289218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928766" y="299515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732380" y="263323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1952309" y="252087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1657122" y="294745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1918825" y="268121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1734779" y="340303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1943003" y="32353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1660238" y="334720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1869039" y="344342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1735986" y="297484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1973984" y="305637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1659021" y="289260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907744" y="26120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1655836" y="337721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1944292" y="317383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1655926" y="297297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1933014" y="307709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1647590" y="339127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1876978" y="254826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1673714" y="288032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1913695" y="229676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1701337" y="30380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1948228" y="304164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1679934" y="31613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1919795" y="282273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1681262" y="39300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1871154" y="35660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1737270" y="281362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1884224" y="259703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1694621" y="302052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901322" y="318236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683551" y="271579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1874729" y="24611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745598" y="313415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1881636" y="278884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1716117" y="277982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1945050" y="297025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1707309" y="288446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1925456" y="320327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1707124" y="255219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1953758" y="268093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1733096" y="315459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1892038" y="330967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1725535" y="324545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1907158" y="329163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1701383" y="316782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1897052" y="317933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649830" y="172315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1901120" y="212853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1643483" y="217516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1964736" y="247021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663326" y="342838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1951430" y="324828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1659426" y="352223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1888018" y="345763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1740183" y="329457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1895669" y="338151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1748134" y="284673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1890152" y="327324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1752048" y="324135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1907401" y="339308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1696204" y="307228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1891865" y="326127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1745846" y="311252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1939584" y="32700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1742963" y="303337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1868001" y="316971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1729811" y="339321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1960017" y="317237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1742673" y="303986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1924913" y="313349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1674539" y="332238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1900055" y="322680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1718648" y="33532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1907717" y="353596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1719663" y="304039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1916373" y="329146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1665892" y="312060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1916695" y="344803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1679942" y="315263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1869987" y="336994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743218" y="218318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1952001" y="345777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1677386" y="364537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1882796" y="320180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1730008" y="353606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1970941" y="332470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1661079" y="31222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1925426" y="330361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1693968" y="314359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1956403" y="310382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1674575" y="259074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1896069" y="257638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1701653" y="249726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1922247" y="239138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1697882" y="318471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1887790" y="288062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1685694" y="269809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1970585" y="294275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1747851" y="250635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1961076" y="232941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1710972" y="328292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1948255" y="338943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1751090" y="294229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1962477" y="319200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1735894" y="242926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1934383" y="268677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1709386" y="372864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1871002" y="297009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3217720" y="22484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3412376" y="240239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3279539" y="264749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3467887" y="308233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3253329" y="304318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3425096" y="310060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3228202" y="26774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3495652" y="281375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3281692" y="258144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3485574" y="26969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3224066" y="269466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3470571" y="289116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3289902" y="286811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3431312" y="292275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3187059" y="258694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3407478" y="279034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3263664" y="326619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3405880" y="355220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3259814" y="303204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3412442" y="352782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3199511" y="27050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3488424" y="291881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3249922" y="25715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3485715" y="308530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3227590" y="271412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3407331" y="303538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3233471" y="323572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3436473" y="343376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3266828" y="266958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3424355" y="311520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3281459" y="343357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3511230" y="323149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3288730" y="293016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3459566" y="304164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3260845" y="297685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3482616" y="323405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3248224" y="26439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3406215" y="288023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3184600" y="249027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3458387" y="284667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3219415" y="293789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3429732" y="368834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3200666" y="335410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3460193" y="348126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3266037" y="274925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3493696" y="272512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3214737" y="266139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3448128" y="324286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3261522" y="270822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3467414" y="287724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3183139" y="36698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3493130" y="349341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3194106" y="323139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3441920" y="328589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3194961" y="334859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3447783" y="326964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3180788" y="312508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3453395" y="337203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3228051" y="370828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3484746" y="401200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3280593" y="26596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3426565" y="258093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3229068" y="312239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3486146" y="325728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3230287" y="26183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3440448" y="248082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3240075" y="289420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3502698" y="292457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3278089" y="264687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3456731" y="277071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3213141" y="399196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3417241" y="39082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3188523" y="268453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3480404" y="291850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199645" y="294717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483768" y="290566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3264386" y="27711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3495077" y="309357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3285159" y="240645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3406514" y="26147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278736" y="263966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3507048" y="266712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3200668" y="311464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3477399" y="357443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3284625" y="306814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486008" y="294460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224894" y="26677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419647" y="290456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3212015" y="302208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3409420" y="338054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3217894" y="278856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3432309" y="298258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3224897" y="26943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3461719" y="292069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276801" y="228446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3443733" y="266056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217021" y="253292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3463635" y="313511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3230252" y="219810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3445123" y="270740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3228451" y="25820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3424177" y="272336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3226526" y="281878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3405766" y="261134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3262683" y="288175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3421958" y="315984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3244921" y="319612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3411849" y="308143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3231932" y="334704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3438150" y="314085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3219813" y="26326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3462901" y="268873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3194512" y="329948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3431713" y="311215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3216703" y="301959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3451483" y="337313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3205065" y="308630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3439216" y="306008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3180391" y="317144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3434086" y="351576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3288963" y="279304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3483122" y="277801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271536" y="309409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3435258" y="323585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3268592" y="28665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3469753" y="28868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3230344" y="255964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3509204" y="262937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3182988" y="292358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3498399" y="299340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3266100" y="304302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3427233" y="297282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3248577" y="264813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3504882" y="325539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3271810" y="304375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3433843" y="346161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3237280" y="302244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3496729" y="282443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3240326" y="284645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3494270" y="305815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3210678" y="344729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3402245" y="324029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3182320" y="285892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3416857" y="275108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3217409" y="281344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3497477" y="269062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3202131" y="34025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3461432" y="28662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3286306" y="350406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3494898" y="341806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3246000" y="262247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3429948" y="282280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3247581" y="31425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3419259" y="313034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3202928" y="296978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3450273" y="299800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3215339" y="281563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3418495" y="303214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3226051" y="306636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3445826" y="27824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3180272" y="314730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3439985" y="289493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3241242" y="275219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3433382" y="267757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3271224" y="24234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3439519" y="238858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3222789" y="269960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3473758" y="262260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3251299" y="258291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3401104" y="25163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3260031" y="27406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3416467" y="291692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3241898" y="316826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3429816" y="312587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3186478" y="305265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3460993" y="287434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3266559" y="290990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3402520" y="267865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3267132" y="24103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3447642" y="246158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3216219" y="331298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3495962" y="269651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3188930" y="274995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3468741" y="29494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3204169" y="252848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3407801" y="259225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3238028" y="23731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3502123" y="235187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3216917" y="231584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3416133" y="215116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3216171" y="166580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3401146" y="253731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3203768" y="276509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3462215" y="28151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3226214" y="246894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3424371" y="242386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4760517" y="326628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5027320" y="299857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4769336" y="242541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4996437" y="267807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4761596" y="247548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4984058" y="297646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4738292" y="21985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4966587" y="245738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4801117" y="252065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5016658" y="265841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4739514" y="269137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4977037" y="31545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4789486" y="256132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5032235" y="262609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4763899" y="277739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5018883" y="277330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4760343" y="285993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4945077" y="289575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4750246" y="301559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4963445" y="319762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4718391" y="314978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4992177" y="355971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4754010" y="247247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4995622" y="271590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4807533" y="300730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5003384" y="321143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4799614" y="22137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4981281" y="258274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4751062" y="247101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5001871" y="26559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4757837" y="222999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5024922" y="255426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4747226" y="372484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5018563" y="350767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4800865" y="330241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5009431" y="298163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4771881" y="224065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4981759" y="276589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4771290" y="290902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4977380" y="321663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4820934" y="25494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4991540" y="273311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4718973" y="27418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4991471" y="29679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4787404" y="356062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5038566" y="329221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4736533" y="291483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5028903" y="311805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4791967" y="272021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4974232" y="308556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4763264" y="28110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5010003" y="276438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4756337" y="348329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5047523" y="396911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4740945" y="245132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5002778" y="261774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4793333" y="25775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4978076" y="265987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4738861" y="226510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5023655" y="251226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4777819" y="235814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4975163" y="24225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4799960" y="231136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4950969" y="243300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4731906" y="281491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5012556" y="265177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4758509" y="255028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4967086" y="265108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4757467" y="211066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4983563" y="243963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4727118" y="230240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4998116" y="261588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4772650" y="243509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5003213" y="246878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4731898" y="24857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4970853" y="267488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4752414" y="216886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5014835" y="232559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4811291" y="221274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5004546" y="216924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4717133" y="248600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5016486" y="251966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4769549" y="202407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5014940" y="274723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4779770" y="228977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5017069" y="258080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4818457" y="213399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4957930" y="24192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4781921" y="237049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4986396" y="262694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4807081" y="177696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4969706" y="237737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4805943" y="27154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5037832" y="284538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4718067" y="236838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5028217" y="273217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4799769" y="231489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4946969" y="279380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4762700" y="287916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pt475"/>
            <p:cNvSpPr/>
            <p:nvPr/>
          </p:nvSpPr>
          <p:spPr>
            <a:xfrm>
              <a:off x="4984478" y="273744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4795841" y="240343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4954698" y="265699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pt478"/>
            <p:cNvSpPr/>
            <p:nvPr/>
          </p:nvSpPr>
          <p:spPr>
            <a:xfrm>
              <a:off x="4821276" y="218894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4985875" y="258675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4759557" y="307047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4937620" y="292987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4746720" y="278177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5030645" y="321010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4774541" y="24470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4991634" y="258284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4746737" y="240596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pt487"/>
            <p:cNvSpPr/>
            <p:nvPr/>
          </p:nvSpPr>
          <p:spPr>
            <a:xfrm>
              <a:off x="5023621" y="24073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4755852" y="235835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4967431" y="265018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pt490"/>
            <p:cNvSpPr/>
            <p:nvPr/>
          </p:nvSpPr>
          <p:spPr>
            <a:xfrm>
              <a:off x="4793892" y="246425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4974504" y="271195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4822737" y="230527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t493"/>
            <p:cNvSpPr/>
            <p:nvPr/>
          </p:nvSpPr>
          <p:spPr>
            <a:xfrm>
              <a:off x="4999434" y="306119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4772375" y="34965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4937870" y="34132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pt496"/>
            <p:cNvSpPr/>
            <p:nvPr/>
          </p:nvSpPr>
          <p:spPr>
            <a:xfrm>
              <a:off x="4806878" y="27051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4974235" y="308119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4732955" y="262119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pt499"/>
            <p:cNvSpPr/>
            <p:nvPr/>
          </p:nvSpPr>
          <p:spPr>
            <a:xfrm>
              <a:off x="5007903" y="25915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4731086" y="260951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5012319" y="245656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4812700" y="305632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5009846" y="303090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4750374" y="314448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5024332" y="327420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4813442" y="258293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5044703" y="307068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4814667" y="277225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4997823" y="316255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4779176" y="21254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5025965" y="262617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4811390" y="234696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5003325" y="273601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4754857" y="235112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5034915" y="297580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4730096" y="265099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5025175" y="316696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4728271" y="200039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4960356" y="242046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4788228" y="281661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4956900" y="342422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4717321" y="337720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4993397" y="303890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4766812" y="242384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5028435" y="301773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4813215" y="228505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4967313" y="306407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4813981" y="223746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4982052" y="245581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4787167" y="343422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5045787" y="324278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4760960" y="307304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4959965" y="351443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4823611" y="267280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5014860" y="302340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4785553" y="213085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5046714" y="27121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4822918" y="20088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5045228" y="228619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4781732" y="263471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4948187" y="31672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4785445" y="274362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5039567" y="293153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4777194" y="292234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5017222" y="299176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4825088" y="23726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4998654" y="270466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4797118" y="283601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4999726" y="326130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4770266" y="242668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4961814" y="312475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4729732" y="281480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5002414" y="300524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4820263" y="308753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5031036" y="285603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4745584" y="220082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5007010" y="282555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4821504" y="244532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5023405" y="265423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4796685" y="176400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5017734" y="223363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4773181" y="29636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4940971" y="32046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4749760" y="286925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4945732" y="234397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4764722" y="281684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5035630" y="245301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4737670" y="287608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4972798" y="274824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4717359" y="362807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4957275" y="321334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4816142" y="28149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5010646" y="294439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4724686" y="23810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5039118" y="259340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4770719" y="306865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4957127" y="313792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4806430" y="377271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4939351" y="355475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4783148" y="333030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4944376" y="294501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4775040" y="306426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5008685" y="26885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4816108" y="290446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4995229" y="263811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4794304" y="272386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pt587"/>
            <p:cNvSpPr/>
            <p:nvPr/>
          </p:nvSpPr>
          <p:spPr>
            <a:xfrm>
              <a:off x="5033397" y="296724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pt588"/>
            <p:cNvSpPr/>
            <p:nvPr/>
          </p:nvSpPr>
          <p:spPr>
            <a:xfrm>
              <a:off x="4777980" y="294723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pt589"/>
            <p:cNvSpPr/>
            <p:nvPr/>
          </p:nvSpPr>
          <p:spPr>
            <a:xfrm>
              <a:off x="5030829" y="29764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pt590"/>
            <p:cNvSpPr/>
            <p:nvPr/>
          </p:nvSpPr>
          <p:spPr>
            <a:xfrm>
              <a:off x="4721442" y="290106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pt591"/>
            <p:cNvSpPr/>
            <p:nvPr/>
          </p:nvSpPr>
          <p:spPr>
            <a:xfrm>
              <a:off x="5000822" y="27959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pt592"/>
            <p:cNvSpPr/>
            <p:nvPr/>
          </p:nvSpPr>
          <p:spPr>
            <a:xfrm>
              <a:off x="4826049" y="270740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pt593"/>
            <p:cNvSpPr/>
            <p:nvPr/>
          </p:nvSpPr>
          <p:spPr>
            <a:xfrm>
              <a:off x="5037829" y="255264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pt594"/>
            <p:cNvSpPr/>
            <p:nvPr/>
          </p:nvSpPr>
          <p:spPr>
            <a:xfrm>
              <a:off x="4781311" y="275302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pt595"/>
            <p:cNvSpPr/>
            <p:nvPr/>
          </p:nvSpPr>
          <p:spPr>
            <a:xfrm>
              <a:off x="5019462" y="273640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pt596"/>
            <p:cNvSpPr/>
            <p:nvPr/>
          </p:nvSpPr>
          <p:spPr>
            <a:xfrm>
              <a:off x="4817175" y="301402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4991248" y="263457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4748894" y="248418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4990947" y="226768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pt600"/>
            <p:cNvSpPr/>
            <p:nvPr/>
          </p:nvSpPr>
          <p:spPr>
            <a:xfrm>
              <a:off x="4758402" y="323118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pt601"/>
            <p:cNvSpPr/>
            <p:nvPr/>
          </p:nvSpPr>
          <p:spPr>
            <a:xfrm>
              <a:off x="5029523" y="321530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pt602"/>
            <p:cNvSpPr/>
            <p:nvPr/>
          </p:nvSpPr>
          <p:spPr>
            <a:xfrm>
              <a:off x="4810041" y="349236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pt603"/>
            <p:cNvSpPr/>
            <p:nvPr/>
          </p:nvSpPr>
          <p:spPr>
            <a:xfrm>
              <a:off x="4984505" y="322460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pt604"/>
            <p:cNvSpPr/>
            <p:nvPr/>
          </p:nvSpPr>
          <p:spPr>
            <a:xfrm>
              <a:off x="4749754" y="208558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pt605"/>
            <p:cNvSpPr/>
            <p:nvPr/>
          </p:nvSpPr>
          <p:spPr>
            <a:xfrm>
              <a:off x="5022472" y="225525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pt606"/>
            <p:cNvSpPr/>
            <p:nvPr/>
          </p:nvSpPr>
          <p:spPr>
            <a:xfrm>
              <a:off x="6341573" y="250735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pt607"/>
            <p:cNvSpPr/>
            <p:nvPr/>
          </p:nvSpPr>
          <p:spPr>
            <a:xfrm>
              <a:off x="6576925" y="257244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pt608"/>
            <p:cNvSpPr/>
            <p:nvPr/>
          </p:nvSpPr>
          <p:spPr>
            <a:xfrm>
              <a:off x="6274157" y="317200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pt609"/>
            <p:cNvSpPr/>
            <p:nvPr/>
          </p:nvSpPr>
          <p:spPr>
            <a:xfrm>
              <a:off x="6497072" y="355342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6345326" y="256746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pt611"/>
            <p:cNvSpPr/>
            <p:nvPr/>
          </p:nvSpPr>
          <p:spPr>
            <a:xfrm>
              <a:off x="6563362" y="23591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pt612"/>
            <p:cNvSpPr/>
            <p:nvPr/>
          </p:nvSpPr>
          <p:spPr>
            <a:xfrm>
              <a:off x="6301658" y="296710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6493161" y="269886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pt614"/>
            <p:cNvSpPr/>
            <p:nvPr/>
          </p:nvSpPr>
          <p:spPr>
            <a:xfrm>
              <a:off x="6329561" y="233249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pt615"/>
            <p:cNvSpPr/>
            <p:nvPr/>
          </p:nvSpPr>
          <p:spPr>
            <a:xfrm>
              <a:off x="6482956" y="285244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6302018" y="18953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pt617"/>
            <p:cNvSpPr/>
            <p:nvPr/>
          </p:nvSpPr>
          <p:spPr>
            <a:xfrm>
              <a:off x="6581115" y="228861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pt618"/>
            <p:cNvSpPr/>
            <p:nvPr/>
          </p:nvSpPr>
          <p:spPr>
            <a:xfrm>
              <a:off x="6355358" y="317861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6523762" y="307383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pt620"/>
            <p:cNvSpPr/>
            <p:nvPr/>
          </p:nvSpPr>
          <p:spPr>
            <a:xfrm>
              <a:off x="6282489" y="265001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6543186" y="285926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6283699" y="267658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6565417" y="279395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pt624"/>
            <p:cNvSpPr/>
            <p:nvPr/>
          </p:nvSpPr>
          <p:spPr>
            <a:xfrm>
              <a:off x="6296645" y="311114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6558906" y="255712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6315102" y="170318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6556835" y="204564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6283918" y="302946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6535776" y="275245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6271585" y="275470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6533131" y="273145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6292540" y="227507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6532508" y="336471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6296358" y="27682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6565247" y="268883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6271759" y="311592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6476615" y="325125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6318994" y="30199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6478589" y="320460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pt640"/>
            <p:cNvSpPr/>
            <p:nvPr/>
          </p:nvSpPr>
          <p:spPr>
            <a:xfrm>
              <a:off x="6278467" y="284429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pt641"/>
            <p:cNvSpPr/>
            <p:nvPr/>
          </p:nvSpPr>
          <p:spPr>
            <a:xfrm>
              <a:off x="6545010" y="238955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pt642"/>
            <p:cNvSpPr/>
            <p:nvPr/>
          </p:nvSpPr>
          <p:spPr>
            <a:xfrm>
              <a:off x="6325525" y="29284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pt643"/>
            <p:cNvSpPr/>
            <p:nvPr/>
          </p:nvSpPr>
          <p:spPr>
            <a:xfrm>
              <a:off x="6516848" y="257896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pt644"/>
            <p:cNvSpPr/>
            <p:nvPr/>
          </p:nvSpPr>
          <p:spPr>
            <a:xfrm>
              <a:off x="6294627" y="248032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pt645"/>
            <p:cNvSpPr/>
            <p:nvPr/>
          </p:nvSpPr>
          <p:spPr>
            <a:xfrm>
              <a:off x="6516069" y="321297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pt646"/>
            <p:cNvSpPr/>
            <p:nvPr/>
          </p:nvSpPr>
          <p:spPr>
            <a:xfrm>
              <a:off x="6270913" y="307158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pt647"/>
            <p:cNvSpPr/>
            <p:nvPr/>
          </p:nvSpPr>
          <p:spPr>
            <a:xfrm>
              <a:off x="6479925" y="302869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pt648"/>
            <p:cNvSpPr/>
            <p:nvPr/>
          </p:nvSpPr>
          <p:spPr>
            <a:xfrm>
              <a:off x="6270824" y="22952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pt649"/>
            <p:cNvSpPr/>
            <p:nvPr/>
          </p:nvSpPr>
          <p:spPr>
            <a:xfrm>
              <a:off x="6561728" y="263786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pt650"/>
            <p:cNvSpPr/>
            <p:nvPr/>
          </p:nvSpPr>
          <p:spPr>
            <a:xfrm>
              <a:off x="6353500" y="312284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pt651"/>
            <p:cNvSpPr/>
            <p:nvPr/>
          </p:nvSpPr>
          <p:spPr>
            <a:xfrm>
              <a:off x="6529531" y="351343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pt652"/>
            <p:cNvSpPr/>
            <p:nvPr/>
          </p:nvSpPr>
          <p:spPr>
            <a:xfrm>
              <a:off x="6323184" y="330758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pt653"/>
            <p:cNvSpPr/>
            <p:nvPr/>
          </p:nvSpPr>
          <p:spPr>
            <a:xfrm>
              <a:off x="6479934" y="286566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pt654"/>
            <p:cNvSpPr/>
            <p:nvPr/>
          </p:nvSpPr>
          <p:spPr>
            <a:xfrm>
              <a:off x="6264860" y="216208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pt655"/>
            <p:cNvSpPr/>
            <p:nvPr/>
          </p:nvSpPr>
          <p:spPr>
            <a:xfrm>
              <a:off x="6549021" y="280488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6260354" y="235799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6544326" y="284340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pt658"/>
            <p:cNvSpPr/>
            <p:nvPr/>
          </p:nvSpPr>
          <p:spPr>
            <a:xfrm>
              <a:off x="6259058" y="249710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6519887" y="286774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6262813" y="315797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pt661"/>
            <p:cNvSpPr/>
            <p:nvPr/>
          </p:nvSpPr>
          <p:spPr>
            <a:xfrm>
              <a:off x="6579929" y="249034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6303659" y="304329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6560290" y="268521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6291352" y="241246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6478859" y="279157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6278598" y="257882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6506927" y="224637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6346868" y="292726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6504783" y="270095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pt670"/>
            <p:cNvSpPr/>
            <p:nvPr/>
          </p:nvSpPr>
          <p:spPr>
            <a:xfrm>
              <a:off x="6310789" y="22442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6541374" y="234275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6297998" y="292833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pt673"/>
            <p:cNvSpPr/>
            <p:nvPr/>
          </p:nvSpPr>
          <p:spPr>
            <a:xfrm>
              <a:off x="6492858" y="299256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6271936" y="25138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6499260" y="28495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pt676"/>
            <p:cNvSpPr/>
            <p:nvPr/>
          </p:nvSpPr>
          <p:spPr>
            <a:xfrm>
              <a:off x="6355442" y="350292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6576254" y="357892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6359355" y="233665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pt679"/>
            <p:cNvSpPr/>
            <p:nvPr/>
          </p:nvSpPr>
          <p:spPr>
            <a:xfrm>
              <a:off x="6553954" y="298137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6321076" y="254947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6528932" y="283787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pt682"/>
            <p:cNvSpPr/>
            <p:nvPr/>
          </p:nvSpPr>
          <p:spPr>
            <a:xfrm>
              <a:off x="6356538" y="263604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6568556" y="302798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6268738" y="251546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pt685"/>
            <p:cNvSpPr/>
            <p:nvPr/>
          </p:nvSpPr>
          <p:spPr>
            <a:xfrm>
              <a:off x="6559171" y="254261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6274277" y="254488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6565849" y="288835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pt688"/>
            <p:cNvSpPr/>
            <p:nvPr/>
          </p:nvSpPr>
          <p:spPr>
            <a:xfrm>
              <a:off x="6356147" y="27560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6483011" y="281927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6260135" y="26204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6479590" y="247874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6273834" y="293072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6520629" y="343426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6348146" y="319769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6513303" y="271880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6289927" y="273435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6505991" y="278414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6306827" y="278955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6488402" y="302107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6269071" y="284650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6503507" y="241210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6359544" y="190479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6562517" y="228102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6273877" y="244235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6489431" y="253060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6337615" y="218741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6520861" y="245263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6277947" y="303801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6561477" y="30380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6275522" y="244050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6550613" y="255404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6314508" y="260959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6509117" y="25526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6345838" y="304460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6540985" y="286865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6355063" y="219145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6541831" y="261015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6284848" y="281399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6538102" y="271571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6358543" y="265512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6495941" y="303296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6255992" y="274635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6575712" y="294549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6308649" y="249426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6491740" y="278760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6257108" y="249116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6535032" y="295968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6321844" y="276619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6516024" y="282239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6281055" y="239804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6524883" y="262338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6357673" y="291548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6497290" y="239598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6319218" y="223713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6553078" y="222845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6265376" y="266569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6543987" y="274666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6309921" y="279316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6570567" y="261946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6270491" y="215205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6544707" y="310445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6255667" y="315950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6477735" y="264731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6355567" y="28601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6506509" y="336217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6293273" y="268006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pt747"/>
            <p:cNvSpPr/>
            <p:nvPr/>
          </p:nvSpPr>
          <p:spPr>
            <a:xfrm>
              <a:off x="6495086" y="269198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pt748"/>
            <p:cNvSpPr/>
            <p:nvPr/>
          </p:nvSpPr>
          <p:spPr>
            <a:xfrm>
              <a:off x="6350861" y="271983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pt749"/>
            <p:cNvSpPr/>
            <p:nvPr/>
          </p:nvSpPr>
          <p:spPr>
            <a:xfrm>
              <a:off x="6487981" y="27141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pt750"/>
            <p:cNvSpPr/>
            <p:nvPr/>
          </p:nvSpPr>
          <p:spPr>
            <a:xfrm>
              <a:off x="6261692" y="269473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pt751"/>
            <p:cNvSpPr/>
            <p:nvPr/>
          </p:nvSpPr>
          <p:spPr>
            <a:xfrm>
              <a:off x="6526167" y="297651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pt752"/>
            <p:cNvSpPr/>
            <p:nvPr/>
          </p:nvSpPr>
          <p:spPr>
            <a:xfrm>
              <a:off x="6353296" y="273202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pt753"/>
            <p:cNvSpPr/>
            <p:nvPr/>
          </p:nvSpPr>
          <p:spPr>
            <a:xfrm>
              <a:off x="6476776" y="260690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pt754"/>
            <p:cNvSpPr/>
            <p:nvPr/>
          </p:nvSpPr>
          <p:spPr>
            <a:xfrm>
              <a:off x="6349690" y="312426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pt755"/>
            <p:cNvSpPr/>
            <p:nvPr/>
          </p:nvSpPr>
          <p:spPr>
            <a:xfrm>
              <a:off x="6519663" y="272995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pt756"/>
            <p:cNvSpPr/>
            <p:nvPr/>
          </p:nvSpPr>
          <p:spPr>
            <a:xfrm>
              <a:off x="6342878" y="30369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pt757"/>
            <p:cNvSpPr/>
            <p:nvPr/>
          </p:nvSpPr>
          <p:spPr>
            <a:xfrm>
              <a:off x="6508785" y="236460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pt758"/>
            <p:cNvSpPr/>
            <p:nvPr/>
          </p:nvSpPr>
          <p:spPr>
            <a:xfrm>
              <a:off x="6358925" y="324822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pt759"/>
            <p:cNvSpPr/>
            <p:nvPr/>
          </p:nvSpPr>
          <p:spPr>
            <a:xfrm>
              <a:off x="6568265" y="340177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6340073" y="301593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6515321" y="290093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6356815" y="288307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pt763"/>
            <p:cNvSpPr/>
            <p:nvPr/>
          </p:nvSpPr>
          <p:spPr>
            <a:xfrm>
              <a:off x="6580073" y="270564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pt764"/>
            <p:cNvSpPr/>
            <p:nvPr/>
          </p:nvSpPr>
          <p:spPr>
            <a:xfrm>
              <a:off x="6339863" y="276549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pt765"/>
            <p:cNvSpPr/>
            <p:nvPr/>
          </p:nvSpPr>
          <p:spPr>
            <a:xfrm>
              <a:off x="6563245" y="265580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pt766"/>
            <p:cNvSpPr/>
            <p:nvPr/>
          </p:nvSpPr>
          <p:spPr>
            <a:xfrm>
              <a:off x="6270731" y="284938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pt767"/>
            <p:cNvSpPr/>
            <p:nvPr/>
          </p:nvSpPr>
          <p:spPr>
            <a:xfrm>
              <a:off x="6513918" y="307700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pt768"/>
            <p:cNvSpPr/>
            <p:nvPr/>
          </p:nvSpPr>
          <p:spPr>
            <a:xfrm>
              <a:off x="6352988" y="271323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pt769"/>
            <p:cNvSpPr/>
            <p:nvPr/>
          </p:nvSpPr>
          <p:spPr>
            <a:xfrm>
              <a:off x="6510798" y="254532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pt770"/>
            <p:cNvSpPr/>
            <p:nvPr/>
          </p:nvSpPr>
          <p:spPr>
            <a:xfrm>
              <a:off x="6354518" y="296526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pt771"/>
            <p:cNvSpPr/>
            <p:nvPr/>
          </p:nvSpPr>
          <p:spPr>
            <a:xfrm>
              <a:off x="6560784" y="271789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pt772"/>
            <p:cNvSpPr/>
            <p:nvPr/>
          </p:nvSpPr>
          <p:spPr>
            <a:xfrm>
              <a:off x="6301468" y="300850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pt773"/>
            <p:cNvSpPr/>
            <p:nvPr/>
          </p:nvSpPr>
          <p:spPr>
            <a:xfrm>
              <a:off x="6557729" y="315415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pt774"/>
            <p:cNvSpPr/>
            <p:nvPr/>
          </p:nvSpPr>
          <p:spPr>
            <a:xfrm>
              <a:off x="6315910" y="300741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pt775"/>
            <p:cNvSpPr/>
            <p:nvPr/>
          </p:nvSpPr>
          <p:spPr>
            <a:xfrm>
              <a:off x="6503041" y="265726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pt776"/>
            <p:cNvSpPr/>
            <p:nvPr/>
          </p:nvSpPr>
          <p:spPr>
            <a:xfrm>
              <a:off x="6305124" y="288856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pt777"/>
            <p:cNvSpPr/>
            <p:nvPr/>
          </p:nvSpPr>
          <p:spPr>
            <a:xfrm>
              <a:off x="6579971" y="299711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pt778"/>
            <p:cNvSpPr/>
            <p:nvPr/>
          </p:nvSpPr>
          <p:spPr>
            <a:xfrm>
              <a:off x="6314035" y="251453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pt779"/>
            <p:cNvSpPr/>
            <p:nvPr/>
          </p:nvSpPr>
          <p:spPr>
            <a:xfrm>
              <a:off x="6515312" y="262955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pt780"/>
            <p:cNvSpPr/>
            <p:nvPr/>
          </p:nvSpPr>
          <p:spPr>
            <a:xfrm>
              <a:off x="6356031" y="268731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pt781"/>
            <p:cNvSpPr/>
            <p:nvPr/>
          </p:nvSpPr>
          <p:spPr>
            <a:xfrm>
              <a:off x="6570797" y="284522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pt782"/>
            <p:cNvSpPr/>
            <p:nvPr/>
          </p:nvSpPr>
          <p:spPr>
            <a:xfrm>
              <a:off x="6298341" y="286505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pt783"/>
            <p:cNvSpPr/>
            <p:nvPr/>
          </p:nvSpPr>
          <p:spPr>
            <a:xfrm>
              <a:off x="6487176" y="279484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pt784"/>
            <p:cNvSpPr/>
            <p:nvPr/>
          </p:nvSpPr>
          <p:spPr>
            <a:xfrm>
              <a:off x="6291758" y="284621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pt785"/>
            <p:cNvSpPr/>
            <p:nvPr/>
          </p:nvSpPr>
          <p:spPr>
            <a:xfrm>
              <a:off x="6487955" y="289633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pt786"/>
            <p:cNvSpPr/>
            <p:nvPr/>
          </p:nvSpPr>
          <p:spPr>
            <a:xfrm>
              <a:off x="6359043" y="217988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pt787"/>
            <p:cNvSpPr/>
            <p:nvPr/>
          </p:nvSpPr>
          <p:spPr>
            <a:xfrm>
              <a:off x="6478640" y="237184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pt788"/>
            <p:cNvSpPr/>
            <p:nvPr/>
          </p:nvSpPr>
          <p:spPr>
            <a:xfrm>
              <a:off x="6273766" y="226637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pt789"/>
            <p:cNvSpPr/>
            <p:nvPr/>
          </p:nvSpPr>
          <p:spPr>
            <a:xfrm>
              <a:off x="6515920" y="261441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pt790"/>
            <p:cNvSpPr/>
            <p:nvPr/>
          </p:nvSpPr>
          <p:spPr>
            <a:xfrm>
              <a:off x="6351409" y="191053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pt791"/>
            <p:cNvSpPr/>
            <p:nvPr/>
          </p:nvSpPr>
          <p:spPr>
            <a:xfrm>
              <a:off x="6487117" y="205279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pt792"/>
            <p:cNvSpPr/>
            <p:nvPr/>
          </p:nvSpPr>
          <p:spPr>
            <a:xfrm>
              <a:off x="6359159" y="25950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pt793"/>
            <p:cNvSpPr/>
            <p:nvPr/>
          </p:nvSpPr>
          <p:spPr>
            <a:xfrm>
              <a:off x="6570319" y="264708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6282551" y="237436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6510972" y="245816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6261838" y="264462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6582046" y="285032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6282067" y="31990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6520836" y="324100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6274123" y="284920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6569209" y="274789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6314349" y="219896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6524036" y="248433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6331040" y="275508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6491275" y="280432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6275128" y="259903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6583687" y="261225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6278339" y="233239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6511788" y="236918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6280151" y="244169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6557036" y="279821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6309731" y="270422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6567641" y="299064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6266396" y="262345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6571013" y="230499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6337612" y="290459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6581111" y="250455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6351038" y="329475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6526271" y="268912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6257314" y="246988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6501135" y="290815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6333130" y="261782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6583041" y="275572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6254082" y="248240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6584064" y="261578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6330152" y="296507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6577834" y="289321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6274846" y="291953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6569456" y="290425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6253688" y="276534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6556670" y="291907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6269225" y="285441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6476447" y="302640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6252362" y="28368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6510733" y="260590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6324248" y="233221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6490495" y="275678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6280717" y="285503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6509626" y="318139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6255230" y="274961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6571074" y="258125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6277342" y="269678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6543723" y="320008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6297197" y="293611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6551704" y="252620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6328061" y="234015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6492802" y="254339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6285562" y="288854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6525405" y="2939160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6283078" y="271479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6517197" y="295532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6345742" y="289635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6498421" y="260684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6288009" y="272970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6496292" y="254382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6304730" y="2896900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6530633" y="2707308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6353160" y="243646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6565284" y="252361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6257646" y="2635955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6485921" y="300517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6336253" y="283588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6513651" y="250750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6264500" y="228234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6558909" y="2457654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pt866"/>
            <p:cNvSpPr/>
            <p:nvPr/>
          </p:nvSpPr>
          <p:spPr>
            <a:xfrm>
              <a:off x="6283670" y="254994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pt867"/>
            <p:cNvSpPr/>
            <p:nvPr/>
          </p:nvSpPr>
          <p:spPr>
            <a:xfrm>
              <a:off x="6513012" y="269579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pt868"/>
            <p:cNvSpPr/>
            <p:nvPr/>
          </p:nvSpPr>
          <p:spPr>
            <a:xfrm>
              <a:off x="6299822" y="2704258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pt869"/>
            <p:cNvSpPr/>
            <p:nvPr/>
          </p:nvSpPr>
          <p:spPr>
            <a:xfrm>
              <a:off x="6490322" y="2845436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pt870"/>
            <p:cNvSpPr/>
            <p:nvPr/>
          </p:nvSpPr>
          <p:spPr>
            <a:xfrm>
              <a:off x="6346276" y="328286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pt871"/>
            <p:cNvSpPr/>
            <p:nvPr/>
          </p:nvSpPr>
          <p:spPr>
            <a:xfrm>
              <a:off x="6556763" y="328469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pt872"/>
            <p:cNvSpPr/>
            <p:nvPr/>
          </p:nvSpPr>
          <p:spPr>
            <a:xfrm>
              <a:off x="6330933" y="3888507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pt873"/>
            <p:cNvSpPr/>
            <p:nvPr/>
          </p:nvSpPr>
          <p:spPr>
            <a:xfrm>
              <a:off x="6532112" y="359873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pt874"/>
            <p:cNvSpPr/>
            <p:nvPr/>
          </p:nvSpPr>
          <p:spPr>
            <a:xfrm>
              <a:off x="6313717" y="243452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pt875"/>
            <p:cNvSpPr/>
            <p:nvPr/>
          </p:nvSpPr>
          <p:spPr>
            <a:xfrm>
              <a:off x="6529640" y="2676211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pt876"/>
            <p:cNvSpPr/>
            <p:nvPr/>
          </p:nvSpPr>
          <p:spPr>
            <a:xfrm>
              <a:off x="6294034" y="2126904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pt877"/>
            <p:cNvSpPr/>
            <p:nvPr/>
          </p:nvSpPr>
          <p:spPr>
            <a:xfrm>
              <a:off x="6574497" y="246479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pt878"/>
            <p:cNvSpPr/>
            <p:nvPr/>
          </p:nvSpPr>
          <p:spPr>
            <a:xfrm>
              <a:off x="6297804" y="3100546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pt879"/>
            <p:cNvSpPr/>
            <p:nvPr/>
          </p:nvSpPr>
          <p:spPr>
            <a:xfrm>
              <a:off x="6513809" y="271401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pt880"/>
            <p:cNvSpPr/>
            <p:nvPr/>
          </p:nvSpPr>
          <p:spPr>
            <a:xfrm>
              <a:off x="6303245" y="2851731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pt881"/>
            <p:cNvSpPr/>
            <p:nvPr/>
          </p:nvSpPr>
          <p:spPr>
            <a:xfrm>
              <a:off x="6514448" y="2592885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pt882"/>
            <p:cNvSpPr/>
            <p:nvPr/>
          </p:nvSpPr>
          <p:spPr>
            <a:xfrm>
              <a:off x="6280752" y="260515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pt883"/>
            <p:cNvSpPr/>
            <p:nvPr/>
          </p:nvSpPr>
          <p:spPr>
            <a:xfrm>
              <a:off x="6506254" y="2577342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pt884"/>
            <p:cNvSpPr/>
            <p:nvPr/>
          </p:nvSpPr>
          <p:spPr>
            <a:xfrm>
              <a:off x="6360811" y="2823542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pt885"/>
            <p:cNvSpPr/>
            <p:nvPr/>
          </p:nvSpPr>
          <p:spPr>
            <a:xfrm>
              <a:off x="6506425" y="2687047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pt886"/>
            <p:cNvSpPr/>
            <p:nvPr/>
          </p:nvSpPr>
          <p:spPr>
            <a:xfrm>
              <a:off x="6312834" y="2605053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pt887"/>
            <p:cNvSpPr/>
            <p:nvPr/>
          </p:nvSpPr>
          <p:spPr>
            <a:xfrm>
              <a:off x="6480013" y="2679743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pl888"/>
            <p:cNvSpPr/>
            <p:nvPr/>
          </p:nvSpPr>
          <p:spPr>
            <a:xfrm>
              <a:off x="1728933" y="2460044"/>
              <a:ext cx="0" cy="472934"/>
            </a:xfrm>
            <a:custGeom>
              <a:avLst/>
              <a:pathLst>
                <a:path w="0" h="472934">
                  <a:moveTo>
                    <a:pt x="0" y="47293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89"/>
            <p:cNvSpPr/>
            <p:nvPr/>
          </p:nvSpPr>
          <p:spPr>
            <a:xfrm>
              <a:off x="1728933" y="3353650"/>
              <a:ext cx="0" cy="607156"/>
            </a:xfrm>
            <a:custGeom>
              <a:avLst/>
              <a:pathLst>
                <a:path w="0" h="607156">
                  <a:moveTo>
                    <a:pt x="0" y="0"/>
                  </a:moveTo>
                  <a:lnTo>
                    <a:pt x="0" y="607156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1618103" y="2932979"/>
              <a:ext cx="221659" cy="420671"/>
            </a:xfrm>
            <a:custGeom>
              <a:avLst/>
              <a:pathLst>
                <a:path w="221659" h="420671">
                  <a:moveTo>
                    <a:pt x="0" y="0"/>
                  </a:moveTo>
                  <a:lnTo>
                    <a:pt x="0" y="420671"/>
                  </a:lnTo>
                  <a:lnTo>
                    <a:pt x="221659" y="420671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2" name="pl891"/>
            <p:cNvSpPr/>
            <p:nvPr/>
          </p:nvSpPr>
          <p:spPr>
            <a:xfrm>
              <a:off x="1618103" y="3174376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3" name="pl892"/>
            <p:cNvSpPr/>
            <p:nvPr/>
          </p:nvSpPr>
          <p:spPr>
            <a:xfrm>
              <a:off x="3265359" y="2228885"/>
              <a:ext cx="0" cy="448927"/>
            </a:xfrm>
            <a:custGeom>
              <a:avLst/>
              <a:pathLst>
                <a:path w="0" h="448927">
                  <a:moveTo>
                    <a:pt x="0" y="44892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3"/>
            <p:cNvSpPr/>
            <p:nvPr/>
          </p:nvSpPr>
          <p:spPr>
            <a:xfrm>
              <a:off x="3265359" y="3112551"/>
              <a:ext cx="0" cy="626512"/>
            </a:xfrm>
            <a:custGeom>
              <a:avLst/>
              <a:pathLst>
                <a:path w="0" h="626512">
                  <a:moveTo>
                    <a:pt x="0" y="0"/>
                  </a:moveTo>
                  <a:lnTo>
                    <a:pt x="0" y="626512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3154529" y="2677813"/>
              <a:ext cx="221659" cy="434737"/>
            </a:xfrm>
            <a:custGeom>
              <a:avLst/>
              <a:pathLst>
                <a:path w="221659" h="434737">
                  <a:moveTo>
                    <a:pt x="0" y="0"/>
                  </a:moveTo>
                  <a:lnTo>
                    <a:pt x="0" y="434737"/>
                  </a:lnTo>
                  <a:lnTo>
                    <a:pt x="221659" y="434737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6" name="pl895"/>
            <p:cNvSpPr/>
            <p:nvPr/>
          </p:nvSpPr>
          <p:spPr>
            <a:xfrm>
              <a:off x="3154529" y="2847991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7" name="pl896"/>
            <p:cNvSpPr/>
            <p:nvPr/>
          </p:nvSpPr>
          <p:spPr>
            <a:xfrm>
              <a:off x="4801786" y="1794788"/>
              <a:ext cx="0" cy="594247"/>
            </a:xfrm>
            <a:custGeom>
              <a:avLst/>
              <a:pathLst>
                <a:path w="0" h="594247">
                  <a:moveTo>
                    <a:pt x="0" y="59424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7"/>
            <p:cNvSpPr/>
            <p:nvPr/>
          </p:nvSpPr>
          <p:spPr>
            <a:xfrm>
              <a:off x="4801786" y="2937529"/>
              <a:ext cx="0" cy="818101"/>
            </a:xfrm>
            <a:custGeom>
              <a:avLst/>
              <a:pathLst>
                <a:path w="0" h="818101">
                  <a:moveTo>
                    <a:pt x="0" y="0"/>
                  </a:moveTo>
                  <a:lnTo>
                    <a:pt x="0" y="818101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4690956" y="2389035"/>
              <a:ext cx="221659" cy="548493"/>
            </a:xfrm>
            <a:custGeom>
              <a:avLst/>
              <a:pathLst>
                <a:path w="221659" h="548493">
                  <a:moveTo>
                    <a:pt x="0" y="0"/>
                  </a:moveTo>
                  <a:lnTo>
                    <a:pt x="0" y="548493"/>
                  </a:lnTo>
                  <a:lnTo>
                    <a:pt x="221659" y="548493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0" name="pl899"/>
            <p:cNvSpPr/>
            <p:nvPr/>
          </p:nvSpPr>
          <p:spPr>
            <a:xfrm>
              <a:off x="4690956" y="2651979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1" name="pl900"/>
            <p:cNvSpPr/>
            <p:nvPr/>
          </p:nvSpPr>
          <p:spPr>
            <a:xfrm>
              <a:off x="6338212" y="1926095"/>
              <a:ext cx="0" cy="598950"/>
            </a:xfrm>
            <a:custGeom>
              <a:avLst/>
              <a:pathLst>
                <a:path w="0" h="598950">
                  <a:moveTo>
                    <a:pt x="0" y="59895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1"/>
            <p:cNvSpPr/>
            <p:nvPr/>
          </p:nvSpPr>
          <p:spPr>
            <a:xfrm>
              <a:off x="6338212" y="2950313"/>
              <a:ext cx="0" cy="583391"/>
            </a:xfrm>
            <a:custGeom>
              <a:avLst/>
              <a:pathLst>
                <a:path w="0" h="583391">
                  <a:moveTo>
                    <a:pt x="0" y="0"/>
                  </a:moveTo>
                  <a:lnTo>
                    <a:pt x="0" y="583391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6227382" y="2525045"/>
              <a:ext cx="221659" cy="425267"/>
            </a:xfrm>
            <a:custGeom>
              <a:avLst/>
              <a:pathLst>
                <a:path w="221659" h="425267">
                  <a:moveTo>
                    <a:pt x="0" y="0"/>
                  </a:moveTo>
                  <a:lnTo>
                    <a:pt x="0" y="425267"/>
                  </a:lnTo>
                  <a:lnTo>
                    <a:pt x="221659" y="425267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4" name="pl903"/>
            <p:cNvSpPr/>
            <p:nvPr/>
          </p:nvSpPr>
          <p:spPr>
            <a:xfrm>
              <a:off x="6227382" y="2760483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5" name="pl904"/>
            <p:cNvSpPr/>
            <p:nvPr/>
          </p:nvSpPr>
          <p:spPr>
            <a:xfrm>
              <a:off x="1950592" y="2491969"/>
              <a:ext cx="0" cy="508986"/>
            </a:xfrm>
            <a:custGeom>
              <a:avLst/>
              <a:pathLst>
                <a:path w="0" h="508986">
                  <a:moveTo>
                    <a:pt x="0" y="508986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5"/>
            <p:cNvSpPr/>
            <p:nvPr/>
          </p:nvSpPr>
          <p:spPr>
            <a:xfrm>
              <a:off x="1950592" y="3347971"/>
              <a:ext cx="0" cy="304441"/>
            </a:xfrm>
            <a:custGeom>
              <a:avLst/>
              <a:pathLst>
                <a:path w="0" h="304441">
                  <a:moveTo>
                    <a:pt x="0" y="0"/>
                  </a:moveTo>
                  <a:lnTo>
                    <a:pt x="0" y="304441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1839762" y="3000955"/>
              <a:ext cx="221659" cy="347016"/>
            </a:xfrm>
            <a:custGeom>
              <a:avLst/>
              <a:pathLst>
                <a:path w="221659" h="347016">
                  <a:moveTo>
                    <a:pt x="0" y="0"/>
                  </a:moveTo>
                  <a:lnTo>
                    <a:pt x="0" y="347016"/>
                  </a:lnTo>
                  <a:lnTo>
                    <a:pt x="221659" y="347016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" name="pl907"/>
            <p:cNvSpPr/>
            <p:nvPr/>
          </p:nvSpPr>
          <p:spPr>
            <a:xfrm>
              <a:off x="1839762" y="3213150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9" name="pl908"/>
            <p:cNvSpPr/>
            <p:nvPr/>
          </p:nvSpPr>
          <p:spPr>
            <a:xfrm>
              <a:off x="3487019" y="2181952"/>
              <a:ext cx="0" cy="572639"/>
            </a:xfrm>
            <a:custGeom>
              <a:avLst/>
              <a:pathLst>
                <a:path w="0" h="572639">
                  <a:moveTo>
                    <a:pt x="0" y="57263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09"/>
            <p:cNvSpPr/>
            <p:nvPr/>
          </p:nvSpPr>
          <p:spPr>
            <a:xfrm>
              <a:off x="3487019" y="3185880"/>
              <a:ext cx="0" cy="533251"/>
            </a:xfrm>
            <a:custGeom>
              <a:avLst/>
              <a:pathLst>
                <a:path w="0" h="533251">
                  <a:moveTo>
                    <a:pt x="0" y="0"/>
                  </a:moveTo>
                  <a:lnTo>
                    <a:pt x="0" y="533251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3376189" y="2754591"/>
              <a:ext cx="221659" cy="431288"/>
            </a:xfrm>
            <a:custGeom>
              <a:avLst/>
              <a:pathLst>
                <a:path w="221659" h="431288">
                  <a:moveTo>
                    <a:pt x="0" y="0"/>
                  </a:moveTo>
                  <a:lnTo>
                    <a:pt x="0" y="431288"/>
                  </a:lnTo>
                  <a:lnTo>
                    <a:pt x="221659" y="431288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" name="pl911"/>
            <p:cNvSpPr/>
            <p:nvPr/>
          </p:nvSpPr>
          <p:spPr>
            <a:xfrm>
              <a:off x="3376189" y="2952506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3" name="pl912"/>
            <p:cNvSpPr/>
            <p:nvPr/>
          </p:nvSpPr>
          <p:spPr>
            <a:xfrm>
              <a:off x="5023445" y="2200031"/>
              <a:ext cx="0" cy="435392"/>
            </a:xfrm>
            <a:custGeom>
              <a:avLst/>
              <a:pathLst>
                <a:path w="0" h="435392">
                  <a:moveTo>
                    <a:pt x="0" y="435392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3"/>
            <p:cNvSpPr/>
            <p:nvPr/>
          </p:nvSpPr>
          <p:spPr>
            <a:xfrm>
              <a:off x="5023445" y="3098159"/>
              <a:ext cx="0" cy="492339"/>
            </a:xfrm>
            <a:custGeom>
              <a:avLst/>
              <a:pathLst>
                <a:path w="0" h="492339">
                  <a:moveTo>
                    <a:pt x="0" y="0"/>
                  </a:moveTo>
                  <a:lnTo>
                    <a:pt x="0" y="492339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4912615" y="2635424"/>
              <a:ext cx="221659" cy="462735"/>
            </a:xfrm>
            <a:custGeom>
              <a:avLst/>
              <a:pathLst>
                <a:path w="221659" h="462735">
                  <a:moveTo>
                    <a:pt x="0" y="0"/>
                  </a:moveTo>
                  <a:lnTo>
                    <a:pt x="0" y="462735"/>
                  </a:lnTo>
                  <a:lnTo>
                    <a:pt x="221659" y="462735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6" name="pl915"/>
            <p:cNvSpPr/>
            <p:nvPr/>
          </p:nvSpPr>
          <p:spPr>
            <a:xfrm>
              <a:off x="4912615" y="2779030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7" name="pl916"/>
            <p:cNvSpPr/>
            <p:nvPr/>
          </p:nvSpPr>
          <p:spPr>
            <a:xfrm>
              <a:off x="6559871" y="2259236"/>
              <a:ext cx="0" cy="348888"/>
            </a:xfrm>
            <a:custGeom>
              <a:avLst/>
              <a:pathLst>
                <a:path w="0" h="348888">
                  <a:moveTo>
                    <a:pt x="0" y="34888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7"/>
            <p:cNvSpPr/>
            <p:nvPr/>
          </p:nvSpPr>
          <p:spPr>
            <a:xfrm>
              <a:off x="6559871" y="2949862"/>
              <a:ext cx="0" cy="482693"/>
            </a:xfrm>
            <a:custGeom>
              <a:avLst/>
              <a:pathLst>
                <a:path w="0" h="482693">
                  <a:moveTo>
                    <a:pt x="0" y="0"/>
                  </a:moveTo>
                  <a:lnTo>
                    <a:pt x="0" y="482693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6449042" y="2608125"/>
              <a:ext cx="221659" cy="341737"/>
            </a:xfrm>
            <a:custGeom>
              <a:avLst/>
              <a:pathLst>
                <a:path w="221659" h="341737">
                  <a:moveTo>
                    <a:pt x="0" y="0"/>
                  </a:moveTo>
                  <a:lnTo>
                    <a:pt x="0" y="341737"/>
                  </a:lnTo>
                  <a:lnTo>
                    <a:pt x="221659" y="341737"/>
                  </a:lnTo>
                  <a:lnTo>
                    <a:pt x="221659" y="0"/>
                  </a:lnTo>
                  <a:close/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0" name="pl919"/>
            <p:cNvSpPr/>
            <p:nvPr/>
          </p:nvSpPr>
          <p:spPr>
            <a:xfrm>
              <a:off x="6449042" y="2749587"/>
              <a:ext cx="221659" cy="0"/>
            </a:xfrm>
            <a:custGeom>
              <a:avLst/>
              <a:pathLst>
                <a:path w="221659" h="0">
                  <a:moveTo>
                    <a:pt x="0" y="0"/>
                  </a:moveTo>
                  <a:lnTo>
                    <a:pt x="221659" y="0"/>
                  </a:lnTo>
                </a:path>
              </a:pathLst>
            </a:custGeom>
            <a:ln w="43362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839762" y="2505552"/>
              <a:ext cx="4654849" cy="667920"/>
            </a:xfrm>
            <a:custGeom>
              <a:avLst/>
              <a:pathLst>
                <a:path w="4654849" h="667920">
                  <a:moveTo>
                    <a:pt x="0" y="333651"/>
                  </a:moveTo>
                  <a:lnTo>
                    <a:pt x="1152629" y="301632"/>
                  </a:lnTo>
                  <a:lnTo>
                    <a:pt x="2216594" y="252387"/>
                  </a:lnTo>
                  <a:lnTo>
                    <a:pt x="3546551" y="132694"/>
                  </a:lnTo>
                  <a:lnTo>
                    <a:pt x="4654849" y="0"/>
                  </a:lnTo>
                  <a:lnTo>
                    <a:pt x="4654849" y="299410"/>
                  </a:lnTo>
                  <a:lnTo>
                    <a:pt x="3546551" y="333897"/>
                  </a:lnTo>
                  <a:lnTo>
                    <a:pt x="2216594" y="414822"/>
                  </a:lnTo>
                  <a:lnTo>
                    <a:pt x="1152629" y="526071"/>
                  </a:lnTo>
                  <a:lnTo>
                    <a:pt x="0" y="667920"/>
                  </a:lnTo>
                  <a:close/>
                </a:path>
              </a:pathLst>
            </a:custGeom>
            <a:solidFill>
              <a:srgbClr val="2F7F6F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22" name="pl921"/>
            <p:cNvSpPr/>
            <p:nvPr/>
          </p:nvSpPr>
          <p:spPr>
            <a:xfrm>
              <a:off x="1839762" y="2505552"/>
              <a:ext cx="4654849" cy="333651"/>
            </a:xfrm>
            <a:custGeom>
              <a:avLst/>
              <a:pathLst>
                <a:path w="4654849" h="333651">
                  <a:moveTo>
                    <a:pt x="0" y="333651"/>
                  </a:moveTo>
                  <a:lnTo>
                    <a:pt x="1152629" y="301632"/>
                  </a:lnTo>
                  <a:lnTo>
                    <a:pt x="2216594" y="252387"/>
                  </a:lnTo>
                  <a:lnTo>
                    <a:pt x="3546551" y="132694"/>
                  </a:lnTo>
                  <a:lnTo>
                    <a:pt x="46548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3" name="pl922"/>
            <p:cNvSpPr/>
            <p:nvPr/>
          </p:nvSpPr>
          <p:spPr>
            <a:xfrm>
              <a:off x="1839762" y="2804963"/>
              <a:ext cx="4654849" cy="368509"/>
            </a:xfrm>
            <a:custGeom>
              <a:avLst/>
              <a:pathLst>
                <a:path w="4654849" h="368509">
                  <a:moveTo>
                    <a:pt x="4654849" y="0"/>
                  </a:moveTo>
                  <a:lnTo>
                    <a:pt x="3546551" y="34486"/>
                  </a:lnTo>
                  <a:lnTo>
                    <a:pt x="2216594" y="115411"/>
                  </a:lnTo>
                  <a:lnTo>
                    <a:pt x="1152629" y="226660"/>
                  </a:lnTo>
                  <a:lnTo>
                    <a:pt x="0" y="3685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1839762" y="2645021"/>
              <a:ext cx="4654849" cy="605448"/>
            </a:xfrm>
            <a:custGeom>
              <a:avLst/>
              <a:pathLst>
                <a:path w="4654849" h="605448">
                  <a:moveTo>
                    <a:pt x="0" y="324761"/>
                  </a:moveTo>
                  <a:lnTo>
                    <a:pt x="1152629" y="286605"/>
                  </a:lnTo>
                  <a:lnTo>
                    <a:pt x="2216594" y="234980"/>
                  </a:lnTo>
                  <a:lnTo>
                    <a:pt x="3546551" y="121921"/>
                  </a:lnTo>
                  <a:lnTo>
                    <a:pt x="4654849" y="0"/>
                  </a:lnTo>
                  <a:lnTo>
                    <a:pt x="4654849" y="250519"/>
                  </a:lnTo>
                  <a:lnTo>
                    <a:pt x="3546551" y="290428"/>
                  </a:lnTo>
                  <a:lnTo>
                    <a:pt x="2216594" y="371566"/>
                  </a:lnTo>
                  <a:lnTo>
                    <a:pt x="1152629" y="475299"/>
                  </a:lnTo>
                  <a:lnTo>
                    <a:pt x="0" y="605448"/>
                  </a:lnTo>
                  <a:close/>
                </a:path>
              </a:pathLst>
            </a:custGeom>
            <a:solidFill>
              <a:srgbClr val="9C6B2F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25" name="pl924"/>
            <p:cNvSpPr/>
            <p:nvPr/>
          </p:nvSpPr>
          <p:spPr>
            <a:xfrm>
              <a:off x="1839762" y="2645021"/>
              <a:ext cx="4654849" cy="324761"/>
            </a:xfrm>
            <a:custGeom>
              <a:avLst/>
              <a:pathLst>
                <a:path w="4654849" h="324761">
                  <a:moveTo>
                    <a:pt x="0" y="324761"/>
                  </a:moveTo>
                  <a:lnTo>
                    <a:pt x="1152629" y="286605"/>
                  </a:lnTo>
                  <a:lnTo>
                    <a:pt x="2216594" y="234980"/>
                  </a:lnTo>
                  <a:lnTo>
                    <a:pt x="3546551" y="121921"/>
                  </a:lnTo>
                  <a:lnTo>
                    <a:pt x="465484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6" name="pl925"/>
            <p:cNvSpPr/>
            <p:nvPr/>
          </p:nvSpPr>
          <p:spPr>
            <a:xfrm>
              <a:off x="1839762" y="2895540"/>
              <a:ext cx="4654849" cy="354929"/>
            </a:xfrm>
            <a:custGeom>
              <a:avLst/>
              <a:pathLst>
                <a:path w="4654849" h="354929">
                  <a:moveTo>
                    <a:pt x="4654849" y="0"/>
                  </a:moveTo>
                  <a:lnTo>
                    <a:pt x="3546551" y="39909"/>
                  </a:lnTo>
                  <a:lnTo>
                    <a:pt x="2216594" y="121047"/>
                  </a:lnTo>
                  <a:lnTo>
                    <a:pt x="1152629" y="224780"/>
                  </a:lnTo>
                  <a:lnTo>
                    <a:pt x="0" y="3549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7" name="pl926"/>
            <p:cNvSpPr/>
            <p:nvPr/>
          </p:nvSpPr>
          <p:spPr>
            <a:xfrm>
              <a:off x="1839762" y="2655257"/>
              <a:ext cx="4654849" cy="351080"/>
            </a:xfrm>
            <a:custGeom>
              <a:avLst/>
              <a:pathLst>
                <a:path w="4654849" h="351080">
                  <a:moveTo>
                    <a:pt x="0" y="351080"/>
                  </a:moveTo>
                  <a:lnTo>
                    <a:pt x="1152629" y="264146"/>
                  </a:lnTo>
                  <a:lnTo>
                    <a:pt x="2216594" y="183899"/>
                  </a:lnTo>
                  <a:lnTo>
                    <a:pt x="3546551" y="83590"/>
                  </a:lnTo>
                  <a:lnTo>
                    <a:pt x="4654849" y="0"/>
                  </a:lnTo>
                </a:path>
              </a:pathLst>
            </a:custGeom>
            <a:ln w="3252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7"/>
            <p:cNvSpPr/>
            <p:nvPr/>
          </p:nvSpPr>
          <p:spPr>
            <a:xfrm>
              <a:off x="1839762" y="2770281"/>
              <a:ext cx="4654849" cy="339845"/>
            </a:xfrm>
            <a:custGeom>
              <a:avLst/>
              <a:pathLst>
                <a:path w="4654849" h="339845">
                  <a:moveTo>
                    <a:pt x="0" y="339845"/>
                  </a:moveTo>
                  <a:lnTo>
                    <a:pt x="1152629" y="255693"/>
                  </a:lnTo>
                  <a:lnTo>
                    <a:pt x="2216594" y="178014"/>
                  </a:lnTo>
                  <a:lnTo>
                    <a:pt x="3546551" y="80915"/>
                  </a:lnTo>
                  <a:lnTo>
                    <a:pt x="4654849" y="0"/>
                  </a:lnTo>
                </a:path>
              </a:pathLst>
            </a:custGeom>
            <a:ln w="3252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tx928"/>
            <p:cNvSpPr/>
            <p:nvPr/>
          </p:nvSpPr>
          <p:spPr>
            <a:xfrm>
              <a:off x="1839762" y="1075464"/>
              <a:ext cx="7433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Aboveground: </a:t>
              </a:r>
            </a:p>
          </p:txBody>
        </p:sp>
        <p:sp>
          <p:nvSpPr>
            <p:cNvPr id="930" name="tx929"/>
            <p:cNvSpPr/>
            <p:nvPr/>
          </p:nvSpPr>
          <p:spPr>
            <a:xfrm>
              <a:off x="2583078" y="1075464"/>
              <a:ext cx="7626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S</a:t>
              </a:r>
            </a:p>
          </p:txBody>
        </p:sp>
        <p:sp>
          <p:nvSpPr>
            <p:cNvPr id="931" name="tx930"/>
            <p:cNvSpPr/>
            <p:nvPr/>
          </p:nvSpPr>
          <p:spPr>
            <a:xfrm>
              <a:off x="2671944" y="1075464"/>
              <a:ext cx="2542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l</a:t>
              </a:r>
            </a:p>
          </p:txBody>
        </p:sp>
        <p:sp>
          <p:nvSpPr>
            <p:cNvPr id="932" name="tx931"/>
            <p:cNvSpPr/>
            <p:nvPr/>
          </p:nvSpPr>
          <p:spPr>
            <a:xfrm>
              <a:off x="2709668" y="1075464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o</a:t>
              </a:r>
            </a:p>
          </p:txBody>
        </p:sp>
        <p:sp>
          <p:nvSpPr>
            <p:cNvPr id="933" name="tx932"/>
            <p:cNvSpPr/>
            <p:nvPr/>
          </p:nvSpPr>
          <p:spPr>
            <a:xfrm>
              <a:off x="2782449" y="1075464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934" name="tx933"/>
            <p:cNvSpPr/>
            <p:nvPr/>
          </p:nvSpPr>
          <p:spPr>
            <a:xfrm>
              <a:off x="2855190" y="1075464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e</a:t>
              </a:r>
            </a:p>
          </p:txBody>
        </p:sp>
        <p:sp>
          <p:nvSpPr>
            <p:cNvPr id="935" name="tx934"/>
            <p:cNvSpPr/>
            <p:nvPr/>
          </p:nvSpPr>
          <p:spPr>
            <a:xfrm>
              <a:off x="2927903" y="1075464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 = 0.067</a:t>
              </a:r>
            </a:p>
          </p:txBody>
        </p:sp>
        <p:sp>
          <p:nvSpPr>
            <p:cNvPr id="936" name="tx935"/>
            <p:cNvSpPr/>
            <p:nvPr/>
          </p:nvSpPr>
          <p:spPr>
            <a:xfrm>
              <a:off x="3344046" y="1075464"/>
              <a:ext cx="6345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, </a:t>
              </a:r>
            </a:p>
          </p:txBody>
        </p:sp>
        <p:sp>
          <p:nvSpPr>
            <p:cNvPr id="937" name="tx936"/>
            <p:cNvSpPr/>
            <p:nvPr/>
          </p:nvSpPr>
          <p:spPr>
            <a:xfrm>
              <a:off x="3407506" y="1075464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938" name="tx937"/>
            <p:cNvSpPr/>
            <p:nvPr/>
          </p:nvSpPr>
          <p:spPr>
            <a:xfrm>
              <a:off x="3480246" y="1075464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2F7F6F">
                      <a:alpha val="100000"/>
                    </a:srgbClr>
                  </a:solidFill>
                  <a:latin typeface="Helvetica"/>
                  <a:cs typeface="Helvetica"/>
                </a:rPr>
                <a:t> = 0.028</a:t>
              </a:r>
            </a:p>
          </p:txBody>
        </p:sp>
        <p:sp>
          <p:nvSpPr>
            <p:cNvPr id="939" name="tx938"/>
            <p:cNvSpPr/>
            <p:nvPr/>
          </p:nvSpPr>
          <p:spPr>
            <a:xfrm>
              <a:off x="1839762" y="1276351"/>
              <a:ext cx="73060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Belowground: </a:t>
              </a:r>
            </a:p>
          </p:txBody>
        </p:sp>
        <p:sp>
          <p:nvSpPr>
            <p:cNvPr id="940" name="tx939"/>
            <p:cNvSpPr/>
            <p:nvPr/>
          </p:nvSpPr>
          <p:spPr>
            <a:xfrm>
              <a:off x="2570368" y="1276351"/>
              <a:ext cx="7626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S</a:t>
              </a:r>
            </a:p>
          </p:txBody>
        </p:sp>
        <p:sp>
          <p:nvSpPr>
            <p:cNvPr id="941" name="tx940"/>
            <p:cNvSpPr/>
            <p:nvPr/>
          </p:nvSpPr>
          <p:spPr>
            <a:xfrm>
              <a:off x="2659234" y="1276351"/>
              <a:ext cx="2542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l</a:t>
              </a:r>
            </a:p>
          </p:txBody>
        </p:sp>
        <p:sp>
          <p:nvSpPr>
            <p:cNvPr id="942" name="tx941"/>
            <p:cNvSpPr/>
            <p:nvPr/>
          </p:nvSpPr>
          <p:spPr>
            <a:xfrm>
              <a:off x="2696958" y="1276351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o</a:t>
              </a:r>
            </a:p>
          </p:txBody>
        </p:sp>
        <p:sp>
          <p:nvSpPr>
            <p:cNvPr id="943" name="tx942"/>
            <p:cNvSpPr/>
            <p:nvPr/>
          </p:nvSpPr>
          <p:spPr>
            <a:xfrm>
              <a:off x="2769739" y="1276351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944" name="tx943"/>
            <p:cNvSpPr/>
            <p:nvPr/>
          </p:nvSpPr>
          <p:spPr>
            <a:xfrm>
              <a:off x="2842480" y="1276351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e</a:t>
              </a:r>
            </a:p>
          </p:txBody>
        </p:sp>
        <p:sp>
          <p:nvSpPr>
            <p:cNvPr id="945" name="tx944"/>
            <p:cNvSpPr/>
            <p:nvPr/>
          </p:nvSpPr>
          <p:spPr>
            <a:xfrm>
              <a:off x="2915193" y="1276351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 = 0.064</a:t>
              </a:r>
            </a:p>
          </p:txBody>
        </p:sp>
        <p:sp>
          <p:nvSpPr>
            <p:cNvPr id="946" name="tx945"/>
            <p:cNvSpPr/>
            <p:nvPr/>
          </p:nvSpPr>
          <p:spPr>
            <a:xfrm>
              <a:off x="3331336" y="1276351"/>
              <a:ext cx="6345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, </a:t>
              </a:r>
            </a:p>
          </p:txBody>
        </p:sp>
        <p:sp>
          <p:nvSpPr>
            <p:cNvPr id="947" name="tx946"/>
            <p:cNvSpPr/>
            <p:nvPr/>
          </p:nvSpPr>
          <p:spPr>
            <a:xfrm>
              <a:off x="3394796" y="1276351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948" name="tx947"/>
            <p:cNvSpPr/>
            <p:nvPr/>
          </p:nvSpPr>
          <p:spPr>
            <a:xfrm>
              <a:off x="3467536" y="1276351"/>
              <a:ext cx="4161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9C6B2F">
                      <a:alpha val="100000"/>
                    </a:srgbClr>
                  </a:solidFill>
                  <a:latin typeface="Helvetica"/>
                  <a:cs typeface="Helvetica"/>
                </a:rPr>
                <a:t> = 0.017</a:t>
              </a:r>
            </a:p>
          </p:txBody>
        </p:sp>
        <p:sp>
          <p:nvSpPr>
            <p:cNvPr id="949" name="tx948"/>
            <p:cNvSpPr/>
            <p:nvPr/>
          </p:nvSpPr>
          <p:spPr>
            <a:xfrm>
              <a:off x="1779412" y="1596063"/>
              <a:ext cx="12070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ns</a:t>
              </a:r>
            </a:p>
          </p:txBody>
        </p:sp>
        <p:sp>
          <p:nvSpPr>
            <p:cNvPr id="950" name="tx949"/>
            <p:cNvSpPr/>
            <p:nvPr/>
          </p:nvSpPr>
          <p:spPr>
            <a:xfrm>
              <a:off x="3309529" y="1535842"/>
              <a:ext cx="13331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***</a:t>
              </a:r>
            </a:p>
          </p:txBody>
        </p:sp>
        <p:sp>
          <p:nvSpPr>
            <p:cNvPr id="951" name="tx950"/>
            <p:cNvSpPr/>
            <p:nvPr/>
          </p:nvSpPr>
          <p:spPr>
            <a:xfrm>
              <a:off x="4845955" y="1638956"/>
              <a:ext cx="13331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***</a:t>
              </a:r>
            </a:p>
          </p:txBody>
        </p:sp>
        <p:sp>
          <p:nvSpPr>
            <p:cNvPr id="952" name="tx951"/>
            <p:cNvSpPr/>
            <p:nvPr/>
          </p:nvSpPr>
          <p:spPr>
            <a:xfrm>
              <a:off x="6426822" y="1575095"/>
              <a:ext cx="4443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*</a:t>
              </a:r>
            </a:p>
          </p:txBody>
        </p:sp>
        <p:sp>
          <p:nvSpPr>
            <p:cNvPr id="953" name="rc952"/>
            <p:cNvSpPr/>
            <p:nvPr/>
          </p:nvSpPr>
          <p:spPr>
            <a:xfrm>
              <a:off x="1305325" y="952357"/>
              <a:ext cx="5678464" cy="329579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54" name="pl953"/>
            <p:cNvSpPr/>
            <p:nvPr/>
          </p:nvSpPr>
          <p:spPr>
            <a:xfrm>
              <a:off x="1305325" y="952357"/>
              <a:ext cx="0" cy="3295799"/>
            </a:xfrm>
            <a:custGeom>
              <a:avLst/>
              <a:pathLst>
                <a:path w="0" h="3295799">
                  <a:moveTo>
                    <a:pt x="0" y="329579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tx954"/>
            <p:cNvSpPr/>
            <p:nvPr/>
          </p:nvSpPr>
          <p:spPr>
            <a:xfrm>
              <a:off x="1112807" y="4054775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956" name="tx955"/>
            <p:cNvSpPr/>
            <p:nvPr/>
          </p:nvSpPr>
          <p:spPr>
            <a:xfrm>
              <a:off x="1112807" y="3552558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957" name="tx956"/>
            <p:cNvSpPr/>
            <p:nvPr/>
          </p:nvSpPr>
          <p:spPr>
            <a:xfrm>
              <a:off x="1112807" y="3050341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958" name="tx957"/>
            <p:cNvSpPr/>
            <p:nvPr/>
          </p:nvSpPr>
          <p:spPr>
            <a:xfrm>
              <a:off x="1112807" y="2548124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959" name="tx958"/>
            <p:cNvSpPr/>
            <p:nvPr/>
          </p:nvSpPr>
          <p:spPr>
            <a:xfrm>
              <a:off x="1112807" y="2045907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960" name="tx959"/>
            <p:cNvSpPr/>
            <p:nvPr/>
          </p:nvSpPr>
          <p:spPr>
            <a:xfrm>
              <a:off x="1112807" y="1543690"/>
              <a:ext cx="141274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961" name="pl960"/>
            <p:cNvSpPr/>
            <p:nvPr/>
          </p:nvSpPr>
          <p:spPr>
            <a:xfrm>
              <a:off x="1276857" y="409121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1"/>
            <p:cNvSpPr/>
            <p:nvPr/>
          </p:nvSpPr>
          <p:spPr>
            <a:xfrm>
              <a:off x="1276857" y="358899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2"/>
            <p:cNvSpPr/>
            <p:nvPr/>
          </p:nvSpPr>
          <p:spPr>
            <a:xfrm>
              <a:off x="1276857" y="308678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3"/>
            <p:cNvSpPr/>
            <p:nvPr/>
          </p:nvSpPr>
          <p:spPr>
            <a:xfrm>
              <a:off x="1276857" y="258456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4"/>
            <p:cNvSpPr/>
            <p:nvPr/>
          </p:nvSpPr>
          <p:spPr>
            <a:xfrm>
              <a:off x="1276857" y="208234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5"/>
            <p:cNvSpPr/>
            <p:nvPr/>
          </p:nvSpPr>
          <p:spPr>
            <a:xfrm>
              <a:off x="1276857" y="158012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6"/>
            <p:cNvSpPr/>
            <p:nvPr/>
          </p:nvSpPr>
          <p:spPr>
            <a:xfrm>
              <a:off x="1305325" y="4248157"/>
              <a:ext cx="5678464" cy="0"/>
            </a:xfrm>
            <a:custGeom>
              <a:avLst/>
              <a:pathLst>
                <a:path w="5678464" h="0">
                  <a:moveTo>
                    <a:pt x="0" y="0"/>
                  </a:moveTo>
                  <a:lnTo>
                    <a:pt x="5678464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7"/>
            <p:cNvSpPr/>
            <p:nvPr/>
          </p:nvSpPr>
          <p:spPr>
            <a:xfrm>
              <a:off x="1839762" y="42481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8"/>
            <p:cNvSpPr/>
            <p:nvPr/>
          </p:nvSpPr>
          <p:spPr>
            <a:xfrm>
              <a:off x="3376189" y="42481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69"/>
            <p:cNvSpPr/>
            <p:nvPr/>
          </p:nvSpPr>
          <p:spPr>
            <a:xfrm>
              <a:off x="4912615" y="42481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0"/>
            <p:cNvSpPr/>
            <p:nvPr/>
          </p:nvSpPr>
          <p:spPr>
            <a:xfrm>
              <a:off x="6449042" y="42481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tx971"/>
            <p:cNvSpPr/>
            <p:nvPr/>
          </p:nvSpPr>
          <p:spPr>
            <a:xfrm>
              <a:off x="1811507" y="4299400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973" name="tx972"/>
            <p:cNvSpPr/>
            <p:nvPr/>
          </p:nvSpPr>
          <p:spPr>
            <a:xfrm>
              <a:off x="3347934" y="4299400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974" name="tx973"/>
            <p:cNvSpPr/>
            <p:nvPr/>
          </p:nvSpPr>
          <p:spPr>
            <a:xfrm>
              <a:off x="4884360" y="4299400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975" name="tx974"/>
            <p:cNvSpPr/>
            <p:nvPr/>
          </p:nvSpPr>
          <p:spPr>
            <a:xfrm>
              <a:off x="6420787" y="4299400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976" name="tx975"/>
            <p:cNvSpPr/>
            <p:nvPr/>
          </p:nvSpPr>
          <p:spPr>
            <a:xfrm>
              <a:off x="3883496" y="4457036"/>
              <a:ext cx="52212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977" name="tx976"/>
            <p:cNvSpPr/>
            <p:nvPr/>
          </p:nvSpPr>
          <p:spPr>
            <a:xfrm rot="-5400000">
              <a:off x="551884" y="2554674"/>
              <a:ext cx="86109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Gini Coefficient</a:t>
              </a:r>
            </a:p>
          </p:txBody>
        </p:sp>
        <p:sp>
          <p:nvSpPr>
            <p:cNvPr id="978" name="rc977"/>
            <p:cNvSpPr/>
            <p:nvPr/>
          </p:nvSpPr>
          <p:spPr>
            <a:xfrm>
              <a:off x="2880414" y="4656442"/>
              <a:ext cx="2528285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tx978"/>
            <p:cNvSpPr/>
            <p:nvPr/>
          </p:nvSpPr>
          <p:spPr>
            <a:xfrm>
              <a:off x="2880414" y="4705294"/>
              <a:ext cx="742950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Compartment</a:t>
              </a:r>
            </a:p>
          </p:txBody>
        </p:sp>
        <p:sp>
          <p:nvSpPr>
            <p:cNvPr id="980" name="rc979"/>
            <p:cNvSpPr/>
            <p:nvPr/>
          </p:nvSpPr>
          <p:spPr>
            <a:xfrm>
              <a:off x="3680301" y="4656442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pt980"/>
            <p:cNvSpPr/>
            <p:nvPr/>
          </p:nvSpPr>
          <p:spPr>
            <a:xfrm>
              <a:off x="3739518" y="4715659"/>
              <a:ext cx="61566" cy="61566"/>
            </a:xfrm>
            <a:prstGeom prst="ellipse">
              <a:avLst/>
            </a:prstGeom>
            <a:solidFill>
              <a:srgbClr val="2F7F6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pl981"/>
            <p:cNvSpPr/>
            <p:nvPr/>
          </p:nvSpPr>
          <p:spPr>
            <a:xfrm>
              <a:off x="3770301" y="4791442"/>
              <a:ext cx="0" cy="26999"/>
            </a:xfrm>
            <a:custGeom>
              <a:avLst/>
              <a:pathLst>
                <a:path w="0" h="26999">
                  <a:moveTo>
                    <a:pt x="0" y="2699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3" name="pl982"/>
            <p:cNvSpPr/>
            <p:nvPr/>
          </p:nvSpPr>
          <p:spPr>
            <a:xfrm>
              <a:off x="3770301" y="4674442"/>
              <a:ext cx="0" cy="26999"/>
            </a:xfrm>
            <a:custGeom>
              <a:avLst/>
              <a:pathLst>
                <a:path w="0" h="26999">
                  <a:moveTo>
                    <a:pt x="0" y="2699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4" name="rc983"/>
            <p:cNvSpPr/>
            <p:nvPr/>
          </p:nvSpPr>
          <p:spPr>
            <a:xfrm>
              <a:off x="3702801" y="4701442"/>
              <a:ext cx="134999" cy="89999"/>
            </a:xfrm>
            <a:prstGeom prst="rect">
              <a:avLst/>
            </a:pr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5" name="pl984"/>
            <p:cNvSpPr/>
            <p:nvPr/>
          </p:nvSpPr>
          <p:spPr>
            <a:xfrm>
              <a:off x="3702801" y="4746442"/>
              <a:ext cx="135000" cy="0"/>
            </a:xfrm>
            <a:custGeom>
              <a:avLst/>
              <a:pathLst>
                <a:path w="135000" h="0">
                  <a:moveTo>
                    <a:pt x="0" y="0"/>
                  </a:moveTo>
                  <a:lnTo>
                    <a:pt x="13500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6" name="pl985"/>
            <p:cNvSpPr/>
            <p:nvPr/>
          </p:nvSpPr>
          <p:spPr>
            <a:xfrm>
              <a:off x="3770301" y="481844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7" name="pl986"/>
            <p:cNvSpPr/>
            <p:nvPr/>
          </p:nvSpPr>
          <p:spPr>
            <a:xfrm>
              <a:off x="3770301" y="467444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8" name="pl987"/>
            <p:cNvSpPr/>
            <p:nvPr/>
          </p:nvSpPr>
          <p:spPr>
            <a:xfrm>
              <a:off x="3698301" y="4746442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3252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rc988"/>
            <p:cNvSpPr/>
            <p:nvPr/>
          </p:nvSpPr>
          <p:spPr>
            <a:xfrm>
              <a:off x="4578684" y="4656442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pt989"/>
            <p:cNvSpPr/>
            <p:nvPr/>
          </p:nvSpPr>
          <p:spPr>
            <a:xfrm>
              <a:off x="4637900" y="4715659"/>
              <a:ext cx="61566" cy="61566"/>
            </a:xfrm>
            <a:prstGeom prst="ellipse">
              <a:avLst/>
            </a:prstGeom>
            <a:solidFill>
              <a:srgbClr val="9C6B2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pl990"/>
            <p:cNvSpPr/>
            <p:nvPr/>
          </p:nvSpPr>
          <p:spPr>
            <a:xfrm>
              <a:off x="4668684" y="4791442"/>
              <a:ext cx="0" cy="26999"/>
            </a:xfrm>
            <a:custGeom>
              <a:avLst/>
              <a:pathLst>
                <a:path w="0" h="26999">
                  <a:moveTo>
                    <a:pt x="0" y="2699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2" name="pl991"/>
            <p:cNvSpPr/>
            <p:nvPr/>
          </p:nvSpPr>
          <p:spPr>
            <a:xfrm>
              <a:off x="4668684" y="4674442"/>
              <a:ext cx="0" cy="26999"/>
            </a:xfrm>
            <a:custGeom>
              <a:avLst/>
              <a:pathLst>
                <a:path w="0" h="26999">
                  <a:moveTo>
                    <a:pt x="0" y="2699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3" name="rc992"/>
            <p:cNvSpPr/>
            <p:nvPr/>
          </p:nvSpPr>
          <p:spPr>
            <a:xfrm>
              <a:off x="4601184" y="4701442"/>
              <a:ext cx="135000" cy="89999"/>
            </a:xfrm>
            <a:prstGeom prst="rect">
              <a:avLst/>
            </a:pr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4" name="pl993"/>
            <p:cNvSpPr/>
            <p:nvPr/>
          </p:nvSpPr>
          <p:spPr>
            <a:xfrm>
              <a:off x="4601184" y="4746442"/>
              <a:ext cx="135000" cy="0"/>
            </a:xfrm>
            <a:custGeom>
              <a:avLst/>
              <a:pathLst>
                <a:path w="135000" h="0">
                  <a:moveTo>
                    <a:pt x="0" y="0"/>
                  </a:moveTo>
                  <a:lnTo>
                    <a:pt x="13500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5" name="pl994"/>
            <p:cNvSpPr/>
            <p:nvPr/>
          </p:nvSpPr>
          <p:spPr>
            <a:xfrm>
              <a:off x="4668684" y="481844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6" name="pl995"/>
            <p:cNvSpPr/>
            <p:nvPr/>
          </p:nvSpPr>
          <p:spPr>
            <a:xfrm>
              <a:off x="4668684" y="467444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7" name="pl996"/>
            <p:cNvSpPr/>
            <p:nvPr/>
          </p:nvSpPr>
          <p:spPr>
            <a:xfrm>
              <a:off x="4596684" y="4746442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3252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tx997"/>
            <p:cNvSpPr/>
            <p:nvPr/>
          </p:nvSpPr>
          <p:spPr>
            <a:xfrm>
              <a:off x="3917237" y="4710003"/>
              <a:ext cx="604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Aboveground</a:t>
              </a:r>
            </a:p>
          </p:txBody>
        </p:sp>
        <p:sp>
          <p:nvSpPr>
            <p:cNvPr id="999" name="tx998"/>
            <p:cNvSpPr/>
            <p:nvPr/>
          </p:nvSpPr>
          <p:spPr>
            <a:xfrm>
              <a:off x="4815620" y="4710003"/>
              <a:ext cx="59307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Belowground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2026-07-20T13:47:41Z</dcterms:modified>
  <cp:category/>
</cp:coreProperties>
</file>