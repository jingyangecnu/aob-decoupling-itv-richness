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012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912374" y="1410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16642" y="244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90025" y="2612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092508" y="241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898289" y="197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069707" y="2500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873889" y="2791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145414" y="268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16285" y="2586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065065" y="2665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18412" y="2953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063106" y="2950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8850" y="2675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147753" y="2735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46911" y="2754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28256" y="2863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83712" y="2698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093688" y="2571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884581" y="2093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076118" y="2105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42726" y="2688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56732" y="26670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43329" y="2505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065706" y="266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7937" y="2384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22994" y="282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25087" y="2752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78398" y="26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08221" y="2337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06368" y="295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76917" y="2562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122724" y="2567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43167" y="2764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065606" y="2695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914988" y="2606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74927" y="2700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03688" y="272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59080" y="275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35544" y="3050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52604" y="286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71299" y="2398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39931" y="2543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42970" y="2652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29065" y="2485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80591" y="2722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3353" y="2748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894168" y="2356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94959" y="3006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919624" y="2636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77180" y="257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37526" y="2995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0675" y="2688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41499" y="2602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80579" y="2505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55333" y="224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87291" y="21969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914531" y="341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67958" y="2741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853855" y="2457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066632" y="228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97658" y="2538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152834" y="2502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936691" y="2771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10355" y="2964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854751" y="2319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12426" y="2416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81183" y="207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12796" y="1969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08145" y="237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091985" y="212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848127" y="28004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095378" y="2642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939083" y="2747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119725" y="2838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39182" y="2397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42780" y="247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41475" y="2319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100317" y="2055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907912" y="2776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30635" y="2584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857670" y="2395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111616" y="249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52882" y="2789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072655" y="19950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879172" y="230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21403" y="175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864387" y="2456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34407" y="2459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896786" y="2572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90893" y="2253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09777" y="3297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068645" y="2954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43246" y="2245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14639" y="204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888448" y="2440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67970" y="2592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925442" y="215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073800" y="1913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869346" y="2547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24523" y="2221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22537" y="2213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096955" y="2392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894271" y="2311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079531" y="2612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83465" y="1998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07135" y="2120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12397" y="256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63891" y="271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879320" y="2651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43408" y="2695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41482" y="2578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05662" y="2589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04092" y="1217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135267" y="1599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899217" y="1643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130960" y="192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869142" y="2824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56268" y="2654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928859" y="291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083252" y="2851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861352" y="269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115293" y="278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842330" y="227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5565" y="2678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922846" y="2648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59171" y="2791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871957" y="2488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51900" y="2666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848340" y="2526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55931" y="267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846837" y="2452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133098" y="258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916281" y="2791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3069" y="2583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49328" y="2458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68534" y="2546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840877" y="2724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82081" y="2634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860422" y="2753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074391" y="292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915063" y="2458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14602" y="269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94449" y="2534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084830" y="2842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899959" y="2564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062354" y="2769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907662" y="1651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07357" y="2852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83975" y="3028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089128" y="2610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935580" y="292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063769" y="2726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882260" y="2535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059144" y="270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864695" y="2556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084009" y="2518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97693" y="2035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050438" y="2021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843015" y="1947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098823" y="184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908687" y="259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146166" y="230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927838" y="21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065656" y="23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31604" y="1955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079489" y="1788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935420" y="2687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053860" y="2787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857425" y="2366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085565" y="260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855968" y="1882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107109" y="2125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845928" y="3107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121689" y="239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76040" y="171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620938" y="1857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325955" y="2088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619568" y="24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04491" y="2461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86286" y="2515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79987" y="2116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558004" y="22452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77524" y="2026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575680" y="2135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350410" y="2133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71099" y="2318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99283" y="2296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29787" y="23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394303" y="2031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605294" y="222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68977" y="26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544961" y="2941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70126" y="2450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601294" y="2918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07903" y="2142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575201" y="23442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348379" y="2016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531514" y="2501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403291" y="215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581992" y="2454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317266" y="2642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538341" y="2829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75369" y="2109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82781" y="2529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338974" y="2829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553223" y="2638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25353" y="235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16569" y="2459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396581" y="2398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58954" y="2641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325765" y="20851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10170" y="2307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84194" y="1940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546952" y="2276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327744" y="236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24250" y="3069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04388" y="275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21841" y="28741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11033" y="2184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83706" y="2161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391812" y="2101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529783" y="264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377572" y="2145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610768" y="2305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405395" y="305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44901" y="2885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74456" y="263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78825" y="269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07219" y="2749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593927" y="2674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77701" y="2538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41410" y="2771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58780" y="3088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99029" y="33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04429" y="2099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44515" y="202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08663" y="253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50323" y="266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56885" y="206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67430" y="1931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382147" y="232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73514" y="2349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25382" y="208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48026" y="2204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2754" y="3355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51514" y="327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78071" y="21234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73981" y="2343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68928" y="237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89608" y="2331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384478" y="2205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04276" y="2508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41907" y="18614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20808" y="2057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09060" y="2081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619555" y="210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86396" y="2528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76210" y="296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08128" y="248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90431" y="2368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06322" y="210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547275" y="2330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06868" y="244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80776" y="2779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99769" y="2221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39120" y="2404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402881" y="2132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31111" y="234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82686" y="174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539050" y="210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407476" y="1980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61848" y="254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59563" y="1665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38169" y="2145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80815" y="2026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536761" y="2160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27905" y="2249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27306" y="205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47640" y="2309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535193" y="257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73071" y="2605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520018" y="2497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53504" y="2747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604275" y="2553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32276" y="2074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530925" y="2127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53071" y="2702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88799" y="252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77090" y="2439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16286" y="277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396027" y="2502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584055" y="2477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74026" y="2582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48659" y="2906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343793" y="222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620229" y="2211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35600" y="2509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525951" y="2642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46876" y="2294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563856" y="2314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342358" y="2005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557385" y="207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06931" y="2348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620564" y="241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62347" y="2461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579182" y="2395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04388" y="2089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25786" y="2661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379636" y="246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604513" y="2855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51070" y="2441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50868" y="2255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393361" y="227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51948" y="2475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49174" y="284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70774" y="264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386373" y="2287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600359" y="2186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32061" y="2244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619405" y="212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366249" y="2799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64529" y="2294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18676" y="2895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572406" y="2814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396974" y="2064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592767" y="2253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47252" y="2554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565990" y="2543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44176" y="23922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37465" y="241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377909" y="2246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26769" y="2450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400758" y="2483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26466" y="2215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38361" y="2559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568103" y="2321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343589" y="2187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567799" y="2116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403411" y="1877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99060" y="184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04681" y="2137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41036" y="2065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51507" y="2027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99560" y="1965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36341" y="217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521875" y="2342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72772" y="2579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56444" y="2539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10994" y="247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601598" y="23023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75666" y="233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619404" y="211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91512" y="186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617721" y="191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404951" y="2715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602310" y="2134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74306" y="2185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559964" y="2373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19784" y="1976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37140" y="203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64779" y="1830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24388" y="1810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38034" y="1776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63435" y="1620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378836" y="1163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614293" y="1984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93574" y="219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598975" y="224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16588" y="192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78288" y="1877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852575" y="2671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18949" y="241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23745" y="187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031791" y="2117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25683" y="192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33854" y="2398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780908" y="1665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34444" y="1909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783063" y="1969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25704" y="2098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827121" y="212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52412" y="2566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874630" y="2007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077268" y="2068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812932" y="22109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08891" y="220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831831" y="2288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11374" y="2322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15522" y="2435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002573" y="2606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789389" y="2561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03198" y="2948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04806" y="1923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982277" y="2153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12990" y="242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077983" y="2619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799400" y="167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52068" y="2027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862720" y="1922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032597" y="2096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46149" y="1695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986494" y="2000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780328" y="3103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81570" y="2899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799886" y="2705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35153" y="240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861432" y="1705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052394" y="2200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10913" y="2334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54632" y="2624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784427" y="1996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73179" y="2169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813998" y="2177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05712" y="239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851640" y="2948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75029" y="2696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805957" y="2340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37742" y="2531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56244" y="2157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001974" y="2501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70672" y="2242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73460" y="2198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790121" y="2876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078888" y="3333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23739" y="1903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001271" y="206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813880" y="202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059025" y="2100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799621" y="172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983377" y="196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859414" y="1815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23825" y="187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61133" y="177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27213" y="1886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809124" y="2246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17535" y="2092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52859" y="199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76542" y="2091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69539" y="158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55590" y="189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835389" y="1763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34348" y="205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789430" y="1888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38655" y="1920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24129" y="1936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034506" y="2114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15460" y="1637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008152" y="1785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827291" y="1678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10727" y="1637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859060" y="19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69901" y="1968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33276" y="1501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38882" y="2182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50174" y="1751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39579" y="202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834947" y="1604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84666" y="1873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59263" y="1827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75018" y="206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01320" y="1268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30148" y="1834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774299" y="215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075346" y="2275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866116" y="18255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020347" y="2168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848375" y="1775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36854" y="2226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39292" y="2306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65020" y="2173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787915" y="1858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10776" y="209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72807" y="1656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28225" y="203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804661" y="2487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994587" y="2354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823611" y="22150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21676" y="2618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817330" y="1899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23596" y="20276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64845" y="1860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990026" y="1862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782856" y="1816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85490" y="209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790201" y="191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28722" y="2149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42248" y="176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01910" y="2478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08921" y="2888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059089" y="2810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797285" y="2142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54209" y="2497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776193" y="2063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11279" y="2035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42600" y="2052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32326" y="1908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867480" y="2473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61919" y="244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797681" y="255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40574" y="2679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807842" y="2027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17250" y="24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813160" y="2206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08987" y="2573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859925" y="1596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03678" y="2068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33986" y="1805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10473" y="217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42593" y="180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15801" y="2397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71132" y="209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00217" y="2578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28377" y="14788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22786" y="1874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813633" y="2247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31467" y="2820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34619" y="2776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19661" y="245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70202" y="1877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71210" y="2437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774724" y="17470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14470" y="248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776378" y="170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82284" y="1907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25983" y="2829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988758" y="2649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806861" y="2489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41580" y="2905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869615" y="2112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27430" y="2442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46075" y="160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12719" y="2149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865182" y="1486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21829" y="1748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818754" y="2076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56595" y="257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873231" y="2179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09015" y="235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825359" y="234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61279" y="2412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24200" y="1829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71891" y="214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815622" y="2266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15412" y="2666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19445" y="1880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77076" y="253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868523" y="2246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12112" y="2425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18858" y="25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59939" y="2285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821537" y="1667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43880" y="2256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799800" y="1898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73911" y="2094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770790" y="1256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4999503" y="169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43046" y="238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14100" y="26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803363" y="2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47480" y="1802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825711" y="2248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986832" y="1905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830046" y="230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05826" y="2183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866381" y="3012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67149" y="262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787295" y="224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73350" y="236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844934" y="18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16122" y="2037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774719" y="2485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074716" y="2550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06974" y="3148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20320" y="294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799657" y="2731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67458" y="2368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781803" y="2481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31946" y="2127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832042" y="2330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987218" y="2079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71079" y="2160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25230" y="2389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19204" y="2370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022245" y="2398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799598" y="2327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998825" y="2228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22840" y="2145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005631" y="1999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873177" y="2187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12910" y="217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854919" y="2433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67268" y="207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795745" y="1934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80722" y="1730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811937" y="2638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34633" y="262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871465" y="288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29341" y="2632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51254" y="1559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33016" y="1718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271617" y="1956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471046" y="2017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249289" y="258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20604" y="2942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263405" y="2013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448000" y="18168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264583" y="238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53112" y="2136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338703" y="1791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490147" y="2281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290582" y="137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483680" y="1750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239331" y="2589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466983" y="2490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251304" y="209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38816" y="2288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247294" y="2115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475164" y="222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277627" y="252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550275" y="2003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269232" y="1198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487382" y="1521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246684" y="2448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544955" y="218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263141" y="2189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499996" y="2167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329203" y="1737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446107" y="276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259701" y="2202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476022" y="212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43172" y="2529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46860" y="265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252884" y="2439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55601" y="261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335825" y="2273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490001" y="1845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61186" y="2353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464511" y="2023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339496" y="1931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38354" y="2621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328327" y="2488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17281" y="2447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334422" y="1756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490158" y="2079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339298" y="2536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84735" y="2904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286466" y="2710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12735" y="2294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88750" y="1631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464070" y="2236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237368" y="1815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522398" y="2273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321209" y="1946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466258" y="2296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278545" y="2569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475364" y="1940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277685" y="2461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459631" y="212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242231" y="1867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02244" y="2224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322124" y="2023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446444" y="171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240042" y="235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47468" y="2138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23674" y="1708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477714" y="1801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330529" y="2353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492927" y="2413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278045" y="1962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501414" y="227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326183" y="2894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520260" y="2966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303878" y="179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18195" y="2403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36213" y="1996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546217" y="2267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292739" y="2077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450663" y="2447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326964" y="1964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453611" y="1989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257376" y="1991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517242" y="2315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263650" y="2190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515543" y="2250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269801" y="2063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507509" y="192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337619" y="2355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543211" y="2829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332827" y="2606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524150" y="215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277347" y="21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468251" y="221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258096" y="2222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480193" y="2440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244008" y="2276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476893" y="18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254296" y="1388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525681" y="174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84431" y="1895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504160" y="1978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42527" y="165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537889" y="1904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80265" y="2456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484986" y="245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251927" y="1893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514588" y="2000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338248" y="2052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517081" y="1999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271229" y="2462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33469" y="2296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323723" y="1658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545440" y="205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330385" y="224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482083" y="215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267572" y="2095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511889" y="24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272282" y="2181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449702" y="2369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278290" y="194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547136" y="222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77180" y="1941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487624" y="2382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331735" y="2200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457973" y="225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318501" y="1853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506870" y="2065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268924" y="234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492378" y="185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335112" y="1701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546756" y="1693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326087" y="2105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465617" y="2182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58620" y="2225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472515" y="2062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330724" y="1621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487160" y="2519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259973" y="257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524058" y="2088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330657" y="2288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462447" y="2761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287758" y="211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534331" y="213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45167" y="2156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519592" y="2151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307423" y="2133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513821" y="239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306642" y="2168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62040" y="2050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270473" y="253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474914" y="2166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246569" y="245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466981" y="18220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295276" y="265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498511" y="2799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235011" y="24357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515295" y="2327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243092" y="2310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466488" y="214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37712" y="2199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69478" y="209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251752" y="227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536444" y="2493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314839" y="2150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546654" y="1992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316713" y="2387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481199" y="2154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309087" y="2428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448989" y="2565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313501" y="2427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476949" y="2097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254949" y="2315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495987" y="2417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273110" y="1963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458615" y="2071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271193" y="212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503293" y="2274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279656" y="2293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516751" y="2227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298603" y="2275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53615" y="232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319869" y="1647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513943" y="1828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248042" y="1729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546076" y="2057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274616" y="139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528484" y="1528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333470" y="203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48082" y="2088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235910" y="1831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542617" y="1910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261541" y="208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480784" y="2279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236911" y="2608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546637" y="264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338613" y="2278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503189" y="2183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280006" y="1665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512854" y="1934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335890" y="2189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518649" y="2236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331684" y="2042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480687" y="2055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301612" y="1791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459267" y="1826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244756" y="1894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488188" y="2230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96312" y="214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535602" y="241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62603" y="2065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463066" y="1765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308809" y="233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481651" y="1953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68056" y="2698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496512" y="212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319499" y="192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10827" y="2334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34639" y="2060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537677" y="2190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324795" y="1933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493141" y="2058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254000" y="2387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465363" y="2320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279041" y="234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535983" y="2330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240893" y="21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529438" y="234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282796" y="2283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458951" y="2445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240875" y="226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550581" y="204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274588" y="1791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521017" y="2191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258578" y="2284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503321" y="2591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296333" y="2184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485125" y="2026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338271" y="2135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459295" y="2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77739" y="2360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456228" y="19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73694" y="179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505964" y="1990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49857" y="231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536596" y="236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308235" y="2151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36784" y="2378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309894" y="23230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514007" y="2050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315336" y="2166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463004" y="1990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329699" y="2323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458783" y="2144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34830" y="188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449513" y="1971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283432" y="2077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513083" y="2425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250375" y="2266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481623" y="195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336151" y="1744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535921" y="1909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72772" y="1996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517177" y="21340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42267" y="2142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517486" y="2275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312443" y="2687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494236" y="2688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276427" y="3257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526311" y="298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307805" y="1887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549873" y="211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278191" y="159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487385" y="1916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295026" y="2515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456177" y="2151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245036" y="228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478037" y="2037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257505" y="2048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509024" y="2022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303206" y="2254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478159" y="2125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288458" y="2048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494647" y="21189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22639" y="1913715"/>
              <a:ext cx="0" cy="445623"/>
            </a:xfrm>
            <a:custGeom>
              <a:avLst/>
              <a:pathLst>
                <a:path w="0" h="445623">
                  <a:moveTo>
                    <a:pt x="0" y="4456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22639" y="2755717"/>
              <a:ext cx="0" cy="572094"/>
            </a:xfrm>
            <a:custGeom>
              <a:avLst/>
              <a:pathLst>
                <a:path w="0" h="572094">
                  <a:moveTo>
                    <a:pt x="0" y="0"/>
                  </a:moveTo>
                  <a:lnTo>
                    <a:pt x="0" y="5720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16962" y="2359339"/>
              <a:ext cx="211355" cy="396378"/>
            </a:xfrm>
            <a:custGeom>
              <a:avLst/>
              <a:pathLst>
                <a:path w="211355" h="396378">
                  <a:moveTo>
                    <a:pt x="0" y="0"/>
                  </a:moveTo>
                  <a:lnTo>
                    <a:pt x="0" y="396378"/>
                  </a:lnTo>
                  <a:lnTo>
                    <a:pt x="211355" y="396378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16962" y="2586796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87641" y="1695905"/>
              <a:ext cx="0" cy="423003"/>
            </a:xfrm>
            <a:custGeom>
              <a:avLst/>
              <a:pathLst>
                <a:path w="0" h="423003">
                  <a:moveTo>
                    <a:pt x="0" y="42300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87641" y="2528541"/>
              <a:ext cx="0" cy="590332"/>
            </a:xfrm>
            <a:custGeom>
              <a:avLst/>
              <a:pathLst>
                <a:path w="0" h="590332">
                  <a:moveTo>
                    <a:pt x="0" y="0"/>
                  </a:moveTo>
                  <a:lnTo>
                    <a:pt x="0" y="59033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81963" y="2118908"/>
              <a:ext cx="211355" cy="409632"/>
            </a:xfrm>
            <a:custGeom>
              <a:avLst/>
              <a:pathLst>
                <a:path w="211355" h="409632">
                  <a:moveTo>
                    <a:pt x="0" y="0"/>
                  </a:moveTo>
                  <a:lnTo>
                    <a:pt x="0" y="409632"/>
                  </a:lnTo>
                  <a:lnTo>
                    <a:pt x="211355" y="409632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81963" y="2279259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2642" y="1286877"/>
              <a:ext cx="0" cy="559930"/>
            </a:xfrm>
            <a:custGeom>
              <a:avLst/>
              <a:pathLst>
                <a:path w="0" h="559930">
                  <a:moveTo>
                    <a:pt x="0" y="5599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2642" y="2363627"/>
              <a:ext cx="0" cy="770857"/>
            </a:xfrm>
            <a:custGeom>
              <a:avLst/>
              <a:pathLst>
                <a:path w="0" h="770857">
                  <a:moveTo>
                    <a:pt x="0" y="0"/>
                  </a:moveTo>
                  <a:lnTo>
                    <a:pt x="0" y="7708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46965" y="1846807"/>
              <a:ext cx="211355" cy="516819"/>
            </a:xfrm>
            <a:custGeom>
              <a:avLst/>
              <a:pathLst>
                <a:path w="211355" h="516819">
                  <a:moveTo>
                    <a:pt x="0" y="0"/>
                  </a:moveTo>
                  <a:lnTo>
                    <a:pt x="0" y="516819"/>
                  </a:lnTo>
                  <a:lnTo>
                    <a:pt x="211355" y="516819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6965" y="2094567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7643" y="1410601"/>
              <a:ext cx="0" cy="564362"/>
            </a:xfrm>
            <a:custGeom>
              <a:avLst/>
              <a:pathLst>
                <a:path w="0" h="564362">
                  <a:moveTo>
                    <a:pt x="0" y="5643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7643" y="2375672"/>
              <a:ext cx="0" cy="549701"/>
            </a:xfrm>
            <a:custGeom>
              <a:avLst/>
              <a:pathLst>
                <a:path w="0" h="549701">
                  <a:moveTo>
                    <a:pt x="0" y="0"/>
                  </a:moveTo>
                  <a:lnTo>
                    <a:pt x="0" y="549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1966" y="1974963"/>
              <a:ext cx="211355" cy="400709"/>
            </a:xfrm>
            <a:custGeom>
              <a:avLst/>
              <a:pathLst>
                <a:path w="211355" h="400709">
                  <a:moveTo>
                    <a:pt x="0" y="0"/>
                  </a:moveTo>
                  <a:lnTo>
                    <a:pt x="0" y="400709"/>
                  </a:lnTo>
                  <a:lnTo>
                    <a:pt x="211355" y="400709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1966" y="2196805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33994" y="1943796"/>
              <a:ext cx="0" cy="479593"/>
            </a:xfrm>
            <a:custGeom>
              <a:avLst/>
              <a:pathLst>
                <a:path w="0" h="479593">
                  <a:moveTo>
                    <a:pt x="0" y="4795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33994" y="2750367"/>
              <a:ext cx="0" cy="286860"/>
            </a:xfrm>
            <a:custGeom>
              <a:avLst/>
              <a:pathLst>
                <a:path w="0" h="286860">
                  <a:moveTo>
                    <a:pt x="0" y="0"/>
                  </a:moveTo>
                  <a:lnTo>
                    <a:pt x="0" y="28686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28317" y="2423389"/>
              <a:ext cx="211355" cy="326977"/>
            </a:xfrm>
            <a:custGeom>
              <a:avLst/>
              <a:pathLst>
                <a:path w="211355" h="326977">
                  <a:moveTo>
                    <a:pt x="0" y="0"/>
                  </a:moveTo>
                  <a:lnTo>
                    <a:pt x="0" y="326977"/>
                  </a:lnTo>
                  <a:lnTo>
                    <a:pt x="211355" y="326977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28317" y="2623331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598996" y="1651683"/>
              <a:ext cx="0" cy="539570"/>
            </a:xfrm>
            <a:custGeom>
              <a:avLst/>
              <a:pathLst>
                <a:path w="0" h="539570">
                  <a:moveTo>
                    <a:pt x="0" y="53957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598996" y="2597636"/>
              <a:ext cx="0" cy="502457"/>
            </a:xfrm>
            <a:custGeom>
              <a:avLst/>
              <a:pathLst>
                <a:path w="0" h="502457">
                  <a:moveTo>
                    <a:pt x="0" y="0"/>
                  </a:moveTo>
                  <a:lnTo>
                    <a:pt x="0" y="5024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493318" y="2191253"/>
              <a:ext cx="211355" cy="406382"/>
            </a:xfrm>
            <a:custGeom>
              <a:avLst/>
              <a:pathLst>
                <a:path w="211355" h="406382">
                  <a:moveTo>
                    <a:pt x="0" y="0"/>
                  </a:moveTo>
                  <a:lnTo>
                    <a:pt x="0" y="406382"/>
                  </a:lnTo>
                  <a:lnTo>
                    <a:pt x="211355" y="406382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493318" y="2377738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3997" y="1668718"/>
              <a:ext cx="0" cy="410249"/>
            </a:xfrm>
            <a:custGeom>
              <a:avLst/>
              <a:pathLst>
                <a:path w="0" h="410249">
                  <a:moveTo>
                    <a:pt x="0" y="41024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3997" y="2514980"/>
              <a:ext cx="0" cy="463908"/>
            </a:xfrm>
            <a:custGeom>
              <a:avLst/>
              <a:pathLst>
                <a:path w="0" h="463908">
                  <a:moveTo>
                    <a:pt x="0" y="0"/>
                  </a:moveTo>
                  <a:lnTo>
                    <a:pt x="0" y="46390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58320" y="2078967"/>
              <a:ext cx="211355" cy="436013"/>
            </a:xfrm>
            <a:custGeom>
              <a:avLst/>
              <a:pathLst>
                <a:path w="211355" h="436013">
                  <a:moveTo>
                    <a:pt x="0" y="0"/>
                  </a:moveTo>
                  <a:lnTo>
                    <a:pt x="0" y="436013"/>
                  </a:lnTo>
                  <a:lnTo>
                    <a:pt x="211355" y="436013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58320" y="2214281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28998" y="1724504"/>
              <a:ext cx="0" cy="328741"/>
            </a:xfrm>
            <a:custGeom>
              <a:avLst/>
              <a:pathLst>
                <a:path w="0" h="328741">
                  <a:moveTo>
                    <a:pt x="0" y="32874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28998" y="2375248"/>
              <a:ext cx="0" cy="454819"/>
            </a:xfrm>
            <a:custGeom>
              <a:avLst/>
              <a:pathLst>
                <a:path w="0" h="454819">
                  <a:moveTo>
                    <a:pt x="0" y="0"/>
                  </a:moveTo>
                  <a:lnTo>
                    <a:pt x="0" y="45481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3321" y="2053245"/>
              <a:ext cx="211355" cy="322002"/>
            </a:xfrm>
            <a:custGeom>
              <a:avLst/>
              <a:pathLst>
                <a:path w="211355" h="322002">
                  <a:moveTo>
                    <a:pt x="0" y="0"/>
                  </a:moveTo>
                  <a:lnTo>
                    <a:pt x="0" y="322002"/>
                  </a:lnTo>
                  <a:lnTo>
                    <a:pt x="211355" y="322002"/>
                  </a:lnTo>
                  <a:lnTo>
                    <a:pt x="21135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3321" y="2186538"/>
              <a:ext cx="211355" cy="0"/>
            </a:xfrm>
            <a:custGeom>
              <a:avLst/>
              <a:pathLst>
                <a:path w="211355" h="0">
                  <a:moveTo>
                    <a:pt x="0" y="0"/>
                  </a:moveTo>
                  <a:lnTo>
                    <a:pt x="21135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28317" y="1956595"/>
              <a:ext cx="4438455" cy="629349"/>
            </a:xfrm>
            <a:custGeom>
              <a:avLst/>
              <a:pathLst>
                <a:path w="4438455" h="629349">
                  <a:moveTo>
                    <a:pt x="0" y="314384"/>
                  </a:moveTo>
                  <a:lnTo>
                    <a:pt x="1099046" y="284213"/>
                  </a:lnTo>
                  <a:lnTo>
                    <a:pt x="2113550" y="237812"/>
                  </a:lnTo>
                  <a:lnTo>
                    <a:pt x="3381680" y="125031"/>
                  </a:lnTo>
                  <a:lnTo>
                    <a:pt x="4438455" y="0"/>
                  </a:lnTo>
                  <a:lnTo>
                    <a:pt x="4438455" y="282120"/>
                  </a:lnTo>
                  <a:lnTo>
                    <a:pt x="3381680" y="314615"/>
                  </a:lnTo>
                  <a:lnTo>
                    <a:pt x="2113550" y="390866"/>
                  </a:lnTo>
                  <a:lnTo>
                    <a:pt x="1099046" y="495691"/>
                  </a:lnTo>
                  <a:lnTo>
                    <a:pt x="0" y="6293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28317" y="1956595"/>
              <a:ext cx="4438455" cy="314384"/>
            </a:xfrm>
            <a:custGeom>
              <a:avLst/>
              <a:pathLst>
                <a:path w="4438455" h="314384">
                  <a:moveTo>
                    <a:pt x="0" y="314384"/>
                  </a:moveTo>
                  <a:lnTo>
                    <a:pt x="1099046" y="284213"/>
                  </a:lnTo>
                  <a:lnTo>
                    <a:pt x="2113550" y="237812"/>
                  </a:lnTo>
                  <a:lnTo>
                    <a:pt x="3381680" y="125031"/>
                  </a:lnTo>
                  <a:lnTo>
                    <a:pt x="443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28317" y="2238716"/>
              <a:ext cx="4438455" cy="347228"/>
            </a:xfrm>
            <a:custGeom>
              <a:avLst/>
              <a:pathLst>
                <a:path w="4438455" h="347228">
                  <a:moveTo>
                    <a:pt x="4438455" y="0"/>
                  </a:moveTo>
                  <a:lnTo>
                    <a:pt x="3381680" y="32495"/>
                  </a:lnTo>
                  <a:lnTo>
                    <a:pt x="2113550" y="108746"/>
                  </a:lnTo>
                  <a:lnTo>
                    <a:pt x="1099046" y="213571"/>
                  </a:lnTo>
                  <a:lnTo>
                    <a:pt x="0" y="347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28317" y="2088010"/>
              <a:ext cx="4438455" cy="570484"/>
            </a:xfrm>
            <a:custGeom>
              <a:avLst/>
              <a:pathLst>
                <a:path w="4438455" h="570484">
                  <a:moveTo>
                    <a:pt x="0" y="306007"/>
                  </a:moveTo>
                  <a:lnTo>
                    <a:pt x="1099046" y="270054"/>
                  </a:lnTo>
                  <a:lnTo>
                    <a:pt x="2113550" y="221411"/>
                  </a:lnTo>
                  <a:lnTo>
                    <a:pt x="3381680" y="114880"/>
                  </a:lnTo>
                  <a:lnTo>
                    <a:pt x="4438455" y="0"/>
                  </a:lnTo>
                  <a:lnTo>
                    <a:pt x="4438455" y="236052"/>
                  </a:lnTo>
                  <a:lnTo>
                    <a:pt x="3381680" y="273657"/>
                  </a:lnTo>
                  <a:lnTo>
                    <a:pt x="2113550" y="350109"/>
                  </a:lnTo>
                  <a:lnTo>
                    <a:pt x="1099046" y="447852"/>
                  </a:lnTo>
                  <a:lnTo>
                    <a:pt x="0" y="57048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28317" y="2088010"/>
              <a:ext cx="4438455" cy="306007"/>
            </a:xfrm>
            <a:custGeom>
              <a:avLst/>
              <a:pathLst>
                <a:path w="4438455" h="306007">
                  <a:moveTo>
                    <a:pt x="0" y="306007"/>
                  </a:moveTo>
                  <a:lnTo>
                    <a:pt x="1099046" y="270054"/>
                  </a:lnTo>
                  <a:lnTo>
                    <a:pt x="2113550" y="221411"/>
                  </a:lnTo>
                  <a:lnTo>
                    <a:pt x="3381680" y="114880"/>
                  </a:lnTo>
                  <a:lnTo>
                    <a:pt x="443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28317" y="2324063"/>
              <a:ext cx="4438455" cy="334432"/>
            </a:xfrm>
            <a:custGeom>
              <a:avLst/>
              <a:pathLst>
                <a:path w="4438455" h="334432">
                  <a:moveTo>
                    <a:pt x="4438455" y="0"/>
                  </a:moveTo>
                  <a:lnTo>
                    <a:pt x="3381680" y="37605"/>
                  </a:lnTo>
                  <a:lnTo>
                    <a:pt x="2113550" y="114057"/>
                  </a:lnTo>
                  <a:lnTo>
                    <a:pt x="1099046" y="211800"/>
                  </a:lnTo>
                  <a:lnTo>
                    <a:pt x="0" y="334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28317" y="2097655"/>
              <a:ext cx="4438455" cy="330806"/>
            </a:xfrm>
            <a:custGeom>
              <a:avLst/>
              <a:pathLst>
                <a:path w="4438455" h="330806">
                  <a:moveTo>
                    <a:pt x="0" y="330806"/>
                  </a:moveTo>
                  <a:lnTo>
                    <a:pt x="1099046" y="248892"/>
                  </a:lnTo>
                  <a:lnTo>
                    <a:pt x="2113550" y="173279"/>
                  </a:lnTo>
                  <a:lnTo>
                    <a:pt x="3381680" y="78763"/>
                  </a:lnTo>
                  <a:lnTo>
                    <a:pt x="4438455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28317" y="2206036"/>
              <a:ext cx="4438455" cy="320219"/>
            </a:xfrm>
            <a:custGeom>
              <a:avLst/>
              <a:pathLst>
                <a:path w="4438455" h="320219">
                  <a:moveTo>
                    <a:pt x="0" y="320219"/>
                  </a:moveTo>
                  <a:lnTo>
                    <a:pt x="1099046" y="240927"/>
                  </a:lnTo>
                  <a:lnTo>
                    <a:pt x="2113550" y="167734"/>
                  </a:lnTo>
                  <a:lnTo>
                    <a:pt x="3381680" y="76242"/>
                  </a:lnTo>
                  <a:lnTo>
                    <a:pt x="4438455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28317" y="1126587"/>
              <a:ext cx="7433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771633" y="112658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860499" y="112658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898222" y="112658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971004" y="112658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3043744" y="112658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116457" y="112658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532601" y="112658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596060" y="112658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3668801" y="112658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028317" y="1315873"/>
              <a:ext cx="7306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758922" y="1315873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847788" y="1315873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885512" y="131587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958294" y="131587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3031034" y="131587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103747" y="131587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519891" y="1315873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583350" y="131587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3656091" y="131587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3426658" y="146949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4891660" y="1137675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6401101" y="111458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518150" y="1084613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325632" y="34142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325632" y="29410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325632" y="24678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325632" y="19946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325632" y="15213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325632" y="10481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489681" y="34506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489681" y="2977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489681" y="25042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489681" y="2031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489681" y="1557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489681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518150" y="3568992"/>
              <a:ext cx="5415029" cy="0"/>
            </a:xfrm>
            <a:custGeom>
              <a:avLst/>
              <a:pathLst>
                <a:path w="5415029" h="0">
                  <a:moveTo>
                    <a:pt x="0" y="0"/>
                  </a:moveTo>
                  <a:lnTo>
                    <a:pt x="54150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2028317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3493318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958320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423321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2000062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3465063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4930065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6395066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 rot="-5400000">
              <a:off x="764709" y="2281220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77" name="tx976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965010" y="3740912"/>
              <a:ext cx="3012818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rc978"/>
            <p:cNvSpPr/>
            <p:nvPr/>
          </p:nvSpPr>
          <p:spPr>
            <a:xfrm>
              <a:off x="3977829" y="3740912"/>
              <a:ext cx="3005960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rc979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673343" y="5921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849543" y="6200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673645" y="6115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55798" y="5833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675667" y="547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44161" y="57094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704079" y="60277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19079" y="6014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688361" y="60513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19735" y="60755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702651" y="6111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62894" y="6126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701938" y="6149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22629" y="6153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671742" y="61588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44480" y="6176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691521" y="5499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58305" y="49722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721170" y="6043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06433" y="6080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69836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82877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688251" y="6091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36926" y="6088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701870" y="5879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18144" y="6043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72351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0704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694221" y="586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59031" y="6145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91182" y="6180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33132" y="6151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704713" y="56559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07585" y="6164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725587" y="6000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798044" y="6083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698210" y="6084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17292" y="60866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697118" y="5924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19956" y="6004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714647" y="5952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26406" y="6047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671855" y="6186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53442" y="61286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673216" y="5836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53578" y="5957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721040" y="5968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41779" y="5579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724531" y="6176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16622" y="6200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727809" y="57843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63548" y="6198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24505" y="5707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59686" y="5906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69820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2287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698077" y="6231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21609" y="6217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726526" y="6140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36698" y="60836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728324" y="61178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861124" y="61022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68362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1934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678965" y="6238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05065" y="6220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669268" y="57333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29088" y="51426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689093" y="6035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29311" y="6001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684265" y="6100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33975" y="61679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674428" y="5600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849515" y="5757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702664" y="5608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48179" y="558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692662" y="54148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14449" y="5297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683925" y="6108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36478" y="6052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684276" y="6090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47253" y="6128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679687" y="57841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28916" y="5903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695190" y="5800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32398" y="5384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708713" y="6037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58288" y="57433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695509" y="5864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13855" y="5890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692632" y="6183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799703" y="5879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703898" y="6132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00341" y="5642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66705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4593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723467" y="5887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18572" y="5778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714300" y="5881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12916" y="5815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718736" y="6237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23405" y="6230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712444" y="5836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44652" y="5663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683983" y="58296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45624" y="60319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72755" y="5063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829322" y="4709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716161" y="5958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45136" y="5525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715941" y="5711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61782" y="58763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684258" y="5324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798167" y="59668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706316" y="5347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17988" y="56129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694943" y="5902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02385" y="6023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70655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82842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671261" y="60375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05927" y="604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678168" y="5951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62921" y="5964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719126" y="5679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36135" y="6028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663818" y="53524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10550" y="5747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663880" y="6089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856368" y="5924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696627" y="6105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12793" y="6034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683081" y="6004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23338" y="6064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727776" y="5748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56310" y="60396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724759" y="6035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803823" y="61068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724152" y="5745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41131" y="59460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720060" y="58516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11773" y="59997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725934" y="6115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63934" y="5716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701566" y="609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63194" y="5978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712745" y="6147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36899" y="61695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695842" y="6088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24930" y="6006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675948" y="6078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30296" y="60482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697248" y="59545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838407" y="6069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677357" y="5933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29541" y="6105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677921" y="5877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07308" y="60520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66981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85215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723238" y="5645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32079" y="6119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717166" y="622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63423" y="6178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718227" y="6120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00164" y="60804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675440" y="6045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822294" y="6092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718644" y="60856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851896" y="6096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1710863" y="5215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1842354" y="5376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1711363" y="5832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798854" y="56941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1696722" y="5556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1852760" y="5148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1684876" y="55125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841665" y="5512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1704627" y="5532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846051" y="5293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1722825" y="60197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1857313" y="6127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1663923" y="5858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1840497" y="60516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1680123" y="5061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1855712" y="58188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1721682" y="6234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1836135" y="6194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24974" y="58755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29443" y="59756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642476" y="6118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87661" y="6198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599275" y="6197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25577" y="61893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42560" y="5884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85236" y="59330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11848" y="6158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88034" y="6161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10937" y="61862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42159" y="6215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618169" y="6211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34198" y="6194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31369" y="60140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70552" y="6109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18795" y="6127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755440" y="61978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19775" y="61616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59097" y="6179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55923" y="6188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59441" y="6199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595869" y="6186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75987" y="6199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600127" y="6053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73999" y="6118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649567" y="5974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70143" y="6118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612055" y="60425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37065" y="6139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597312" y="6145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68364" y="6147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52881" y="6056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33874" y="6042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595709" y="6155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66267" y="6188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38064" y="609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36268" y="6107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620030" y="6177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86230" y="6215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656712" y="6162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35412" y="62209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28198" y="61512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76033" y="61950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593864" y="56976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63941" y="5849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592462" y="6158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77017" y="62153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04633" y="5835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72694" y="5705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2788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6897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13030" y="5940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60233" y="6156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4379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4122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05706" y="6143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86359" y="6120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55105" y="6234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44709" y="6238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5569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2715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637326" y="5757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59982" y="5740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49937" y="62376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47587" y="6231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610301" y="59384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91548" y="5637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595347" y="6068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89921" y="6050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594853" y="5630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51497" y="55583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51900" y="6238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66204" y="6237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636796" y="60216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56818" y="6057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12972" y="61525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756070" y="6111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6263" y="6089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44117" y="6176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652052" y="5999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0082" y="61344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615309" y="6061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47711" y="594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650868" y="6138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33593" y="6167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595948" y="5903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59058" y="6006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46271" y="5912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49637" y="5589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632528" y="6066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43996" y="6114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599988" y="5739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71350" y="58098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01531" y="6054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56581" y="6024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01759" y="5661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51139" y="5893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57016" y="6030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34657" y="60978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15947" y="6142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48445" y="6180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48317" y="5621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38149" y="5453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596083" y="5489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39973" y="4875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34897" y="57225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31980" y="59462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16313" y="61275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53934" y="6127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52900" y="6134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79693" y="6076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31205" y="61457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27133" y="61542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27992" y="5852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36283" y="5756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52526" y="6177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60988" y="62319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595354" y="6062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59098" y="6044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652366" y="6149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29629" y="62038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11223" y="5828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4576" y="5899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0496" y="5966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43542" y="60256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611338" y="607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69743" y="6079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18831" y="5962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56221" y="60279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12577" y="6136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65814" y="6184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55882" y="57813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84215" y="6088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628218" y="5887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87358" y="61277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10245" y="6120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84878" y="6196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45575" y="5820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76117" y="5289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642510" y="60961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59970" y="6167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13378" y="61716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80564" y="6128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606305" y="51514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79089" y="51427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16207" y="6057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32869" y="5931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34819" y="6152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52398" y="5797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594236" y="62007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77073" y="6190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610917" y="5799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63683" y="60575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45880" y="6102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28247" y="60700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57325" y="5971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69030" y="59410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16300" y="5588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71776" y="57595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18820" y="6066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46744" y="5952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33996" y="61687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33619" y="6101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01607" y="59346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62841" y="5933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627358" y="5881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52275" y="5786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627873" y="5643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60168" y="5889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04738" y="4992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89210" y="4493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600685" y="6149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80896" y="6166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35112" y="6041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28190" y="5976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03173" y="6086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37937" y="5901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651293" y="5854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51511" y="54444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10904" y="5343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45213" y="5316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597694" y="5998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42407" y="5609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2655070" y="60699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730891" y="60977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2633420" y="6221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751113" y="6209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11889" y="6232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764782" y="6117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628219" y="58557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758106" y="5795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60768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78013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657579" y="5908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732586" y="60030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2646767" y="5824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758452" y="5634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60136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273217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2612438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77934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22715" y="6084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68464" y="59724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84155" y="6192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715876" y="6197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60480" y="61558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97866" y="6128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60213" y="61235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714908" y="6161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47502" y="60397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692274" y="59959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23112" y="5962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706871" y="5962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64066" y="6208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692720" y="6223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34209" y="6188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701537" y="61907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33893" y="6167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718736" y="6142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85603" y="6190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716717" y="62022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65711" y="6224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675927" y="62381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86197" y="6232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697133" y="6229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86204" y="6223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674498" y="6230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20526" y="619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678100" y="6224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21313" y="6094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710800" y="61422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65692" y="6207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73870" y="61984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21987" y="6234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691746" y="62283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24209" y="6218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696500" y="600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2794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65451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79349" y="62082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698131" y="6228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68440" y="6113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705042" y="60227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44324" y="5930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55239" y="5980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66134" y="6220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702570" y="6199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53709" y="6189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655835" y="62069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29099" y="6217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654503" y="6180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27704" y="6232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709700" y="6206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46265" y="62273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691602" y="6238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21664" y="62164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666425" y="6234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64259" y="6222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718234" y="6206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64399" y="6017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695194" y="57298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53377" y="6203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691575" y="62054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44473" y="6219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700555" y="61962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6103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68081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57304" y="6188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655385" y="6194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20362" y="6092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657513" y="62144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75551" y="6237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696108" y="6238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41280" y="59987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655795" y="57787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74370" y="6231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669023" y="6235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62418" y="6006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698274" y="60162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68637" y="6165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717565" y="61161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52570" y="6175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677272" y="6111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69463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699874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72933" y="619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701246" y="6194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56287" y="6217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658963" y="6222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73024" y="6162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658761" y="6178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86205" y="5767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682858" y="5784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41503" y="54940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708975" y="5585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29477" y="6083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696454" y="6127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60643" y="5987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705711" y="6094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65543" y="6097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709603" y="6090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65748" y="5519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692734" y="6205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47893" y="6185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696441" y="6225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30428" y="62172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668923" y="62236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74787" y="6190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655023" y="616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33323" y="6223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660772" y="6190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35675" y="6186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70120" y="60862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43520" y="6191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698440" y="6218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69758" y="6119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675645" y="6148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35370" y="61894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691251" y="62279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53509" y="6227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53655" y="6224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84717" y="6219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719983" y="6224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69624" y="5974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662270" y="5993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70397" y="6114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716187" y="5861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81037" y="60948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667822" y="601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37551" y="62075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667550" y="6188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48510" y="6063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718671" y="6123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47789" y="6223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706128" y="6211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32910" y="6076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703437" y="6228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66304" y="6073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715842" y="6050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77712" y="6176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695687" y="6205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50075" y="6215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680418" y="6233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55054" y="5926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681382" y="6043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34589" y="61139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67451" y="6206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48544" y="62341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654006" y="6237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36823" y="58328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654498" y="6043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57806" y="6092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694266" y="58780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41674" y="5888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664968" y="6099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76252" y="6201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663421" y="6174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79083" y="6209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718534" y="6238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32494" y="6128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674750" y="6112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35534" y="62282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660051" y="6166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86242" y="5365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695937" y="5204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75344" y="6211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658313" y="6231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53655" y="61097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717299" y="6203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52015" y="5923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716409" y="6105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23281" y="5845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681201" y="5916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76475" y="6123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694732" y="6194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36480" y="6139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665341" y="6219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23885" y="6103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706186" y="6146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60747" y="5960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676715" y="5706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60080" y="5823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654224" y="5917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33047" y="6038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696652" y="6088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6906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70772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80635" y="6238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707748" y="62374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42622" y="59943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677716" y="5947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53448" y="5967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62208" y="5865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52015" y="6170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679615" y="6038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29932" y="6231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708843" y="6223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62689" y="62363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684688" y="6238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62322" y="6156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57805" y="6229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36734" y="6235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675370" y="62359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73419" y="6235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699735" y="6230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41935" y="62099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698243" y="6154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48726" y="6179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699940" y="60625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35477" y="6235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82858" y="6238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37055" y="59087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717705" y="6077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35628" y="6155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683743" y="6156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3577210" y="6208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3711033" y="62224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3551794" y="6230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3668989" y="6219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3585561" y="6078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3703168" y="61109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56595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3689241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3568437" y="62110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3716996" y="6197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3530361" y="5872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3718384" y="6052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3560315" y="6220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3705859" y="6228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3539850" y="6231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3680075" y="62384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3580503" y="59562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3712357" y="6056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3" name="pl1602"/>
            <p:cNvSpPr/>
            <p:nvPr/>
          </p:nvSpPr>
          <p:spPr>
            <a:xfrm>
              <a:off x="1727379" y="5355554"/>
              <a:ext cx="0" cy="463519"/>
            </a:xfrm>
            <a:custGeom>
              <a:avLst/>
              <a:pathLst>
                <a:path w="0" h="463519">
                  <a:moveTo>
                    <a:pt x="0" y="46351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1727379" y="6146476"/>
              <a:ext cx="0" cy="122731"/>
            </a:xfrm>
            <a:custGeom>
              <a:avLst/>
              <a:pathLst>
                <a:path w="0" h="122731">
                  <a:moveTo>
                    <a:pt x="0" y="0"/>
                  </a:moveTo>
                  <a:lnTo>
                    <a:pt x="0" y="12273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4"/>
            <p:cNvSpPr/>
            <p:nvPr/>
          </p:nvSpPr>
          <p:spPr>
            <a:xfrm>
              <a:off x="1660430" y="5819073"/>
              <a:ext cx="133897" cy="327403"/>
            </a:xfrm>
            <a:custGeom>
              <a:avLst/>
              <a:pathLst>
                <a:path w="133897" h="327403">
                  <a:moveTo>
                    <a:pt x="0" y="0"/>
                  </a:moveTo>
                  <a:lnTo>
                    <a:pt x="0" y="327403"/>
                  </a:lnTo>
                  <a:lnTo>
                    <a:pt x="133897" y="327403"/>
                  </a:lnTo>
                  <a:lnTo>
                    <a:pt x="13389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1660430" y="6033236"/>
              <a:ext cx="133897" cy="0"/>
            </a:xfrm>
            <a:custGeom>
              <a:avLst/>
              <a:pathLst>
                <a:path w="133897" h="0">
                  <a:moveTo>
                    <a:pt x="0" y="0"/>
                  </a:moveTo>
                  <a:lnTo>
                    <a:pt x="13389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7" name="pl1606"/>
            <p:cNvSpPr/>
            <p:nvPr/>
          </p:nvSpPr>
          <p:spPr>
            <a:xfrm>
              <a:off x="2655488" y="5519938"/>
              <a:ext cx="0" cy="398429"/>
            </a:xfrm>
            <a:custGeom>
              <a:avLst/>
              <a:pathLst>
                <a:path w="0" h="398429">
                  <a:moveTo>
                    <a:pt x="0" y="39842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2655488" y="6186216"/>
              <a:ext cx="0" cy="82991"/>
            </a:xfrm>
            <a:custGeom>
              <a:avLst/>
              <a:pathLst>
                <a:path w="0" h="82991">
                  <a:moveTo>
                    <a:pt x="0" y="0"/>
                  </a:moveTo>
                  <a:lnTo>
                    <a:pt x="0" y="8299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2588539" y="5918368"/>
              <a:ext cx="133897" cy="267848"/>
            </a:xfrm>
            <a:custGeom>
              <a:avLst/>
              <a:pathLst>
                <a:path w="133897" h="267848">
                  <a:moveTo>
                    <a:pt x="0" y="0"/>
                  </a:moveTo>
                  <a:lnTo>
                    <a:pt x="0" y="267848"/>
                  </a:lnTo>
                  <a:lnTo>
                    <a:pt x="133897" y="267848"/>
                  </a:lnTo>
                  <a:lnTo>
                    <a:pt x="13389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2588539" y="6097210"/>
              <a:ext cx="133897" cy="0"/>
            </a:xfrm>
            <a:custGeom>
              <a:avLst/>
              <a:pathLst>
                <a:path w="133897" h="0">
                  <a:moveTo>
                    <a:pt x="0" y="0"/>
                  </a:moveTo>
                  <a:lnTo>
                    <a:pt x="13389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3583596" y="5918893"/>
              <a:ext cx="0" cy="194053"/>
            </a:xfrm>
            <a:custGeom>
              <a:avLst/>
              <a:pathLst>
                <a:path w="0" h="194053">
                  <a:moveTo>
                    <a:pt x="0" y="19405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1"/>
            <p:cNvSpPr/>
            <p:nvPr/>
          </p:nvSpPr>
          <p:spPr>
            <a:xfrm>
              <a:off x="3583596" y="6250676"/>
              <a:ext cx="0" cy="18531"/>
            </a:xfrm>
            <a:custGeom>
              <a:avLst/>
              <a:pathLst>
                <a:path w="0" h="18531">
                  <a:moveTo>
                    <a:pt x="0" y="0"/>
                  </a:moveTo>
                  <a:lnTo>
                    <a:pt x="0" y="1853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2"/>
            <p:cNvSpPr/>
            <p:nvPr/>
          </p:nvSpPr>
          <p:spPr>
            <a:xfrm>
              <a:off x="3516647" y="6112946"/>
              <a:ext cx="133897" cy="137729"/>
            </a:xfrm>
            <a:custGeom>
              <a:avLst/>
              <a:pathLst>
                <a:path w="133897" h="137729">
                  <a:moveTo>
                    <a:pt x="0" y="0"/>
                  </a:moveTo>
                  <a:lnTo>
                    <a:pt x="0" y="137729"/>
                  </a:lnTo>
                  <a:lnTo>
                    <a:pt x="133897" y="137729"/>
                  </a:lnTo>
                  <a:lnTo>
                    <a:pt x="13389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3516647" y="6217883"/>
              <a:ext cx="133897" cy="0"/>
            </a:xfrm>
            <a:custGeom>
              <a:avLst/>
              <a:pathLst>
                <a:path w="133897" h="0">
                  <a:moveTo>
                    <a:pt x="0" y="0"/>
                  </a:moveTo>
                  <a:lnTo>
                    <a:pt x="13389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861277" y="5407528"/>
              <a:ext cx="0" cy="445763"/>
            </a:xfrm>
            <a:custGeom>
              <a:avLst/>
              <a:pathLst>
                <a:path w="0" h="445763">
                  <a:moveTo>
                    <a:pt x="0" y="44576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861277" y="6159139"/>
              <a:ext cx="0" cy="110069"/>
            </a:xfrm>
            <a:custGeom>
              <a:avLst/>
              <a:pathLst>
                <a:path w="0" h="110069">
                  <a:moveTo>
                    <a:pt x="0" y="0"/>
                  </a:moveTo>
                  <a:lnTo>
                    <a:pt x="0" y="11006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6"/>
            <p:cNvSpPr/>
            <p:nvPr/>
          </p:nvSpPr>
          <p:spPr>
            <a:xfrm>
              <a:off x="1794328" y="5853291"/>
              <a:ext cx="133897" cy="305847"/>
            </a:xfrm>
            <a:custGeom>
              <a:avLst/>
              <a:pathLst>
                <a:path w="133897" h="305847">
                  <a:moveTo>
                    <a:pt x="0" y="0"/>
                  </a:moveTo>
                  <a:lnTo>
                    <a:pt x="0" y="305847"/>
                  </a:lnTo>
                  <a:lnTo>
                    <a:pt x="133897" y="305847"/>
                  </a:lnTo>
                  <a:lnTo>
                    <a:pt x="13389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8" name="pl1617"/>
            <p:cNvSpPr/>
            <p:nvPr/>
          </p:nvSpPr>
          <p:spPr>
            <a:xfrm>
              <a:off x="1794328" y="6076248"/>
              <a:ext cx="133897" cy="0"/>
            </a:xfrm>
            <a:custGeom>
              <a:avLst/>
              <a:pathLst>
                <a:path w="133897" h="0">
                  <a:moveTo>
                    <a:pt x="0" y="0"/>
                  </a:moveTo>
                  <a:lnTo>
                    <a:pt x="13389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9" name="pl1618"/>
            <p:cNvSpPr/>
            <p:nvPr/>
          </p:nvSpPr>
          <p:spPr>
            <a:xfrm>
              <a:off x="2789385" y="5589179"/>
              <a:ext cx="0" cy="372777"/>
            </a:xfrm>
            <a:custGeom>
              <a:avLst/>
              <a:pathLst>
                <a:path w="0" h="372777">
                  <a:moveTo>
                    <a:pt x="0" y="37277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2789385" y="6219466"/>
              <a:ext cx="0" cy="49741"/>
            </a:xfrm>
            <a:custGeom>
              <a:avLst/>
              <a:pathLst>
                <a:path w="0" h="49741">
                  <a:moveTo>
                    <a:pt x="0" y="0"/>
                  </a:moveTo>
                  <a:lnTo>
                    <a:pt x="0" y="4974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0"/>
            <p:cNvSpPr/>
            <p:nvPr/>
          </p:nvSpPr>
          <p:spPr>
            <a:xfrm>
              <a:off x="2722436" y="5961957"/>
              <a:ext cx="133897" cy="257509"/>
            </a:xfrm>
            <a:custGeom>
              <a:avLst/>
              <a:pathLst>
                <a:path w="133897" h="257509">
                  <a:moveTo>
                    <a:pt x="0" y="0"/>
                  </a:moveTo>
                  <a:lnTo>
                    <a:pt x="0" y="257509"/>
                  </a:lnTo>
                  <a:lnTo>
                    <a:pt x="133897" y="257509"/>
                  </a:lnTo>
                  <a:lnTo>
                    <a:pt x="13389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2" name="pl1621"/>
            <p:cNvSpPr/>
            <p:nvPr/>
          </p:nvSpPr>
          <p:spPr>
            <a:xfrm>
              <a:off x="2722436" y="6132526"/>
              <a:ext cx="133897" cy="0"/>
            </a:xfrm>
            <a:custGeom>
              <a:avLst/>
              <a:pathLst>
                <a:path w="133897" h="0">
                  <a:moveTo>
                    <a:pt x="0" y="0"/>
                  </a:moveTo>
                  <a:lnTo>
                    <a:pt x="13389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3" name="pl1622"/>
            <p:cNvSpPr/>
            <p:nvPr/>
          </p:nvSpPr>
          <p:spPr>
            <a:xfrm>
              <a:off x="3717493" y="5908783"/>
              <a:ext cx="0" cy="205944"/>
            </a:xfrm>
            <a:custGeom>
              <a:avLst/>
              <a:pathLst>
                <a:path w="0" h="205944">
                  <a:moveTo>
                    <a:pt x="0" y="20594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3"/>
            <p:cNvSpPr/>
            <p:nvPr/>
          </p:nvSpPr>
          <p:spPr>
            <a:xfrm>
              <a:off x="3717493" y="6255639"/>
              <a:ext cx="0" cy="13569"/>
            </a:xfrm>
            <a:custGeom>
              <a:avLst/>
              <a:pathLst>
                <a:path w="0" h="13569">
                  <a:moveTo>
                    <a:pt x="0" y="0"/>
                  </a:moveTo>
                  <a:lnTo>
                    <a:pt x="0" y="1356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4"/>
            <p:cNvSpPr/>
            <p:nvPr/>
          </p:nvSpPr>
          <p:spPr>
            <a:xfrm>
              <a:off x="3650545" y="6114727"/>
              <a:ext cx="133897" cy="140911"/>
            </a:xfrm>
            <a:custGeom>
              <a:avLst/>
              <a:pathLst>
                <a:path w="133897" h="140911">
                  <a:moveTo>
                    <a:pt x="0" y="0"/>
                  </a:moveTo>
                  <a:lnTo>
                    <a:pt x="0" y="140911"/>
                  </a:lnTo>
                  <a:lnTo>
                    <a:pt x="133897" y="140911"/>
                  </a:lnTo>
                  <a:lnTo>
                    <a:pt x="13389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6" name="pl1625"/>
            <p:cNvSpPr/>
            <p:nvPr/>
          </p:nvSpPr>
          <p:spPr>
            <a:xfrm>
              <a:off x="3650545" y="6224915"/>
              <a:ext cx="133897" cy="0"/>
            </a:xfrm>
            <a:custGeom>
              <a:avLst/>
              <a:pathLst>
                <a:path w="133897" h="0">
                  <a:moveTo>
                    <a:pt x="0" y="0"/>
                  </a:moveTo>
                  <a:lnTo>
                    <a:pt x="13389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7" name="pg1626"/>
            <p:cNvSpPr/>
            <p:nvPr/>
          </p:nvSpPr>
          <p:spPr>
            <a:xfrm>
              <a:off x="1794328" y="5848139"/>
              <a:ext cx="1874567" cy="361826"/>
            </a:xfrm>
            <a:custGeom>
              <a:avLst/>
              <a:pathLst>
                <a:path w="1874567" h="361826">
                  <a:moveTo>
                    <a:pt x="0" y="0"/>
                  </a:moveTo>
                  <a:lnTo>
                    <a:pt x="468641" y="79192"/>
                  </a:lnTo>
                  <a:lnTo>
                    <a:pt x="923894" y="149276"/>
                  </a:lnTo>
                  <a:lnTo>
                    <a:pt x="1338977" y="198410"/>
                  </a:lnTo>
                  <a:lnTo>
                    <a:pt x="1874567" y="238820"/>
                  </a:lnTo>
                  <a:lnTo>
                    <a:pt x="1874567" y="361826"/>
                  </a:lnTo>
                  <a:lnTo>
                    <a:pt x="1338977" y="282018"/>
                  </a:lnTo>
                  <a:lnTo>
                    <a:pt x="923894" y="237985"/>
                  </a:lnTo>
                  <a:lnTo>
                    <a:pt x="468641" y="205883"/>
                  </a:lnTo>
                  <a:lnTo>
                    <a:pt x="0" y="17988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794328" y="5848139"/>
              <a:ext cx="1874567" cy="238820"/>
            </a:xfrm>
            <a:custGeom>
              <a:avLst/>
              <a:pathLst>
                <a:path w="1874567" h="238820">
                  <a:moveTo>
                    <a:pt x="0" y="0"/>
                  </a:moveTo>
                  <a:lnTo>
                    <a:pt x="468641" y="79192"/>
                  </a:lnTo>
                  <a:lnTo>
                    <a:pt x="923894" y="149276"/>
                  </a:lnTo>
                  <a:lnTo>
                    <a:pt x="1338977" y="198410"/>
                  </a:lnTo>
                  <a:lnTo>
                    <a:pt x="1874567" y="238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794328" y="6028026"/>
              <a:ext cx="1874567" cy="181940"/>
            </a:xfrm>
            <a:custGeom>
              <a:avLst/>
              <a:pathLst>
                <a:path w="1874567" h="181940">
                  <a:moveTo>
                    <a:pt x="1874567" y="181940"/>
                  </a:moveTo>
                  <a:lnTo>
                    <a:pt x="1338977" y="102132"/>
                  </a:lnTo>
                  <a:lnTo>
                    <a:pt x="923894" y="58098"/>
                  </a:lnTo>
                  <a:lnTo>
                    <a:pt x="468641" y="259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30" name="pg1629"/>
            <p:cNvSpPr/>
            <p:nvPr/>
          </p:nvSpPr>
          <p:spPr>
            <a:xfrm>
              <a:off x="1794328" y="5814928"/>
              <a:ext cx="1874567" cy="414472"/>
            </a:xfrm>
            <a:custGeom>
              <a:avLst/>
              <a:pathLst>
                <a:path w="1874567" h="414472">
                  <a:moveTo>
                    <a:pt x="0" y="0"/>
                  </a:moveTo>
                  <a:lnTo>
                    <a:pt x="468641" y="89435"/>
                  </a:lnTo>
                  <a:lnTo>
                    <a:pt x="923894" y="167464"/>
                  </a:lnTo>
                  <a:lnTo>
                    <a:pt x="1338977" y="218961"/>
                  </a:lnTo>
                  <a:lnTo>
                    <a:pt x="1874567" y="254594"/>
                  </a:lnTo>
                  <a:lnTo>
                    <a:pt x="1874567" y="414472"/>
                  </a:lnTo>
                  <a:lnTo>
                    <a:pt x="1338977" y="326286"/>
                  </a:lnTo>
                  <a:lnTo>
                    <a:pt x="923894" y="281824"/>
                  </a:lnTo>
                  <a:lnTo>
                    <a:pt x="468641" y="254608"/>
                  </a:lnTo>
                  <a:lnTo>
                    <a:pt x="0" y="23570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794328" y="5814928"/>
              <a:ext cx="1874567" cy="254594"/>
            </a:xfrm>
            <a:custGeom>
              <a:avLst/>
              <a:pathLst>
                <a:path w="1874567" h="254594">
                  <a:moveTo>
                    <a:pt x="0" y="0"/>
                  </a:moveTo>
                  <a:lnTo>
                    <a:pt x="468641" y="89435"/>
                  </a:lnTo>
                  <a:lnTo>
                    <a:pt x="923894" y="167464"/>
                  </a:lnTo>
                  <a:lnTo>
                    <a:pt x="1338977" y="218961"/>
                  </a:lnTo>
                  <a:lnTo>
                    <a:pt x="1874567" y="254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794328" y="6050631"/>
              <a:ext cx="1874567" cy="178769"/>
            </a:xfrm>
            <a:custGeom>
              <a:avLst/>
              <a:pathLst>
                <a:path w="1874567" h="178769">
                  <a:moveTo>
                    <a:pt x="1874567" y="178769"/>
                  </a:moveTo>
                  <a:lnTo>
                    <a:pt x="1338977" y="90584"/>
                  </a:lnTo>
                  <a:lnTo>
                    <a:pt x="923894" y="46122"/>
                  </a:lnTo>
                  <a:lnTo>
                    <a:pt x="468641" y="189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1794328" y="5938083"/>
              <a:ext cx="1874567" cy="210380"/>
            </a:xfrm>
            <a:custGeom>
              <a:avLst/>
              <a:pathLst>
                <a:path w="1874567" h="210380">
                  <a:moveTo>
                    <a:pt x="0" y="0"/>
                  </a:moveTo>
                  <a:lnTo>
                    <a:pt x="468641" y="52595"/>
                  </a:lnTo>
                  <a:lnTo>
                    <a:pt x="923894" y="103687"/>
                  </a:lnTo>
                  <a:lnTo>
                    <a:pt x="1338977" y="150271"/>
                  </a:lnTo>
                  <a:lnTo>
                    <a:pt x="1874567" y="21038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1794328" y="5932779"/>
              <a:ext cx="1874567" cy="216682"/>
            </a:xfrm>
            <a:custGeom>
              <a:avLst/>
              <a:pathLst>
                <a:path w="1874567" h="216682">
                  <a:moveTo>
                    <a:pt x="0" y="0"/>
                  </a:moveTo>
                  <a:lnTo>
                    <a:pt x="468641" y="54170"/>
                  </a:lnTo>
                  <a:lnTo>
                    <a:pt x="923894" y="106793"/>
                  </a:lnTo>
                  <a:lnTo>
                    <a:pt x="1338977" y="154772"/>
                  </a:lnTo>
                  <a:lnTo>
                    <a:pt x="1874567" y="216682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94328" y="4196719"/>
              <a:ext cx="7433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537644" y="4196719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2626510" y="4196719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664233" y="419671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39" name="tx1638"/>
            <p:cNvSpPr/>
            <p:nvPr/>
          </p:nvSpPr>
          <p:spPr>
            <a:xfrm>
              <a:off x="2737015" y="419671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2809756" y="419671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41" name="tx1640"/>
            <p:cNvSpPr/>
            <p:nvPr/>
          </p:nvSpPr>
          <p:spPr>
            <a:xfrm>
              <a:off x="2882469" y="4196719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1642" name="tx1641"/>
            <p:cNvSpPr/>
            <p:nvPr/>
          </p:nvSpPr>
          <p:spPr>
            <a:xfrm>
              <a:off x="3336651" y="4196719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643" name="tx1642"/>
            <p:cNvSpPr/>
            <p:nvPr/>
          </p:nvSpPr>
          <p:spPr>
            <a:xfrm>
              <a:off x="3400111" y="419671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644" name="tx1643"/>
            <p:cNvSpPr/>
            <p:nvPr/>
          </p:nvSpPr>
          <p:spPr>
            <a:xfrm>
              <a:off x="3472851" y="419671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1645" name="tx1644"/>
            <p:cNvSpPr/>
            <p:nvPr/>
          </p:nvSpPr>
          <p:spPr>
            <a:xfrm>
              <a:off x="1794328" y="4348205"/>
              <a:ext cx="7306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1646" name="tx1645"/>
            <p:cNvSpPr/>
            <p:nvPr/>
          </p:nvSpPr>
          <p:spPr>
            <a:xfrm>
              <a:off x="2524934" y="4348205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647" name="tx1646"/>
            <p:cNvSpPr/>
            <p:nvPr/>
          </p:nvSpPr>
          <p:spPr>
            <a:xfrm>
              <a:off x="2613800" y="4348205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648" name="tx1647"/>
            <p:cNvSpPr/>
            <p:nvPr/>
          </p:nvSpPr>
          <p:spPr>
            <a:xfrm>
              <a:off x="2651523" y="43482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649" name="tx1648"/>
            <p:cNvSpPr/>
            <p:nvPr/>
          </p:nvSpPr>
          <p:spPr>
            <a:xfrm>
              <a:off x="2724305" y="43482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650" name="tx1649"/>
            <p:cNvSpPr/>
            <p:nvPr/>
          </p:nvSpPr>
          <p:spPr>
            <a:xfrm>
              <a:off x="2797045" y="43482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651" name="tx1650"/>
            <p:cNvSpPr/>
            <p:nvPr/>
          </p:nvSpPr>
          <p:spPr>
            <a:xfrm>
              <a:off x="2869759" y="4348205"/>
              <a:ext cx="4541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1652" name="tx1651"/>
            <p:cNvSpPr/>
            <p:nvPr/>
          </p:nvSpPr>
          <p:spPr>
            <a:xfrm>
              <a:off x="3323941" y="4348205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653" name="tx1652"/>
            <p:cNvSpPr/>
            <p:nvPr/>
          </p:nvSpPr>
          <p:spPr>
            <a:xfrm>
              <a:off x="3387400" y="43482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654" name="tx1653"/>
            <p:cNvSpPr/>
            <p:nvPr/>
          </p:nvSpPr>
          <p:spPr>
            <a:xfrm>
              <a:off x="3460141" y="434820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1655" name="rc1654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56" name="pl1655"/>
            <p:cNvSpPr/>
            <p:nvPr/>
          </p:nvSpPr>
          <p:spPr>
            <a:xfrm>
              <a:off x="151815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tx1656"/>
            <p:cNvSpPr/>
            <p:nvPr/>
          </p:nvSpPr>
          <p:spPr>
            <a:xfrm>
              <a:off x="1410397" y="623276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58" name="tx1657"/>
            <p:cNvSpPr/>
            <p:nvPr/>
          </p:nvSpPr>
          <p:spPr>
            <a:xfrm>
              <a:off x="1410397" y="572781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59" name="tx1658"/>
            <p:cNvSpPr/>
            <p:nvPr/>
          </p:nvSpPr>
          <p:spPr>
            <a:xfrm>
              <a:off x="1353887" y="5222859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60" name="tx1659"/>
            <p:cNvSpPr/>
            <p:nvPr/>
          </p:nvSpPr>
          <p:spPr>
            <a:xfrm>
              <a:off x="1353887" y="4717904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61" name="tx1660"/>
            <p:cNvSpPr/>
            <p:nvPr/>
          </p:nvSpPr>
          <p:spPr>
            <a:xfrm>
              <a:off x="1353887" y="4212949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62" name="pl1661"/>
            <p:cNvSpPr/>
            <p:nvPr/>
          </p:nvSpPr>
          <p:spPr>
            <a:xfrm>
              <a:off x="1489681" y="6269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2"/>
            <p:cNvSpPr/>
            <p:nvPr/>
          </p:nvSpPr>
          <p:spPr>
            <a:xfrm>
              <a:off x="1489681" y="57642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3"/>
            <p:cNvSpPr/>
            <p:nvPr/>
          </p:nvSpPr>
          <p:spPr>
            <a:xfrm>
              <a:off x="1489681" y="52592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4"/>
            <p:cNvSpPr/>
            <p:nvPr/>
          </p:nvSpPr>
          <p:spPr>
            <a:xfrm>
              <a:off x="1489681" y="47543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5"/>
            <p:cNvSpPr/>
            <p:nvPr/>
          </p:nvSpPr>
          <p:spPr>
            <a:xfrm>
              <a:off x="1489681" y="42493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6"/>
            <p:cNvSpPr/>
            <p:nvPr/>
          </p:nvSpPr>
          <p:spPr>
            <a:xfrm>
              <a:off x="151815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7"/>
            <p:cNvSpPr/>
            <p:nvPr/>
          </p:nvSpPr>
          <p:spPr>
            <a:xfrm>
              <a:off x="1794328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8"/>
            <p:cNvSpPr/>
            <p:nvPr/>
          </p:nvSpPr>
          <p:spPr>
            <a:xfrm>
              <a:off x="2722436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69"/>
            <p:cNvSpPr/>
            <p:nvPr/>
          </p:nvSpPr>
          <p:spPr>
            <a:xfrm>
              <a:off x="3650545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tx1670"/>
            <p:cNvSpPr/>
            <p:nvPr/>
          </p:nvSpPr>
          <p:spPr>
            <a:xfrm>
              <a:off x="1766073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72" name="tx1671"/>
            <p:cNvSpPr/>
            <p:nvPr/>
          </p:nvSpPr>
          <p:spPr>
            <a:xfrm>
              <a:off x="2694181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73" name="tx1672"/>
            <p:cNvSpPr/>
            <p:nvPr/>
          </p:nvSpPr>
          <p:spPr>
            <a:xfrm>
              <a:off x="3622290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74" name="tx1673"/>
            <p:cNvSpPr/>
            <p:nvPr/>
          </p:nvSpPr>
          <p:spPr>
            <a:xfrm>
              <a:off x="2461623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75" name="tx1674"/>
            <p:cNvSpPr/>
            <p:nvPr/>
          </p:nvSpPr>
          <p:spPr>
            <a:xfrm rot="-5400000">
              <a:off x="277882" y="5082427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76" name="tx1675"/>
            <p:cNvSpPr/>
            <p:nvPr/>
          </p:nvSpPr>
          <p:spPr>
            <a:xfrm>
              <a:off x="1015620" y="3780299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77" name="rc1676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705840" y="4911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42056" y="4941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679711" y="453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66525" y="4628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714161" y="4509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41835" y="460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69657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1623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674794" y="4469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35146" y="4550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725811" y="4474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13874" y="4438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723445" y="4439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40469" y="4514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728438" y="4662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12085" y="4688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70205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3880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709441" y="4694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15178" y="5372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705961" y="4464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40477" y="4527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680103" y="4521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39174" y="466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724083" y="4824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18251" y="4873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724429" y="597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17113" y="59740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689898" y="5039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26591" y="5189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695889" y="61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05461" y="5450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707466" y="5090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24015" y="5352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679507" y="4794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23591" y="4810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680709" y="4642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52716" y="4907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03090" y="44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33885" y="4469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716122" y="4686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43245" y="515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709178" y="5617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58226" y="5341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67858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6226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73085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6758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718992" y="558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49069" y="5525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6814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347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727396" y="5562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38344" y="5309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7298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3553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691417" y="5603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35863" y="6219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714584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6686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676787" y="5282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59469" y="52671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705229" y="4411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04465" y="4546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733035" y="53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36389" y="593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682566" y="4901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59155" y="501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724302" y="51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13602" y="5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729233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6738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678514" y="4782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44379" y="4988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729282" y="478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24473" y="5038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691954" y="503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65849" y="4933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691270" y="4738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48407" y="4670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719717" y="5253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58170" y="5442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714667" y="501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26770" y="6220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733794" y="6220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03778" y="5619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707277" y="5243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05705" y="5837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691256" y="5547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08258" y="6211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24770" y="6170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55593" y="6130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684738" y="4866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34369" y="5219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700714" y="543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42414" y="5798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671489" y="4866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50810" y="53267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675092" y="460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65772" y="4687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721400" y="6145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21696" y="6217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683404" y="6111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38070" y="6214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721077" y="562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04078" y="5773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67018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0826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722365" y="6220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60439" y="6198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678383" y="452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65054" y="4528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719349" y="5881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24334" y="611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704288" y="4676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39480" y="4438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688009" y="580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61801" y="5787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72023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3288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673597" y="5637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49516" y="5344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687146" y="5449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53263" y="5782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704610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66876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686266" y="5067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39222" y="5024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705191" y="5070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64621" y="456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711828" y="6107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58025" y="498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705172" y="61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36806" y="6152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678274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11955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690150" y="6088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22152" y="6127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698780" y="5466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08045" y="494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681293" y="6017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25972" y="5917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708700" y="5543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22854" y="5644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724590" y="5254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02738" y="5388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733074" y="6158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35081" y="5925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67915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0553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715326" y="574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29367" y="5189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674511" y="5781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57830" y="601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682397" y="550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41223" y="5571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709761" y="60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61018" y="6154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683572" y="519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48775" y="5235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4725118" y="517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4839755" y="5360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4687112" y="566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4816341" y="55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4702420" y="5006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4830931" y="5385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4710071" y="496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4868519" y="4964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4695799" y="6173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4866654" y="589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4669844" y="4613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4818756" y="4651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4700633" y="510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4832491" y="5362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4704632" y="5009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4809388" y="535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4674941" y="551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4863388" y="5433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4690972" y="5502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4846737" y="5643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4677128" y="6032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4852941" y="572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4722500" y="5937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4848207" y="552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4719655" y="4443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4850668" y="4567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4706399" y="44090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4845270" y="4638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4725592" y="580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4812947" y="5522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46721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48450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4727119" y="57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4814075" y="5483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4679792" y="6099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4829118" y="586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53503" y="6217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60250" y="6216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48828" y="451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71012" y="4524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31985" y="4627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32653" y="5077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47831" y="4541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49208" y="4592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40931" y="4720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45007" y="4880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647156" y="49985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63324" y="5396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63070" y="4498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41666" y="4454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58419" y="462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95339" y="454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39881" y="4551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748162" y="4665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16611" y="474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75290" y="479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60915" y="4761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40872" y="442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40097" y="4412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786763" y="4431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29165" y="454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790688" y="4473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50483" y="448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96719" y="4449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03733" y="4687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789187" y="4624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45126" y="4448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42015" y="4447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17615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3825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35125" y="4634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756131" y="5522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378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5425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41917" y="4570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57978" y="4506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35828" y="5157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92431" y="6168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26306" y="5989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71828" y="5793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37683" y="507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41288" y="5075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1252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59738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58438" y="4466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35892" y="4722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597111" y="4434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38314" y="4747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51693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50180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17748" y="4446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87833" y="4411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614437" y="443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58660" y="4473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59184" y="469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59540" y="532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20745" y="4469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32556" y="449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599353" y="4431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80927" y="4491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060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564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650127" y="4570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62639" y="458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631695" y="4549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92630" y="4430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09726" y="440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43526" y="440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43186" y="4760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760933" y="4886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09537" y="4416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740966" y="4412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58643" y="4624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52154" y="464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55931" y="4469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79268" y="45617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598386" y="452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78600" y="4684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6411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855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01509" y="4487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39538" y="4515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25168" y="442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85898" y="44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40869" y="4510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764002" y="460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45413" y="4765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54904" y="4903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621371" y="5063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780001" y="533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40769" y="4706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94187" y="4805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49807" y="477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744609" y="480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35040" y="483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54600" y="502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39900" y="5255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768120" y="4463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597907" y="4472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40110" y="4432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653651" y="4507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92904" y="4453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33411" y="4696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736554" y="512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604020" y="4443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72446" y="461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597605" y="4610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31307" y="4699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619648" y="4580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64727" y="4519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01958" y="4671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94056" y="463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32092" y="457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92863" y="456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3601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87066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54840" y="449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72609" y="4546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00733" y="4988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83415" y="495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23422" y="473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55916" y="5172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01518" y="5021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766305" y="5047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17411" y="480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786194" y="49426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24336" y="533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45954" y="570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61514" y="4478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40376" y="4666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03092" y="487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34390" y="4445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53029" y="4738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80579" y="5650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26112" y="4526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67511" y="463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63633" y="445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61229" y="4425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613709" y="4717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32229" y="4709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43361" y="4881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68646" y="5048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16256" y="4444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757250" y="440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01506" y="5354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44162" y="569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60242" y="4643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74524" y="5464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54703" y="5322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52572" y="4845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53003" y="4892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47969" y="490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15301" y="4658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32469" y="440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01264" y="4619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32384" y="485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00790" y="4427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89721" y="4826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649722" y="5483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91493" y="5835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03537" y="4505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786016" y="4478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01062" y="467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60192" y="4526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63125" y="5726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77729" y="51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08439" y="59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77141" y="5912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17717" y="489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736193" y="4687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598491" y="4738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39274" y="4498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27461" y="482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66095" y="474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22349" y="551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63450" y="6140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09405" y="5152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781617" y="5603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62890" y="4812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64817" y="470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272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360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51248" y="4401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62314" y="4417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55950" y="4698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767338" y="4692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57944" y="5183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75834" y="504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33508" y="4697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775450" y="4941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5661588" y="5300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5752643" y="4882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5642656" y="4409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5783525" y="440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5600140" y="488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5758627" y="4419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5606576" y="4433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5780560" y="4426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565926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579191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5654507" y="4792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5764078" y="476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5639912" y="533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5750289" y="6221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5599950" y="4422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5766766" y="440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5600999" y="608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5774830" y="5571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5613495" y="465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5796072" y="4677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5644924" y="4485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5782456" y="443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5657150" y="4450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5769406" y="446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5642799" y="4943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5760060" y="473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5626666" y="4631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5785742" y="4614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5605719" y="5319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5756022" y="4837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5645270" y="5055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5786985" y="4681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5629848" y="4631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5774825" y="440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5663452" y="5320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5741263" y="516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886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7156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736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7072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3648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6957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6459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6808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513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6911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6146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7039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3097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7113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385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66040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4340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6933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673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66606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617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6705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7861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66825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303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67116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313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6868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335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6722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6304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7013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866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6613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7122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67220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647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7144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6294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7028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5400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6811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833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6723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921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6714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4727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6742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3279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68453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618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6622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3937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7218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2862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67896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4056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70380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3640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7137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8021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67075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364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7776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292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6927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5383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70620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848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7067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582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6730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6691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72181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5821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70112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2900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7250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459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66129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395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69384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7003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724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90281" y="4404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691699" y="4404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8722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6789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367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7206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456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7205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663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6649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753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7016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63846" y="4578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715524" y="444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418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6974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754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6614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468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6898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385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71525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756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6889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815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7030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822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6745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5005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7088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7556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6675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3909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6766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6021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7010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848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6985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690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7027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360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6883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756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6604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421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6713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345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7249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4911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70665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352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66412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7162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7033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6331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6804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551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7084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763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6714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6104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6608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889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6944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8097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71792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287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68670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503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6844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742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7026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413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7154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311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6948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811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7145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603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6892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600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6767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653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6723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591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7115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8880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7044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524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6916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412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7127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913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7056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8550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7176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299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6901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313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7024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257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72588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265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6751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668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6640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8114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676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7365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6881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7261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6887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465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66457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4092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6675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699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6810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384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6687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8598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67355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724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70023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331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70684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760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6966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345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66547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2909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70538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589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6942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311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6782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815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66865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687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69653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5244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7045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907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6712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3213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7190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9227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6988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271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6720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850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7013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518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7250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9130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846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4232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6694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889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001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315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67964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t2349"/>
            <p:cNvSpPr/>
            <p:nvPr/>
          </p:nvSpPr>
          <p:spPr>
            <a:xfrm>
              <a:off x="65716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1" name="pt2350"/>
            <p:cNvSpPr/>
            <p:nvPr/>
          </p:nvSpPr>
          <p:spPr>
            <a:xfrm>
              <a:off x="669172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2" name="pt2351"/>
            <p:cNvSpPr/>
            <p:nvPr/>
          </p:nvSpPr>
          <p:spPr>
            <a:xfrm>
              <a:off x="65489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3" name="pt2352"/>
            <p:cNvSpPr/>
            <p:nvPr/>
          </p:nvSpPr>
          <p:spPr>
            <a:xfrm>
              <a:off x="66602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4" name="pt2353"/>
            <p:cNvSpPr/>
            <p:nvPr/>
          </p:nvSpPr>
          <p:spPr>
            <a:xfrm>
              <a:off x="65766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5" name="pt2354"/>
            <p:cNvSpPr/>
            <p:nvPr/>
          </p:nvSpPr>
          <p:spPr>
            <a:xfrm>
              <a:off x="667571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6" name="pt2355"/>
            <p:cNvSpPr/>
            <p:nvPr/>
          </p:nvSpPr>
          <p:spPr>
            <a:xfrm>
              <a:off x="655690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7" name="pt2356"/>
            <p:cNvSpPr/>
            <p:nvPr/>
          </p:nvSpPr>
          <p:spPr>
            <a:xfrm>
              <a:off x="67108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8" name="pt2357"/>
            <p:cNvSpPr/>
            <p:nvPr/>
          </p:nvSpPr>
          <p:spPr>
            <a:xfrm>
              <a:off x="654177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9" name="pt2358"/>
            <p:cNvSpPr/>
            <p:nvPr/>
          </p:nvSpPr>
          <p:spPr>
            <a:xfrm>
              <a:off x="67219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0" name="pt2359"/>
            <p:cNvSpPr/>
            <p:nvPr/>
          </p:nvSpPr>
          <p:spPr>
            <a:xfrm>
              <a:off x="65646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1" name="pt2360"/>
            <p:cNvSpPr/>
            <p:nvPr/>
          </p:nvSpPr>
          <p:spPr>
            <a:xfrm>
              <a:off x="671723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2" name="pt2361"/>
            <p:cNvSpPr/>
            <p:nvPr/>
          </p:nvSpPr>
          <p:spPr>
            <a:xfrm>
              <a:off x="65661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3" name="pt2362"/>
            <p:cNvSpPr/>
            <p:nvPr/>
          </p:nvSpPr>
          <p:spPr>
            <a:xfrm>
              <a:off x="67143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4" name="pt2363"/>
            <p:cNvSpPr/>
            <p:nvPr/>
          </p:nvSpPr>
          <p:spPr>
            <a:xfrm>
              <a:off x="656792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5" name="pt2364"/>
            <p:cNvSpPr/>
            <p:nvPr/>
          </p:nvSpPr>
          <p:spPr>
            <a:xfrm>
              <a:off x="67159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6" name="pt2365"/>
            <p:cNvSpPr/>
            <p:nvPr/>
          </p:nvSpPr>
          <p:spPr>
            <a:xfrm>
              <a:off x="654807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7" name="pt2366"/>
            <p:cNvSpPr/>
            <p:nvPr/>
          </p:nvSpPr>
          <p:spPr>
            <a:xfrm>
              <a:off x="66749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8" name="pt2367"/>
            <p:cNvSpPr/>
            <p:nvPr/>
          </p:nvSpPr>
          <p:spPr>
            <a:xfrm>
              <a:off x="65324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9" name="pt2368"/>
            <p:cNvSpPr/>
            <p:nvPr/>
          </p:nvSpPr>
          <p:spPr>
            <a:xfrm>
              <a:off x="67241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0" name="pt2369"/>
            <p:cNvSpPr/>
            <p:nvPr/>
          </p:nvSpPr>
          <p:spPr>
            <a:xfrm>
              <a:off x="658469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1" name="pt2370"/>
            <p:cNvSpPr/>
            <p:nvPr/>
          </p:nvSpPr>
          <p:spPr>
            <a:xfrm>
              <a:off x="66599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2" name="pt2371"/>
            <p:cNvSpPr/>
            <p:nvPr/>
          </p:nvSpPr>
          <p:spPr>
            <a:xfrm>
              <a:off x="655954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3" name="pt2372"/>
            <p:cNvSpPr/>
            <p:nvPr/>
          </p:nvSpPr>
          <p:spPr>
            <a:xfrm>
              <a:off x="66872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65568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67160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65572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66755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65674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66700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659091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670195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65827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67161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654257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670331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6" name="pl2385"/>
            <p:cNvSpPr/>
            <p:nvPr/>
          </p:nvSpPr>
          <p:spPr>
            <a:xfrm>
              <a:off x="4731927" y="4431838"/>
              <a:ext cx="0" cy="385026"/>
            </a:xfrm>
            <a:custGeom>
              <a:avLst/>
              <a:pathLst>
                <a:path w="0" h="385026">
                  <a:moveTo>
                    <a:pt x="0" y="3850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6"/>
            <p:cNvSpPr/>
            <p:nvPr/>
          </p:nvSpPr>
          <p:spPr>
            <a:xfrm>
              <a:off x="4731927" y="6059441"/>
              <a:ext cx="0" cy="192453"/>
            </a:xfrm>
            <a:custGeom>
              <a:avLst/>
              <a:pathLst>
                <a:path w="0" h="192453">
                  <a:moveTo>
                    <a:pt x="0" y="0"/>
                  </a:moveTo>
                  <a:lnTo>
                    <a:pt x="0" y="1924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7"/>
            <p:cNvSpPr/>
            <p:nvPr/>
          </p:nvSpPr>
          <p:spPr>
            <a:xfrm>
              <a:off x="4664914" y="4816864"/>
              <a:ext cx="134026" cy="1242577"/>
            </a:xfrm>
            <a:custGeom>
              <a:avLst/>
              <a:pathLst>
                <a:path w="134026" h="1242577">
                  <a:moveTo>
                    <a:pt x="0" y="0"/>
                  </a:moveTo>
                  <a:lnTo>
                    <a:pt x="0" y="1242577"/>
                  </a:lnTo>
                  <a:lnTo>
                    <a:pt x="134026" y="1242577"/>
                  </a:lnTo>
                  <a:lnTo>
                    <a:pt x="13402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89" name="pl2388"/>
            <p:cNvSpPr/>
            <p:nvPr/>
          </p:nvSpPr>
          <p:spPr>
            <a:xfrm>
              <a:off x="4664914" y="5434640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0" name="pl2389"/>
            <p:cNvSpPr/>
            <p:nvPr/>
          </p:nvSpPr>
          <p:spPr>
            <a:xfrm>
              <a:off x="5660928" y="4431838"/>
              <a:ext cx="0" cy="85123"/>
            </a:xfrm>
            <a:custGeom>
              <a:avLst/>
              <a:pathLst>
                <a:path w="0" h="85123">
                  <a:moveTo>
                    <a:pt x="0" y="851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0"/>
            <p:cNvSpPr/>
            <p:nvPr/>
          </p:nvSpPr>
          <p:spPr>
            <a:xfrm>
              <a:off x="5660928" y="4996549"/>
              <a:ext cx="0" cy="552845"/>
            </a:xfrm>
            <a:custGeom>
              <a:avLst/>
              <a:pathLst>
                <a:path w="0" h="552845">
                  <a:moveTo>
                    <a:pt x="0" y="0"/>
                  </a:moveTo>
                  <a:lnTo>
                    <a:pt x="0" y="55284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1"/>
            <p:cNvSpPr/>
            <p:nvPr/>
          </p:nvSpPr>
          <p:spPr>
            <a:xfrm>
              <a:off x="5593915" y="4516961"/>
              <a:ext cx="134026" cy="479587"/>
            </a:xfrm>
            <a:custGeom>
              <a:avLst/>
              <a:pathLst>
                <a:path w="134026" h="479587">
                  <a:moveTo>
                    <a:pt x="0" y="0"/>
                  </a:moveTo>
                  <a:lnTo>
                    <a:pt x="0" y="479587"/>
                  </a:lnTo>
                  <a:lnTo>
                    <a:pt x="134026" y="479587"/>
                  </a:lnTo>
                  <a:lnTo>
                    <a:pt x="13402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3" name="pl2392"/>
            <p:cNvSpPr/>
            <p:nvPr/>
          </p:nvSpPr>
          <p:spPr>
            <a:xfrm>
              <a:off x="5593915" y="4702297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6589929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6589929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5"/>
            <p:cNvSpPr/>
            <p:nvPr/>
          </p:nvSpPr>
          <p:spPr>
            <a:xfrm>
              <a:off x="6522916" y="4431838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6522916" y="4431838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865953" y="4431838"/>
              <a:ext cx="0" cy="534390"/>
            </a:xfrm>
            <a:custGeom>
              <a:avLst/>
              <a:pathLst>
                <a:path w="0" h="534390">
                  <a:moveTo>
                    <a:pt x="0" y="5343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865953" y="5965607"/>
              <a:ext cx="0" cy="286287"/>
            </a:xfrm>
            <a:custGeom>
              <a:avLst/>
              <a:pathLst>
                <a:path w="0" h="286287">
                  <a:moveTo>
                    <a:pt x="0" y="0"/>
                  </a:moveTo>
                  <a:lnTo>
                    <a:pt x="0" y="28628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399"/>
            <p:cNvSpPr/>
            <p:nvPr/>
          </p:nvSpPr>
          <p:spPr>
            <a:xfrm>
              <a:off x="4798940" y="4966228"/>
              <a:ext cx="134026" cy="999379"/>
            </a:xfrm>
            <a:custGeom>
              <a:avLst/>
              <a:pathLst>
                <a:path w="134026" h="999379">
                  <a:moveTo>
                    <a:pt x="0" y="0"/>
                  </a:moveTo>
                  <a:lnTo>
                    <a:pt x="0" y="999379"/>
                  </a:lnTo>
                  <a:lnTo>
                    <a:pt x="134026" y="999379"/>
                  </a:lnTo>
                  <a:lnTo>
                    <a:pt x="13402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798940" y="5417476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94955" y="4431838"/>
              <a:ext cx="0" cy="69111"/>
            </a:xfrm>
            <a:custGeom>
              <a:avLst/>
              <a:pathLst>
                <a:path w="0" h="69111">
                  <a:moveTo>
                    <a:pt x="0" y="691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5794955" y="5079042"/>
              <a:ext cx="0" cy="863813"/>
            </a:xfrm>
            <a:custGeom>
              <a:avLst/>
              <a:pathLst>
                <a:path w="0" h="863813">
                  <a:moveTo>
                    <a:pt x="0" y="0"/>
                  </a:moveTo>
                  <a:lnTo>
                    <a:pt x="0" y="8638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3"/>
            <p:cNvSpPr/>
            <p:nvPr/>
          </p:nvSpPr>
          <p:spPr>
            <a:xfrm>
              <a:off x="5727941" y="4500949"/>
              <a:ext cx="134026" cy="578092"/>
            </a:xfrm>
            <a:custGeom>
              <a:avLst/>
              <a:pathLst>
                <a:path w="134026" h="578092">
                  <a:moveTo>
                    <a:pt x="0" y="0"/>
                  </a:moveTo>
                  <a:lnTo>
                    <a:pt x="0" y="578092"/>
                  </a:lnTo>
                  <a:lnTo>
                    <a:pt x="134026" y="578092"/>
                  </a:lnTo>
                  <a:lnTo>
                    <a:pt x="13402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5" name="pl2404"/>
            <p:cNvSpPr/>
            <p:nvPr/>
          </p:nvSpPr>
          <p:spPr>
            <a:xfrm>
              <a:off x="5727941" y="4715505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6" name="pl2405"/>
            <p:cNvSpPr/>
            <p:nvPr/>
          </p:nvSpPr>
          <p:spPr>
            <a:xfrm>
              <a:off x="6723956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6"/>
            <p:cNvSpPr/>
            <p:nvPr/>
          </p:nvSpPr>
          <p:spPr>
            <a:xfrm>
              <a:off x="6723956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7"/>
            <p:cNvSpPr/>
            <p:nvPr/>
          </p:nvSpPr>
          <p:spPr>
            <a:xfrm>
              <a:off x="6656943" y="4431838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09" name="pl2408"/>
            <p:cNvSpPr/>
            <p:nvPr/>
          </p:nvSpPr>
          <p:spPr>
            <a:xfrm>
              <a:off x="6656943" y="4431838"/>
              <a:ext cx="134026" cy="0"/>
            </a:xfrm>
            <a:custGeom>
              <a:avLst/>
              <a:pathLst>
                <a:path w="134026" h="0">
                  <a:moveTo>
                    <a:pt x="0" y="0"/>
                  </a:moveTo>
                  <a:lnTo>
                    <a:pt x="13402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0" name="pg2409"/>
            <p:cNvSpPr/>
            <p:nvPr/>
          </p:nvSpPr>
          <p:spPr>
            <a:xfrm>
              <a:off x="4794722" y="4178437"/>
              <a:ext cx="1889774" cy="1349433"/>
            </a:xfrm>
            <a:custGeom>
              <a:avLst/>
              <a:pathLst>
                <a:path w="1889774" h="1349433">
                  <a:moveTo>
                    <a:pt x="0" y="1050430"/>
                  </a:moveTo>
                  <a:lnTo>
                    <a:pt x="415482" y="867001"/>
                  </a:lnTo>
                  <a:lnTo>
                    <a:pt x="951588" y="586203"/>
                  </a:lnTo>
                  <a:lnTo>
                    <a:pt x="1353668" y="343485"/>
                  </a:lnTo>
                  <a:lnTo>
                    <a:pt x="1889774" y="0"/>
                  </a:lnTo>
                  <a:lnTo>
                    <a:pt x="1889774" y="428903"/>
                  </a:lnTo>
                  <a:lnTo>
                    <a:pt x="1353668" y="644555"/>
                  </a:lnTo>
                  <a:lnTo>
                    <a:pt x="951588" y="821190"/>
                  </a:lnTo>
                  <a:lnTo>
                    <a:pt x="415482" y="1099530"/>
                  </a:lnTo>
                  <a:lnTo>
                    <a:pt x="0" y="134943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11" name="pl2410"/>
            <p:cNvSpPr/>
            <p:nvPr/>
          </p:nvSpPr>
          <p:spPr>
            <a:xfrm>
              <a:off x="4794722" y="4178437"/>
              <a:ext cx="1889774" cy="1050430"/>
            </a:xfrm>
            <a:custGeom>
              <a:avLst/>
              <a:pathLst>
                <a:path w="1889774" h="1050430">
                  <a:moveTo>
                    <a:pt x="0" y="1050430"/>
                  </a:moveTo>
                  <a:lnTo>
                    <a:pt x="415482" y="867001"/>
                  </a:lnTo>
                  <a:lnTo>
                    <a:pt x="951588" y="586203"/>
                  </a:lnTo>
                  <a:lnTo>
                    <a:pt x="1353668" y="343485"/>
                  </a:lnTo>
                  <a:lnTo>
                    <a:pt x="1889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12" name="pl2411"/>
            <p:cNvSpPr/>
            <p:nvPr/>
          </p:nvSpPr>
          <p:spPr>
            <a:xfrm>
              <a:off x="4794722" y="4607341"/>
              <a:ext cx="1889774" cy="920530"/>
            </a:xfrm>
            <a:custGeom>
              <a:avLst/>
              <a:pathLst>
                <a:path w="1889774" h="920530">
                  <a:moveTo>
                    <a:pt x="1889774" y="0"/>
                  </a:moveTo>
                  <a:lnTo>
                    <a:pt x="1353668" y="215652"/>
                  </a:lnTo>
                  <a:lnTo>
                    <a:pt x="951588" y="392287"/>
                  </a:lnTo>
                  <a:lnTo>
                    <a:pt x="415482" y="670627"/>
                  </a:lnTo>
                  <a:lnTo>
                    <a:pt x="0" y="920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13" name="pg2412"/>
            <p:cNvSpPr/>
            <p:nvPr/>
          </p:nvSpPr>
          <p:spPr>
            <a:xfrm>
              <a:off x="4794722" y="4229168"/>
              <a:ext cx="1889774" cy="1323434"/>
            </a:xfrm>
            <a:custGeom>
              <a:avLst/>
              <a:pathLst>
                <a:path w="1889774" h="1323434">
                  <a:moveTo>
                    <a:pt x="0" y="1065821"/>
                  </a:moveTo>
                  <a:lnTo>
                    <a:pt x="415482" y="870981"/>
                  </a:lnTo>
                  <a:lnTo>
                    <a:pt x="951588" y="584097"/>
                  </a:lnTo>
                  <a:lnTo>
                    <a:pt x="1353668" y="341427"/>
                  </a:lnTo>
                  <a:lnTo>
                    <a:pt x="1889774" y="0"/>
                  </a:lnTo>
                  <a:lnTo>
                    <a:pt x="1889774" y="351809"/>
                  </a:lnTo>
                  <a:lnTo>
                    <a:pt x="1353668" y="588381"/>
                  </a:lnTo>
                  <a:lnTo>
                    <a:pt x="951588" y="779209"/>
                  </a:lnTo>
                  <a:lnTo>
                    <a:pt x="415482" y="1070325"/>
                  </a:lnTo>
                  <a:lnTo>
                    <a:pt x="0" y="132343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4794722" y="4229168"/>
              <a:ext cx="1889774" cy="1065821"/>
            </a:xfrm>
            <a:custGeom>
              <a:avLst/>
              <a:pathLst>
                <a:path w="1889774" h="1065821">
                  <a:moveTo>
                    <a:pt x="0" y="1065821"/>
                  </a:moveTo>
                  <a:lnTo>
                    <a:pt x="415482" y="870981"/>
                  </a:lnTo>
                  <a:lnTo>
                    <a:pt x="951588" y="584097"/>
                  </a:lnTo>
                  <a:lnTo>
                    <a:pt x="1353668" y="341427"/>
                  </a:lnTo>
                  <a:lnTo>
                    <a:pt x="1889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4794722" y="4580978"/>
              <a:ext cx="1889774" cy="971625"/>
            </a:xfrm>
            <a:custGeom>
              <a:avLst/>
              <a:pathLst>
                <a:path w="1889774" h="971625">
                  <a:moveTo>
                    <a:pt x="1889774" y="0"/>
                  </a:moveTo>
                  <a:lnTo>
                    <a:pt x="1353668" y="236572"/>
                  </a:lnTo>
                  <a:lnTo>
                    <a:pt x="951588" y="427400"/>
                  </a:lnTo>
                  <a:lnTo>
                    <a:pt x="415482" y="718516"/>
                  </a:lnTo>
                  <a:lnTo>
                    <a:pt x="0" y="971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16" name="pl2415"/>
            <p:cNvSpPr/>
            <p:nvPr/>
          </p:nvSpPr>
          <p:spPr>
            <a:xfrm>
              <a:off x="4794722" y="4392889"/>
              <a:ext cx="1889774" cy="985480"/>
            </a:xfrm>
            <a:custGeom>
              <a:avLst/>
              <a:pathLst>
                <a:path w="1889774" h="985480">
                  <a:moveTo>
                    <a:pt x="0" y="985480"/>
                  </a:moveTo>
                  <a:lnTo>
                    <a:pt x="415482" y="768814"/>
                  </a:lnTo>
                  <a:lnTo>
                    <a:pt x="951588" y="489245"/>
                  </a:lnTo>
                  <a:lnTo>
                    <a:pt x="1353668" y="279568"/>
                  </a:lnTo>
                  <a:lnTo>
                    <a:pt x="1889774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4794722" y="4405073"/>
              <a:ext cx="1889774" cy="1018723"/>
            </a:xfrm>
            <a:custGeom>
              <a:avLst/>
              <a:pathLst>
                <a:path w="1889774" h="1018723">
                  <a:moveTo>
                    <a:pt x="0" y="1018723"/>
                  </a:moveTo>
                  <a:lnTo>
                    <a:pt x="415482" y="794748"/>
                  </a:lnTo>
                  <a:lnTo>
                    <a:pt x="951588" y="505749"/>
                  </a:lnTo>
                  <a:lnTo>
                    <a:pt x="1353668" y="288999"/>
                  </a:lnTo>
                  <a:lnTo>
                    <a:pt x="1889774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tx2417"/>
            <p:cNvSpPr/>
            <p:nvPr/>
          </p:nvSpPr>
          <p:spPr>
            <a:xfrm>
              <a:off x="4798940" y="4015157"/>
              <a:ext cx="7433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2419" name="tx2418"/>
            <p:cNvSpPr/>
            <p:nvPr/>
          </p:nvSpPr>
          <p:spPr>
            <a:xfrm>
              <a:off x="5542256" y="4015157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2420" name="tx2419"/>
            <p:cNvSpPr/>
            <p:nvPr/>
          </p:nvSpPr>
          <p:spPr>
            <a:xfrm>
              <a:off x="5631122" y="4015157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2421" name="tx2420"/>
            <p:cNvSpPr/>
            <p:nvPr/>
          </p:nvSpPr>
          <p:spPr>
            <a:xfrm>
              <a:off x="5668845" y="401515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2422" name="tx2421"/>
            <p:cNvSpPr/>
            <p:nvPr/>
          </p:nvSpPr>
          <p:spPr>
            <a:xfrm>
              <a:off x="5741627" y="401515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423" name="tx2422"/>
            <p:cNvSpPr/>
            <p:nvPr/>
          </p:nvSpPr>
          <p:spPr>
            <a:xfrm>
              <a:off x="5814368" y="401515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2424" name="tx2423"/>
            <p:cNvSpPr/>
            <p:nvPr/>
          </p:nvSpPr>
          <p:spPr>
            <a:xfrm>
              <a:off x="5887081" y="401515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2425" name="tx2424"/>
            <p:cNvSpPr/>
            <p:nvPr/>
          </p:nvSpPr>
          <p:spPr>
            <a:xfrm>
              <a:off x="6303224" y="4015157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2426" name="tx2425"/>
            <p:cNvSpPr/>
            <p:nvPr/>
          </p:nvSpPr>
          <p:spPr>
            <a:xfrm>
              <a:off x="6366684" y="401515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427" name="tx2426"/>
            <p:cNvSpPr/>
            <p:nvPr/>
          </p:nvSpPr>
          <p:spPr>
            <a:xfrm>
              <a:off x="6439424" y="401515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2428" name="tx2427"/>
            <p:cNvSpPr/>
            <p:nvPr/>
          </p:nvSpPr>
          <p:spPr>
            <a:xfrm>
              <a:off x="6855567" y="4015157"/>
              <a:ext cx="4667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(r=2,4,8)</a:t>
              </a:r>
            </a:p>
          </p:txBody>
        </p:sp>
        <p:sp>
          <p:nvSpPr>
            <p:cNvPr id="2429" name="tx2428"/>
            <p:cNvSpPr/>
            <p:nvPr/>
          </p:nvSpPr>
          <p:spPr>
            <a:xfrm>
              <a:off x="4798940" y="4197162"/>
              <a:ext cx="7306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2430" name="tx2429"/>
            <p:cNvSpPr/>
            <p:nvPr/>
          </p:nvSpPr>
          <p:spPr>
            <a:xfrm>
              <a:off x="5529546" y="4197162"/>
              <a:ext cx="762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5618412" y="4197162"/>
              <a:ext cx="2542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2432" name="tx2431"/>
            <p:cNvSpPr/>
            <p:nvPr/>
          </p:nvSpPr>
          <p:spPr>
            <a:xfrm>
              <a:off x="5656135" y="419716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2433" name="tx2432"/>
            <p:cNvSpPr/>
            <p:nvPr/>
          </p:nvSpPr>
          <p:spPr>
            <a:xfrm>
              <a:off x="5728917" y="419716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434" name="tx2433"/>
            <p:cNvSpPr/>
            <p:nvPr/>
          </p:nvSpPr>
          <p:spPr>
            <a:xfrm>
              <a:off x="5801657" y="419716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2435" name="tx2434"/>
            <p:cNvSpPr/>
            <p:nvPr/>
          </p:nvSpPr>
          <p:spPr>
            <a:xfrm>
              <a:off x="5874371" y="419716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2436" name="tx2435"/>
            <p:cNvSpPr/>
            <p:nvPr/>
          </p:nvSpPr>
          <p:spPr>
            <a:xfrm>
              <a:off x="6290514" y="4197162"/>
              <a:ext cx="634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2437" name="tx2436"/>
            <p:cNvSpPr/>
            <p:nvPr/>
          </p:nvSpPr>
          <p:spPr>
            <a:xfrm>
              <a:off x="6353973" y="419716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438" name="tx2437"/>
            <p:cNvSpPr/>
            <p:nvPr/>
          </p:nvSpPr>
          <p:spPr>
            <a:xfrm>
              <a:off x="6426714" y="419716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2439" name="tx2438"/>
            <p:cNvSpPr/>
            <p:nvPr/>
          </p:nvSpPr>
          <p:spPr>
            <a:xfrm>
              <a:off x="6842857" y="4197162"/>
              <a:ext cx="4667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(r=2,4,8)</a:t>
              </a:r>
            </a:p>
          </p:txBody>
        </p:sp>
        <p:sp>
          <p:nvSpPr>
            <p:cNvPr id="2440" name="rc2439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441" name="pl2440"/>
            <p:cNvSpPr/>
            <p:nvPr/>
          </p:nvSpPr>
          <p:spPr>
            <a:xfrm>
              <a:off x="452411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tx2441"/>
            <p:cNvSpPr/>
            <p:nvPr/>
          </p:nvSpPr>
          <p:spPr>
            <a:xfrm>
              <a:off x="4331593" y="62154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43" name="tx2442"/>
            <p:cNvSpPr/>
            <p:nvPr/>
          </p:nvSpPr>
          <p:spPr>
            <a:xfrm>
              <a:off x="4331593" y="58514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44" name="tx2443"/>
            <p:cNvSpPr/>
            <p:nvPr/>
          </p:nvSpPr>
          <p:spPr>
            <a:xfrm>
              <a:off x="4331593" y="54874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45" name="tx2444"/>
            <p:cNvSpPr/>
            <p:nvPr/>
          </p:nvSpPr>
          <p:spPr>
            <a:xfrm>
              <a:off x="4331593" y="51234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46" name="tx2445"/>
            <p:cNvSpPr/>
            <p:nvPr/>
          </p:nvSpPr>
          <p:spPr>
            <a:xfrm>
              <a:off x="4331593" y="47594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447" name="tx2446"/>
            <p:cNvSpPr/>
            <p:nvPr/>
          </p:nvSpPr>
          <p:spPr>
            <a:xfrm>
              <a:off x="4331593" y="43953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448" name="tx2447"/>
            <p:cNvSpPr/>
            <p:nvPr/>
          </p:nvSpPr>
          <p:spPr>
            <a:xfrm>
              <a:off x="4331593" y="4031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449" name="pl2448"/>
            <p:cNvSpPr/>
            <p:nvPr/>
          </p:nvSpPr>
          <p:spPr>
            <a:xfrm>
              <a:off x="4495642" y="6251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49"/>
            <p:cNvSpPr/>
            <p:nvPr/>
          </p:nvSpPr>
          <p:spPr>
            <a:xfrm>
              <a:off x="4495642" y="5887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0"/>
            <p:cNvSpPr/>
            <p:nvPr/>
          </p:nvSpPr>
          <p:spPr>
            <a:xfrm>
              <a:off x="4495642" y="5523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1"/>
            <p:cNvSpPr/>
            <p:nvPr/>
          </p:nvSpPr>
          <p:spPr>
            <a:xfrm>
              <a:off x="4495642" y="51598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2"/>
            <p:cNvSpPr/>
            <p:nvPr/>
          </p:nvSpPr>
          <p:spPr>
            <a:xfrm>
              <a:off x="4495642" y="47958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3"/>
            <p:cNvSpPr/>
            <p:nvPr/>
          </p:nvSpPr>
          <p:spPr>
            <a:xfrm>
              <a:off x="4495642" y="44318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4"/>
            <p:cNvSpPr/>
            <p:nvPr/>
          </p:nvSpPr>
          <p:spPr>
            <a:xfrm>
              <a:off x="4495642" y="4067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5"/>
            <p:cNvSpPr/>
            <p:nvPr/>
          </p:nvSpPr>
          <p:spPr>
            <a:xfrm>
              <a:off x="452411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6"/>
            <p:cNvSpPr/>
            <p:nvPr/>
          </p:nvSpPr>
          <p:spPr>
            <a:xfrm>
              <a:off x="4798940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7"/>
            <p:cNvSpPr/>
            <p:nvPr/>
          </p:nvSpPr>
          <p:spPr>
            <a:xfrm>
              <a:off x="5727941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8"/>
            <p:cNvSpPr/>
            <p:nvPr/>
          </p:nvSpPr>
          <p:spPr>
            <a:xfrm>
              <a:off x="6656943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tx2459"/>
            <p:cNvSpPr/>
            <p:nvPr/>
          </p:nvSpPr>
          <p:spPr>
            <a:xfrm>
              <a:off x="4770685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61" name="tx2460"/>
            <p:cNvSpPr/>
            <p:nvPr/>
          </p:nvSpPr>
          <p:spPr>
            <a:xfrm>
              <a:off x="5699686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62" name="tx2461"/>
            <p:cNvSpPr/>
            <p:nvPr/>
          </p:nvSpPr>
          <p:spPr>
            <a:xfrm>
              <a:off x="6628688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63" name="tx2462"/>
            <p:cNvSpPr/>
            <p:nvPr/>
          </p:nvSpPr>
          <p:spPr>
            <a:xfrm>
              <a:off x="5467584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64" name="tx2463"/>
            <p:cNvSpPr/>
            <p:nvPr/>
          </p:nvSpPr>
          <p:spPr>
            <a:xfrm rot="-5400000">
              <a:off x="3089624" y="5082427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65" name="tx2464"/>
            <p:cNvSpPr/>
            <p:nvPr/>
          </p:nvSpPr>
          <p:spPr>
            <a:xfrm>
              <a:off x="4028439" y="3780299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66" name="rc2465"/>
            <p:cNvSpPr/>
            <p:nvPr/>
          </p:nvSpPr>
          <p:spPr>
            <a:xfrm>
              <a:off x="2961522" y="6803789"/>
              <a:ext cx="25282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7" name="tx2466"/>
            <p:cNvSpPr/>
            <p:nvPr/>
          </p:nvSpPr>
          <p:spPr>
            <a:xfrm>
              <a:off x="2961522" y="6852641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68" name="rc2467"/>
            <p:cNvSpPr/>
            <p:nvPr/>
          </p:nvSpPr>
          <p:spPr>
            <a:xfrm>
              <a:off x="3761408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3820625" y="6863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0" name="pl2469"/>
            <p:cNvSpPr/>
            <p:nvPr/>
          </p:nvSpPr>
          <p:spPr>
            <a:xfrm>
              <a:off x="3851408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1" name="pl2470"/>
            <p:cNvSpPr/>
            <p:nvPr/>
          </p:nvSpPr>
          <p:spPr>
            <a:xfrm>
              <a:off x="3851408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2" name="rc2471"/>
            <p:cNvSpPr/>
            <p:nvPr/>
          </p:nvSpPr>
          <p:spPr>
            <a:xfrm>
              <a:off x="3783908" y="6848789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3" name="pl2472"/>
            <p:cNvSpPr/>
            <p:nvPr/>
          </p:nvSpPr>
          <p:spPr>
            <a:xfrm>
              <a:off x="3783908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4" name="pl2473"/>
            <p:cNvSpPr/>
            <p:nvPr/>
          </p:nvSpPr>
          <p:spPr>
            <a:xfrm>
              <a:off x="3851408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5" name="pl2474"/>
            <p:cNvSpPr/>
            <p:nvPr/>
          </p:nvSpPr>
          <p:spPr>
            <a:xfrm>
              <a:off x="3851408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76" name="pl2475"/>
            <p:cNvSpPr/>
            <p:nvPr/>
          </p:nvSpPr>
          <p:spPr>
            <a:xfrm>
              <a:off x="3779408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rc2476"/>
            <p:cNvSpPr/>
            <p:nvPr/>
          </p:nvSpPr>
          <p:spPr>
            <a:xfrm>
              <a:off x="4659791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4719008" y="686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9" name="pl2478"/>
            <p:cNvSpPr/>
            <p:nvPr/>
          </p:nvSpPr>
          <p:spPr>
            <a:xfrm>
              <a:off x="4749791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0" name="pl2479"/>
            <p:cNvSpPr/>
            <p:nvPr/>
          </p:nvSpPr>
          <p:spPr>
            <a:xfrm>
              <a:off x="4749791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1" name="rc2480"/>
            <p:cNvSpPr/>
            <p:nvPr/>
          </p:nvSpPr>
          <p:spPr>
            <a:xfrm>
              <a:off x="4682291" y="6848789"/>
              <a:ext cx="134999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2" name="pl2481"/>
            <p:cNvSpPr/>
            <p:nvPr/>
          </p:nvSpPr>
          <p:spPr>
            <a:xfrm>
              <a:off x="4682291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3" name="pl2482"/>
            <p:cNvSpPr/>
            <p:nvPr/>
          </p:nvSpPr>
          <p:spPr>
            <a:xfrm>
              <a:off x="4749791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4" name="pl2483"/>
            <p:cNvSpPr/>
            <p:nvPr/>
          </p:nvSpPr>
          <p:spPr>
            <a:xfrm>
              <a:off x="4749791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85" name="pl2484"/>
            <p:cNvSpPr/>
            <p:nvPr/>
          </p:nvSpPr>
          <p:spPr>
            <a:xfrm>
              <a:off x="4677791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tx2485"/>
            <p:cNvSpPr/>
            <p:nvPr/>
          </p:nvSpPr>
          <p:spPr>
            <a:xfrm>
              <a:off x="3998344" y="6857350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87" name="tx2486"/>
            <p:cNvSpPr/>
            <p:nvPr/>
          </p:nvSpPr>
          <p:spPr>
            <a:xfrm>
              <a:off x="4896727" y="6857350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2026-07-20T12:24:28Z</dcterms:modified>
  <cp:category/>
</cp:coreProperties>
</file>