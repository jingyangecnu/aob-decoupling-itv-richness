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8012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897340" y="1410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077973" y="244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93358" y="2612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128495" y="241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856562" y="1976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095600" y="2500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889401" y="2791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063829" y="2685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42760" y="2586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28228" y="2665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874421" y="2953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17119" y="2950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908864" y="2675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55498" y="2735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18951" y="2754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063752" y="2863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39193" y="2698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057861" y="2571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01391" y="2093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075743" y="2105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39867" y="2688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83116" y="26670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34957" y="2505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059597" y="2662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87660" y="2384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54302" y="282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34911" y="2752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28871" y="261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31424" y="23375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61000" y="2959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55053" y="2562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53609" y="2567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24284" y="2764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050149" y="2695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93132" y="2606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128242" y="2700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63499" y="2725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4066" y="275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862875" y="3050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48825" y="2867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84803" y="2398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67839" y="2543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848319" y="2652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60977" y="2485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900262" y="2722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19778" y="2748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35345" y="2356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37905" y="3006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887471" y="2636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53730" y="257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98123" y="2995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70412" y="2688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861385" y="2602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49037" y="2505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43323" y="224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36028" y="21969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31370" y="341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13451" y="2741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38287" y="2457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058477" y="2285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72128" y="2538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76623" y="2502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00887" y="2771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061592" y="2964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869910" y="2319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091940" y="2416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60818" y="207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09317" y="1969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02350" y="237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094132" y="2120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857257" y="28004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067584" y="2642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911937" y="2747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86819" y="2838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880247" y="2397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055800" y="247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912007" y="2319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051813" y="2055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863411" y="2776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78129" y="2584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859694" y="2395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89206" y="249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66645" y="2789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059187" y="19950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903508" y="2307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11272" y="175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849982" y="2456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072984" y="2459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16490" y="2572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80709" y="2253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24759" y="3297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085218" y="2954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865650" y="2245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077925" y="2041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931283" y="2440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54211" y="2592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886795" y="215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17049" y="1913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17776" y="2547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104511" y="2221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30573" y="2213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060374" y="2392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919863" y="2311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35749" y="2612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867586" y="1998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110142" y="2120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849529" y="256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144513" y="271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889628" y="2651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106890" y="2695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9234" y="2578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38114" y="25896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53860" y="1217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50651" y="1599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01020" y="1643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06361" y="1921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934020" y="2824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57222" y="2654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927322" y="291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141920" y="2851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939429" y="269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60986" y="2780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846151" y="2276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49390" y="2678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886176" y="2648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139092" y="2791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24942" y="2488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151717" y="2666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928539" y="2526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39862" y="2675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907763" y="2452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061445" y="258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894952" y="27912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27223" y="2583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886511" y="2458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61754" y="2546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35473" y="2724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153421" y="2634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34569" y="2753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105789" y="2925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848515" y="2458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135577" y="2695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96285" y="2534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099992" y="2842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939584" y="2564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063535" y="2769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859194" y="1651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28509" y="28520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877898" y="3028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126830" y="2610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841603" y="292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137447" y="2726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841495" y="2535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128928" y="2706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897516" y="2556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136701" y="2518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887392" y="2035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082410" y="2021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934670" y="19470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101955" y="1847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895084" y="2594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119375" y="230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36429" y="213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054127" y="23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873751" y="1955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137782" y="1788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897268" y="2687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073639" y="2787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888736" y="2366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107746" y="260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877570" y="1882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097355" y="2125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942095" y="3107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084068" y="2392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343414" y="171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555274" y="1857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408292" y="2088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530855" y="2498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96458" y="2461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530637" y="2515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310663" y="2116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555816" y="22452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341399" y="2026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614971" y="2135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381601" y="2133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533626" y="2318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85185" y="2296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551952" y="2347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349164" y="2031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557318" y="2223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328025" y="2671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611705" y="2941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402624" y="2450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531249" y="2918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69332" y="2142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582887" y="23442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306401" y="2016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613683" y="2501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345688" y="215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568605" y="2454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369365" y="2642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521844" y="2829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317138" y="2109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549748" y="25292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365603" y="2829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571542" y="2638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399461" y="235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569689" y="2459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310476" y="2398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549816" y="2641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351759" y="20851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602633" y="2307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317036" y="1940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619126" y="2276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404216" y="2362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576710" y="3069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317940" y="2754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40221" y="28741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47697" y="2184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76738" y="2161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400339" y="2101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564108" y="264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321479" y="2145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584625" y="2305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355088" y="305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557460" y="2885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340512" y="263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612912" y="269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86676" y="2749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583752" y="26747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20406" y="2538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75580" y="2771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378637" y="3088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31558" y="33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44715" y="2099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581608" y="202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313467" y="253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79965" y="266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356543" y="206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74351" y="1931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07278" y="2321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526692" y="2349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325948" y="208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72109" y="2204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45256" y="3355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85254" y="327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81314" y="21234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87674" y="2343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04082" y="237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02073" y="2331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318873" y="2205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04478" y="2508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88167" y="18614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52966" y="2057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371329" y="20811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40768" y="2107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315036" y="2528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05701" y="296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12432" y="248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46118" y="2368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311566" y="210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576532" y="2330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309053" y="2441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93531" y="2779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389732" y="2221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604789" y="2404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67213" y="2132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11810" y="234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97529" y="1746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525913" y="210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340945" y="1980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534213" y="254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347104" y="1665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568047" y="2145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25663" y="2026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608221" y="2160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332246" y="2249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86735" y="2054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89706" y="2309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519082" y="257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72610" y="2605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529944" y="2497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25050" y="2747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93012" y="2553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369317" y="2074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581157" y="2127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394072" y="2702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557108" y="252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53641" y="2439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28181" y="2772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337835" y="2502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550952" y="2477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23641" y="2582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72031" y="2906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334673" y="2225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533926" y="2211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347830" y="2509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515721" y="2642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399387" y="2294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535368" y="2314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339508" y="2005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553071" y="2071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395079" y="2348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566061" y="241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380176" y="2461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540708" y="2395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398595" y="2089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69965" y="2661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312028" y="246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521274" y="2855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315657" y="2441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28162" y="2255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365641" y="227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527956" y="2475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89088" y="284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567767" y="264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368839" y="2287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607272" y="2186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06238" y="2244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591447" y="212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402149" y="2799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528535" y="2294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314235" y="2895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573511" y="2814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309505" y="2064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601421" y="22537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312047" y="2554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607828" y="2543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310758" y="23922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581982" y="2418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388039" y="2246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544964" y="2450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346481" y="2483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591424" y="2215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352325" y="2559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590677" y="2321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406390" y="21872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523595" y="2116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354881" y="1877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21884" y="184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43218" y="2137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543268" y="2065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06662" y="2027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573429" y="19650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331316" y="217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523558" y="2342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61626" y="2579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590037" y="2539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12764" y="247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573703" y="23023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360370" y="233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584265" y="211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404806" y="1865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603960" y="191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331224" y="2715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543054" y="2134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346743" y="2185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619837" y="2373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393221" y="1976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554856" y="203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64145" y="1830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69524" y="1810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63218" y="1776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535093" y="1620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407504" y="1163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519650" y="1984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87094" y="2199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559934" y="224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61058" y="1920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88153" y="1877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829267" y="2671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006936" y="241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844646" y="187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983992" y="2117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37237" y="1926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982949" y="2398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811879" y="1665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018439" y="1909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780077" y="1969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76923" y="2098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774248" y="212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007230" y="2566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778391" y="2007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981412" y="2068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817467" y="22109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045123" y="2207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779269" y="2288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36711" y="2322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12793" y="2435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026945" y="2606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820310" y="2561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045791" y="2948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40194" y="1923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993976" y="2153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839996" y="2427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988284" y="2619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822658" y="167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73050" y="2027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773367" y="1922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070830" y="2096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790571" y="1695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013673" y="2000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773685" y="3103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069078" y="2899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834211" y="2705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080760" y="240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777541" y="1705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983971" y="2200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806111" y="2334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15936" y="2624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807618" y="1996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13149" y="2169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849100" y="2177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996622" y="239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794772" y="2948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43225" y="2696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789814" y="2340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982421" y="2531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45188" y="2157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997391" y="2501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10178" y="2242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40011" y="2198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814972" y="2876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042240" y="3333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818321" y="19037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981806" y="2060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842731" y="202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072112" y="2100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854434" y="1728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028725" y="196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772595" y="1815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993857" y="187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59695" y="1771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03604" y="1886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847835" y="2246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35928" y="2092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18695" y="1996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16360" y="2091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786283" y="1582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991345" y="1892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782813" y="1763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54581" y="2058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784002" y="1888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059304" y="1920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858616" y="1936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059234" y="2114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833768" y="1637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071619" y="17852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843156" y="1678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12936" y="1637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777114" y="19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71199" y="1968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867723" y="1501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34955" y="2182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791079" y="1751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056209" y="2025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794316" y="1604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994476" y="1873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866794" y="1827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040075" y="206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796178" y="1268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28850" y="1834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817923" y="2152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063352" y="2275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792301" y="18255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980259" y="2168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872544" y="1775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16777" y="2226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829254" y="2306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41118" y="2173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774972" y="1858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045150" y="2097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852643" y="1656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79028" y="203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853242" y="2487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052678" y="2354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786401" y="22150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81740" y="2618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843036" y="1899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075871" y="20276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787448" y="1860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072792" y="1862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833634" y="1816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08111" y="209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859925" y="191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992755" y="2149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51982" y="176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996874" y="2478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57246" y="2888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036735" y="2810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791132" y="2142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998896" y="2497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774035" y="2063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022153" y="2035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49449" y="2052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16786" y="1908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775322" y="2473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16790" y="2449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827690" y="255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995648" y="2679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801080" y="2027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41892" y="24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779678" y="2206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82549" y="2573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822613" y="1596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60028" y="2068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838792" y="1805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73021" y="2171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791768" y="1809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997278" y="2397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833908" y="2091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48414" y="2578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777123" y="14788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14198" y="1874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793340" y="2247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84495" y="2820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43289" y="2776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980125" y="2457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13085" y="1877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14229" y="2437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805387" y="17470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54345" y="248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808197" y="170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77135" y="1907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809182" y="2829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989009" y="2649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851318" y="2489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35743" y="2905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810832" y="2112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64433" y="2442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817698" y="1601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29531" y="2149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802585" y="1486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029104" y="1748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818511" y="2076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049768" y="257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786802" y="2179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35999" y="2356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864321" y="2347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4982524" y="2412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802099" y="1829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71726" y="214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783970" y="2266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067997" y="2666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842287" y="1880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23584" y="2538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848828" y="2246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005383" y="2425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27211" y="250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046840" y="2285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852353" y="1667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07957" y="2256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802469" y="1898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26541" y="2094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837626" y="1256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077113" y="1698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872803" y="238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049265" y="26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797845" y="229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53753" y="1802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836053" y="2248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047076" y="1905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797681" y="230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67410" y="2183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852590" y="30125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054597" y="262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828174" y="224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53953" y="236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802097" y="183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43979" y="2037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839661" y="2485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022326" y="2550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811046" y="3148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79807" y="2943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815261" y="2731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44567" y="2368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812809" y="2481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24191" y="2127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873628" y="2330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001623" y="2079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39739" y="2160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059453" y="2389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857075" y="23709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034515" y="2398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830494" y="2327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085190" y="22284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832372" y="2145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020223" y="1999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857185" y="2187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984087" y="217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814153" y="24339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43091" y="2076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840829" y="1934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81336" y="1730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780932" y="26385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66150" y="262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785361" y="2884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82850" y="2632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08150" y="1559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68444" y="1718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288757" y="1956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525453" y="2017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257200" y="258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454717" y="2942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240136" y="2013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46118" y="18168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337214" y="2389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511889" y="2136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258518" y="1791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533636" y="2281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289898" y="1379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486811" y="1750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239334" y="2589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483474" y="2490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291727" y="209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548884" y="2288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247924" y="2115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531369" y="222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304870" y="2525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457639" y="2003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235048" y="1198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504139" y="1521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325244" y="2448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70552" y="218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315117" y="2189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20103" y="2167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236461" y="1737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467039" y="2764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263212" y="2202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545648" y="2127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335786" y="2529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472633" y="265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247012" y="2439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490138" y="2613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293088" y="2273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550240" y="1845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269098" y="2353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485660" y="2023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289309" y="1931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494353" y="2621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279687" y="2488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494834" y="2447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253193" y="1756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463327" y="2079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236826" y="2536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75903" y="2904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267061" y="2710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491485" y="2294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275027" y="1631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483677" y="2236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282178" y="18157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513367" y="2273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292266" y="1946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536196" y="2296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268635" y="25695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508560" y="1940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234941" y="2461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537832" y="2124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326907" y="1867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503347" y="2224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306277" y="2023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510165" y="1710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302364" y="235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482038" y="2138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303395" y="1708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536483" y="1801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290402" y="2353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08549" y="2413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238679" y="1962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501294" y="2278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317105" y="2894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513423" y="2966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245043" y="1795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531533" y="2403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249286" y="1996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445300" y="2267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308591" y="2077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451140" y="2447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235236" y="1964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532115" y="1989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247137" y="1991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501942" y="23155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321373" y="2190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503825" y="2250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255177" y="2063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475768" y="192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254392" y="2355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507545" y="2829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316582" y="2606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481847" y="215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284602" y="2170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470133" y="221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267640" y="2222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502109" y="2440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278449" y="2276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524685" y="18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242040" y="1388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457542" y="1743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299973" y="1895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487688" y="1978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266850" y="1655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521319" y="1904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242974" y="2456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463578" y="2456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326431" y="1893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533617" y="2000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241141" y="2052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546474" y="1999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330625" y="24627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504283" y="2296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264785" y="1658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528850" y="205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248072" y="2245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506711" y="2152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327317" y="2095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491858" y="245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303622" y="2181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545047" y="2369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278572" y="194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497389" y="222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90226" y="1941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465282" y="2382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292274" y="22004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507132" y="2253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281232" y="1853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485145" y="2065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288216" y="234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536800" y="1851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328648" y="1701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536800" y="1693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290327" y="2105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459950" y="2182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286463" y="2225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500542" y="2062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247926" y="1621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502720" y="25191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330582" y="257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464723" y="2088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256219" y="2288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480426" y="2761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273870" y="2119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451020" y="213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237932" y="2156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470793" y="2151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315321" y="2133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473114" y="2398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331109" y="2168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463258" y="2050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247158" y="2537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497288" y="2166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317917" y="245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545081" y="18220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238927" y="265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456159" y="2799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331984" y="24357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450306" y="2327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269437" y="2310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494742" y="214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238872" y="2199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479581" y="2096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237525" y="227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499424" y="2493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292540" y="2150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533949" y="1992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292432" y="2387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461356" y="2154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237362" y="2428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478045" y="2565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241582" y="2427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494426" y="2097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337693" y="2315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547001" y="2417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252161" y="19632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543298" y="2071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269815" y="2126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497807" y="2274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264082" y="2293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539088" y="2227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283429" y="2275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498280" y="2323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276582" y="16479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527175" y="1828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294070" y="1729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544185" y="2057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316559" y="139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522050" y="1528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279097" y="2039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477630" y="2088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316027" y="1831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456040" y="1910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283679" y="208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475119" y="2279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246985" y="2608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540461" y="264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258893" y="2278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490866" y="2183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315993" y="1665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473818" y="1934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309361" y="2189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547361" y="2236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74941" y="2042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516218" y="2055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311013" y="1791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510978" y="1826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280325" y="1894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531878" y="2230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266222" y="214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548524" y="2411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313308" y="2065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511917" y="1765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299399" y="2330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480344" y="1953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37992" y="2698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539722" y="2127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266575" y="1921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525016" y="2334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49117" y="2060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529550" y="2190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256094" y="1933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527896" y="2058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303266" y="2387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466460" y="2320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267971" y="234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504530" y="2330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242275" y="2199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534919" y="234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333604" y="2283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491571" y="2445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261551" y="2266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520879" y="204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236646" y="1791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529032" y="2191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326823" y="2284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550569" y="2591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311145" y="2184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506463" y="2026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292046" y="2135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547802" y="2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95326" y="2360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481615" y="19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44110" y="1798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532727" y="1990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49492" y="23156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464159" y="2363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237415" y="2151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514673" y="2378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53775" y="23230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490177" y="2050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241790" y="2166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489342" y="1990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235834" y="2323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471127" y="2144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82078" y="1889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470418" y="1971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332913" y="2077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510856" y="2425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308451" y="2266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534940" y="195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330734" y="1744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542442" y="1909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269115" y="1996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522042" y="21340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280254" y="2142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496739" y="22750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299817" y="2687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548194" y="2688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250319" y="3257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484472" y="2984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255121" y="1887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530515" y="211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288686" y="1598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465163" y="1916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262240" y="2515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448707" y="2151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253784" y="228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455014" y="2037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279143" y="2048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470187" y="2022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301330" y="2254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466284" y="2125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320533" y="2048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471657" y="21189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21689" y="1913715"/>
              <a:ext cx="0" cy="445623"/>
            </a:xfrm>
            <a:custGeom>
              <a:avLst/>
              <a:pathLst>
                <a:path w="0" h="445623">
                  <a:moveTo>
                    <a:pt x="0" y="4456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21689" y="2755717"/>
              <a:ext cx="0" cy="572094"/>
            </a:xfrm>
            <a:custGeom>
              <a:avLst/>
              <a:pathLst>
                <a:path w="0" h="572094">
                  <a:moveTo>
                    <a:pt x="0" y="0"/>
                  </a:moveTo>
                  <a:lnTo>
                    <a:pt x="0" y="5720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15999" y="2359339"/>
              <a:ext cx="211378" cy="396378"/>
            </a:xfrm>
            <a:custGeom>
              <a:avLst/>
              <a:pathLst>
                <a:path w="211378" h="396378">
                  <a:moveTo>
                    <a:pt x="0" y="0"/>
                  </a:moveTo>
                  <a:lnTo>
                    <a:pt x="0" y="396378"/>
                  </a:lnTo>
                  <a:lnTo>
                    <a:pt x="211378" y="396378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15999" y="2586796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386853" y="1695905"/>
              <a:ext cx="0" cy="423003"/>
            </a:xfrm>
            <a:custGeom>
              <a:avLst/>
              <a:pathLst>
                <a:path w="0" h="423003">
                  <a:moveTo>
                    <a:pt x="0" y="42300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386853" y="2528541"/>
              <a:ext cx="0" cy="590332"/>
            </a:xfrm>
            <a:custGeom>
              <a:avLst/>
              <a:pathLst>
                <a:path w="0" h="590332">
                  <a:moveTo>
                    <a:pt x="0" y="0"/>
                  </a:moveTo>
                  <a:lnTo>
                    <a:pt x="0" y="59033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281164" y="2118908"/>
              <a:ext cx="211378" cy="409632"/>
            </a:xfrm>
            <a:custGeom>
              <a:avLst/>
              <a:pathLst>
                <a:path w="211378" h="409632">
                  <a:moveTo>
                    <a:pt x="0" y="0"/>
                  </a:moveTo>
                  <a:lnTo>
                    <a:pt x="0" y="409632"/>
                  </a:lnTo>
                  <a:lnTo>
                    <a:pt x="211378" y="409632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281164" y="2279259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52017" y="1286877"/>
              <a:ext cx="0" cy="559930"/>
            </a:xfrm>
            <a:custGeom>
              <a:avLst/>
              <a:pathLst>
                <a:path w="0" h="559930">
                  <a:moveTo>
                    <a:pt x="0" y="5599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52017" y="2363627"/>
              <a:ext cx="0" cy="770857"/>
            </a:xfrm>
            <a:custGeom>
              <a:avLst/>
              <a:pathLst>
                <a:path w="0" h="770857">
                  <a:moveTo>
                    <a:pt x="0" y="0"/>
                  </a:moveTo>
                  <a:lnTo>
                    <a:pt x="0" y="7708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46328" y="1846807"/>
              <a:ext cx="211378" cy="516819"/>
            </a:xfrm>
            <a:custGeom>
              <a:avLst/>
              <a:pathLst>
                <a:path w="211378" h="516819">
                  <a:moveTo>
                    <a:pt x="0" y="0"/>
                  </a:moveTo>
                  <a:lnTo>
                    <a:pt x="0" y="516819"/>
                  </a:lnTo>
                  <a:lnTo>
                    <a:pt x="211378" y="516819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6328" y="2094567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17182" y="1410601"/>
              <a:ext cx="0" cy="564362"/>
            </a:xfrm>
            <a:custGeom>
              <a:avLst/>
              <a:pathLst>
                <a:path w="0" h="564362">
                  <a:moveTo>
                    <a:pt x="0" y="56436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17182" y="2375672"/>
              <a:ext cx="0" cy="549701"/>
            </a:xfrm>
            <a:custGeom>
              <a:avLst/>
              <a:pathLst>
                <a:path w="0" h="549701">
                  <a:moveTo>
                    <a:pt x="0" y="0"/>
                  </a:moveTo>
                  <a:lnTo>
                    <a:pt x="0" y="5497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11492" y="1974963"/>
              <a:ext cx="211378" cy="400709"/>
            </a:xfrm>
            <a:custGeom>
              <a:avLst/>
              <a:pathLst>
                <a:path w="211378" h="400709">
                  <a:moveTo>
                    <a:pt x="0" y="0"/>
                  </a:moveTo>
                  <a:lnTo>
                    <a:pt x="0" y="400709"/>
                  </a:lnTo>
                  <a:lnTo>
                    <a:pt x="211378" y="400709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11492" y="2196805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33067" y="1943796"/>
              <a:ext cx="0" cy="479593"/>
            </a:xfrm>
            <a:custGeom>
              <a:avLst/>
              <a:pathLst>
                <a:path w="0" h="479593">
                  <a:moveTo>
                    <a:pt x="0" y="4795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33067" y="2750367"/>
              <a:ext cx="0" cy="286860"/>
            </a:xfrm>
            <a:custGeom>
              <a:avLst/>
              <a:pathLst>
                <a:path w="0" h="286860">
                  <a:moveTo>
                    <a:pt x="0" y="0"/>
                  </a:moveTo>
                  <a:lnTo>
                    <a:pt x="0" y="28686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27378" y="2423389"/>
              <a:ext cx="211378" cy="326977"/>
            </a:xfrm>
            <a:custGeom>
              <a:avLst/>
              <a:pathLst>
                <a:path w="211378" h="326977">
                  <a:moveTo>
                    <a:pt x="0" y="0"/>
                  </a:moveTo>
                  <a:lnTo>
                    <a:pt x="0" y="326977"/>
                  </a:lnTo>
                  <a:lnTo>
                    <a:pt x="211378" y="326977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27378" y="2623331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598231" y="1651683"/>
              <a:ext cx="0" cy="539570"/>
            </a:xfrm>
            <a:custGeom>
              <a:avLst/>
              <a:pathLst>
                <a:path w="0" h="539570">
                  <a:moveTo>
                    <a:pt x="0" y="53957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598231" y="2597636"/>
              <a:ext cx="0" cy="502457"/>
            </a:xfrm>
            <a:custGeom>
              <a:avLst/>
              <a:pathLst>
                <a:path w="0" h="502457">
                  <a:moveTo>
                    <a:pt x="0" y="0"/>
                  </a:moveTo>
                  <a:lnTo>
                    <a:pt x="0" y="5024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492542" y="2191253"/>
              <a:ext cx="211378" cy="406382"/>
            </a:xfrm>
            <a:custGeom>
              <a:avLst/>
              <a:pathLst>
                <a:path w="211378" h="406382">
                  <a:moveTo>
                    <a:pt x="0" y="0"/>
                  </a:moveTo>
                  <a:lnTo>
                    <a:pt x="0" y="406382"/>
                  </a:lnTo>
                  <a:lnTo>
                    <a:pt x="211378" y="406382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492542" y="2377738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63396" y="1668718"/>
              <a:ext cx="0" cy="410249"/>
            </a:xfrm>
            <a:custGeom>
              <a:avLst/>
              <a:pathLst>
                <a:path w="0" h="410249">
                  <a:moveTo>
                    <a:pt x="0" y="41024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63396" y="2514980"/>
              <a:ext cx="0" cy="463908"/>
            </a:xfrm>
            <a:custGeom>
              <a:avLst/>
              <a:pathLst>
                <a:path w="0" h="463908">
                  <a:moveTo>
                    <a:pt x="0" y="0"/>
                  </a:moveTo>
                  <a:lnTo>
                    <a:pt x="0" y="46390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57706" y="2078967"/>
              <a:ext cx="211378" cy="436013"/>
            </a:xfrm>
            <a:custGeom>
              <a:avLst/>
              <a:pathLst>
                <a:path w="211378" h="436013">
                  <a:moveTo>
                    <a:pt x="0" y="0"/>
                  </a:moveTo>
                  <a:lnTo>
                    <a:pt x="0" y="436013"/>
                  </a:lnTo>
                  <a:lnTo>
                    <a:pt x="211378" y="436013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57706" y="2214281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28560" y="1724504"/>
              <a:ext cx="0" cy="328741"/>
            </a:xfrm>
            <a:custGeom>
              <a:avLst/>
              <a:pathLst>
                <a:path w="0" h="328741">
                  <a:moveTo>
                    <a:pt x="0" y="32874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28560" y="2375248"/>
              <a:ext cx="0" cy="454819"/>
            </a:xfrm>
            <a:custGeom>
              <a:avLst/>
              <a:pathLst>
                <a:path w="0" h="454819">
                  <a:moveTo>
                    <a:pt x="0" y="0"/>
                  </a:moveTo>
                  <a:lnTo>
                    <a:pt x="0" y="45481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22871" y="2053245"/>
              <a:ext cx="211378" cy="322002"/>
            </a:xfrm>
            <a:custGeom>
              <a:avLst/>
              <a:pathLst>
                <a:path w="211378" h="322002">
                  <a:moveTo>
                    <a:pt x="0" y="0"/>
                  </a:moveTo>
                  <a:lnTo>
                    <a:pt x="0" y="322002"/>
                  </a:lnTo>
                  <a:lnTo>
                    <a:pt x="211378" y="322002"/>
                  </a:lnTo>
                  <a:lnTo>
                    <a:pt x="21137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22871" y="2186538"/>
              <a:ext cx="211378" cy="0"/>
            </a:xfrm>
            <a:custGeom>
              <a:avLst/>
              <a:pathLst>
                <a:path w="211378" h="0">
                  <a:moveTo>
                    <a:pt x="0" y="0"/>
                  </a:moveTo>
                  <a:lnTo>
                    <a:pt x="21137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27378" y="1956595"/>
              <a:ext cx="4438949" cy="629349"/>
            </a:xfrm>
            <a:custGeom>
              <a:avLst/>
              <a:pathLst>
                <a:path w="4438949" h="629349">
                  <a:moveTo>
                    <a:pt x="0" y="314384"/>
                  </a:moveTo>
                  <a:lnTo>
                    <a:pt x="1099168" y="284213"/>
                  </a:lnTo>
                  <a:lnTo>
                    <a:pt x="2113785" y="237812"/>
                  </a:lnTo>
                  <a:lnTo>
                    <a:pt x="3382056" y="125031"/>
                  </a:lnTo>
                  <a:lnTo>
                    <a:pt x="4438949" y="0"/>
                  </a:lnTo>
                  <a:lnTo>
                    <a:pt x="4438949" y="282120"/>
                  </a:lnTo>
                  <a:lnTo>
                    <a:pt x="3382056" y="314615"/>
                  </a:lnTo>
                  <a:lnTo>
                    <a:pt x="2113785" y="390866"/>
                  </a:lnTo>
                  <a:lnTo>
                    <a:pt x="1099168" y="495691"/>
                  </a:lnTo>
                  <a:lnTo>
                    <a:pt x="0" y="6293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27378" y="1956595"/>
              <a:ext cx="4438949" cy="314384"/>
            </a:xfrm>
            <a:custGeom>
              <a:avLst/>
              <a:pathLst>
                <a:path w="4438949" h="314384">
                  <a:moveTo>
                    <a:pt x="0" y="314384"/>
                  </a:moveTo>
                  <a:lnTo>
                    <a:pt x="1099168" y="284213"/>
                  </a:lnTo>
                  <a:lnTo>
                    <a:pt x="2113785" y="237812"/>
                  </a:lnTo>
                  <a:lnTo>
                    <a:pt x="3382056" y="125031"/>
                  </a:lnTo>
                  <a:lnTo>
                    <a:pt x="4438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27378" y="2238716"/>
              <a:ext cx="4438949" cy="347228"/>
            </a:xfrm>
            <a:custGeom>
              <a:avLst/>
              <a:pathLst>
                <a:path w="4438949" h="347228">
                  <a:moveTo>
                    <a:pt x="4438949" y="0"/>
                  </a:moveTo>
                  <a:lnTo>
                    <a:pt x="3382056" y="32495"/>
                  </a:lnTo>
                  <a:lnTo>
                    <a:pt x="2113785" y="108746"/>
                  </a:lnTo>
                  <a:lnTo>
                    <a:pt x="1099168" y="213571"/>
                  </a:lnTo>
                  <a:lnTo>
                    <a:pt x="0" y="347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27378" y="2088010"/>
              <a:ext cx="4438949" cy="570484"/>
            </a:xfrm>
            <a:custGeom>
              <a:avLst/>
              <a:pathLst>
                <a:path w="4438949" h="570484">
                  <a:moveTo>
                    <a:pt x="0" y="306007"/>
                  </a:moveTo>
                  <a:lnTo>
                    <a:pt x="1099168" y="270054"/>
                  </a:lnTo>
                  <a:lnTo>
                    <a:pt x="2113785" y="221411"/>
                  </a:lnTo>
                  <a:lnTo>
                    <a:pt x="3382056" y="114880"/>
                  </a:lnTo>
                  <a:lnTo>
                    <a:pt x="4438949" y="0"/>
                  </a:lnTo>
                  <a:lnTo>
                    <a:pt x="4438949" y="236052"/>
                  </a:lnTo>
                  <a:lnTo>
                    <a:pt x="3382056" y="273657"/>
                  </a:lnTo>
                  <a:lnTo>
                    <a:pt x="2113785" y="350109"/>
                  </a:lnTo>
                  <a:lnTo>
                    <a:pt x="1099168" y="447852"/>
                  </a:lnTo>
                  <a:lnTo>
                    <a:pt x="0" y="57048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27378" y="2088010"/>
              <a:ext cx="4438949" cy="306007"/>
            </a:xfrm>
            <a:custGeom>
              <a:avLst/>
              <a:pathLst>
                <a:path w="4438949" h="306007">
                  <a:moveTo>
                    <a:pt x="0" y="306007"/>
                  </a:moveTo>
                  <a:lnTo>
                    <a:pt x="1099168" y="270054"/>
                  </a:lnTo>
                  <a:lnTo>
                    <a:pt x="2113785" y="221411"/>
                  </a:lnTo>
                  <a:lnTo>
                    <a:pt x="3382056" y="114880"/>
                  </a:lnTo>
                  <a:lnTo>
                    <a:pt x="4438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27378" y="2324063"/>
              <a:ext cx="4438949" cy="334432"/>
            </a:xfrm>
            <a:custGeom>
              <a:avLst/>
              <a:pathLst>
                <a:path w="4438949" h="334432">
                  <a:moveTo>
                    <a:pt x="4438949" y="0"/>
                  </a:moveTo>
                  <a:lnTo>
                    <a:pt x="3382056" y="37605"/>
                  </a:lnTo>
                  <a:lnTo>
                    <a:pt x="2113785" y="114057"/>
                  </a:lnTo>
                  <a:lnTo>
                    <a:pt x="1099168" y="211800"/>
                  </a:lnTo>
                  <a:lnTo>
                    <a:pt x="0" y="334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27378" y="2097655"/>
              <a:ext cx="4438949" cy="330806"/>
            </a:xfrm>
            <a:custGeom>
              <a:avLst/>
              <a:pathLst>
                <a:path w="4438949" h="330806">
                  <a:moveTo>
                    <a:pt x="0" y="330806"/>
                  </a:moveTo>
                  <a:lnTo>
                    <a:pt x="1099168" y="248892"/>
                  </a:lnTo>
                  <a:lnTo>
                    <a:pt x="2113785" y="173279"/>
                  </a:lnTo>
                  <a:lnTo>
                    <a:pt x="3382056" y="78763"/>
                  </a:lnTo>
                  <a:lnTo>
                    <a:pt x="443894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27378" y="2206036"/>
              <a:ext cx="4438949" cy="320219"/>
            </a:xfrm>
            <a:custGeom>
              <a:avLst/>
              <a:pathLst>
                <a:path w="4438949" h="320219">
                  <a:moveTo>
                    <a:pt x="0" y="320219"/>
                  </a:moveTo>
                  <a:lnTo>
                    <a:pt x="1099168" y="240927"/>
                  </a:lnTo>
                  <a:lnTo>
                    <a:pt x="2113785" y="167734"/>
                  </a:lnTo>
                  <a:lnTo>
                    <a:pt x="3382056" y="76242"/>
                  </a:lnTo>
                  <a:lnTo>
                    <a:pt x="443894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27378" y="1138245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027378" y="1327531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425882" y="1469496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891047" y="1137675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6400651" y="1114585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518150" y="1084613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325632" y="341424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325632" y="29410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325632" y="246781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325632" y="19946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325632" y="15213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325632" y="10481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489681" y="34506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489681" y="2977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489681" y="25042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489681" y="20310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489681" y="1557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489681" y="1084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518150" y="3568992"/>
              <a:ext cx="5415029" cy="0"/>
            </a:xfrm>
            <a:custGeom>
              <a:avLst/>
              <a:pathLst>
                <a:path w="5415029" h="0">
                  <a:moveTo>
                    <a:pt x="0" y="0"/>
                  </a:moveTo>
                  <a:lnTo>
                    <a:pt x="54150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027378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3492542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4957706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6422871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1999123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3464287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4929451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6394616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64709" y="2281220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19049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3740912"/>
              <a:ext cx="3012818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3977829" y="3740912"/>
              <a:ext cx="3005960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721815" y="5898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856642" y="6197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729510" y="6106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833670" y="5804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699531" y="5425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836646" y="5671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698010" y="6012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810311" y="5998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714301" y="6037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846381" y="606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692817" y="6102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841199" y="611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678042" y="6142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834874" y="6147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727421" y="61531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799401" y="6171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687638" y="5446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822723" y="4881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663822" y="60291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830848" y="6069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68290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83028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672125" y="6081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828923" y="6078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701591" y="5854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815612" y="6029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71328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81081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690404" y="5835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826743" y="6139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690067" y="617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823806" y="61452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664909" y="5614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818026" y="615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713390" y="5983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837951" y="60724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665465" y="607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801111" y="607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686583" y="5901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854285" y="5987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714609" y="5931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60435" y="6033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666738" y="6182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06145" y="6120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703440" y="5808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838705" y="5937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699594" y="5949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798966" y="5532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676804" y="6172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854584" y="6197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698815" y="5751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835604" y="6195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681164" y="5669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833035" y="5882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69089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85122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710723" y="6231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18373" y="621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681344" y="61335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51724" y="6072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688942" y="6109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838244" y="6092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692119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1286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711540" y="6238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853209" y="6219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692708" y="5697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09181" y="50642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701081" y="60205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833772" y="598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708380" y="6090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853512" y="6162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665292" y="5554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56887" y="5723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710639" y="55637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48553" y="5536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694026" y="5355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804991" y="522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690090" y="6099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843379" y="6038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680021" y="6079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815890" y="612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720091" y="5751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836150" y="587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711091" y="5768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55328" y="532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689648" y="6022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805357" y="57079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681482" y="5837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10176" y="5866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705034" y="6179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797612" y="5853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673026" y="61245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837369" y="5599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68330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82832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729576" y="58626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11438" y="5745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707064" y="58560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57394" y="57855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725394" y="6237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814628" y="622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686447" y="58074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16598" y="5622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703005" y="5800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44287" y="6017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720701" y="4979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848181" y="459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723802" y="593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835727" y="5473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686857" y="56734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842199" y="5850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683235" y="5259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804443" y="5947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666050" y="5283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59655" y="5568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672026" y="58781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05748" y="6008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72761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861191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716262" y="6023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820843" y="6034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676838" y="59312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810826" y="5944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696843" y="5638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834402" y="6013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663852" y="5288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826168" y="5712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666189" y="6078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821284" y="5901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671903" y="6096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819760" y="6020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685432" y="5987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810389" y="605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701237" y="5713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824165" y="6025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728416" y="6021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1812234" y="6097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725659" y="5710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1837379" y="5925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714177" y="58239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1839757" y="59826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689257" y="610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1803606" y="5678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693452" y="6089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29319" y="5959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721806" y="6141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1803027" y="6164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682724" y="6077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1808529" y="5989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672461" y="6067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1846749" y="6034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706777" y="59342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1858443" y="60577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719576" y="5911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1852899" y="6095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691977" y="5851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856361" y="6038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716159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185887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682774" y="5603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854006" y="611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717781" y="6224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1836690" y="61745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703335" y="611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1836806" y="6069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709996" y="6031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1815855" y="6082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706753" y="6074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1805260" y="608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722521" y="5142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1819597" y="5315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700183" y="5803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1827455" y="5655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700416" y="5507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1851470" y="50703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697803" y="5460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1848655" y="5460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713275" y="54819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29816" y="52257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722786" y="6004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811701" y="6119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684712" y="5831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31646" y="603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696653" y="4976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1825616" y="5788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677327" y="6234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1830056" y="6191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638084" y="5849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743788" y="59567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593412" y="6109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752660" y="6195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651029" y="6194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785184" y="61857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650997" y="5859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776123" y="5911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643909" y="6152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740461" y="6155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594766" y="6182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748413" y="6214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599529" y="6209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753587" y="6191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626984" y="5998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766028" y="6100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640167" y="6119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757385" y="6194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612032" y="6156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739281" y="6175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596442" y="6185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51215" y="6196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594060" y="6183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750523" y="619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600209" y="6039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777449" y="6109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653683" y="59559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79168" y="61094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613702" y="6028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71555" y="6132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627278" y="6139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29735" y="61411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601440" y="6043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40684" y="602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645730" y="6149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776967" y="61851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616028" y="6083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79957" y="6097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621107" y="6173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780283" y="6214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599816" y="6156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732076" y="6219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640883" y="61449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788753" y="619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634001" y="5658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41834" y="5821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598865" y="6152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32196" y="6213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614760" y="58068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789623" y="5667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61229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2758041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629913" y="5919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772512" y="6150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65653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76944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635003" y="6136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762778" y="6111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597753" y="6234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735245" y="6238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643811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78446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602040" y="5723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756789" y="5704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613693" y="6237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748482" y="623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646465" y="5916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775329" y="5594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2611219" y="6056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781513" y="6036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617570" y="55875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768978" y="55097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639262" y="6238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782865" y="6237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653725" y="6006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764888" y="60441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615184" y="6146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762167" y="6102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607733" y="6079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749437" y="61723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2650959" y="59821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746648" y="6126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622841" y="6049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749410" y="5918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616899" y="6131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745134" y="6162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599529" y="58797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785752" y="59899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593631" y="5889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751095" y="554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49446" y="6054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778124" y="6105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598207" y="57040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790308" y="57791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593889" y="6041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2791100" y="6008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53781" y="5620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48103" y="5868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2651158" y="6015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32864" y="6087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642416" y="6135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745616" y="6176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597628" y="5577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762885" y="5397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615436" y="5435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743850" y="4778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638459" y="5685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758408" y="5925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595259" y="61196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775900" y="611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650564" y="6127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755261" y="6064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652994" y="6139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772019" y="6148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12670" y="5824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767932" y="5721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607907" y="6173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791993" y="6231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608460" y="6050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743874" y="6030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2600326" y="6142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780809" y="62013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602076" y="579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744261" y="5875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611553" y="5946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75189" y="6010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2601427" y="6063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792004" y="60676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613025" y="5942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2743693" y="6012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645059" y="61296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781696" y="6181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597791" y="57486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2774517" y="6078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632383" y="586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750887" y="6119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621295" y="6112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35539" y="619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626464" y="5790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751605" y="522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09414" y="60859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82047" y="61626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32097" y="6166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789242" y="612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641274" y="5073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786779" y="50642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629371" y="604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775249" y="5909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42096" y="6146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725616" y="5765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602271" y="6198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789084" y="6186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652618" y="576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780869" y="6044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626917" y="6092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782184" y="60579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631561" y="5952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750856" y="5919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606713" y="554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2728512" y="57252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622744" y="6053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733389" y="5932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634359" y="61637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2739845" y="6091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606382" y="5912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782716" y="5911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27768" y="5856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43204" y="57537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609266" y="5600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762617" y="58640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625722" y="4903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726833" y="436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630363" y="6142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52008" y="6160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617782" y="6027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763747" y="5957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612184" y="6076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762435" y="5877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56864" y="5826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753063" y="5387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631207" y="5279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759036" y="5250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637056" y="59808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753799" y="556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646966" y="6057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769194" y="6087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592382" y="622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2754895" y="6207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617349" y="6232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780634" y="6109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598692" y="5828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728697" y="5763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640267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74719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645447" y="5885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774470" y="5986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637256" y="5794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787858" y="5590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61040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77739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653247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6332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543796" y="6073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3681067" y="5953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546123" y="6188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3692623" y="6194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3576853" y="6149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3708406" y="612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3576986" y="6115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672824" y="6155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535569" y="6025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3684317" y="597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3529282" y="5942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3712330" y="59426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64405" y="62063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711962" y="6222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3556408" y="6184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667580" y="61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550249" y="6162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686810" y="6136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574182" y="6187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3676892" y="6199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74910" y="6223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3684847" y="6238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3526666" y="623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668306" y="62288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560285" y="62227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3701458" y="6230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520178" y="6190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3710107" y="6223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521721" y="6084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719761" y="6135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3552039" y="6205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660009" y="619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3531230" y="6234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701704" y="6227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3571117" y="6216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690621" y="5989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352489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366038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562634" y="62060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3659809" y="6228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3536388" y="6104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3709185" y="6007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3534543" y="5908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3707974" y="5961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582771" y="6219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3714144" y="61971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522970" y="6185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3693868" y="6204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19991" y="621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3683640" y="617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521937" y="623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3680799" y="6204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28242" y="6226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708405" y="6238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3570760" y="6214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3697871" y="6234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3544502" y="6221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3665772" y="62042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3567626" y="6001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3719559" y="5693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3553023" y="6200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3696290" y="6203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3539246" y="6218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694090" y="6193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53726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3685537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552770" y="6184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3718057" y="61909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3576805" y="6082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659017" y="6212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3529633" y="6237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3697068" y="62383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3574958" y="5981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3696685" y="574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3548530" y="6231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700504" y="623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3525790" y="5989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702887" y="6000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3545831" y="6160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673827" y="6107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3540223" y="6170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3690410" y="6102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358257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369629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3578947" y="6188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3702181" y="6191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3548010" y="6216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3702996" y="62212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3525319" y="6156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658327" y="6174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3567050" y="5733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3675856" y="5752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3581346" y="5440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660676" y="5538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582471" y="6072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3707380" y="61190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543027" y="5969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3659859" y="60838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3523573" y="6087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3686860" y="6079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572751" y="5467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658589" y="6203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3541968" y="6181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712685" y="6224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3564485" y="6215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718596" y="6222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3528366" y="6187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658836" y="6159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572209" y="6222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657068" y="6187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532061" y="6182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681517" y="6075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562983" y="6187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653730" y="621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582207" y="6110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670148" y="6141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566951" y="6185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706779" y="6227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3563729" y="6227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709817" y="622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51981" y="6218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716953" y="6223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584547" y="5955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701072" y="5976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531027" y="61057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712353" y="5834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3560293" y="6084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3662134" y="5996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559729" y="6205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686779" y="6184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576693" y="60509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698270" y="6115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3557798" y="622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702648" y="6209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585909" y="6064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719110" y="6227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574906" y="6061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680477" y="6036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3564174" y="6172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654378" y="6202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3560439" y="6213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684572" y="623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573880" y="5904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718542" y="6029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3582884" y="6105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653586" y="6204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3543691" y="6233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688540" y="6237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571545" y="58037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656765" y="6029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580912" y="6081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680081" y="58521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529586" y="5863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70850" y="60899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524276" y="6198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677570" y="6169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3583700" y="6207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680446" y="6238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3560603" y="6120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719980" y="6103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538285" y="6227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3678702" y="6161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530012" y="5303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688793" y="5130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584706" y="62093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3697438" y="6231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3542013" y="6100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3668606" y="6200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3566613" y="5901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679667" y="60964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565783" y="5817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3658818" y="5893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3566040" y="6114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677808" y="6190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535429" y="6132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696104" y="6218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572629" y="6094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693162" y="6140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571309" y="5940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700751" y="566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524121" y="5793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718208" y="589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573748" y="6023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676918" y="6077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55018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67669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3582788" y="623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678937" y="6237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31978" y="597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3691814" y="5926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3532688" y="5948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713631" y="5839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569224" y="616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3673928" y="6024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3569658" y="6231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3664783" y="622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71352" y="62361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3717620" y="623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3558870" y="6151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3656281" y="6228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3559459" y="6235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673969" y="6235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520866" y="62355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3717510" y="6229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3584104" y="6207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3689694" y="6148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3543030" y="6175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3665040" y="6049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3544994" y="6235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689763" y="6238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3528782" y="5885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3667971" y="60654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581805" y="6149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664827" y="6150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3586038" y="62067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696175" y="6221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3577037" y="62303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3692965" y="621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23585" y="6067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3674692" y="6101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351953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3689349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3580573" y="6209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3661217" y="6194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3528302" y="584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3715814" y="6039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3570388" y="62186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62659" y="6228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3558680" y="6230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674690" y="623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3539634" y="5936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3667923" y="6043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727297" y="5290130"/>
              <a:ext cx="0" cy="496710"/>
            </a:xfrm>
            <a:custGeom>
              <a:avLst/>
              <a:pathLst>
                <a:path w="0" h="496710">
                  <a:moveTo>
                    <a:pt x="0" y="49671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727297" y="6137688"/>
              <a:ext cx="0" cy="131520"/>
            </a:xfrm>
            <a:custGeom>
              <a:avLst/>
              <a:pathLst>
                <a:path w="0" h="131520">
                  <a:moveTo>
                    <a:pt x="0" y="0"/>
                  </a:moveTo>
                  <a:lnTo>
                    <a:pt x="0" y="13152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660345" y="5786840"/>
              <a:ext cx="133904" cy="350847"/>
            </a:xfrm>
            <a:custGeom>
              <a:avLst/>
              <a:pathLst>
                <a:path w="133904" h="350847">
                  <a:moveTo>
                    <a:pt x="0" y="0"/>
                  </a:moveTo>
                  <a:lnTo>
                    <a:pt x="0" y="350847"/>
                  </a:lnTo>
                  <a:lnTo>
                    <a:pt x="133904" y="350847"/>
                  </a:lnTo>
                  <a:lnTo>
                    <a:pt x="13390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660345" y="6016338"/>
              <a:ext cx="133904" cy="0"/>
            </a:xfrm>
            <a:custGeom>
              <a:avLst/>
              <a:pathLst>
                <a:path w="133904" h="0">
                  <a:moveTo>
                    <a:pt x="0" y="0"/>
                  </a:moveTo>
                  <a:lnTo>
                    <a:pt x="13390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2655451" y="5466285"/>
              <a:ext cx="0" cy="426960"/>
            </a:xfrm>
            <a:custGeom>
              <a:avLst/>
              <a:pathLst>
                <a:path w="0" h="426960">
                  <a:moveTo>
                    <a:pt x="0" y="4269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2655451" y="6180274"/>
              <a:ext cx="0" cy="88934"/>
            </a:xfrm>
            <a:custGeom>
              <a:avLst/>
              <a:pathLst>
                <a:path w="0" h="88934">
                  <a:moveTo>
                    <a:pt x="0" y="0"/>
                  </a:moveTo>
                  <a:lnTo>
                    <a:pt x="0" y="8893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588499" y="5893245"/>
              <a:ext cx="133904" cy="287028"/>
            </a:xfrm>
            <a:custGeom>
              <a:avLst/>
              <a:pathLst>
                <a:path w="133904" h="287028">
                  <a:moveTo>
                    <a:pt x="0" y="0"/>
                  </a:moveTo>
                  <a:lnTo>
                    <a:pt x="0" y="287028"/>
                  </a:lnTo>
                  <a:lnTo>
                    <a:pt x="133904" y="287028"/>
                  </a:lnTo>
                  <a:lnTo>
                    <a:pt x="13390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588499" y="6084893"/>
              <a:ext cx="133904" cy="0"/>
            </a:xfrm>
            <a:custGeom>
              <a:avLst/>
              <a:pathLst>
                <a:path w="133904" h="0">
                  <a:moveTo>
                    <a:pt x="0" y="0"/>
                  </a:moveTo>
                  <a:lnTo>
                    <a:pt x="13390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3583605" y="5893808"/>
              <a:ext cx="0" cy="207948"/>
            </a:xfrm>
            <a:custGeom>
              <a:avLst/>
              <a:pathLst>
                <a:path w="0" h="207948">
                  <a:moveTo>
                    <a:pt x="0" y="20794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3583605" y="6249349"/>
              <a:ext cx="0" cy="19858"/>
            </a:xfrm>
            <a:custGeom>
              <a:avLst/>
              <a:pathLst>
                <a:path w="0" h="19858">
                  <a:moveTo>
                    <a:pt x="0" y="0"/>
                  </a:moveTo>
                  <a:lnTo>
                    <a:pt x="0" y="1985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3516652" y="6101757"/>
              <a:ext cx="133904" cy="147592"/>
            </a:xfrm>
            <a:custGeom>
              <a:avLst/>
              <a:pathLst>
                <a:path w="133904" h="147592">
                  <a:moveTo>
                    <a:pt x="0" y="0"/>
                  </a:moveTo>
                  <a:lnTo>
                    <a:pt x="0" y="147592"/>
                  </a:lnTo>
                  <a:lnTo>
                    <a:pt x="133904" y="147592"/>
                  </a:lnTo>
                  <a:lnTo>
                    <a:pt x="13390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3516652" y="6214208"/>
              <a:ext cx="133904" cy="0"/>
            </a:xfrm>
            <a:custGeom>
              <a:avLst/>
              <a:pathLst>
                <a:path w="133904" h="0">
                  <a:moveTo>
                    <a:pt x="0" y="0"/>
                  </a:moveTo>
                  <a:lnTo>
                    <a:pt x="13390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1861201" y="5345826"/>
              <a:ext cx="0" cy="477683"/>
            </a:xfrm>
            <a:custGeom>
              <a:avLst/>
              <a:pathLst>
                <a:path w="0" h="477683">
                  <a:moveTo>
                    <a:pt x="0" y="4776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1861201" y="6151257"/>
              <a:ext cx="0" cy="117950"/>
            </a:xfrm>
            <a:custGeom>
              <a:avLst/>
              <a:pathLst>
                <a:path w="0" h="117950">
                  <a:moveTo>
                    <a:pt x="0" y="0"/>
                  </a:moveTo>
                  <a:lnTo>
                    <a:pt x="0" y="11795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1794249" y="5823509"/>
              <a:ext cx="133904" cy="327748"/>
            </a:xfrm>
            <a:custGeom>
              <a:avLst/>
              <a:pathLst>
                <a:path w="133904" h="327748">
                  <a:moveTo>
                    <a:pt x="0" y="0"/>
                  </a:moveTo>
                  <a:lnTo>
                    <a:pt x="0" y="327748"/>
                  </a:lnTo>
                  <a:lnTo>
                    <a:pt x="133904" y="327748"/>
                  </a:lnTo>
                  <a:lnTo>
                    <a:pt x="13390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1794249" y="6062431"/>
              <a:ext cx="133904" cy="0"/>
            </a:xfrm>
            <a:custGeom>
              <a:avLst/>
              <a:pathLst>
                <a:path w="133904" h="0">
                  <a:moveTo>
                    <a:pt x="0" y="0"/>
                  </a:moveTo>
                  <a:lnTo>
                    <a:pt x="13390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2789355" y="5540484"/>
              <a:ext cx="0" cy="399471"/>
            </a:xfrm>
            <a:custGeom>
              <a:avLst/>
              <a:pathLst>
                <a:path w="0" h="399471">
                  <a:moveTo>
                    <a:pt x="0" y="39947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2789355" y="6215905"/>
              <a:ext cx="0" cy="53303"/>
            </a:xfrm>
            <a:custGeom>
              <a:avLst/>
              <a:pathLst>
                <a:path w="0" h="53303">
                  <a:moveTo>
                    <a:pt x="0" y="0"/>
                  </a:moveTo>
                  <a:lnTo>
                    <a:pt x="0" y="533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2722403" y="5939956"/>
              <a:ext cx="133904" cy="275948"/>
            </a:xfrm>
            <a:custGeom>
              <a:avLst/>
              <a:pathLst>
                <a:path w="133904" h="275948">
                  <a:moveTo>
                    <a:pt x="0" y="0"/>
                  </a:moveTo>
                  <a:lnTo>
                    <a:pt x="0" y="275948"/>
                  </a:lnTo>
                  <a:lnTo>
                    <a:pt x="133904" y="275948"/>
                  </a:lnTo>
                  <a:lnTo>
                    <a:pt x="13390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2722403" y="6122738"/>
              <a:ext cx="133904" cy="0"/>
            </a:xfrm>
            <a:custGeom>
              <a:avLst/>
              <a:pathLst>
                <a:path w="133904" h="0">
                  <a:moveTo>
                    <a:pt x="0" y="0"/>
                  </a:moveTo>
                  <a:lnTo>
                    <a:pt x="13390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3717509" y="5882975"/>
              <a:ext cx="0" cy="220691"/>
            </a:xfrm>
            <a:custGeom>
              <a:avLst/>
              <a:pathLst>
                <a:path w="0" h="220691">
                  <a:moveTo>
                    <a:pt x="0" y="22069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3717509" y="6254667"/>
              <a:ext cx="0" cy="14540"/>
            </a:xfrm>
            <a:custGeom>
              <a:avLst/>
              <a:pathLst>
                <a:path w="0" h="14540">
                  <a:moveTo>
                    <a:pt x="0" y="0"/>
                  </a:moveTo>
                  <a:lnTo>
                    <a:pt x="0" y="1454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3650557" y="6103666"/>
              <a:ext cx="133904" cy="151001"/>
            </a:xfrm>
            <a:custGeom>
              <a:avLst/>
              <a:pathLst>
                <a:path w="133904" h="151001">
                  <a:moveTo>
                    <a:pt x="0" y="0"/>
                  </a:moveTo>
                  <a:lnTo>
                    <a:pt x="0" y="151001"/>
                  </a:lnTo>
                  <a:lnTo>
                    <a:pt x="133904" y="151001"/>
                  </a:lnTo>
                  <a:lnTo>
                    <a:pt x="13390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3650557" y="6221743"/>
              <a:ext cx="133904" cy="0"/>
            </a:xfrm>
            <a:custGeom>
              <a:avLst/>
              <a:pathLst>
                <a:path w="133904" h="0">
                  <a:moveTo>
                    <a:pt x="0" y="0"/>
                  </a:moveTo>
                  <a:lnTo>
                    <a:pt x="13390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1794249" y="5817988"/>
              <a:ext cx="1874660" cy="387735"/>
            </a:xfrm>
            <a:custGeom>
              <a:avLst/>
              <a:pathLst>
                <a:path w="1874660" h="387735">
                  <a:moveTo>
                    <a:pt x="0" y="0"/>
                  </a:moveTo>
                  <a:lnTo>
                    <a:pt x="468665" y="84863"/>
                  </a:lnTo>
                  <a:lnTo>
                    <a:pt x="923939" y="159965"/>
                  </a:lnTo>
                  <a:lnTo>
                    <a:pt x="1339043" y="212618"/>
                  </a:lnTo>
                  <a:lnTo>
                    <a:pt x="1874660" y="255921"/>
                  </a:lnTo>
                  <a:lnTo>
                    <a:pt x="1874660" y="387735"/>
                  </a:lnTo>
                  <a:lnTo>
                    <a:pt x="1339043" y="302213"/>
                  </a:lnTo>
                  <a:lnTo>
                    <a:pt x="923939" y="255026"/>
                  </a:lnTo>
                  <a:lnTo>
                    <a:pt x="468665" y="220626"/>
                  </a:lnTo>
                  <a:lnTo>
                    <a:pt x="0" y="19276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1794249" y="5817988"/>
              <a:ext cx="1874660" cy="255921"/>
            </a:xfrm>
            <a:custGeom>
              <a:avLst/>
              <a:pathLst>
                <a:path w="1874660" h="255921">
                  <a:moveTo>
                    <a:pt x="0" y="0"/>
                  </a:moveTo>
                  <a:lnTo>
                    <a:pt x="468665" y="84863"/>
                  </a:lnTo>
                  <a:lnTo>
                    <a:pt x="923939" y="159965"/>
                  </a:lnTo>
                  <a:lnTo>
                    <a:pt x="1339043" y="212618"/>
                  </a:lnTo>
                  <a:lnTo>
                    <a:pt x="1874660" y="25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1794249" y="6010755"/>
              <a:ext cx="1874660" cy="194968"/>
            </a:xfrm>
            <a:custGeom>
              <a:avLst/>
              <a:pathLst>
                <a:path w="1874660" h="194968">
                  <a:moveTo>
                    <a:pt x="1874660" y="194968"/>
                  </a:moveTo>
                  <a:lnTo>
                    <a:pt x="1339043" y="109445"/>
                  </a:lnTo>
                  <a:lnTo>
                    <a:pt x="923939" y="62259"/>
                  </a:lnTo>
                  <a:lnTo>
                    <a:pt x="468665" y="27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1794249" y="5782398"/>
              <a:ext cx="1874660" cy="444151"/>
            </a:xfrm>
            <a:custGeom>
              <a:avLst/>
              <a:pathLst>
                <a:path w="1874660" h="444151">
                  <a:moveTo>
                    <a:pt x="0" y="0"/>
                  </a:moveTo>
                  <a:lnTo>
                    <a:pt x="468665" y="95839"/>
                  </a:lnTo>
                  <a:lnTo>
                    <a:pt x="923939" y="179456"/>
                  </a:lnTo>
                  <a:lnTo>
                    <a:pt x="1339043" y="234641"/>
                  </a:lnTo>
                  <a:lnTo>
                    <a:pt x="1874660" y="272825"/>
                  </a:lnTo>
                  <a:lnTo>
                    <a:pt x="1874660" y="444151"/>
                  </a:lnTo>
                  <a:lnTo>
                    <a:pt x="1339043" y="349651"/>
                  </a:lnTo>
                  <a:lnTo>
                    <a:pt x="923939" y="302005"/>
                  </a:lnTo>
                  <a:lnTo>
                    <a:pt x="468665" y="272839"/>
                  </a:lnTo>
                  <a:lnTo>
                    <a:pt x="0" y="25258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1794249" y="5782398"/>
              <a:ext cx="1874660" cy="272825"/>
            </a:xfrm>
            <a:custGeom>
              <a:avLst/>
              <a:pathLst>
                <a:path w="1874660" h="272825">
                  <a:moveTo>
                    <a:pt x="0" y="0"/>
                  </a:moveTo>
                  <a:lnTo>
                    <a:pt x="468665" y="95839"/>
                  </a:lnTo>
                  <a:lnTo>
                    <a:pt x="923939" y="179456"/>
                  </a:lnTo>
                  <a:lnTo>
                    <a:pt x="1339043" y="234641"/>
                  </a:lnTo>
                  <a:lnTo>
                    <a:pt x="1874660" y="272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1794249" y="6034979"/>
              <a:ext cx="1874660" cy="191570"/>
            </a:xfrm>
            <a:custGeom>
              <a:avLst/>
              <a:pathLst>
                <a:path w="1874660" h="191570">
                  <a:moveTo>
                    <a:pt x="1874660" y="191570"/>
                  </a:moveTo>
                  <a:lnTo>
                    <a:pt x="1339043" y="97070"/>
                  </a:lnTo>
                  <a:lnTo>
                    <a:pt x="923939" y="49424"/>
                  </a:lnTo>
                  <a:lnTo>
                    <a:pt x="468665" y="20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1794249" y="5914372"/>
              <a:ext cx="1874660" cy="225445"/>
            </a:xfrm>
            <a:custGeom>
              <a:avLst/>
              <a:pathLst>
                <a:path w="1874660" h="225445">
                  <a:moveTo>
                    <a:pt x="0" y="0"/>
                  </a:moveTo>
                  <a:lnTo>
                    <a:pt x="468665" y="56361"/>
                  </a:lnTo>
                  <a:lnTo>
                    <a:pt x="923939" y="111112"/>
                  </a:lnTo>
                  <a:lnTo>
                    <a:pt x="1339043" y="161032"/>
                  </a:lnTo>
                  <a:lnTo>
                    <a:pt x="1874660" y="225445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1794249" y="5908689"/>
              <a:ext cx="1874660" cy="232198"/>
            </a:xfrm>
            <a:custGeom>
              <a:avLst/>
              <a:pathLst>
                <a:path w="1874660" h="232198">
                  <a:moveTo>
                    <a:pt x="0" y="0"/>
                  </a:moveTo>
                  <a:lnTo>
                    <a:pt x="468665" y="58049"/>
                  </a:lnTo>
                  <a:lnTo>
                    <a:pt x="923939" y="114440"/>
                  </a:lnTo>
                  <a:lnTo>
                    <a:pt x="1339043" y="165855"/>
                  </a:lnTo>
                  <a:lnTo>
                    <a:pt x="1874660" y="232198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1794249" y="4376695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1794249" y="448890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51815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410397" y="623276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410397" y="56916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353887" y="5150543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353887" y="4609429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353887" y="406831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489681" y="6269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489681" y="57280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489681" y="51869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489681" y="46458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489681" y="41047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51815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1794249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2722403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3650557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765994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2694148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3622302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461623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277882" y="5082427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3780299"/>
              <a:ext cx="16221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4678275" y="4911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4868219" y="4941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4686249" y="453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4854983" y="4628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4680182" y="4509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4821172" y="460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4727698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485133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4718621" y="4469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4836085" y="4550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4705045" y="4474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4823970" y="4438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4733958" y="4439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4868020" y="4514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4701713" y="4662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4818502" y="4688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471300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4840533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4719913" y="4694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4807279" y="5372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4694074" y="4464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4865268" y="4527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4696843" y="4521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4840595" y="4667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4694898" y="4824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4836735" y="4873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4670030" y="597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4850478" y="59740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4722710" y="5039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4833060" y="5189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4694300" y="61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4845523" y="5450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672479" y="5090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4804312" y="5352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4713688" y="4794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4823425" y="4810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4697912" y="4642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4806414" y="4907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4698374" y="44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4805202" y="4469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4702549" y="4686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4820013" y="515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4712106" y="5617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4818404" y="5341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472348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484637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470993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482066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4696483" y="558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4824722" y="5525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471926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48117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4669752" y="5562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4857764" y="5309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472408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48489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4702522" y="5603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4860424" y="6219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469418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484327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4723126" y="5282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4826426" y="52671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4675986" y="4411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4836316" y="4546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4678771" y="53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4837518" y="593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4724181" y="4901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4812389" y="501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4706790" y="5173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4836421" y="5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468721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483197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4703285" y="4782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4868995" y="4988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4712555" y="4783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4804064" y="5038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4712410" y="503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4833383" y="4933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4711606" y="4738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4868060" y="4670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4709395" y="5253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4830393" y="5442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4718828" y="5018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4814385" y="6220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4709073" y="6220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4816888" y="5619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4703760" y="5243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4827340" y="5837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4685185" y="5547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4865601" y="6211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4680552" y="6170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4833250" y="6130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4720174" y="4866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4863482" y="5219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4675636" y="543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4808339" y="5798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4714174" y="4866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4870401" y="53267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4710262" y="4606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4835596" y="4687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4700026" y="6145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4869532" y="6217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4720573" y="6111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4806534" y="6214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4679358" y="562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4852395" y="5773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469804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483273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4736417" y="6220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4840968" y="6198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4724455" y="4526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4869803" y="4528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4685509" y="58813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4849246" y="6118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4726516" y="4676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4814228" y="4438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4708373" y="580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4837435" y="5787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467317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486379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4704054" y="5637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4823783" y="5344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4732917" y="5449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4858923" y="57820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473230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481049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4716830" y="5067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4833834" y="5024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4693144" y="5070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4805428" y="4566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4707057" y="6107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4839557" y="4984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4676461" y="616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4813425" y="6152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470498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485934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4708803" y="6088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4826851" y="6127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4733872" y="5466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4815609" y="4949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4697636" y="6017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4816681" y="5917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4715163" y="5543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4834397" y="5644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4677660" y="5254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4813167" y="5388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4686700" y="6158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4844658" y="5925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4706222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485664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4677888" y="5748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4864698" y="5189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4734499" y="5781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4850395" y="6019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4727698" y="5505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4804675" y="5571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4736330" y="60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4808257" y="6154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4684596" y="5193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4867018" y="5235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4683470" y="517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4806541" y="5360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4714790" y="5668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4862423" y="556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4713170" y="5006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4831581" y="5385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4706886" y="4963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4826311" y="4964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4732115" y="6173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4833690" y="5890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4681908" y="4613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4819547" y="4651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4707712" y="510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4805387" y="5362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4678477" y="5009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4870147" y="535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4677996" y="551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4811665" y="5433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4704010" y="5502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4870458" y="5643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4670965" y="6032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4859339" y="5725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4676612" y="5937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4814945" y="5525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4689137" y="4443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4866907" y="4567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4713045" y="44090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4839800" y="4638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4710301" y="580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4812841" y="5522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470129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48340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4695268" y="57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4811872" y="5483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4710906" y="6099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4840789" y="586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5604391" y="6217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5755113" y="6216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5659802" y="4512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5769840" y="4524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5597601" y="4627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5733495" y="5077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5633270" y="4541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5736496" y="4592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5635960" y="4720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5735728" y="4880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5612885" y="49985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5771583" y="5396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5628653" y="4498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5733053" y="4454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5608241" y="462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5753040" y="454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5632287" y="4551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5792595" y="4665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5631838" y="4741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5732343" y="479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5633844" y="4761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5732760" y="442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5653077" y="4412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5755186" y="4431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5657011" y="454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5734637" y="44732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5664368" y="44842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5780647" y="4449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5644204" y="4687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5738260" y="4624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5607992" y="4448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5750640" y="4447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5612988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577336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5630431" y="4634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5757540" y="5522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565826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57758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5611134" y="4570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5741396" y="4506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5642504" y="5157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5736358" y="6168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5629832" y="59891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5765881" y="5793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5600712" y="5073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5787611" y="5075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5619588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579348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5632942" y="4466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5786865" y="4722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5609838" y="4434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5769771" y="4747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564558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5773006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5664036" y="4446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5787031" y="4411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5641604" y="4439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5743875" y="4473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5632134" y="4691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5789790" y="5324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5637223" y="4469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5749815" y="4497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5657984" y="4431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5795505" y="4491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56278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576636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5610615" y="4570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5734442" y="458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5622938" y="4549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5743463" y="4430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5610686" y="440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5751963" y="4401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5621578" y="4760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5733026" y="4886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5611041" y="4416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5747646" y="4412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5633845" y="4624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5760264" y="464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5638722" y="4469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5732727" y="45617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5615286" y="4528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5742817" y="4684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562904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57363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5656261" y="4487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5760141" y="4515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5623707" y="4423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5769411" y="4433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5650291" y="4510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5733657" y="4600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5631228" y="4765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5760907" y="4903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5605568" y="5063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5744262" y="5335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5650865" y="4706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5785397" y="4805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5661610" y="4774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5744095" y="480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5608304" y="483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5744744" y="502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5613123" y="5255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5734778" y="4463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5634727" y="4472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5748483" y="4432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5636904" y="4507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5749293" y="4453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5617856" y="46964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5788634" y="512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5632364" y="4443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5794184" y="4611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5639534" y="4610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5781826" y="4699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5629480" y="4580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5759827" y="4519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5647022" y="4671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5752282" y="463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5664348" y="4579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5787832" y="456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5616298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5764711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5663002" y="4498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5790522" y="4546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5630381" y="4988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5772867" y="4955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5659914" y="473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5752005" y="5172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5653541" y="5021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5768644" y="5047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5599599" y="480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5769146" y="49426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5603358" y="5338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5761212" y="570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5625860" y="4478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5745814" y="4666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5626330" y="487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5757961" y="4445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5615290" y="4738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5751737" y="5650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5660297" y="45260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5793343" y="463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5657613" y="4452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5785352" y="4425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5616682" y="4717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5745668" y="4709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5611585" y="4881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5789612" y="5048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5634551" y="4444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5787366" y="440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5659438" y="5354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5780054" y="5691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5652343" y="4643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5785321" y="5464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5655550" y="5322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5758237" y="4845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5655523" y="4892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5796578" y="490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5646304" y="4658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5744830" y="440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5638003" y="4619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5761604" y="485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5621578" y="4427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5758119" y="4826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5645986" y="5483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5741755" y="5835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5649813" y="45057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5735496" y="4478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5608966" y="467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5769810" y="4526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5663810" y="5726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5751754" y="51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5616729" y="592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5734834" y="5912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5664270" y="489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5766242" y="4687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5653554" y="4738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5740955" y="4498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5634320" y="4823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5792793" y="474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5627261" y="551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5766287" y="6140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5636109" y="5152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5760653" y="5603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5621460" y="4812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5757609" y="4706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563319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57339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5634770" y="4401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5780855" y="4417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5651934" y="4698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5777931" y="4692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5664266" y="5183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5770059" y="504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5656636" y="4697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5776631" y="4941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5613454" y="5300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5779080" y="4882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5660315" y="4409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5792499" y="4402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5654189" y="488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5746525" y="4419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5640562" y="4433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5789739" y="4426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566189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5737658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5602594" y="4792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5734191" y="4762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5626948" y="5338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5755176" y="6221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5659468" y="4422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5739365" y="4401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5655764" y="6083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5779672" y="5571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5655231" y="4656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5773135" y="4677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5636565" y="4485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5767406" y="4439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5625123" y="4450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5757198" y="4467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5606963" y="4943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5752907" y="473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5648444" y="4631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5790853" y="4614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5662265" y="5319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5748180" y="4837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5634026" y="5055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5777023" y="4681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5657461" y="4631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5782866" y="440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5626391" y="5320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5760071" y="516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654716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669377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654232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670042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65640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66707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65894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668647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655732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66770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65799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668425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656692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66797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655439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67241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65611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66850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65422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66782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655824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66894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65354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671326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65706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668315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656897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66717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65693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67233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657717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66940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65498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66649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653712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67193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65331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668439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653086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66831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65904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67257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653274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67203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655928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669765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657054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67054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65345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667526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65725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67136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658909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66681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655025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67096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655557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66742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658382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66941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65314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66890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654597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66818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65730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668125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657391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66867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65530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67147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65860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66675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655713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668942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65272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66724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657547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670611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65374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67224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65615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67152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654612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666511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6527293" y="4404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6709786" y="44040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655681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66716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65443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67248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65594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669000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65280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672249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65509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66899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6587761" y="4578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6693783" y="4442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65507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66766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65757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66980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657767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66642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65798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66682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654218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67037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65662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666931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657343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66854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65631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670993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65594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666609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656334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665938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65665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66937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65731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67253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65412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670073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657271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67176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655328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67196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65798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670940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65806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67166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65582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66980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65274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66741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657134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67116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65634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67010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653542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671849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655916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66922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65867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666383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65529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67030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65336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670391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65655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670621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658275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66896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65820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67021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65496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67167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658818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666367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65664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67030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65676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667356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657263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66651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65776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670262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65582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67195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65454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670555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654266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67144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653672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67076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65497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667726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653328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67107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65393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671950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65839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67079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65553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666252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656924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66849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65559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66689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65562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66672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65443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669012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655864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66808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65534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66868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659042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67020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655074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67253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65610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66643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65730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67178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654617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67224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658336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66590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653721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668346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65797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670043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652874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67104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65734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67145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656667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67191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658209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67259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65904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67121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65396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669343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65494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67079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655447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671792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658299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67019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65547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667937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65591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670282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65842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668329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65385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671675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65651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667677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65279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67195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65904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66686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65334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672512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657354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67102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5637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6853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403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6933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56953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6916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372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66956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4349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6899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5886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70053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330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6904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57681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6834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54807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6923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5373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7005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54466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7181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7781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6879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5463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6879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55707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69079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5774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6678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641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7120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4733979" y="4431838"/>
              <a:ext cx="0" cy="385026"/>
            </a:xfrm>
            <a:custGeom>
              <a:avLst/>
              <a:pathLst>
                <a:path w="0" h="385026">
                  <a:moveTo>
                    <a:pt x="0" y="3850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4733979" y="6059441"/>
              <a:ext cx="0" cy="192453"/>
            </a:xfrm>
            <a:custGeom>
              <a:avLst/>
              <a:pathLst>
                <a:path w="0" h="192453">
                  <a:moveTo>
                    <a:pt x="0" y="0"/>
                  </a:moveTo>
                  <a:lnTo>
                    <a:pt x="0" y="19245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4667057" y="4816864"/>
              <a:ext cx="133843" cy="1242577"/>
            </a:xfrm>
            <a:custGeom>
              <a:avLst/>
              <a:pathLst>
                <a:path w="133843" h="1242577">
                  <a:moveTo>
                    <a:pt x="0" y="0"/>
                  </a:moveTo>
                  <a:lnTo>
                    <a:pt x="0" y="1242577"/>
                  </a:lnTo>
                  <a:lnTo>
                    <a:pt x="133843" y="1242577"/>
                  </a:lnTo>
                  <a:lnTo>
                    <a:pt x="1338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4667057" y="5434640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5661715" y="4431838"/>
              <a:ext cx="0" cy="85123"/>
            </a:xfrm>
            <a:custGeom>
              <a:avLst/>
              <a:pathLst>
                <a:path w="0" h="85123">
                  <a:moveTo>
                    <a:pt x="0" y="851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5661715" y="4996549"/>
              <a:ext cx="0" cy="552845"/>
            </a:xfrm>
            <a:custGeom>
              <a:avLst/>
              <a:pathLst>
                <a:path w="0" h="552845">
                  <a:moveTo>
                    <a:pt x="0" y="0"/>
                  </a:moveTo>
                  <a:lnTo>
                    <a:pt x="0" y="55284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5594793" y="4516961"/>
              <a:ext cx="133843" cy="479587"/>
            </a:xfrm>
            <a:custGeom>
              <a:avLst/>
              <a:pathLst>
                <a:path w="133843" h="479587">
                  <a:moveTo>
                    <a:pt x="0" y="0"/>
                  </a:moveTo>
                  <a:lnTo>
                    <a:pt x="0" y="479587"/>
                  </a:lnTo>
                  <a:lnTo>
                    <a:pt x="133843" y="479587"/>
                  </a:lnTo>
                  <a:lnTo>
                    <a:pt x="1338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5594793" y="4702297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6589450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6589450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6522528" y="4431838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6522528" y="4431838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4867823" y="4431838"/>
              <a:ext cx="0" cy="534390"/>
            </a:xfrm>
            <a:custGeom>
              <a:avLst/>
              <a:pathLst>
                <a:path w="0" h="534390">
                  <a:moveTo>
                    <a:pt x="0" y="53439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4867823" y="5965607"/>
              <a:ext cx="0" cy="286287"/>
            </a:xfrm>
            <a:custGeom>
              <a:avLst/>
              <a:pathLst>
                <a:path w="0" h="286287">
                  <a:moveTo>
                    <a:pt x="0" y="0"/>
                  </a:moveTo>
                  <a:lnTo>
                    <a:pt x="0" y="28628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4800901" y="4966228"/>
              <a:ext cx="133843" cy="999379"/>
            </a:xfrm>
            <a:custGeom>
              <a:avLst/>
              <a:pathLst>
                <a:path w="133843" h="999379">
                  <a:moveTo>
                    <a:pt x="0" y="0"/>
                  </a:moveTo>
                  <a:lnTo>
                    <a:pt x="0" y="999379"/>
                  </a:lnTo>
                  <a:lnTo>
                    <a:pt x="133843" y="999379"/>
                  </a:lnTo>
                  <a:lnTo>
                    <a:pt x="1338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4800901" y="5417476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5795559" y="4431838"/>
              <a:ext cx="0" cy="69111"/>
            </a:xfrm>
            <a:custGeom>
              <a:avLst/>
              <a:pathLst>
                <a:path w="0" h="69111">
                  <a:moveTo>
                    <a:pt x="0" y="691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5795559" y="5079042"/>
              <a:ext cx="0" cy="863813"/>
            </a:xfrm>
            <a:custGeom>
              <a:avLst/>
              <a:pathLst>
                <a:path w="0" h="863813">
                  <a:moveTo>
                    <a:pt x="0" y="0"/>
                  </a:moveTo>
                  <a:lnTo>
                    <a:pt x="0" y="8638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5728637" y="4500949"/>
              <a:ext cx="133843" cy="578092"/>
            </a:xfrm>
            <a:custGeom>
              <a:avLst/>
              <a:pathLst>
                <a:path w="133843" h="578092">
                  <a:moveTo>
                    <a:pt x="0" y="0"/>
                  </a:moveTo>
                  <a:lnTo>
                    <a:pt x="0" y="578092"/>
                  </a:lnTo>
                  <a:lnTo>
                    <a:pt x="133843" y="578092"/>
                  </a:lnTo>
                  <a:lnTo>
                    <a:pt x="1338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5728637" y="4715505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6723294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6723294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6656372" y="4431838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6656372" y="4431838"/>
              <a:ext cx="133843" cy="0"/>
            </a:xfrm>
            <a:custGeom>
              <a:avLst/>
              <a:pathLst>
                <a:path w="133843" h="0">
                  <a:moveTo>
                    <a:pt x="0" y="0"/>
                  </a:moveTo>
                  <a:lnTo>
                    <a:pt x="1338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4796689" y="4178437"/>
              <a:ext cx="1887199" cy="1349433"/>
            </a:xfrm>
            <a:custGeom>
              <a:avLst/>
              <a:pathLst>
                <a:path w="1887199" h="1349433">
                  <a:moveTo>
                    <a:pt x="0" y="1050430"/>
                  </a:moveTo>
                  <a:lnTo>
                    <a:pt x="414916" y="867001"/>
                  </a:lnTo>
                  <a:lnTo>
                    <a:pt x="950291" y="586203"/>
                  </a:lnTo>
                  <a:lnTo>
                    <a:pt x="1351823" y="343485"/>
                  </a:lnTo>
                  <a:lnTo>
                    <a:pt x="1887199" y="0"/>
                  </a:lnTo>
                  <a:lnTo>
                    <a:pt x="1887199" y="428903"/>
                  </a:lnTo>
                  <a:lnTo>
                    <a:pt x="1351823" y="644555"/>
                  </a:lnTo>
                  <a:lnTo>
                    <a:pt x="950291" y="821190"/>
                  </a:lnTo>
                  <a:lnTo>
                    <a:pt x="414916" y="1099530"/>
                  </a:lnTo>
                  <a:lnTo>
                    <a:pt x="0" y="134943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4796689" y="4178437"/>
              <a:ext cx="1887199" cy="1050430"/>
            </a:xfrm>
            <a:custGeom>
              <a:avLst/>
              <a:pathLst>
                <a:path w="1887199" h="1050430">
                  <a:moveTo>
                    <a:pt x="0" y="1050430"/>
                  </a:moveTo>
                  <a:lnTo>
                    <a:pt x="414916" y="867001"/>
                  </a:lnTo>
                  <a:lnTo>
                    <a:pt x="950291" y="586203"/>
                  </a:lnTo>
                  <a:lnTo>
                    <a:pt x="1351823" y="343485"/>
                  </a:lnTo>
                  <a:lnTo>
                    <a:pt x="1887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4796689" y="4607341"/>
              <a:ext cx="1887199" cy="920530"/>
            </a:xfrm>
            <a:custGeom>
              <a:avLst/>
              <a:pathLst>
                <a:path w="1887199" h="920530">
                  <a:moveTo>
                    <a:pt x="1887199" y="0"/>
                  </a:moveTo>
                  <a:lnTo>
                    <a:pt x="1351823" y="215652"/>
                  </a:lnTo>
                  <a:lnTo>
                    <a:pt x="950291" y="392287"/>
                  </a:lnTo>
                  <a:lnTo>
                    <a:pt x="414916" y="670627"/>
                  </a:lnTo>
                  <a:lnTo>
                    <a:pt x="0" y="920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4796689" y="4229168"/>
              <a:ext cx="1887199" cy="1323434"/>
            </a:xfrm>
            <a:custGeom>
              <a:avLst/>
              <a:pathLst>
                <a:path w="1887199" h="1323434">
                  <a:moveTo>
                    <a:pt x="0" y="1065821"/>
                  </a:moveTo>
                  <a:lnTo>
                    <a:pt x="414916" y="870981"/>
                  </a:lnTo>
                  <a:lnTo>
                    <a:pt x="950291" y="584097"/>
                  </a:lnTo>
                  <a:lnTo>
                    <a:pt x="1351823" y="341427"/>
                  </a:lnTo>
                  <a:lnTo>
                    <a:pt x="1887199" y="0"/>
                  </a:lnTo>
                  <a:lnTo>
                    <a:pt x="1887199" y="351809"/>
                  </a:lnTo>
                  <a:lnTo>
                    <a:pt x="1351823" y="588381"/>
                  </a:lnTo>
                  <a:lnTo>
                    <a:pt x="950291" y="779209"/>
                  </a:lnTo>
                  <a:lnTo>
                    <a:pt x="414916" y="1070325"/>
                  </a:lnTo>
                  <a:lnTo>
                    <a:pt x="0" y="132343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4796689" y="4229168"/>
              <a:ext cx="1887199" cy="1065821"/>
            </a:xfrm>
            <a:custGeom>
              <a:avLst/>
              <a:pathLst>
                <a:path w="1887199" h="1065821">
                  <a:moveTo>
                    <a:pt x="0" y="1065821"/>
                  </a:moveTo>
                  <a:lnTo>
                    <a:pt x="414916" y="870981"/>
                  </a:lnTo>
                  <a:lnTo>
                    <a:pt x="950291" y="584097"/>
                  </a:lnTo>
                  <a:lnTo>
                    <a:pt x="1351823" y="341427"/>
                  </a:lnTo>
                  <a:lnTo>
                    <a:pt x="1887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4796689" y="4580978"/>
              <a:ext cx="1887199" cy="971625"/>
            </a:xfrm>
            <a:custGeom>
              <a:avLst/>
              <a:pathLst>
                <a:path w="1887199" h="971625">
                  <a:moveTo>
                    <a:pt x="1887199" y="0"/>
                  </a:moveTo>
                  <a:lnTo>
                    <a:pt x="1351823" y="236572"/>
                  </a:lnTo>
                  <a:lnTo>
                    <a:pt x="950291" y="427400"/>
                  </a:lnTo>
                  <a:lnTo>
                    <a:pt x="414916" y="718516"/>
                  </a:lnTo>
                  <a:lnTo>
                    <a:pt x="0" y="971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4796689" y="4392889"/>
              <a:ext cx="1887199" cy="985480"/>
            </a:xfrm>
            <a:custGeom>
              <a:avLst/>
              <a:pathLst>
                <a:path w="1887199" h="985480">
                  <a:moveTo>
                    <a:pt x="0" y="985480"/>
                  </a:moveTo>
                  <a:lnTo>
                    <a:pt x="414916" y="768814"/>
                  </a:lnTo>
                  <a:lnTo>
                    <a:pt x="950291" y="489245"/>
                  </a:lnTo>
                  <a:lnTo>
                    <a:pt x="1351823" y="279568"/>
                  </a:lnTo>
                  <a:lnTo>
                    <a:pt x="18871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4796689" y="4405073"/>
              <a:ext cx="1887199" cy="1018723"/>
            </a:xfrm>
            <a:custGeom>
              <a:avLst/>
              <a:pathLst>
                <a:path w="1887199" h="1018723">
                  <a:moveTo>
                    <a:pt x="0" y="1018723"/>
                  </a:moveTo>
                  <a:lnTo>
                    <a:pt x="414916" y="794748"/>
                  </a:lnTo>
                  <a:lnTo>
                    <a:pt x="950291" y="505749"/>
                  </a:lnTo>
                  <a:lnTo>
                    <a:pt x="1351823" y="288999"/>
                  </a:lnTo>
                  <a:lnTo>
                    <a:pt x="18871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4800901" y="3868470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4800901" y="4010435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452411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4331593" y="62154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4331593" y="58514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4331593" y="54874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4331593" y="51234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4331593" y="47594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4331593" y="43953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4331593" y="4031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4495642" y="62518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4495642" y="5887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4495642" y="5523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4495642" y="51598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4495642" y="47958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4495642" y="44318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4495642" y="4067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452411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4800901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5728637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6656372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4772646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5700382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6628117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5467584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089624" y="5082427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028439" y="3780299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2961522" y="6803789"/>
              <a:ext cx="25282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2961522" y="6852641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3761408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3820625" y="6863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3851408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3851408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3783908" y="6848789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3783908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3851408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3851408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3779408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4659791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4719008" y="686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4749791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4749791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4682291" y="6848789"/>
              <a:ext cx="134999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4682291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4749791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4749791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4677791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3998344" y="6857350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4896727" y="6857350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2026-07-20T11:46:05Z</dcterms:modified>
  <cp:category/>
</cp:coreProperties>
</file>