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914400" y="914400"/>
            <a:ext cx="7315200" cy="7315200"/>
            <a:chOff x="914400" y="914400"/>
            <a:chExt cx="7315200" cy="7315200"/>
          </a:xfrm>
        </p:grpSpPr>
        <p:sp>
          <p:nvSpPr>
            <p:cNvPr id="4" name="rc3"/>
            <p:cNvSpPr/>
            <p:nvPr/>
          </p:nvSpPr>
          <p:spPr>
            <a:xfrm>
              <a:off x="914400" y="914400"/>
              <a:ext cx="7315200" cy="73152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914400" y="914400"/>
              <a:ext cx="7315200" cy="73151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965010" y="939705"/>
              <a:ext cx="7213979" cy="339477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1715530" y="1132253"/>
              <a:ext cx="6412849" cy="296558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pt7"/>
            <p:cNvSpPr/>
            <p:nvPr/>
          </p:nvSpPr>
          <p:spPr>
            <a:xfrm>
              <a:off x="2180970" y="152613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pt8"/>
            <p:cNvSpPr/>
            <p:nvPr/>
          </p:nvSpPr>
          <p:spPr>
            <a:xfrm>
              <a:off x="2376536" y="276589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pt9"/>
            <p:cNvSpPr/>
            <p:nvPr/>
          </p:nvSpPr>
          <p:spPr>
            <a:xfrm>
              <a:off x="2217657" y="296120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pt10"/>
            <p:cNvSpPr/>
            <p:nvPr/>
          </p:nvSpPr>
          <p:spPr>
            <a:xfrm>
              <a:off x="2426095" y="272009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pt11"/>
            <p:cNvSpPr/>
            <p:nvPr/>
          </p:nvSpPr>
          <p:spPr>
            <a:xfrm>
              <a:off x="2153846" y="220154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2436007" y="282711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pt13"/>
            <p:cNvSpPr/>
            <p:nvPr/>
          </p:nvSpPr>
          <p:spPr>
            <a:xfrm>
              <a:off x="2115411" y="317466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pt14"/>
            <p:cNvSpPr/>
            <p:nvPr/>
          </p:nvSpPr>
          <p:spPr>
            <a:xfrm>
              <a:off x="2393544" y="304794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pt15"/>
            <p:cNvSpPr/>
            <p:nvPr/>
          </p:nvSpPr>
          <p:spPr>
            <a:xfrm>
              <a:off x="2126933" y="29295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pt16"/>
            <p:cNvSpPr/>
            <p:nvPr/>
          </p:nvSpPr>
          <p:spPr>
            <a:xfrm>
              <a:off x="2406246" y="302411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2112153" y="336799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2434345" y="336374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2152724" y="303582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2398731" y="310751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2204935" y="313057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2392985" y="326076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2211728" y="306392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2468963" y="291205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2107637" y="234152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2469779" y="235551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2217607" y="305150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2349945" y="302589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2148194" y="283267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2366927" y="302058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2108198" y="268879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2397968" y="321724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2122818" y="31279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2444185" y="296393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2167496" y="263266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2469622" y="337497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2200344" y="290154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2381751" y="290732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2213217" y="314171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2403908" y="305933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2101472" y="295358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2351074" y="306543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2163378" y="309556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2390797" y="313456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2213690" y="348318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2388457" y="326469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2186106" y="270529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2403422" y="287800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2161535" y="300898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2424273" y="280962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2100168" y="309249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2450460" y="312293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2184481" y="265518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2353619" y="343106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2215087" y="298920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2456555" y="291752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" name="pt57"/>
            <p:cNvSpPr/>
            <p:nvPr/>
          </p:nvSpPr>
          <p:spPr>
            <a:xfrm>
              <a:off x="2110536" y="341766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" name="pt58"/>
            <p:cNvSpPr/>
            <p:nvPr/>
          </p:nvSpPr>
          <p:spPr>
            <a:xfrm>
              <a:off x="2421847" y="305162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" name="pt59"/>
            <p:cNvSpPr/>
            <p:nvPr/>
          </p:nvSpPr>
          <p:spPr>
            <a:xfrm>
              <a:off x="2221391" y="294898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" name="pt60"/>
            <p:cNvSpPr/>
            <p:nvPr/>
          </p:nvSpPr>
          <p:spPr>
            <a:xfrm>
              <a:off x="2433760" y="283251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" name="pt61"/>
            <p:cNvSpPr/>
            <p:nvPr/>
          </p:nvSpPr>
          <p:spPr>
            <a:xfrm>
              <a:off x="2155046" y="251928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" name="pt62"/>
            <p:cNvSpPr/>
            <p:nvPr/>
          </p:nvSpPr>
          <p:spPr>
            <a:xfrm>
              <a:off x="2352180" y="246482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" name="pt63"/>
            <p:cNvSpPr/>
            <p:nvPr/>
          </p:nvSpPr>
          <p:spPr>
            <a:xfrm>
              <a:off x="2183487" y="391811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" name="pt64"/>
            <p:cNvSpPr/>
            <p:nvPr/>
          </p:nvSpPr>
          <p:spPr>
            <a:xfrm>
              <a:off x="2439466" y="311528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" name="pt65"/>
            <p:cNvSpPr/>
            <p:nvPr/>
          </p:nvSpPr>
          <p:spPr>
            <a:xfrm>
              <a:off x="2115540" y="277555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" name="pt66"/>
            <p:cNvSpPr/>
            <p:nvPr/>
          </p:nvSpPr>
          <p:spPr>
            <a:xfrm>
              <a:off x="2454530" y="257040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8" name="pt67"/>
            <p:cNvSpPr/>
            <p:nvPr/>
          </p:nvSpPr>
          <p:spPr>
            <a:xfrm>
              <a:off x="2117859" y="287281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9" name="pt68"/>
            <p:cNvSpPr/>
            <p:nvPr/>
          </p:nvSpPr>
          <p:spPr>
            <a:xfrm>
              <a:off x="2423468" y="282955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0" name="pt69"/>
            <p:cNvSpPr/>
            <p:nvPr/>
          </p:nvSpPr>
          <p:spPr>
            <a:xfrm>
              <a:off x="2204928" y="315044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1" name="pt70"/>
            <p:cNvSpPr/>
            <p:nvPr/>
          </p:nvSpPr>
          <p:spPr>
            <a:xfrm>
              <a:off x="2418190" y="338143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" name="pt71"/>
            <p:cNvSpPr/>
            <p:nvPr/>
          </p:nvSpPr>
          <p:spPr>
            <a:xfrm>
              <a:off x="2180551" y="261061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" name="pt72"/>
            <p:cNvSpPr/>
            <p:nvPr/>
          </p:nvSpPr>
          <p:spPr>
            <a:xfrm>
              <a:off x="2403038" y="272642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" name="pt73"/>
            <p:cNvSpPr/>
            <p:nvPr/>
          </p:nvSpPr>
          <p:spPr>
            <a:xfrm>
              <a:off x="2192001" y="231935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" name="pt74"/>
            <p:cNvSpPr/>
            <p:nvPr/>
          </p:nvSpPr>
          <p:spPr>
            <a:xfrm>
              <a:off x="2444572" y="219298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" name="pt75"/>
            <p:cNvSpPr/>
            <p:nvPr/>
          </p:nvSpPr>
          <p:spPr>
            <a:xfrm>
              <a:off x="2163255" y="267277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" name="pt76"/>
            <p:cNvSpPr/>
            <p:nvPr/>
          </p:nvSpPr>
          <p:spPr>
            <a:xfrm>
              <a:off x="2467835" y="237332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" name="pt77"/>
            <p:cNvSpPr/>
            <p:nvPr/>
          </p:nvSpPr>
          <p:spPr>
            <a:xfrm>
              <a:off x="2138968" y="318519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" name="pt78"/>
            <p:cNvSpPr/>
            <p:nvPr/>
          </p:nvSpPr>
          <p:spPr>
            <a:xfrm>
              <a:off x="2420035" y="299660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" name="pt79"/>
            <p:cNvSpPr/>
            <p:nvPr/>
          </p:nvSpPr>
          <p:spPr>
            <a:xfrm>
              <a:off x="2212117" y="312240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" name="pt80"/>
            <p:cNvSpPr/>
            <p:nvPr/>
          </p:nvSpPr>
          <p:spPr>
            <a:xfrm>
              <a:off x="2353272" y="323062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" name="pt81"/>
            <p:cNvSpPr/>
            <p:nvPr/>
          </p:nvSpPr>
          <p:spPr>
            <a:xfrm>
              <a:off x="2186885" y="270358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" name="pt82"/>
            <p:cNvSpPr/>
            <p:nvPr/>
          </p:nvSpPr>
          <p:spPr>
            <a:xfrm>
              <a:off x="2363283" y="279528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" name="pt83"/>
            <p:cNvSpPr/>
            <p:nvPr/>
          </p:nvSpPr>
          <p:spPr>
            <a:xfrm>
              <a:off x="2126310" y="261108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" name="pt84"/>
            <p:cNvSpPr/>
            <p:nvPr/>
          </p:nvSpPr>
          <p:spPr>
            <a:xfrm>
              <a:off x="2420087" y="229554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" name="pt85"/>
            <p:cNvSpPr/>
            <p:nvPr/>
          </p:nvSpPr>
          <p:spPr>
            <a:xfrm>
              <a:off x="2224544" y="315615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" name="pt86"/>
            <p:cNvSpPr/>
            <p:nvPr/>
          </p:nvSpPr>
          <p:spPr>
            <a:xfrm>
              <a:off x="2438250" y="292739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" name="pt87"/>
            <p:cNvSpPr/>
            <p:nvPr/>
          </p:nvSpPr>
          <p:spPr>
            <a:xfrm>
              <a:off x="2220124" y="270148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9" name="pt88"/>
            <p:cNvSpPr/>
            <p:nvPr/>
          </p:nvSpPr>
          <p:spPr>
            <a:xfrm>
              <a:off x="2354525" y="281859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0" name="pt89"/>
            <p:cNvSpPr/>
            <p:nvPr/>
          </p:nvSpPr>
          <p:spPr>
            <a:xfrm>
              <a:off x="2109918" y="317196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1" name="pt90"/>
            <p:cNvSpPr/>
            <p:nvPr/>
          </p:nvSpPr>
          <p:spPr>
            <a:xfrm>
              <a:off x="2471263" y="222379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2" name="pt91"/>
            <p:cNvSpPr/>
            <p:nvPr/>
          </p:nvSpPr>
          <p:spPr>
            <a:xfrm>
              <a:off x="2204340" y="259726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3" name="pt92"/>
            <p:cNvSpPr/>
            <p:nvPr/>
          </p:nvSpPr>
          <p:spPr>
            <a:xfrm>
              <a:off x="2387514" y="194090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4" name="pt93"/>
            <p:cNvSpPr/>
            <p:nvPr/>
          </p:nvSpPr>
          <p:spPr>
            <a:xfrm>
              <a:off x="2207123" y="277464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5" name="pt94"/>
            <p:cNvSpPr/>
            <p:nvPr/>
          </p:nvSpPr>
          <p:spPr>
            <a:xfrm>
              <a:off x="2361704" y="277872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" name="pt95"/>
            <p:cNvSpPr/>
            <p:nvPr/>
          </p:nvSpPr>
          <p:spPr>
            <a:xfrm>
              <a:off x="2134188" y="291332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7" name="pt96"/>
            <p:cNvSpPr/>
            <p:nvPr/>
          </p:nvSpPr>
          <p:spPr>
            <a:xfrm>
              <a:off x="2401628" y="253250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8" name="pt97"/>
            <p:cNvSpPr/>
            <p:nvPr/>
          </p:nvSpPr>
          <p:spPr>
            <a:xfrm>
              <a:off x="2188691" y="377793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9" name="pt98"/>
            <p:cNvSpPr/>
            <p:nvPr/>
          </p:nvSpPr>
          <p:spPr>
            <a:xfrm>
              <a:off x="2443999" y="336856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0" name="pt99"/>
            <p:cNvSpPr/>
            <p:nvPr/>
          </p:nvSpPr>
          <p:spPr>
            <a:xfrm>
              <a:off x="2167446" y="252225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1" name="pt100"/>
            <p:cNvSpPr/>
            <p:nvPr/>
          </p:nvSpPr>
          <p:spPr>
            <a:xfrm>
              <a:off x="2356912" y="227863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2" name="pt101"/>
            <p:cNvSpPr/>
            <p:nvPr/>
          </p:nvSpPr>
          <p:spPr>
            <a:xfrm>
              <a:off x="2105199" y="275496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3" name="pt102"/>
            <p:cNvSpPr/>
            <p:nvPr/>
          </p:nvSpPr>
          <p:spPr>
            <a:xfrm>
              <a:off x="2464235" y="293699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4" name="pt103"/>
            <p:cNvSpPr/>
            <p:nvPr/>
          </p:nvSpPr>
          <p:spPr>
            <a:xfrm>
              <a:off x="2139566" y="241221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5" name="pt104"/>
            <p:cNvSpPr/>
            <p:nvPr/>
          </p:nvSpPr>
          <p:spPr>
            <a:xfrm>
              <a:off x="2434594" y="212584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6" name="pt105"/>
            <p:cNvSpPr/>
            <p:nvPr/>
          </p:nvSpPr>
          <p:spPr>
            <a:xfrm>
              <a:off x="2174622" y="288276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7" name="pt106"/>
            <p:cNvSpPr/>
            <p:nvPr/>
          </p:nvSpPr>
          <p:spPr>
            <a:xfrm>
              <a:off x="2452494" y="249438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8" name="pt107"/>
            <p:cNvSpPr/>
            <p:nvPr/>
          </p:nvSpPr>
          <p:spPr>
            <a:xfrm>
              <a:off x="2175094" y="248423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9" name="pt108"/>
            <p:cNvSpPr/>
            <p:nvPr/>
          </p:nvSpPr>
          <p:spPr>
            <a:xfrm>
              <a:off x="2418678" y="269841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0" name="pt109"/>
            <p:cNvSpPr/>
            <p:nvPr/>
          </p:nvSpPr>
          <p:spPr>
            <a:xfrm>
              <a:off x="2195473" y="260193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1" name="pt110"/>
            <p:cNvSpPr/>
            <p:nvPr/>
          </p:nvSpPr>
          <p:spPr>
            <a:xfrm>
              <a:off x="2354640" y="296051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2" name="pt111"/>
            <p:cNvSpPr/>
            <p:nvPr/>
          </p:nvSpPr>
          <p:spPr>
            <a:xfrm>
              <a:off x="2213662" y="222820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" name="pt112"/>
            <p:cNvSpPr/>
            <p:nvPr/>
          </p:nvSpPr>
          <p:spPr>
            <a:xfrm>
              <a:off x="2373765" y="237301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4" name="pt113"/>
            <p:cNvSpPr/>
            <p:nvPr/>
          </p:nvSpPr>
          <p:spPr>
            <a:xfrm>
              <a:off x="2169843" y="290576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" name="pt114"/>
            <p:cNvSpPr/>
            <p:nvPr/>
          </p:nvSpPr>
          <p:spPr>
            <a:xfrm>
              <a:off x="2385398" y="308018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6" name="pt115"/>
            <p:cNvSpPr/>
            <p:nvPr/>
          </p:nvSpPr>
          <p:spPr>
            <a:xfrm>
              <a:off x="2128707" y="300795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7" name="pt116"/>
            <p:cNvSpPr/>
            <p:nvPr/>
          </p:nvSpPr>
          <p:spPr>
            <a:xfrm>
              <a:off x="2357596" y="305989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8" name="pt117"/>
            <p:cNvSpPr/>
            <p:nvPr/>
          </p:nvSpPr>
          <p:spPr>
            <a:xfrm>
              <a:off x="2112236" y="292064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9" name="pt118"/>
            <p:cNvSpPr/>
            <p:nvPr/>
          </p:nvSpPr>
          <p:spPr>
            <a:xfrm>
              <a:off x="2358641" y="293359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0" name="pt119"/>
            <p:cNvSpPr/>
            <p:nvPr/>
          </p:nvSpPr>
          <p:spPr>
            <a:xfrm>
              <a:off x="2115265" y="129573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1" name="pt120"/>
            <p:cNvSpPr/>
            <p:nvPr/>
          </p:nvSpPr>
          <p:spPr>
            <a:xfrm>
              <a:off x="2451876" y="175169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2" name="pt121"/>
            <p:cNvSpPr/>
            <p:nvPr/>
          </p:nvSpPr>
          <p:spPr>
            <a:xfrm>
              <a:off x="2166118" y="180413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3" name="pt122"/>
            <p:cNvSpPr/>
            <p:nvPr/>
          </p:nvSpPr>
          <p:spPr>
            <a:xfrm>
              <a:off x="2438475" y="213599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4" name="pt123"/>
            <p:cNvSpPr/>
            <p:nvPr/>
          </p:nvSpPr>
          <p:spPr>
            <a:xfrm>
              <a:off x="2108071" y="321371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5" name="pt124"/>
            <p:cNvSpPr/>
            <p:nvPr/>
          </p:nvSpPr>
          <p:spPr>
            <a:xfrm>
              <a:off x="2362500" y="301113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6" name="pt125"/>
            <p:cNvSpPr/>
            <p:nvPr/>
          </p:nvSpPr>
          <p:spPr>
            <a:xfrm>
              <a:off x="2170527" y="331926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7" name="pt126"/>
            <p:cNvSpPr/>
            <p:nvPr/>
          </p:nvSpPr>
          <p:spPr>
            <a:xfrm>
              <a:off x="2450515" y="324660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8" name="pt127"/>
            <p:cNvSpPr/>
            <p:nvPr/>
          </p:nvSpPr>
          <p:spPr>
            <a:xfrm>
              <a:off x="2132229" y="306319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9" name="pt128"/>
            <p:cNvSpPr/>
            <p:nvPr/>
          </p:nvSpPr>
          <p:spPr>
            <a:xfrm>
              <a:off x="2426353" y="316099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0" name="pt129"/>
            <p:cNvSpPr/>
            <p:nvPr/>
          </p:nvSpPr>
          <p:spPr>
            <a:xfrm>
              <a:off x="2146547" y="255948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1" name="pt130"/>
            <p:cNvSpPr/>
            <p:nvPr/>
          </p:nvSpPr>
          <p:spPr>
            <a:xfrm>
              <a:off x="2387763" y="303920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2" name="pt131"/>
            <p:cNvSpPr/>
            <p:nvPr/>
          </p:nvSpPr>
          <p:spPr>
            <a:xfrm>
              <a:off x="2207660" y="300334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3" name="pt132"/>
            <p:cNvSpPr/>
            <p:nvPr/>
          </p:nvSpPr>
          <p:spPr>
            <a:xfrm>
              <a:off x="2411441" y="317400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4" name="pt133"/>
            <p:cNvSpPr/>
            <p:nvPr/>
          </p:nvSpPr>
          <p:spPr>
            <a:xfrm>
              <a:off x="2209256" y="281318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5" name="pt134"/>
            <p:cNvSpPr/>
            <p:nvPr/>
          </p:nvSpPr>
          <p:spPr>
            <a:xfrm>
              <a:off x="2412377" y="302574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6" name="pt135"/>
            <p:cNvSpPr/>
            <p:nvPr/>
          </p:nvSpPr>
          <p:spPr>
            <a:xfrm>
              <a:off x="2124280" y="285843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7" name="pt136"/>
            <p:cNvSpPr/>
            <p:nvPr/>
          </p:nvSpPr>
          <p:spPr>
            <a:xfrm>
              <a:off x="2409200" y="303565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8" name="pt137"/>
            <p:cNvSpPr/>
            <p:nvPr/>
          </p:nvSpPr>
          <p:spPr>
            <a:xfrm>
              <a:off x="2177227" y="276941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9" name="pt138"/>
            <p:cNvSpPr/>
            <p:nvPr/>
          </p:nvSpPr>
          <p:spPr>
            <a:xfrm>
              <a:off x="2423404" y="292277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0" name="pt139"/>
            <p:cNvSpPr/>
            <p:nvPr/>
          </p:nvSpPr>
          <p:spPr>
            <a:xfrm>
              <a:off x="2167927" y="317415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1" name="pt140"/>
            <p:cNvSpPr/>
            <p:nvPr/>
          </p:nvSpPr>
          <p:spPr>
            <a:xfrm>
              <a:off x="2424343" y="292575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2" name="pt141"/>
            <p:cNvSpPr/>
            <p:nvPr/>
          </p:nvSpPr>
          <p:spPr>
            <a:xfrm>
              <a:off x="2171750" y="277671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3" name="pt142"/>
            <p:cNvSpPr/>
            <p:nvPr/>
          </p:nvSpPr>
          <p:spPr>
            <a:xfrm>
              <a:off x="2368829" y="288203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4" name="pt143"/>
            <p:cNvSpPr/>
            <p:nvPr/>
          </p:nvSpPr>
          <p:spPr>
            <a:xfrm>
              <a:off x="2168986" y="309448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5" name="pt144"/>
            <p:cNvSpPr/>
            <p:nvPr/>
          </p:nvSpPr>
          <p:spPr>
            <a:xfrm>
              <a:off x="2361061" y="298698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6" name="pt145"/>
            <p:cNvSpPr/>
            <p:nvPr/>
          </p:nvSpPr>
          <p:spPr>
            <a:xfrm>
              <a:off x="2155268" y="312915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7" name="pt146"/>
            <p:cNvSpPr/>
            <p:nvPr/>
          </p:nvSpPr>
          <p:spPr>
            <a:xfrm>
              <a:off x="2411779" y="333471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8" name="pt147"/>
            <p:cNvSpPr/>
            <p:nvPr/>
          </p:nvSpPr>
          <p:spPr>
            <a:xfrm>
              <a:off x="2107509" y="277730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9" name="pt148"/>
            <p:cNvSpPr/>
            <p:nvPr/>
          </p:nvSpPr>
          <p:spPr>
            <a:xfrm>
              <a:off x="2353045" y="305970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0" name="pt149"/>
            <p:cNvSpPr/>
            <p:nvPr/>
          </p:nvSpPr>
          <p:spPr>
            <a:xfrm>
              <a:off x="2163678" y="286753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1" name="pt150"/>
            <p:cNvSpPr/>
            <p:nvPr/>
          </p:nvSpPr>
          <p:spPr>
            <a:xfrm>
              <a:off x="2352940" y="323581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2" name="pt151"/>
            <p:cNvSpPr/>
            <p:nvPr/>
          </p:nvSpPr>
          <p:spPr>
            <a:xfrm>
              <a:off x="2133765" y="290356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3" name="pt152"/>
            <p:cNvSpPr/>
            <p:nvPr/>
          </p:nvSpPr>
          <p:spPr>
            <a:xfrm>
              <a:off x="2449809" y="314797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4" name="pt153"/>
            <p:cNvSpPr/>
            <p:nvPr/>
          </p:nvSpPr>
          <p:spPr>
            <a:xfrm>
              <a:off x="2117803" y="181315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5" name="pt154"/>
            <p:cNvSpPr/>
            <p:nvPr/>
          </p:nvSpPr>
          <p:spPr>
            <a:xfrm>
              <a:off x="2423354" y="324675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6" name="pt155"/>
            <p:cNvSpPr/>
            <p:nvPr/>
          </p:nvSpPr>
          <p:spPr>
            <a:xfrm>
              <a:off x="2220940" y="345776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7" name="pt156"/>
            <p:cNvSpPr/>
            <p:nvPr/>
          </p:nvSpPr>
          <p:spPr>
            <a:xfrm>
              <a:off x="2416585" y="295885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8" name="pt157"/>
            <p:cNvSpPr/>
            <p:nvPr/>
          </p:nvSpPr>
          <p:spPr>
            <a:xfrm>
              <a:off x="2140924" y="333482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9" name="pt158"/>
            <p:cNvSpPr/>
            <p:nvPr/>
          </p:nvSpPr>
          <p:spPr>
            <a:xfrm>
              <a:off x="2396435" y="309708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0" name="pt159"/>
            <p:cNvSpPr/>
            <p:nvPr/>
          </p:nvSpPr>
          <p:spPr>
            <a:xfrm>
              <a:off x="2184162" y="286934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1" name="pt160"/>
            <p:cNvSpPr/>
            <p:nvPr/>
          </p:nvSpPr>
          <p:spPr>
            <a:xfrm>
              <a:off x="2378724" y="307336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2" name="pt161"/>
            <p:cNvSpPr/>
            <p:nvPr/>
          </p:nvSpPr>
          <p:spPr>
            <a:xfrm>
              <a:off x="2165920" y="289338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3" name="pt162"/>
            <p:cNvSpPr/>
            <p:nvPr/>
          </p:nvSpPr>
          <p:spPr>
            <a:xfrm>
              <a:off x="2423912" y="284865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4" name="pt163"/>
            <p:cNvSpPr/>
            <p:nvPr/>
          </p:nvSpPr>
          <p:spPr>
            <a:xfrm>
              <a:off x="2177937" y="227156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5" name="pt164"/>
            <p:cNvSpPr/>
            <p:nvPr/>
          </p:nvSpPr>
          <p:spPr>
            <a:xfrm>
              <a:off x="2361225" y="225541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6" name="pt165"/>
            <p:cNvSpPr/>
            <p:nvPr/>
          </p:nvSpPr>
          <p:spPr>
            <a:xfrm>
              <a:off x="2122055" y="216642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7" name="pt166"/>
            <p:cNvSpPr/>
            <p:nvPr/>
          </p:nvSpPr>
          <p:spPr>
            <a:xfrm>
              <a:off x="2445794" y="204733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8" name="pt167"/>
            <p:cNvSpPr/>
            <p:nvPr/>
          </p:nvSpPr>
          <p:spPr>
            <a:xfrm>
              <a:off x="2173299" y="293963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9" name="pt168"/>
            <p:cNvSpPr/>
            <p:nvPr/>
          </p:nvSpPr>
          <p:spPr>
            <a:xfrm>
              <a:off x="2420430" y="259761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0" name="pt169"/>
            <p:cNvSpPr/>
            <p:nvPr/>
          </p:nvSpPr>
          <p:spPr>
            <a:xfrm>
              <a:off x="2134778" y="239230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1" name="pt170"/>
            <p:cNvSpPr/>
            <p:nvPr/>
          </p:nvSpPr>
          <p:spPr>
            <a:xfrm>
              <a:off x="2366424" y="266748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2" name="pt171"/>
            <p:cNvSpPr/>
            <p:nvPr/>
          </p:nvSpPr>
          <p:spPr>
            <a:xfrm>
              <a:off x="2205709" y="217664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3" name="pt172"/>
            <p:cNvSpPr/>
            <p:nvPr/>
          </p:nvSpPr>
          <p:spPr>
            <a:xfrm>
              <a:off x="2411674" y="197763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4" name="pt173"/>
            <p:cNvSpPr/>
            <p:nvPr/>
          </p:nvSpPr>
          <p:spPr>
            <a:xfrm>
              <a:off x="2131127" y="305010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5" name="pt174"/>
            <p:cNvSpPr/>
            <p:nvPr/>
          </p:nvSpPr>
          <p:spPr>
            <a:xfrm>
              <a:off x="2396309" y="316989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6" name="pt175"/>
            <p:cNvSpPr/>
            <p:nvPr/>
          </p:nvSpPr>
          <p:spPr>
            <a:xfrm>
              <a:off x="2132126" y="266697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7" name="pt176"/>
            <p:cNvSpPr/>
            <p:nvPr/>
          </p:nvSpPr>
          <p:spPr>
            <a:xfrm>
              <a:off x="2388672" y="294783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8" name="pt177"/>
            <p:cNvSpPr/>
            <p:nvPr/>
          </p:nvSpPr>
          <p:spPr>
            <a:xfrm>
              <a:off x="2120559" y="208993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9" name="pt178"/>
            <p:cNvSpPr/>
            <p:nvPr/>
          </p:nvSpPr>
          <p:spPr>
            <a:xfrm>
              <a:off x="2360792" y="237957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0" name="pt179"/>
            <p:cNvSpPr/>
            <p:nvPr/>
          </p:nvSpPr>
          <p:spPr>
            <a:xfrm>
              <a:off x="2149747" y="355142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1" name="pt180"/>
            <p:cNvSpPr/>
            <p:nvPr/>
          </p:nvSpPr>
          <p:spPr>
            <a:xfrm>
              <a:off x="2407521" y="269823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2" name="pt181"/>
            <p:cNvSpPr/>
            <p:nvPr/>
          </p:nvSpPr>
          <p:spPr>
            <a:xfrm>
              <a:off x="3947850" y="188653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3" name="pt182"/>
            <p:cNvSpPr/>
            <p:nvPr/>
          </p:nvSpPr>
          <p:spPr>
            <a:xfrm>
              <a:off x="4125236" y="205971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4" name="pt183"/>
            <p:cNvSpPr/>
            <p:nvPr/>
          </p:nvSpPr>
          <p:spPr>
            <a:xfrm>
              <a:off x="3873074" y="233539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5" name="pt184"/>
            <p:cNvSpPr/>
            <p:nvPr/>
          </p:nvSpPr>
          <p:spPr>
            <a:xfrm>
              <a:off x="4149849" y="282448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6" name="pt185"/>
            <p:cNvSpPr/>
            <p:nvPr/>
          </p:nvSpPr>
          <p:spPr>
            <a:xfrm>
              <a:off x="3923597" y="278044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7" name="pt186"/>
            <p:cNvSpPr/>
            <p:nvPr/>
          </p:nvSpPr>
          <p:spPr>
            <a:xfrm>
              <a:off x="4197789" y="284503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8" name="pt187"/>
            <p:cNvSpPr/>
            <p:nvPr/>
          </p:nvSpPr>
          <p:spPr>
            <a:xfrm>
              <a:off x="3914239" y="236905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9" name="pt188"/>
            <p:cNvSpPr/>
            <p:nvPr/>
          </p:nvSpPr>
          <p:spPr>
            <a:xfrm>
              <a:off x="4104082" y="252240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0" name="pt189"/>
            <p:cNvSpPr/>
            <p:nvPr/>
          </p:nvSpPr>
          <p:spPr>
            <a:xfrm>
              <a:off x="3882330" y="226110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1" name="pt190"/>
            <p:cNvSpPr/>
            <p:nvPr/>
          </p:nvSpPr>
          <p:spPr>
            <a:xfrm>
              <a:off x="4148234" y="239107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2" name="pt191"/>
            <p:cNvSpPr/>
            <p:nvPr/>
          </p:nvSpPr>
          <p:spPr>
            <a:xfrm>
              <a:off x="3923175" y="238845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3" name="pt192"/>
            <p:cNvSpPr/>
            <p:nvPr/>
          </p:nvSpPr>
          <p:spPr>
            <a:xfrm>
              <a:off x="4173866" y="260946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4" name="pt193"/>
            <p:cNvSpPr/>
            <p:nvPr/>
          </p:nvSpPr>
          <p:spPr>
            <a:xfrm>
              <a:off x="3869014" y="258354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5" name="pt194"/>
            <p:cNvSpPr/>
            <p:nvPr/>
          </p:nvSpPr>
          <p:spPr>
            <a:xfrm>
              <a:off x="4200099" y="264499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6" name="pt195"/>
            <p:cNvSpPr/>
            <p:nvPr/>
          </p:nvSpPr>
          <p:spPr>
            <a:xfrm>
              <a:off x="3865723" y="22672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7" name="pt196"/>
            <p:cNvSpPr/>
            <p:nvPr/>
          </p:nvSpPr>
          <p:spPr>
            <a:xfrm>
              <a:off x="4158651" y="249606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8" name="pt197"/>
            <p:cNvSpPr/>
            <p:nvPr/>
          </p:nvSpPr>
          <p:spPr>
            <a:xfrm>
              <a:off x="3933705" y="303127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9" name="pt198"/>
            <p:cNvSpPr/>
            <p:nvPr/>
          </p:nvSpPr>
          <p:spPr>
            <a:xfrm>
              <a:off x="4105412" y="335297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0" name="pt199"/>
            <p:cNvSpPr/>
            <p:nvPr/>
          </p:nvSpPr>
          <p:spPr>
            <a:xfrm>
              <a:off x="3847319" y="276791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1" name="pt200"/>
            <p:cNvSpPr/>
            <p:nvPr/>
          </p:nvSpPr>
          <p:spPr>
            <a:xfrm>
              <a:off x="4090781" y="332555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2" name="pt201"/>
            <p:cNvSpPr/>
            <p:nvPr/>
          </p:nvSpPr>
          <p:spPr>
            <a:xfrm>
              <a:off x="3867504" y="240010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3" name="pt202"/>
            <p:cNvSpPr/>
            <p:nvPr/>
          </p:nvSpPr>
          <p:spPr>
            <a:xfrm>
              <a:off x="4209167" y="264056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4" name="pt203"/>
            <p:cNvSpPr/>
            <p:nvPr/>
          </p:nvSpPr>
          <p:spPr>
            <a:xfrm>
              <a:off x="3900108" y="224995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5" name="pt204"/>
            <p:cNvSpPr/>
            <p:nvPr/>
          </p:nvSpPr>
          <p:spPr>
            <a:xfrm>
              <a:off x="4206292" y="282782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6" name="pt205"/>
            <p:cNvSpPr/>
            <p:nvPr/>
          </p:nvSpPr>
          <p:spPr>
            <a:xfrm>
              <a:off x="3843513" y="241033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7" name="pt206"/>
            <p:cNvSpPr/>
            <p:nvPr/>
          </p:nvSpPr>
          <p:spPr>
            <a:xfrm>
              <a:off x="4158879" y="277167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8" name="pt207"/>
            <p:cNvSpPr/>
            <p:nvPr/>
          </p:nvSpPr>
          <p:spPr>
            <a:xfrm>
              <a:off x="3917978" y="299701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9" name="pt208"/>
            <p:cNvSpPr/>
            <p:nvPr/>
          </p:nvSpPr>
          <p:spPr>
            <a:xfrm>
              <a:off x="4089779" y="321975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0" name="pt209"/>
            <p:cNvSpPr/>
            <p:nvPr/>
          </p:nvSpPr>
          <p:spPr>
            <a:xfrm>
              <a:off x="3881492" y="236024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1" name="pt210"/>
            <p:cNvSpPr/>
            <p:nvPr/>
          </p:nvSpPr>
          <p:spPr>
            <a:xfrm>
              <a:off x="4158941" y="286145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2" name="pt211"/>
            <p:cNvSpPr/>
            <p:nvPr/>
          </p:nvSpPr>
          <p:spPr>
            <a:xfrm>
              <a:off x="3871008" y="321955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3" name="pt212"/>
            <p:cNvSpPr/>
            <p:nvPr/>
          </p:nvSpPr>
          <p:spPr>
            <a:xfrm>
              <a:off x="4159346" y="299225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4" name="pt213"/>
            <p:cNvSpPr/>
            <p:nvPr/>
          </p:nvSpPr>
          <p:spPr>
            <a:xfrm>
              <a:off x="3945349" y="265332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5" name="pt214"/>
            <p:cNvSpPr/>
            <p:nvPr/>
          </p:nvSpPr>
          <p:spPr>
            <a:xfrm>
              <a:off x="4107861" y="277871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6" name="pt215"/>
            <p:cNvSpPr/>
            <p:nvPr/>
          </p:nvSpPr>
          <p:spPr>
            <a:xfrm>
              <a:off x="3845028" y="270584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7" name="pt216"/>
            <p:cNvSpPr/>
            <p:nvPr/>
          </p:nvSpPr>
          <p:spPr>
            <a:xfrm>
              <a:off x="4205563" y="299513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8" name="pt217"/>
            <p:cNvSpPr/>
            <p:nvPr/>
          </p:nvSpPr>
          <p:spPr>
            <a:xfrm>
              <a:off x="3837098" y="233135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9" name="pt218"/>
            <p:cNvSpPr/>
            <p:nvPr/>
          </p:nvSpPr>
          <p:spPr>
            <a:xfrm>
              <a:off x="4106900" y="259717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0" name="pt219"/>
            <p:cNvSpPr/>
            <p:nvPr/>
          </p:nvSpPr>
          <p:spPr>
            <a:xfrm>
              <a:off x="3885257" y="215856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1" name="pt220"/>
            <p:cNvSpPr/>
            <p:nvPr/>
          </p:nvSpPr>
          <p:spPr>
            <a:xfrm>
              <a:off x="4142573" y="255942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2" name="pt221"/>
            <p:cNvSpPr/>
            <p:nvPr/>
          </p:nvSpPr>
          <p:spPr>
            <a:xfrm>
              <a:off x="3911029" y="266202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3" name="pt222"/>
            <p:cNvSpPr/>
            <p:nvPr/>
          </p:nvSpPr>
          <p:spPr>
            <a:xfrm>
              <a:off x="4146718" y="350610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4" name="pt223"/>
            <p:cNvSpPr/>
            <p:nvPr/>
          </p:nvSpPr>
          <p:spPr>
            <a:xfrm>
              <a:off x="3867530" y="313016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5" name="pt224"/>
            <p:cNvSpPr/>
            <p:nvPr/>
          </p:nvSpPr>
          <p:spPr>
            <a:xfrm>
              <a:off x="4198942" y="327318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6" name="pt225"/>
            <p:cNvSpPr/>
            <p:nvPr/>
          </p:nvSpPr>
          <p:spPr>
            <a:xfrm>
              <a:off x="3872719" y="244985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7" name="pt226"/>
            <p:cNvSpPr/>
            <p:nvPr/>
          </p:nvSpPr>
          <p:spPr>
            <a:xfrm>
              <a:off x="4095663" y="242271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8" name="pt227"/>
            <p:cNvSpPr/>
            <p:nvPr/>
          </p:nvSpPr>
          <p:spPr>
            <a:xfrm>
              <a:off x="3948712" y="235103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9" name="pt228"/>
            <p:cNvSpPr/>
            <p:nvPr/>
          </p:nvSpPr>
          <p:spPr>
            <a:xfrm>
              <a:off x="4111868" y="300504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0" name="pt229"/>
            <p:cNvSpPr/>
            <p:nvPr/>
          </p:nvSpPr>
          <p:spPr>
            <a:xfrm>
              <a:off x="3835309" y="240370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1" name="pt230"/>
            <p:cNvSpPr/>
            <p:nvPr/>
          </p:nvSpPr>
          <p:spPr>
            <a:xfrm>
              <a:off x="4128425" y="259380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2" name="pt231"/>
            <p:cNvSpPr/>
            <p:nvPr/>
          </p:nvSpPr>
          <p:spPr>
            <a:xfrm>
              <a:off x="3950935" y="348526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3" name="pt232"/>
            <p:cNvSpPr/>
            <p:nvPr/>
          </p:nvSpPr>
          <p:spPr>
            <a:xfrm>
              <a:off x="4118417" y="328684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4" name="pt233"/>
            <p:cNvSpPr/>
            <p:nvPr/>
          </p:nvSpPr>
          <p:spPr>
            <a:xfrm>
              <a:off x="3850889" y="299214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5" name="pt234"/>
            <p:cNvSpPr/>
            <p:nvPr/>
          </p:nvSpPr>
          <p:spPr>
            <a:xfrm>
              <a:off x="4114686" y="305343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6" name="pt235"/>
            <p:cNvSpPr/>
            <p:nvPr/>
          </p:nvSpPr>
          <p:spPr>
            <a:xfrm>
              <a:off x="3904122" y="312396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7" name="pt236"/>
            <p:cNvSpPr/>
            <p:nvPr/>
          </p:nvSpPr>
          <p:spPr>
            <a:xfrm>
              <a:off x="4096515" y="303516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8" name="pt237"/>
            <p:cNvSpPr/>
            <p:nvPr/>
          </p:nvSpPr>
          <p:spPr>
            <a:xfrm>
              <a:off x="3941548" y="287256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9" name="pt238"/>
            <p:cNvSpPr/>
            <p:nvPr/>
          </p:nvSpPr>
          <p:spPr>
            <a:xfrm>
              <a:off x="4136539" y="315033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0" name="pt239"/>
            <p:cNvSpPr/>
            <p:nvPr/>
          </p:nvSpPr>
          <p:spPr>
            <a:xfrm>
              <a:off x="3906666" y="352852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1" name="pt240"/>
            <p:cNvSpPr/>
            <p:nvPr/>
          </p:nvSpPr>
          <p:spPr>
            <a:xfrm>
              <a:off x="4183481" y="387014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2" name="pt241"/>
            <p:cNvSpPr/>
            <p:nvPr/>
          </p:nvSpPr>
          <p:spPr>
            <a:xfrm>
              <a:off x="3867352" y="234904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3" name="pt242"/>
            <p:cNvSpPr/>
            <p:nvPr/>
          </p:nvSpPr>
          <p:spPr>
            <a:xfrm>
              <a:off x="4116556" y="226053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4" name="pt243"/>
            <p:cNvSpPr/>
            <p:nvPr/>
          </p:nvSpPr>
          <p:spPr>
            <a:xfrm>
              <a:off x="3879042" y="286953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5" name="pt244"/>
            <p:cNvSpPr/>
            <p:nvPr/>
          </p:nvSpPr>
          <p:spPr>
            <a:xfrm>
              <a:off x="4133069" y="302125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6" name="pt245"/>
            <p:cNvSpPr/>
            <p:nvPr/>
          </p:nvSpPr>
          <p:spPr>
            <a:xfrm>
              <a:off x="3922522" y="230258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7" name="pt246"/>
            <p:cNvSpPr/>
            <p:nvPr/>
          </p:nvSpPr>
          <p:spPr>
            <a:xfrm>
              <a:off x="4087906" y="214793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8" name="pt247"/>
            <p:cNvSpPr/>
            <p:nvPr/>
          </p:nvSpPr>
          <p:spPr>
            <a:xfrm>
              <a:off x="3877590" y="261288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9" name="pt248"/>
            <p:cNvSpPr/>
            <p:nvPr/>
          </p:nvSpPr>
          <p:spPr>
            <a:xfrm>
              <a:off x="4159195" y="264704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0" name="pt249"/>
            <p:cNvSpPr/>
            <p:nvPr/>
          </p:nvSpPr>
          <p:spPr>
            <a:xfrm>
              <a:off x="3850466" y="233469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1" name="pt250"/>
            <p:cNvSpPr/>
            <p:nvPr/>
          </p:nvSpPr>
          <p:spPr>
            <a:xfrm>
              <a:off x="4188325" y="247398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2" name="pt251"/>
            <p:cNvSpPr/>
            <p:nvPr/>
          </p:nvSpPr>
          <p:spPr>
            <a:xfrm>
              <a:off x="3877063" y="384759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3" name="pt252"/>
            <p:cNvSpPr/>
            <p:nvPr/>
          </p:nvSpPr>
          <p:spPr>
            <a:xfrm>
              <a:off x="4172715" y="375343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4" name="pt253"/>
            <p:cNvSpPr/>
            <p:nvPr/>
          </p:nvSpPr>
          <p:spPr>
            <a:xfrm>
              <a:off x="3939189" y="237705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5" name="pt254"/>
            <p:cNvSpPr/>
            <p:nvPr/>
          </p:nvSpPr>
          <p:spPr>
            <a:xfrm>
              <a:off x="4203177" y="264021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6" name="pt255"/>
            <p:cNvSpPr/>
            <p:nvPr/>
          </p:nvSpPr>
          <p:spPr>
            <a:xfrm>
              <a:off x="3852438" y="267246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7" name="pt256"/>
            <p:cNvSpPr/>
            <p:nvPr/>
          </p:nvSpPr>
          <p:spPr>
            <a:xfrm>
              <a:off x="4172804" y="262577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8" name="pt257"/>
            <p:cNvSpPr/>
            <p:nvPr/>
          </p:nvSpPr>
          <p:spPr>
            <a:xfrm>
              <a:off x="3938161" y="247443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9" name="pt258"/>
            <p:cNvSpPr/>
            <p:nvPr/>
          </p:nvSpPr>
          <p:spPr>
            <a:xfrm>
              <a:off x="4094600" y="283713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0" name="pt259"/>
            <p:cNvSpPr/>
            <p:nvPr/>
          </p:nvSpPr>
          <p:spPr>
            <a:xfrm>
              <a:off x="3911440" y="206427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1" name="pt260"/>
            <p:cNvSpPr/>
            <p:nvPr/>
          </p:nvSpPr>
          <p:spPr>
            <a:xfrm>
              <a:off x="4100079" y="229855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2" name="pt261"/>
            <p:cNvSpPr/>
            <p:nvPr/>
          </p:nvSpPr>
          <p:spPr>
            <a:xfrm>
              <a:off x="3839621" y="232658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3" name="pt262"/>
            <p:cNvSpPr/>
            <p:nvPr/>
          </p:nvSpPr>
          <p:spPr>
            <a:xfrm>
              <a:off x="4165610" y="235747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4" name="pt263"/>
            <p:cNvSpPr/>
            <p:nvPr/>
          </p:nvSpPr>
          <p:spPr>
            <a:xfrm>
              <a:off x="3835381" y="286082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5" name="pt264"/>
            <p:cNvSpPr/>
            <p:nvPr/>
          </p:nvSpPr>
          <p:spPr>
            <a:xfrm>
              <a:off x="4128659" y="337797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6" name="pt265"/>
            <p:cNvSpPr/>
            <p:nvPr/>
          </p:nvSpPr>
          <p:spPr>
            <a:xfrm>
              <a:off x="3942540" y="280852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7" name="pt266"/>
            <p:cNvSpPr/>
            <p:nvPr/>
          </p:nvSpPr>
          <p:spPr>
            <a:xfrm>
              <a:off x="4102178" y="266957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8" name="pt267"/>
            <p:cNvSpPr/>
            <p:nvPr/>
          </p:nvSpPr>
          <p:spPr>
            <a:xfrm>
              <a:off x="3921564" y="235812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9" name="pt268"/>
            <p:cNvSpPr/>
            <p:nvPr/>
          </p:nvSpPr>
          <p:spPr>
            <a:xfrm>
              <a:off x="4144069" y="262453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0" name="pt269"/>
            <p:cNvSpPr/>
            <p:nvPr/>
          </p:nvSpPr>
          <p:spPr>
            <a:xfrm>
              <a:off x="3873782" y="275672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1" name="pt270"/>
            <p:cNvSpPr/>
            <p:nvPr/>
          </p:nvSpPr>
          <p:spPr>
            <a:xfrm>
              <a:off x="4160382" y="315990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2" name="pt271"/>
            <p:cNvSpPr/>
            <p:nvPr/>
          </p:nvSpPr>
          <p:spPr>
            <a:xfrm>
              <a:off x="3935115" y="249406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3" name="pt272"/>
            <p:cNvSpPr/>
            <p:nvPr/>
          </p:nvSpPr>
          <p:spPr>
            <a:xfrm>
              <a:off x="4113779" y="271229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4" name="pt273"/>
            <p:cNvSpPr/>
            <p:nvPr/>
          </p:nvSpPr>
          <p:spPr>
            <a:xfrm>
              <a:off x="3890963" y="238806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5" name="pt274"/>
            <p:cNvSpPr/>
            <p:nvPr/>
          </p:nvSpPr>
          <p:spPr>
            <a:xfrm>
              <a:off x="4205712" y="264267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6" name="pt275"/>
            <p:cNvSpPr/>
            <p:nvPr/>
          </p:nvSpPr>
          <p:spPr>
            <a:xfrm>
              <a:off x="3945492" y="192707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7" name="pt276"/>
            <p:cNvSpPr/>
            <p:nvPr/>
          </p:nvSpPr>
          <p:spPr>
            <a:xfrm>
              <a:off x="4091970" y="235009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8" name="pt277"/>
            <p:cNvSpPr/>
            <p:nvPr/>
          </p:nvSpPr>
          <p:spPr>
            <a:xfrm>
              <a:off x="3896784" y="220652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9" name="pt278"/>
            <p:cNvSpPr/>
            <p:nvPr/>
          </p:nvSpPr>
          <p:spPr>
            <a:xfrm>
              <a:off x="4130004" y="288384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0" name="pt279"/>
            <p:cNvSpPr/>
            <p:nvPr/>
          </p:nvSpPr>
          <p:spPr>
            <a:xfrm>
              <a:off x="3918754" y="182993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1" name="pt280"/>
            <p:cNvSpPr/>
            <p:nvPr/>
          </p:nvSpPr>
          <p:spPr>
            <a:xfrm>
              <a:off x="4154362" y="240278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2" name="pt281"/>
            <p:cNvSpPr/>
            <p:nvPr/>
          </p:nvSpPr>
          <p:spPr>
            <a:xfrm>
              <a:off x="3953036" y="226174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3" name="pt282"/>
            <p:cNvSpPr/>
            <p:nvPr/>
          </p:nvSpPr>
          <p:spPr>
            <a:xfrm>
              <a:off x="4113689" y="242073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4" name="pt283"/>
            <p:cNvSpPr/>
            <p:nvPr/>
          </p:nvSpPr>
          <p:spPr>
            <a:xfrm>
              <a:off x="3888641" y="252805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5" name="pt284"/>
            <p:cNvSpPr/>
            <p:nvPr/>
          </p:nvSpPr>
          <p:spPr>
            <a:xfrm>
              <a:off x="4143251" y="229473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6" name="pt285"/>
            <p:cNvSpPr/>
            <p:nvPr/>
          </p:nvSpPr>
          <p:spPr>
            <a:xfrm>
              <a:off x="3903296" y="259888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7" name="pt286"/>
            <p:cNvSpPr/>
            <p:nvPr/>
          </p:nvSpPr>
          <p:spPr>
            <a:xfrm>
              <a:off x="4153724" y="291166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8" name="pt287"/>
            <p:cNvSpPr/>
            <p:nvPr/>
          </p:nvSpPr>
          <p:spPr>
            <a:xfrm>
              <a:off x="3930407" y="295247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9" name="pt288"/>
            <p:cNvSpPr/>
            <p:nvPr/>
          </p:nvSpPr>
          <p:spPr>
            <a:xfrm>
              <a:off x="4113042" y="282346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0" name="pt289"/>
            <p:cNvSpPr/>
            <p:nvPr/>
          </p:nvSpPr>
          <p:spPr>
            <a:xfrm>
              <a:off x="3853423" y="312222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1" name="pt290"/>
            <p:cNvSpPr/>
            <p:nvPr/>
          </p:nvSpPr>
          <p:spPr>
            <a:xfrm>
              <a:off x="4158787" y="289030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2" name="pt291"/>
            <p:cNvSpPr/>
            <p:nvPr/>
          </p:nvSpPr>
          <p:spPr>
            <a:xfrm>
              <a:off x="3926560" y="231865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3" name="pt292"/>
            <p:cNvSpPr/>
            <p:nvPr/>
          </p:nvSpPr>
          <p:spPr>
            <a:xfrm>
              <a:off x="4161046" y="238177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4" name="pt293"/>
            <p:cNvSpPr/>
            <p:nvPr/>
          </p:nvSpPr>
          <p:spPr>
            <a:xfrm>
              <a:off x="3883456" y="306872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5" name="pt294"/>
            <p:cNvSpPr/>
            <p:nvPr/>
          </p:nvSpPr>
          <p:spPr>
            <a:xfrm>
              <a:off x="4094994" y="285801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6" name="pt295"/>
            <p:cNvSpPr/>
            <p:nvPr/>
          </p:nvSpPr>
          <p:spPr>
            <a:xfrm>
              <a:off x="3849734" y="275392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7" name="pt296"/>
            <p:cNvSpPr/>
            <p:nvPr/>
          </p:nvSpPr>
          <p:spPr>
            <a:xfrm>
              <a:off x="4170700" y="315156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8" name="pt297"/>
            <p:cNvSpPr/>
            <p:nvPr/>
          </p:nvSpPr>
          <p:spPr>
            <a:xfrm>
              <a:off x="3936293" y="282895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9" name="pt298"/>
            <p:cNvSpPr/>
            <p:nvPr/>
          </p:nvSpPr>
          <p:spPr>
            <a:xfrm>
              <a:off x="4087605" y="279946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0" name="pt299"/>
            <p:cNvSpPr/>
            <p:nvPr/>
          </p:nvSpPr>
          <p:spPr>
            <a:xfrm>
              <a:off x="3943976" y="292471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1" name="pt300"/>
            <p:cNvSpPr/>
            <p:nvPr/>
          </p:nvSpPr>
          <p:spPr>
            <a:xfrm>
              <a:off x="4152957" y="331198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2" name="pt301"/>
            <p:cNvSpPr/>
            <p:nvPr/>
          </p:nvSpPr>
          <p:spPr>
            <a:xfrm>
              <a:off x="3897427" y="249910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3" name="pt302"/>
            <p:cNvSpPr/>
            <p:nvPr/>
          </p:nvSpPr>
          <p:spPr>
            <a:xfrm>
              <a:off x="4186032" y="248220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4" name="pt303"/>
            <p:cNvSpPr/>
            <p:nvPr/>
          </p:nvSpPr>
          <p:spPr>
            <a:xfrm>
              <a:off x="3864408" y="283771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5" name="pt304"/>
            <p:cNvSpPr/>
            <p:nvPr/>
          </p:nvSpPr>
          <p:spPr>
            <a:xfrm>
              <a:off x="4189481" y="299716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6" name="pt305"/>
            <p:cNvSpPr/>
            <p:nvPr/>
          </p:nvSpPr>
          <p:spPr>
            <a:xfrm>
              <a:off x="3911527" y="258174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7" name="pt306"/>
            <p:cNvSpPr/>
            <p:nvPr/>
          </p:nvSpPr>
          <p:spPr>
            <a:xfrm>
              <a:off x="4206512" y="260465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8" name="pt307"/>
            <p:cNvSpPr/>
            <p:nvPr/>
          </p:nvSpPr>
          <p:spPr>
            <a:xfrm>
              <a:off x="3928222" y="223658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9" name="pt308"/>
            <p:cNvSpPr/>
            <p:nvPr/>
          </p:nvSpPr>
          <p:spPr>
            <a:xfrm>
              <a:off x="4146445" y="231501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0" name="pt309"/>
            <p:cNvSpPr/>
            <p:nvPr/>
          </p:nvSpPr>
          <p:spPr>
            <a:xfrm>
              <a:off x="3924452" y="264592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1" name="pt310"/>
            <p:cNvSpPr/>
            <p:nvPr/>
          </p:nvSpPr>
          <p:spPr>
            <a:xfrm>
              <a:off x="4141442" y="272445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2" name="pt311"/>
            <p:cNvSpPr/>
            <p:nvPr/>
          </p:nvSpPr>
          <p:spPr>
            <a:xfrm>
              <a:off x="3951976" y="278027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3" name="pt312"/>
            <p:cNvSpPr/>
            <p:nvPr/>
          </p:nvSpPr>
          <p:spPr>
            <a:xfrm>
              <a:off x="4093439" y="270131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4" name="pt313"/>
            <p:cNvSpPr/>
            <p:nvPr/>
          </p:nvSpPr>
          <p:spPr>
            <a:xfrm>
              <a:off x="3956453" y="233611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5" name="pt314"/>
            <p:cNvSpPr/>
            <p:nvPr/>
          </p:nvSpPr>
          <p:spPr>
            <a:xfrm>
              <a:off x="4127145" y="301913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6" name="pt315"/>
            <p:cNvSpPr/>
            <p:nvPr/>
          </p:nvSpPr>
          <p:spPr>
            <a:xfrm>
              <a:off x="3861113" y="278108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7" name="pt316"/>
            <p:cNvSpPr/>
            <p:nvPr/>
          </p:nvSpPr>
          <p:spPr>
            <a:xfrm>
              <a:off x="4142969" y="325108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8" name="pt317"/>
            <p:cNvSpPr/>
            <p:nvPr/>
          </p:nvSpPr>
          <p:spPr>
            <a:xfrm>
              <a:off x="3870162" y="275712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9" name="pt318"/>
            <p:cNvSpPr/>
            <p:nvPr/>
          </p:nvSpPr>
          <p:spPr>
            <a:xfrm>
              <a:off x="4106217" y="253441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20" name="pt319"/>
            <p:cNvSpPr/>
            <p:nvPr/>
          </p:nvSpPr>
          <p:spPr>
            <a:xfrm>
              <a:off x="3861857" y="255917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21" name="pt320"/>
            <p:cNvSpPr/>
            <p:nvPr/>
          </p:nvSpPr>
          <p:spPr>
            <a:xfrm>
              <a:off x="4196451" y="279729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22" name="pt321"/>
            <p:cNvSpPr/>
            <p:nvPr/>
          </p:nvSpPr>
          <p:spPr>
            <a:xfrm>
              <a:off x="3888198" y="323498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23" name="pt322"/>
            <p:cNvSpPr/>
            <p:nvPr/>
          </p:nvSpPr>
          <p:spPr>
            <a:xfrm>
              <a:off x="4189593" y="300214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24" name="pt323"/>
            <p:cNvSpPr/>
            <p:nvPr/>
          </p:nvSpPr>
          <p:spPr>
            <a:xfrm>
              <a:off x="3930280" y="257320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25" name="pt324"/>
            <p:cNvSpPr/>
            <p:nvPr/>
          </p:nvSpPr>
          <p:spPr>
            <a:xfrm>
              <a:off x="4120449" y="245191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26" name="pt325"/>
            <p:cNvSpPr/>
            <p:nvPr/>
          </p:nvSpPr>
          <p:spPr>
            <a:xfrm>
              <a:off x="3888782" y="252205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27" name="pt326"/>
            <p:cNvSpPr/>
            <p:nvPr/>
          </p:nvSpPr>
          <p:spPr>
            <a:xfrm>
              <a:off x="4125959" y="238390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28" name="pt327"/>
            <p:cNvSpPr/>
            <p:nvPr/>
          </p:nvSpPr>
          <p:spPr>
            <a:xfrm>
              <a:off x="3922925" y="318462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29" name="pt328"/>
            <p:cNvSpPr/>
            <p:nvPr/>
          </p:nvSpPr>
          <p:spPr>
            <a:xfrm>
              <a:off x="4098714" y="258143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30" name="pt329"/>
            <p:cNvSpPr/>
            <p:nvPr/>
          </p:nvSpPr>
          <p:spPr>
            <a:xfrm>
              <a:off x="3871796" y="329882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31" name="pt330"/>
            <p:cNvSpPr/>
            <p:nvPr/>
          </p:nvSpPr>
          <p:spPr>
            <a:xfrm>
              <a:off x="4188740" y="320209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32" name="pt331"/>
            <p:cNvSpPr/>
            <p:nvPr/>
          </p:nvSpPr>
          <p:spPr>
            <a:xfrm>
              <a:off x="3850876" y="230725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33" name="pt332"/>
            <p:cNvSpPr/>
            <p:nvPr/>
          </p:nvSpPr>
          <p:spPr>
            <a:xfrm>
              <a:off x="4128814" y="253257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34" name="pt333"/>
            <p:cNvSpPr/>
            <p:nvPr/>
          </p:nvSpPr>
          <p:spPr>
            <a:xfrm>
              <a:off x="3877494" y="289217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35" name="pt334"/>
            <p:cNvSpPr/>
            <p:nvPr/>
          </p:nvSpPr>
          <p:spPr>
            <a:xfrm>
              <a:off x="4123220" y="287848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36" name="pt335"/>
            <p:cNvSpPr/>
            <p:nvPr/>
          </p:nvSpPr>
          <p:spPr>
            <a:xfrm>
              <a:off x="3838995" y="269789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37" name="pt336"/>
            <p:cNvSpPr/>
            <p:nvPr/>
          </p:nvSpPr>
          <p:spPr>
            <a:xfrm>
              <a:off x="4120301" y="272963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38" name="pt337"/>
            <p:cNvSpPr/>
            <p:nvPr/>
          </p:nvSpPr>
          <p:spPr>
            <a:xfrm>
              <a:off x="3890998" y="252451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39" name="pt338"/>
            <p:cNvSpPr/>
            <p:nvPr/>
          </p:nvSpPr>
          <p:spPr>
            <a:xfrm>
              <a:off x="4164970" y="276802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0" name="pt339"/>
            <p:cNvSpPr/>
            <p:nvPr/>
          </p:nvSpPr>
          <p:spPr>
            <a:xfrm>
              <a:off x="3917334" y="280651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1" name="pt340"/>
            <p:cNvSpPr/>
            <p:nvPr/>
          </p:nvSpPr>
          <p:spPr>
            <a:xfrm>
              <a:off x="4122728" y="248718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2" name="pt341"/>
            <p:cNvSpPr/>
            <p:nvPr/>
          </p:nvSpPr>
          <p:spPr>
            <a:xfrm>
              <a:off x="3940773" y="289756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3" name="pt342"/>
            <p:cNvSpPr/>
            <p:nvPr/>
          </p:nvSpPr>
          <p:spPr>
            <a:xfrm>
              <a:off x="4168592" y="261370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4" name="pt343"/>
            <p:cNvSpPr/>
            <p:nvPr/>
          </p:nvSpPr>
          <p:spPr>
            <a:xfrm>
              <a:off x="3860238" y="245315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5" name="pt344"/>
            <p:cNvSpPr/>
            <p:nvPr/>
          </p:nvSpPr>
          <p:spPr>
            <a:xfrm>
              <a:off x="4129956" y="236922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6" name="pt345"/>
            <p:cNvSpPr/>
            <p:nvPr/>
          </p:nvSpPr>
          <p:spPr>
            <a:xfrm>
              <a:off x="3952780" y="208336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7" name="pt346"/>
            <p:cNvSpPr/>
            <p:nvPr/>
          </p:nvSpPr>
          <p:spPr>
            <a:xfrm>
              <a:off x="4171723" y="204418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8" name="pt347"/>
            <p:cNvSpPr/>
            <p:nvPr/>
          </p:nvSpPr>
          <p:spPr>
            <a:xfrm>
              <a:off x="3838315" y="239401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9" name="pt348"/>
            <p:cNvSpPr/>
            <p:nvPr/>
          </p:nvSpPr>
          <p:spPr>
            <a:xfrm>
              <a:off x="4110629" y="230740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50" name="pt349"/>
            <p:cNvSpPr/>
            <p:nvPr/>
          </p:nvSpPr>
          <p:spPr>
            <a:xfrm>
              <a:off x="3903231" y="226275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51" name="pt350"/>
            <p:cNvSpPr/>
            <p:nvPr/>
          </p:nvSpPr>
          <p:spPr>
            <a:xfrm>
              <a:off x="4170150" y="218794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52" name="pt351"/>
            <p:cNvSpPr/>
            <p:nvPr/>
          </p:nvSpPr>
          <p:spPr>
            <a:xfrm>
              <a:off x="3902925" y="244014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53" name="pt352"/>
            <p:cNvSpPr/>
            <p:nvPr/>
          </p:nvSpPr>
          <p:spPr>
            <a:xfrm>
              <a:off x="4104557" y="263844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54" name="pt353"/>
            <p:cNvSpPr/>
            <p:nvPr/>
          </p:nvSpPr>
          <p:spPr>
            <a:xfrm>
              <a:off x="3855635" y="292113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55" name="pt354"/>
            <p:cNvSpPr/>
            <p:nvPr/>
          </p:nvSpPr>
          <p:spPr>
            <a:xfrm>
              <a:off x="4141265" y="287345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56" name="pt355"/>
            <p:cNvSpPr/>
            <p:nvPr/>
          </p:nvSpPr>
          <p:spPr>
            <a:xfrm>
              <a:off x="3875044" y="279109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57" name="pt356"/>
            <p:cNvSpPr/>
            <p:nvPr/>
          </p:nvSpPr>
          <p:spPr>
            <a:xfrm>
              <a:off x="4208173" y="259054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58" name="pt357"/>
            <p:cNvSpPr/>
            <p:nvPr/>
          </p:nvSpPr>
          <p:spPr>
            <a:xfrm>
              <a:off x="3955323" y="263054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59" name="pt358"/>
            <p:cNvSpPr/>
            <p:nvPr/>
          </p:nvSpPr>
          <p:spPr>
            <a:xfrm>
              <a:off x="4178820" y="237044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0" name="pt359"/>
            <p:cNvSpPr/>
            <p:nvPr/>
          </p:nvSpPr>
          <p:spPr>
            <a:xfrm>
              <a:off x="3851505" y="206863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1" name="pt360"/>
            <p:cNvSpPr/>
            <p:nvPr/>
          </p:nvSpPr>
          <p:spPr>
            <a:xfrm>
              <a:off x="4096086" y="212629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2" name="pt361"/>
            <p:cNvSpPr/>
            <p:nvPr/>
          </p:nvSpPr>
          <p:spPr>
            <a:xfrm>
              <a:off x="3907025" y="308391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3" name="pt362"/>
            <p:cNvSpPr/>
            <p:nvPr/>
          </p:nvSpPr>
          <p:spPr>
            <a:xfrm>
              <a:off x="4093313" y="239053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4" name="pt363"/>
            <p:cNvSpPr/>
            <p:nvPr/>
          </p:nvSpPr>
          <p:spPr>
            <a:xfrm>
              <a:off x="3920056" y="245064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5" name="pt364"/>
            <p:cNvSpPr/>
            <p:nvPr/>
          </p:nvSpPr>
          <p:spPr>
            <a:xfrm>
              <a:off x="4154891" y="267504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6" name="pt365"/>
            <p:cNvSpPr/>
            <p:nvPr/>
          </p:nvSpPr>
          <p:spPr>
            <a:xfrm>
              <a:off x="3843654" y="220153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7" name="pt366"/>
            <p:cNvSpPr/>
            <p:nvPr/>
          </p:nvSpPr>
          <p:spPr>
            <a:xfrm>
              <a:off x="4178615" y="227326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8" name="pt367"/>
            <p:cNvSpPr/>
            <p:nvPr/>
          </p:nvSpPr>
          <p:spPr>
            <a:xfrm>
              <a:off x="3920546" y="202680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9" name="pt368"/>
            <p:cNvSpPr/>
            <p:nvPr/>
          </p:nvSpPr>
          <p:spPr>
            <a:xfrm>
              <a:off x="4113789" y="200289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0" name="pt369"/>
            <p:cNvSpPr/>
            <p:nvPr/>
          </p:nvSpPr>
          <p:spPr>
            <a:xfrm>
              <a:off x="3862324" y="196236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1" name="pt370"/>
            <p:cNvSpPr/>
            <p:nvPr/>
          </p:nvSpPr>
          <p:spPr>
            <a:xfrm>
              <a:off x="4091081" y="177714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2" name="pt371"/>
            <p:cNvSpPr/>
            <p:nvPr/>
          </p:nvSpPr>
          <p:spPr>
            <a:xfrm>
              <a:off x="3921905" y="123122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3" name="pt372"/>
            <p:cNvSpPr/>
            <p:nvPr/>
          </p:nvSpPr>
          <p:spPr>
            <a:xfrm>
              <a:off x="4126560" y="221146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4" name="pt373"/>
            <p:cNvSpPr/>
            <p:nvPr/>
          </p:nvSpPr>
          <p:spPr>
            <a:xfrm>
              <a:off x="3924403" y="246767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5" name="pt374"/>
            <p:cNvSpPr/>
            <p:nvPr/>
          </p:nvSpPr>
          <p:spPr>
            <a:xfrm>
              <a:off x="4196151" y="252393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6" name="pt375"/>
            <p:cNvSpPr/>
            <p:nvPr/>
          </p:nvSpPr>
          <p:spPr>
            <a:xfrm>
              <a:off x="3945768" y="213456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7" name="pt376"/>
            <p:cNvSpPr/>
            <p:nvPr/>
          </p:nvSpPr>
          <p:spPr>
            <a:xfrm>
              <a:off x="4090514" y="208386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8" name="pt377"/>
            <p:cNvSpPr/>
            <p:nvPr/>
          </p:nvSpPr>
          <p:spPr>
            <a:xfrm>
              <a:off x="5596274" y="303138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9" name="pt378"/>
            <p:cNvSpPr/>
            <p:nvPr/>
          </p:nvSpPr>
          <p:spPr>
            <a:xfrm>
              <a:off x="5857568" y="273028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0" name="pt379"/>
            <p:cNvSpPr/>
            <p:nvPr/>
          </p:nvSpPr>
          <p:spPr>
            <a:xfrm>
              <a:off x="5685159" y="208560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1" name="pt380"/>
            <p:cNvSpPr/>
            <p:nvPr/>
          </p:nvSpPr>
          <p:spPr>
            <a:xfrm>
              <a:off x="5833975" y="2369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2" name="pt381"/>
            <p:cNvSpPr/>
            <p:nvPr/>
          </p:nvSpPr>
          <p:spPr>
            <a:xfrm>
              <a:off x="5626606" y="214192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3" name="pt382"/>
            <p:cNvSpPr/>
            <p:nvPr/>
          </p:nvSpPr>
          <p:spPr>
            <a:xfrm>
              <a:off x="5846912" y="270541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4" name="pt383"/>
            <p:cNvSpPr/>
            <p:nvPr/>
          </p:nvSpPr>
          <p:spPr>
            <a:xfrm>
              <a:off x="5660002" y="183041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5" name="pt384"/>
            <p:cNvSpPr/>
            <p:nvPr/>
          </p:nvSpPr>
          <p:spPr>
            <a:xfrm>
              <a:off x="5895163" y="212156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6" name="pt385"/>
            <p:cNvSpPr/>
            <p:nvPr/>
          </p:nvSpPr>
          <p:spPr>
            <a:xfrm>
              <a:off x="5592420" y="219272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7" name="pt386"/>
            <p:cNvSpPr/>
            <p:nvPr/>
          </p:nvSpPr>
          <p:spPr>
            <a:xfrm>
              <a:off x="5829346" y="234767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8" name="pt387"/>
            <p:cNvSpPr/>
            <p:nvPr/>
          </p:nvSpPr>
          <p:spPr>
            <a:xfrm>
              <a:off x="5678539" y="238475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9" name="pt388"/>
            <p:cNvSpPr/>
            <p:nvPr/>
          </p:nvSpPr>
          <p:spPr>
            <a:xfrm>
              <a:off x="5930248" y="290567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0" name="pt389"/>
            <p:cNvSpPr/>
            <p:nvPr/>
          </p:nvSpPr>
          <p:spPr>
            <a:xfrm>
              <a:off x="5692671" y="223848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1" name="pt390"/>
            <p:cNvSpPr/>
            <p:nvPr/>
          </p:nvSpPr>
          <p:spPr>
            <a:xfrm>
              <a:off x="5886728" y="231132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2" name="pt391"/>
            <p:cNvSpPr/>
            <p:nvPr/>
          </p:nvSpPr>
          <p:spPr>
            <a:xfrm>
              <a:off x="5665092" y="248149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3" name="pt392"/>
            <p:cNvSpPr/>
            <p:nvPr/>
          </p:nvSpPr>
          <p:spPr>
            <a:xfrm>
              <a:off x="5893716" y="247689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4" name="pt393"/>
            <p:cNvSpPr/>
            <p:nvPr/>
          </p:nvSpPr>
          <p:spPr>
            <a:xfrm>
              <a:off x="5657401" y="257434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5" name="pt394"/>
            <p:cNvSpPr/>
            <p:nvPr/>
          </p:nvSpPr>
          <p:spPr>
            <a:xfrm>
              <a:off x="5878253" y="261462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6" name="pt395"/>
            <p:cNvSpPr/>
            <p:nvPr/>
          </p:nvSpPr>
          <p:spPr>
            <a:xfrm>
              <a:off x="5626215" y="274941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7" name="pt396"/>
            <p:cNvSpPr/>
            <p:nvPr/>
          </p:nvSpPr>
          <p:spPr>
            <a:xfrm>
              <a:off x="5842988" y="295415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8" name="pt397"/>
            <p:cNvSpPr/>
            <p:nvPr/>
          </p:nvSpPr>
          <p:spPr>
            <a:xfrm>
              <a:off x="5612856" y="290034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9" name="pt398"/>
            <p:cNvSpPr/>
            <p:nvPr/>
          </p:nvSpPr>
          <p:spPr>
            <a:xfrm>
              <a:off x="5888619" y="336142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0" name="pt399"/>
            <p:cNvSpPr/>
            <p:nvPr/>
          </p:nvSpPr>
          <p:spPr>
            <a:xfrm>
              <a:off x="5691421" y="213854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1" name="pt400"/>
            <p:cNvSpPr/>
            <p:nvPr/>
          </p:nvSpPr>
          <p:spPr>
            <a:xfrm>
              <a:off x="5828934" y="241234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2" name="pt401"/>
            <p:cNvSpPr/>
            <p:nvPr/>
          </p:nvSpPr>
          <p:spPr>
            <a:xfrm>
              <a:off x="5593232" y="274009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3" name="pt402"/>
            <p:cNvSpPr/>
            <p:nvPr/>
          </p:nvSpPr>
          <p:spPr>
            <a:xfrm>
              <a:off x="5942614" y="296968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4" name="pt403"/>
            <p:cNvSpPr/>
            <p:nvPr/>
          </p:nvSpPr>
          <p:spPr>
            <a:xfrm>
              <a:off x="5575996" y="184748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5" name="pt404"/>
            <p:cNvSpPr/>
            <p:nvPr/>
          </p:nvSpPr>
          <p:spPr>
            <a:xfrm>
              <a:off x="5866186" y="226256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6" name="pt405"/>
            <p:cNvSpPr/>
            <p:nvPr/>
          </p:nvSpPr>
          <p:spPr>
            <a:xfrm>
              <a:off x="5614771" y="213689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7" name="pt406"/>
            <p:cNvSpPr/>
            <p:nvPr/>
          </p:nvSpPr>
          <p:spPr>
            <a:xfrm>
              <a:off x="5938589" y="234495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8" name="pt407"/>
            <p:cNvSpPr/>
            <p:nvPr/>
          </p:nvSpPr>
          <p:spPr>
            <a:xfrm>
              <a:off x="5603117" y="186580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9" name="pt408"/>
            <p:cNvSpPr/>
            <p:nvPr/>
          </p:nvSpPr>
          <p:spPr>
            <a:xfrm>
              <a:off x="5939342" y="223053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0" name="pt409"/>
            <p:cNvSpPr/>
            <p:nvPr/>
          </p:nvSpPr>
          <p:spPr>
            <a:xfrm>
              <a:off x="5648677" y="354715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1" name="pt410"/>
            <p:cNvSpPr/>
            <p:nvPr/>
          </p:nvSpPr>
          <p:spPr>
            <a:xfrm>
              <a:off x="5943385" y="33028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2" name="pt411"/>
            <p:cNvSpPr/>
            <p:nvPr/>
          </p:nvSpPr>
          <p:spPr>
            <a:xfrm>
              <a:off x="5660003" y="307202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3" name="pt412"/>
            <p:cNvSpPr/>
            <p:nvPr/>
          </p:nvSpPr>
          <p:spPr>
            <a:xfrm>
              <a:off x="5925344" y="271122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4" name="pt413"/>
            <p:cNvSpPr/>
            <p:nvPr/>
          </p:nvSpPr>
          <p:spPr>
            <a:xfrm>
              <a:off x="5632322" y="187780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5" name="pt414"/>
            <p:cNvSpPr/>
            <p:nvPr/>
          </p:nvSpPr>
          <p:spPr>
            <a:xfrm>
              <a:off x="5876226" y="246856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6" name="pt415"/>
            <p:cNvSpPr/>
            <p:nvPr/>
          </p:nvSpPr>
          <p:spPr>
            <a:xfrm>
              <a:off x="5640573" y="262955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7" name="pt416"/>
            <p:cNvSpPr/>
            <p:nvPr/>
          </p:nvSpPr>
          <p:spPr>
            <a:xfrm>
              <a:off x="5838274" y="297553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8" name="pt417"/>
            <p:cNvSpPr/>
            <p:nvPr/>
          </p:nvSpPr>
          <p:spPr>
            <a:xfrm>
              <a:off x="5587864" y="222508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9" name="pt418"/>
            <p:cNvSpPr/>
            <p:nvPr/>
          </p:nvSpPr>
          <p:spPr>
            <a:xfrm>
              <a:off x="5862660" y="243169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0" name="pt419"/>
            <p:cNvSpPr/>
            <p:nvPr/>
          </p:nvSpPr>
          <p:spPr>
            <a:xfrm>
              <a:off x="5668930" y="244149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1" name="pt420"/>
            <p:cNvSpPr/>
            <p:nvPr/>
          </p:nvSpPr>
          <p:spPr>
            <a:xfrm>
              <a:off x="5871441" y="269579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2" name="pt421"/>
            <p:cNvSpPr/>
            <p:nvPr/>
          </p:nvSpPr>
          <p:spPr>
            <a:xfrm>
              <a:off x="5601351" y="336244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3" name="pt422"/>
            <p:cNvSpPr/>
            <p:nvPr/>
          </p:nvSpPr>
          <p:spPr>
            <a:xfrm>
              <a:off x="5866386" y="306054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4" name="pt423"/>
            <p:cNvSpPr/>
            <p:nvPr/>
          </p:nvSpPr>
          <p:spPr>
            <a:xfrm>
              <a:off x="5669539" y="263609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5" name="pt424"/>
            <p:cNvSpPr/>
            <p:nvPr/>
          </p:nvSpPr>
          <p:spPr>
            <a:xfrm>
              <a:off x="5895658" y="286465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6" name="pt425"/>
            <p:cNvSpPr/>
            <p:nvPr/>
          </p:nvSpPr>
          <p:spPr>
            <a:xfrm>
              <a:off x="5667579" y="241718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7" name="pt426"/>
            <p:cNvSpPr/>
            <p:nvPr/>
          </p:nvSpPr>
          <p:spPr>
            <a:xfrm>
              <a:off x="5891237" y="282811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8" name="pt427"/>
            <p:cNvSpPr/>
            <p:nvPr/>
          </p:nvSpPr>
          <p:spPr>
            <a:xfrm>
              <a:off x="5594909" y="251930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9" name="pt428"/>
            <p:cNvSpPr/>
            <p:nvPr/>
          </p:nvSpPr>
          <p:spPr>
            <a:xfrm>
              <a:off x="5892791" y="246687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0" name="pt429"/>
            <p:cNvSpPr/>
            <p:nvPr/>
          </p:nvSpPr>
          <p:spPr>
            <a:xfrm>
              <a:off x="5613025" y="327546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1" name="pt430"/>
            <p:cNvSpPr/>
            <p:nvPr/>
          </p:nvSpPr>
          <p:spPr>
            <a:xfrm>
              <a:off x="5839008" y="382190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2" name="pt431"/>
            <p:cNvSpPr/>
            <p:nvPr/>
          </p:nvSpPr>
          <p:spPr>
            <a:xfrm>
              <a:off x="5620161" y="211475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3" name="pt432"/>
            <p:cNvSpPr/>
            <p:nvPr/>
          </p:nvSpPr>
          <p:spPr>
            <a:xfrm>
              <a:off x="5844953" y="230193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4" name="pt433"/>
            <p:cNvSpPr/>
            <p:nvPr/>
          </p:nvSpPr>
          <p:spPr>
            <a:xfrm>
              <a:off x="5647466" y="225666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5" name="pt434"/>
            <p:cNvSpPr/>
            <p:nvPr/>
          </p:nvSpPr>
          <p:spPr>
            <a:xfrm>
              <a:off x="5859917" y="234932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6" name="pt435"/>
            <p:cNvSpPr/>
            <p:nvPr/>
          </p:nvSpPr>
          <p:spPr>
            <a:xfrm>
              <a:off x="5674502" y="190530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7" name="pt436"/>
            <p:cNvSpPr/>
            <p:nvPr/>
          </p:nvSpPr>
          <p:spPr>
            <a:xfrm>
              <a:off x="5823173" y="218329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8" name="pt437"/>
            <p:cNvSpPr/>
            <p:nvPr/>
          </p:nvSpPr>
          <p:spPr>
            <a:xfrm>
              <a:off x="5613372" y="200995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9" name="pt438"/>
            <p:cNvSpPr/>
            <p:nvPr/>
          </p:nvSpPr>
          <p:spPr>
            <a:xfrm>
              <a:off x="5914096" y="208242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0" name="pt439"/>
            <p:cNvSpPr/>
            <p:nvPr/>
          </p:nvSpPr>
          <p:spPr>
            <a:xfrm>
              <a:off x="5623445" y="195732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1" name="pt440"/>
            <p:cNvSpPr/>
            <p:nvPr/>
          </p:nvSpPr>
          <p:spPr>
            <a:xfrm>
              <a:off x="5884532" y="209414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2" name="pt441"/>
            <p:cNvSpPr/>
            <p:nvPr/>
          </p:nvSpPr>
          <p:spPr>
            <a:xfrm>
              <a:off x="5572397" y="252370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3" name="pt442"/>
            <p:cNvSpPr/>
            <p:nvPr/>
          </p:nvSpPr>
          <p:spPr>
            <a:xfrm>
              <a:off x="5924158" y="234020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4" name="pt443"/>
            <p:cNvSpPr/>
            <p:nvPr/>
          </p:nvSpPr>
          <p:spPr>
            <a:xfrm>
              <a:off x="5609368" y="222605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5" name="pt444"/>
            <p:cNvSpPr/>
            <p:nvPr/>
          </p:nvSpPr>
          <p:spPr>
            <a:xfrm>
              <a:off x="5944850" y="233943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6" name="pt445"/>
            <p:cNvSpPr/>
            <p:nvPr/>
          </p:nvSpPr>
          <p:spPr>
            <a:xfrm>
              <a:off x="5641828" y="173159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7" name="pt446"/>
            <p:cNvSpPr/>
            <p:nvPr/>
          </p:nvSpPr>
          <p:spPr>
            <a:xfrm>
              <a:off x="5859867" y="210160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8" name="pt447"/>
            <p:cNvSpPr/>
            <p:nvPr/>
          </p:nvSpPr>
          <p:spPr>
            <a:xfrm>
              <a:off x="5622667" y="194725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9" name="pt448"/>
            <p:cNvSpPr/>
            <p:nvPr/>
          </p:nvSpPr>
          <p:spPr>
            <a:xfrm>
              <a:off x="5828131" y="229983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0" name="pt449"/>
            <p:cNvSpPr/>
            <p:nvPr/>
          </p:nvSpPr>
          <p:spPr>
            <a:xfrm>
              <a:off x="5577540" y="209650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1" name="pt450"/>
            <p:cNvSpPr/>
            <p:nvPr/>
          </p:nvSpPr>
          <p:spPr>
            <a:xfrm>
              <a:off x="5879525" y="213438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2" name="pt451"/>
            <p:cNvSpPr/>
            <p:nvPr/>
          </p:nvSpPr>
          <p:spPr>
            <a:xfrm>
              <a:off x="5622648" y="215344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3" name="pt452"/>
            <p:cNvSpPr/>
            <p:nvPr/>
          </p:nvSpPr>
          <p:spPr>
            <a:xfrm>
              <a:off x="5905505" y="236619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4" name="pt453"/>
            <p:cNvSpPr/>
            <p:nvPr/>
          </p:nvSpPr>
          <p:spPr>
            <a:xfrm>
              <a:off x="5674867" y="179704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5" name="pt454"/>
            <p:cNvSpPr/>
            <p:nvPr/>
          </p:nvSpPr>
          <p:spPr>
            <a:xfrm>
              <a:off x="5843433" y="197333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6" name="pt455"/>
            <p:cNvSpPr/>
            <p:nvPr/>
          </p:nvSpPr>
          <p:spPr>
            <a:xfrm>
              <a:off x="5647767" y="184641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7" name="pt456"/>
            <p:cNvSpPr/>
            <p:nvPr/>
          </p:nvSpPr>
          <p:spPr>
            <a:xfrm>
              <a:off x="5875097" y="179748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8" name="pt457"/>
            <p:cNvSpPr/>
            <p:nvPr/>
          </p:nvSpPr>
          <p:spPr>
            <a:xfrm>
              <a:off x="5677782" y="215375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9" name="pt458"/>
            <p:cNvSpPr/>
            <p:nvPr/>
          </p:nvSpPr>
          <p:spPr>
            <a:xfrm>
              <a:off x="5838975" y="219161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0" name="pt459"/>
            <p:cNvSpPr/>
            <p:nvPr/>
          </p:nvSpPr>
          <p:spPr>
            <a:xfrm>
              <a:off x="5584694" y="163420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1" name="pt460"/>
            <p:cNvSpPr/>
            <p:nvPr/>
          </p:nvSpPr>
          <p:spPr>
            <a:xfrm>
              <a:off x="5931738" y="244758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2" name="pt461"/>
            <p:cNvSpPr/>
            <p:nvPr/>
          </p:nvSpPr>
          <p:spPr>
            <a:xfrm>
              <a:off x="5631385" y="193305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3" name="pt462"/>
            <p:cNvSpPr/>
            <p:nvPr/>
          </p:nvSpPr>
          <p:spPr>
            <a:xfrm>
              <a:off x="5883750" y="226039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4" name="pt463"/>
            <p:cNvSpPr/>
            <p:nvPr/>
          </p:nvSpPr>
          <p:spPr>
            <a:xfrm>
              <a:off x="5574584" y="175783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5" name="pt464"/>
            <p:cNvSpPr/>
            <p:nvPr/>
          </p:nvSpPr>
          <p:spPr>
            <a:xfrm>
              <a:off x="5925333" y="207863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6" name="pt465"/>
            <p:cNvSpPr/>
            <p:nvPr/>
          </p:nvSpPr>
          <p:spPr>
            <a:xfrm>
              <a:off x="5679638" y="202383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7" name="pt466"/>
            <p:cNvSpPr/>
            <p:nvPr/>
          </p:nvSpPr>
          <p:spPr>
            <a:xfrm>
              <a:off x="5893976" y="231228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8" name="pt467"/>
            <p:cNvSpPr/>
            <p:nvPr/>
          </p:nvSpPr>
          <p:spPr>
            <a:xfrm>
              <a:off x="5625167" y="135626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9" name="pt468"/>
            <p:cNvSpPr/>
            <p:nvPr/>
          </p:nvSpPr>
          <p:spPr>
            <a:xfrm>
              <a:off x="5834633" y="203157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0" name="pt469"/>
            <p:cNvSpPr/>
            <p:nvPr/>
          </p:nvSpPr>
          <p:spPr>
            <a:xfrm>
              <a:off x="5679367" y="241179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1" name="pt470"/>
            <p:cNvSpPr/>
            <p:nvPr/>
          </p:nvSpPr>
          <p:spPr>
            <a:xfrm>
              <a:off x="5852599" y="255797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2" name="pt471"/>
            <p:cNvSpPr/>
            <p:nvPr/>
          </p:nvSpPr>
          <p:spPr>
            <a:xfrm>
              <a:off x="5657950" y="202146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3" name="pt472"/>
            <p:cNvSpPr/>
            <p:nvPr/>
          </p:nvSpPr>
          <p:spPr>
            <a:xfrm>
              <a:off x="5850901" y="243064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4" name="pt473"/>
            <p:cNvSpPr/>
            <p:nvPr/>
          </p:nvSpPr>
          <p:spPr>
            <a:xfrm>
              <a:off x="5611902" y="196129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5" name="pt474"/>
            <p:cNvSpPr/>
            <p:nvPr/>
          </p:nvSpPr>
          <p:spPr>
            <a:xfrm>
              <a:off x="5904254" y="249996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6" name="pt475"/>
            <p:cNvSpPr/>
            <p:nvPr/>
          </p:nvSpPr>
          <p:spPr>
            <a:xfrm>
              <a:off x="5592243" y="259597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7" name="pt476"/>
            <p:cNvSpPr/>
            <p:nvPr/>
          </p:nvSpPr>
          <p:spPr>
            <a:xfrm>
              <a:off x="5872595" y="243657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8" name="pt477"/>
            <p:cNvSpPr/>
            <p:nvPr/>
          </p:nvSpPr>
          <p:spPr>
            <a:xfrm>
              <a:off x="5581111" y="206089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9" name="pt478"/>
            <p:cNvSpPr/>
            <p:nvPr/>
          </p:nvSpPr>
          <p:spPr>
            <a:xfrm>
              <a:off x="5928701" y="234607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0" name="pt479"/>
            <p:cNvSpPr/>
            <p:nvPr/>
          </p:nvSpPr>
          <p:spPr>
            <a:xfrm>
              <a:off x="5682658" y="181963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1" name="pt480"/>
            <p:cNvSpPr/>
            <p:nvPr/>
          </p:nvSpPr>
          <p:spPr>
            <a:xfrm>
              <a:off x="5835902" y="226707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2" name="pt481"/>
            <p:cNvSpPr/>
            <p:nvPr/>
          </p:nvSpPr>
          <p:spPr>
            <a:xfrm>
              <a:off x="5660008" y="281115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3" name="pt482"/>
            <p:cNvSpPr/>
            <p:nvPr/>
          </p:nvSpPr>
          <p:spPr>
            <a:xfrm>
              <a:off x="5849870" y="265300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4" name="pt483"/>
            <p:cNvSpPr/>
            <p:nvPr/>
          </p:nvSpPr>
          <p:spPr>
            <a:xfrm>
              <a:off x="5688269" y="248642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5" name="pt484"/>
            <p:cNvSpPr/>
            <p:nvPr/>
          </p:nvSpPr>
          <p:spPr>
            <a:xfrm>
              <a:off x="5882660" y="296819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6" name="pt485"/>
            <p:cNvSpPr/>
            <p:nvPr/>
          </p:nvSpPr>
          <p:spPr>
            <a:xfrm>
              <a:off x="5609972" y="210990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7" name="pt486"/>
            <p:cNvSpPr/>
            <p:nvPr/>
          </p:nvSpPr>
          <p:spPr>
            <a:xfrm>
              <a:off x="5868189" y="226267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8" name="pt487"/>
            <p:cNvSpPr/>
            <p:nvPr/>
          </p:nvSpPr>
          <p:spPr>
            <a:xfrm>
              <a:off x="5570505" y="206372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9" name="pt488"/>
            <p:cNvSpPr/>
            <p:nvPr/>
          </p:nvSpPr>
          <p:spPr>
            <a:xfrm>
              <a:off x="5871537" y="206534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0" name="pt489"/>
            <p:cNvSpPr/>
            <p:nvPr/>
          </p:nvSpPr>
          <p:spPr>
            <a:xfrm>
              <a:off x="5616059" y="201018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1" name="pt490"/>
            <p:cNvSpPr/>
            <p:nvPr/>
          </p:nvSpPr>
          <p:spPr>
            <a:xfrm>
              <a:off x="5863300" y="233841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2" name="pt491"/>
            <p:cNvSpPr/>
            <p:nvPr/>
          </p:nvSpPr>
          <p:spPr>
            <a:xfrm>
              <a:off x="5596562" y="212929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3" name="pt492"/>
            <p:cNvSpPr/>
            <p:nvPr/>
          </p:nvSpPr>
          <p:spPr>
            <a:xfrm>
              <a:off x="5857037" y="240789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4" name="pt493"/>
            <p:cNvSpPr/>
            <p:nvPr/>
          </p:nvSpPr>
          <p:spPr>
            <a:xfrm>
              <a:off x="5658483" y="195048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5" name="pt494"/>
            <p:cNvSpPr/>
            <p:nvPr/>
          </p:nvSpPr>
          <p:spPr>
            <a:xfrm>
              <a:off x="5873879" y="280071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6" name="pt495"/>
            <p:cNvSpPr/>
            <p:nvPr/>
          </p:nvSpPr>
          <p:spPr>
            <a:xfrm>
              <a:off x="5624669" y="329035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7" name="pt496"/>
            <p:cNvSpPr/>
            <p:nvPr/>
          </p:nvSpPr>
          <p:spPr>
            <a:xfrm>
              <a:off x="5848299" y="319667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8" name="pt497"/>
            <p:cNvSpPr/>
            <p:nvPr/>
          </p:nvSpPr>
          <p:spPr>
            <a:xfrm>
              <a:off x="5674534" y="240022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9" name="pt498"/>
            <p:cNvSpPr/>
            <p:nvPr/>
          </p:nvSpPr>
          <p:spPr>
            <a:xfrm>
              <a:off x="5878563" y="282320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0" name="pt499"/>
            <p:cNvSpPr/>
            <p:nvPr/>
          </p:nvSpPr>
          <p:spPr>
            <a:xfrm>
              <a:off x="5639524" y="230581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1" name="pt500"/>
            <p:cNvSpPr/>
            <p:nvPr/>
          </p:nvSpPr>
          <p:spPr>
            <a:xfrm>
              <a:off x="5824735" y="227248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2" name="pt501"/>
            <p:cNvSpPr/>
            <p:nvPr/>
          </p:nvSpPr>
          <p:spPr>
            <a:xfrm>
              <a:off x="5627564" y="229268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3" name="pt502"/>
            <p:cNvSpPr/>
            <p:nvPr/>
          </p:nvSpPr>
          <p:spPr>
            <a:xfrm>
              <a:off x="5889519" y="212064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4" name="pt503"/>
            <p:cNvSpPr/>
            <p:nvPr/>
          </p:nvSpPr>
          <p:spPr>
            <a:xfrm>
              <a:off x="5642146" y="279523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5" name="pt504"/>
            <p:cNvSpPr/>
            <p:nvPr/>
          </p:nvSpPr>
          <p:spPr>
            <a:xfrm>
              <a:off x="5936285" y="276663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6" name="pt505"/>
            <p:cNvSpPr/>
            <p:nvPr/>
          </p:nvSpPr>
          <p:spPr>
            <a:xfrm>
              <a:off x="5686143" y="289438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7" name="pt506"/>
            <p:cNvSpPr/>
            <p:nvPr/>
          </p:nvSpPr>
          <p:spPr>
            <a:xfrm>
              <a:off x="5898171" y="304029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8" name="pt507"/>
            <p:cNvSpPr/>
            <p:nvPr/>
          </p:nvSpPr>
          <p:spPr>
            <a:xfrm>
              <a:off x="5573872" y="226278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9" name="pt508"/>
            <p:cNvSpPr/>
            <p:nvPr/>
          </p:nvSpPr>
          <p:spPr>
            <a:xfrm>
              <a:off x="5933934" y="281137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0" name="pt509"/>
            <p:cNvSpPr/>
            <p:nvPr/>
          </p:nvSpPr>
          <p:spPr>
            <a:xfrm>
              <a:off x="5579243" y="247572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1" name="pt510"/>
            <p:cNvSpPr/>
            <p:nvPr/>
          </p:nvSpPr>
          <p:spPr>
            <a:xfrm>
              <a:off x="5893899" y="291471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2" name="pt511"/>
            <p:cNvSpPr/>
            <p:nvPr/>
          </p:nvSpPr>
          <p:spPr>
            <a:xfrm>
              <a:off x="5689459" y="174817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3" name="pt512"/>
            <p:cNvSpPr/>
            <p:nvPr/>
          </p:nvSpPr>
          <p:spPr>
            <a:xfrm>
              <a:off x="5854742" y="231141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4" name="pt513"/>
            <p:cNvSpPr/>
            <p:nvPr/>
          </p:nvSpPr>
          <p:spPr>
            <a:xfrm>
              <a:off x="5607908" y="199736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5" name="pt514"/>
            <p:cNvSpPr/>
            <p:nvPr/>
          </p:nvSpPr>
          <p:spPr>
            <a:xfrm>
              <a:off x="5900048" y="243495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6" name="pt515"/>
            <p:cNvSpPr/>
            <p:nvPr/>
          </p:nvSpPr>
          <p:spPr>
            <a:xfrm>
              <a:off x="5655754" y="200205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7" name="pt516"/>
            <p:cNvSpPr/>
            <p:nvPr/>
          </p:nvSpPr>
          <p:spPr>
            <a:xfrm>
              <a:off x="5935539" y="270466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8" name="pt517"/>
            <p:cNvSpPr/>
            <p:nvPr/>
          </p:nvSpPr>
          <p:spPr>
            <a:xfrm>
              <a:off x="5676032" y="233932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9" name="pt518"/>
            <p:cNvSpPr/>
            <p:nvPr/>
          </p:nvSpPr>
          <p:spPr>
            <a:xfrm>
              <a:off x="5845675" y="291967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0" name="pt519"/>
            <p:cNvSpPr/>
            <p:nvPr/>
          </p:nvSpPr>
          <p:spPr>
            <a:xfrm>
              <a:off x="5649996" y="160756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1" name="pt520"/>
            <p:cNvSpPr/>
            <p:nvPr/>
          </p:nvSpPr>
          <p:spPr>
            <a:xfrm>
              <a:off x="5899865" y="208003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2" name="pt521"/>
            <p:cNvSpPr/>
            <p:nvPr/>
          </p:nvSpPr>
          <p:spPr>
            <a:xfrm>
              <a:off x="5643313" y="252561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3" name="pt522"/>
            <p:cNvSpPr/>
            <p:nvPr/>
          </p:nvSpPr>
          <p:spPr>
            <a:xfrm>
              <a:off x="5913079" y="320903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4" name="pt523"/>
            <p:cNvSpPr/>
            <p:nvPr/>
          </p:nvSpPr>
          <p:spPr>
            <a:xfrm>
              <a:off x="5663459" y="315614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5" name="pt524"/>
            <p:cNvSpPr/>
            <p:nvPr/>
          </p:nvSpPr>
          <p:spPr>
            <a:xfrm>
              <a:off x="5849391" y="277563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6" name="pt525"/>
            <p:cNvSpPr/>
            <p:nvPr/>
          </p:nvSpPr>
          <p:spPr>
            <a:xfrm>
              <a:off x="5660360" y="208384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7" name="pt526"/>
            <p:cNvSpPr/>
            <p:nvPr/>
          </p:nvSpPr>
          <p:spPr>
            <a:xfrm>
              <a:off x="5851083" y="275182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8" name="pt527"/>
            <p:cNvSpPr/>
            <p:nvPr/>
          </p:nvSpPr>
          <p:spPr>
            <a:xfrm>
              <a:off x="5618788" y="192774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9" name="pt528"/>
            <p:cNvSpPr/>
            <p:nvPr/>
          </p:nvSpPr>
          <p:spPr>
            <a:xfrm>
              <a:off x="5919396" y="280394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0" name="pt529"/>
            <p:cNvSpPr/>
            <p:nvPr/>
          </p:nvSpPr>
          <p:spPr>
            <a:xfrm>
              <a:off x="5585132" y="187420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1" name="pt530"/>
            <p:cNvSpPr/>
            <p:nvPr/>
          </p:nvSpPr>
          <p:spPr>
            <a:xfrm>
              <a:off x="5933591" y="211980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2" name="pt531"/>
            <p:cNvSpPr/>
            <p:nvPr/>
          </p:nvSpPr>
          <p:spPr>
            <a:xfrm>
              <a:off x="5639786" y="322027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3" name="pt532"/>
            <p:cNvSpPr/>
            <p:nvPr/>
          </p:nvSpPr>
          <p:spPr>
            <a:xfrm>
              <a:off x="5856062" y="300495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4" name="pt533"/>
            <p:cNvSpPr/>
            <p:nvPr/>
          </p:nvSpPr>
          <p:spPr>
            <a:xfrm>
              <a:off x="5599491" y="281403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5" name="pt534"/>
            <p:cNvSpPr/>
            <p:nvPr/>
          </p:nvSpPr>
          <p:spPr>
            <a:xfrm>
              <a:off x="5834804" y="331049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6" name="pt535"/>
            <p:cNvSpPr/>
            <p:nvPr/>
          </p:nvSpPr>
          <p:spPr>
            <a:xfrm>
              <a:off x="5580178" y="236386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7" name="pt536"/>
            <p:cNvSpPr/>
            <p:nvPr/>
          </p:nvSpPr>
          <p:spPr>
            <a:xfrm>
              <a:off x="5834537" y="275820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8" name="pt537"/>
            <p:cNvSpPr/>
            <p:nvPr/>
          </p:nvSpPr>
          <p:spPr>
            <a:xfrm>
              <a:off x="5693320" y="175430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9" name="pt538"/>
            <p:cNvSpPr/>
            <p:nvPr/>
          </p:nvSpPr>
          <p:spPr>
            <a:xfrm>
              <a:off x="5893005" y="240808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0" name="pt539"/>
            <p:cNvSpPr/>
            <p:nvPr/>
          </p:nvSpPr>
          <p:spPr>
            <a:xfrm>
              <a:off x="5608170" y="161704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1" name="pt540"/>
            <p:cNvSpPr/>
            <p:nvPr/>
          </p:nvSpPr>
          <p:spPr>
            <a:xfrm>
              <a:off x="5937387" y="192902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2" name="pt541"/>
            <p:cNvSpPr/>
            <p:nvPr/>
          </p:nvSpPr>
          <p:spPr>
            <a:xfrm>
              <a:off x="5628654" y="232102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3" name="pt542"/>
            <p:cNvSpPr/>
            <p:nvPr/>
          </p:nvSpPr>
          <p:spPr>
            <a:xfrm>
              <a:off x="5867635" y="292001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4" name="pt543"/>
            <p:cNvSpPr/>
            <p:nvPr/>
          </p:nvSpPr>
          <p:spPr>
            <a:xfrm>
              <a:off x="5683438" y="244352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5" name="pt544"/>
            <p:cNvSpPr/>
            <p:nvPr/>
          </p:nvSpPr>
          <p:spPr>
            <a:xfrm>
              <a:off x="5864784" y="265486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6" name="pt545"/>
            <p:cNvSpPr/>
            <p:nvPr/>
          </p:nvSpPr>
          <p:spPr>
            <a:xfrm>
              <a:off x="5664530" y="264453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7" name="pt546"/>
            <p:cNvSpPr/>
            <p:nvPr/>
          </p:nvSpPr>
          <p:spPr>
            <a:xfrm>
              <a:off x="5889338" y="272262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8" name="pt547"/>
            <p:cNvSpPr/>
            <p:nvPr/>
          </p:nvSpPr>
          <p:spPr>
            <a:xfrm>
              <a:off x="5619243" y="202621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9" name="pt548"/>
            <p:cNvSpPr/>
            <p:nvPr/>
          </p:nvSpPr>
          <p:spPr>
            <a:xfrm>
              <a:off x="5888633" y="239970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0" name="pt549"/>
            <p:cNvSpPr/>
            <p:nvPr/>
          </p:nvSpPr>
          <p:spPr>
            <a:xfrm>
              <a:off x="5689261" y="254742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1" name="pt550"/>
            <p:cNvSpPr/>
            <p:nvPr/>
          </p:nvSpPr>
          <p:spPr>
            <a:xfrm>
              <a:off x="5904345" y="302577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2" name="pt551"/>
            <p:cNvSpPr/>
            <p:nvPr/>
          </p:nvSpPr>
          <p:spPr>
            <a:xfrm>
              <a:off x="5686463" y="208703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3" name="pt552"/>
            <p:cNvSpPr/>
            <p:nvPr/>
          </p:nvSpPr>
          <p:spPr>
            <a:xfrm>
              <a:off x="5914028" y="287220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4" name="pt553"/>
            <p:cNvSpPr/>
            <p:nvPr/>
          </p:nvSpPr>
          <p:spPr>
            <a:xfrm>
              <a:off x="5645093" y="252357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5" name="pt554"/>
            <p:cNvSpPr/>
            <p:nvPr/>
          </p:nvSpPr>
          <p:spPr>
            <a:xfrm>
              <a:off x="5875893" y="273777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6" name="pt555"/>
            <p:cNvSpPr/>
            <p:nvPr/>
          </p:nvSpPr>
          <p:spPr>
            <a:xfrm>
              <a:off x="5596438" y="283033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7" name="pt556"/>
            <p:cNvSpPr/>
            <p:nvPr/>
          </p:nvSpPr>
          <p:spPr>
            <a:xfrm>
              <a:off x="5929157" y="256995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8" name="pt557"/>
            <p:cNvSpPr/>
            <p:nvPr/>
          </p:nvSpPr>
          <p:spPr>
            <a:xfrm>
              <a:off x="5680276" y="183300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9" name="pt558"/>
            <p:cNvSpPr/>
            <p:nvPr/>
          </p:nvSpPr>
          <p:spPr>
            <a:xfrm>
              <a:off x="5906349" y="253566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0" name="pt559"/>
            <p:cNvSpPr/>
            <p:nvPr/>
          </p:nvSpPr>
          <p:spPr>
            <a:xfrm>
              <a:off x="5656130" y="210799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1" name="pt560"/>
            <p:cNvSpPr/>
            <p:nvPr/>
          </p:nvSpPr>
          <p:spPr>
            <a:xfrm>
              <a:off x="5892691" y="234297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2" name="pt561"/>
            <p:cNvSpPr/>
            <p:nvPr/>
          </p:nvSpPr>
          <p:spPr>
            <a:xfrm>
              <a:off x="5616910" y="134168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3" name="pt562"/>
            <p:cNvSpPr/>
            <p:nvPr/>
          </p:nvSpPr>
          <p:spPr>
            <a:xfrm>
              <a:off x="5838258" y="186989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4" name="pt563"/>
            <p:cNvSpPr/>
            <p:nvPr/>
          </p:nvSpPr>
          <p:spPr>
            <a:xfrm>
              <a:off x="5631266" y="269095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5" name="pt564"/>
            <p:cNvSpPr/>
            <p:nvPr/>
          </p:nvSpPr>
          <p:spPr>
            <a:xfrm>
              <a:off x="5942918" y="296210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6" name="pt565"/>
            <p:cNvSpPr/>
            <p:nvPr/>
          </p:nvSpPr>
          <p:spPr>
            <a:xfrm>
              <a:off x="5624166" y="258482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7" name="pt566"/>
            <p:cNvSpPr/>
            <p:nvPr/>
          </p:nvSpPr>
          <p:spPr>
            <a:xfrm>
              <a:off x="5852963" y="199400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8" name="pt567"/>
            <p:cNvSpPr/>
            <p:nvPr/>
          </p:nvSpPr>
          <p:spPr>
            <a:xfrm>
              <a:off x="5664522" y="252587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9" name="pt568"/>
            <p:cNvSpPr/>
            <p:nvPr/>
          </p:nvSpPr>
          <p:spPr>
            <a:xfrm>
              <a:off x="5826709" y="211665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0" name="pt569"/>
            <p:cNvSpPr/>
            <p:nvPr/>
          </p:nvSpPr>
          <p:spPr>
            <a:xfrm>
              <a:off x="5609886" y="259250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1" name="pt570"/>
            <p:cNvSpPr/>
            <p:nvPr/>
          </p:nvSpPr>
          <p:spPr>
            <a:xfrm>
              <a:off x="5899434" y="244871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2" name="pt571"/>
            <p:cNvSpPr/>
            <p:nvPr/>
          </p:nvSpPr>
          <p:spPr>
            <a:xfrm>
              <a:off x="5693927" y="343831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3" name="pt572"/>
            <p:cNvSpPr/>
            <p:nvPr/>
          </p:nvSpPr>
          <p:spPr>
            <a:xfrm>
              <a:off x="5853134" y="297184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4" name="pt573"/>
            <p:cNvSpPr/>
            <p:nvPr/>
          </p:nvSpPr>
          <p:spPr>
            <a:xfrm>
              <a:off x="5599181" y="252370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5" name="pt574"/>
            <p:cNvSpPr/>
            <p:nvPr/>
          </p:nvSpPr>
          <p:spPr>
            <a:xfrm>
              <a:off x="5868034" y="266933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6" name="pt575"/>
            <p:cNvSpPr/>
            <p:nvPr/>
          </p:nvSpPr>
          <p:spPr>
            <a:xfrm>
              <a:off x="5693328" y="203565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7" name="pt576"/>
            <p:cNvSpPr/>
            <p:nvPr/>
          </p:nvSpPr>
          <p:spPr>
            <a:xfrm>
              <a:off x="5841683" y="227455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8" name="pt577"/>
            <p:cNvSpPr/>
            <p:nvPr/>
          </p:nvSpPr>
          <p:spPr>
            <a:xfrm>
              <a:off x="5654224" y="280910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9" name="pt578"/>
            <p:cNvSpPr/>
            <p:nvPr/>
          </p:nvSpPr>
          <p:spPr>
            <a:xfrm>
              <a:off x="5927722" y="288701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0" name="pt579"/>
            <p:cNvSpPr/>
            <p:nvPr/>
          </p:nvSpPr>
          <p:spPr>
            <a:xfrm>
              <a:off x="5662868" y="360099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1" name="pt580"/>
            <p:cNvSpPr/>
            <p:nvPr/>
          </p:nvSpPr>
          <p:spPr>
            <a:xfrm>
              <a:off x="5916078" y="335584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2" name="pt581"/>
            <p:cNvSpPr/>
            <p:nvPr/>
          </p:nvSpPr>
          <p:spPr>
            <a:xfrm>
              <a:off x="5635194" y="310338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3" name="pt582"/>
            <p:cNvSpPr/>
            <p:nvPr/>
          </p:nvSpPr>
          <p:spPr>
            <a:xfrm>
              <a:off x="5842665" y="267003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4" name="pt583"/>
            <p:cNvSpPr/>
            <p:nvPr/>
          </p:nvSpPr>
          <p:spPr>
            <a:xfrm>
              <a:off x="5619095" y="280415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5" name="pt584"/>
            <p:cNvSpPr/>
            <p:nvPr/>
          </p:nvSpPr>
          <p:spPr>
            <a:xfrm>
              <a:off x="5913080" y="238161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6" name="pt585"/>
            <p:cNvSpPr/>
            <p:nvPr/>
          </p:nvSpPr>
          <p:spPr>
            <a:xfrm>
              <a:off x="5614346" y="262442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7" name="pt586"/>
            <p:cNvSpPr/>
            <p:nvPr/>
          </p:nvSpPr>
          <p:spPr>
            <a:xfrm>
              <a:off x="5849776" y="232484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8" name="pt587"/>
            <p:cNvSpPr/>
            <p:nvPr/>
          </p:nvSpPr>
          <p:spPr>
            <a:xfrm>
              <a:off x="5572194" y="24212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9" name="pt588"/>
            <p:cNvSpPr/>
            <p:nvPr/>
          </p:nvSpPr>
          <p:spPr>
            <a:xfrm>
              <a:off x="5874755" y="269503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0" name="pt589"/>
            <p:cNvSpPr/>
            <p:nvPr/>
          </p:nvSpPr>
          <p:spPr>
            <a:xfrm>
              <a:off x="5647125" y="267253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1" name="pt590"/>
            <p:cNvSpPr/>
            <p:nvPr/>
          </p:nvSpPr>
          <p:spPr>
            <a:xfrm>
              <a:off x="5934282" y="270544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2" name="pt591"/>
            <p:cNvSpPr/>
            <p:nvPr/>
          </p:nvSpPr>
          <p:spPr>
            <a:xfrm>
              <a:off x="5596449" y="262060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3" name="pt592"/>
            <p:cNvSpPr/>
            <p:nvPr/>
          </p:nvSpPr>
          <p:spPr>
            <a:xfrm>
              <a:off x="5919742" y="250242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4" name="pt593"/>
            <p:cNvSpPr/>
            <p:nvPr/>
          </p:nvSpPr>
          <p:spPr>
            <a:xfrm>
              <a:off x="5593783" y="240277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5" name="pt594"/>
            <p:cNvSpPr/>
            <p:nvPr/>
          </p:nvSpPr>
          <p:spPr>
            <a:xfrm>
              <a:off x="5839838" y="222871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6" name="pt595"/>
            <p:cNvSpPr/>
            <p:nvPr/>
          </p:nvSpPr>
          <p:spPr>
            <a:xfrm>
              <a:off x="5626377" y="245408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7" name="pt596"/>
            <p:cNvSpPr/>
            <p:nvPr/>
          </p:nvSpPr>
          <p:spPr>
            <a:xfrm>
              <a:off x="5938587" y="243539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8" name="pt597"/>
            <p:cNvSpPr/>
            <p:nvPr/>
          </p:nvSpPr>
          <p:spPr>
            <a:xfrm>
              <a:off x="5574713" y="274765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9" name="pt598"/>
            <p:cNvSpPr/>
            <p:nvPr/>
          </p:nvSpPr>
          <p:spPr>
            <a:xfrm>
              <a:off x="5855125" y="232085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0" name="pt599"/>
            <p:cNvSpPr/>
            <p:nvPr/>
          </p:nvSpPr>
          <p:spPr>
            <a:xfrm>
              <a:off x="5693621" y="215171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1" name="pt600"/>
            <p:cNvSpPr/>
            <p:nvPr/>
          </p:nvSpPr>
          <p:spPr>
            <a:xfrm>
              <a:off x="5856017" y="190820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2" name="pt601"/>
            <p:cNvSpPr/>
            <p:nvPr/>
          </p:nvSpPr>
          <p:spPr>
            <a:xfrm>
              <a:off x="5643515" y="299190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3" name="pt602"/>
            <p:cNvSpPr/>
            <p:nvPr/>
          </p:nvSpPr>
          <p:spPr>
            <a:xfrm>
              <a:off x="5916663" y="297404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4" name="pt603"/>
            <p:cNvSpPr/>
            <p:nvPr/>
          </p:nvSpPr>
          <p:spPr>
            <a:xfrm>
              <a:off x="5615023" y="328566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5" name="pt604"/>
            <p:cNvSpPr/>
            <p:nvPr/>
          </p:nvSpPr>
          <p:spPr>
            <a:xfrm>
              <a:off x="5822581" y="298450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6" name="pt605"/>
            <p:cNvSpPr/>
            <p:nvPr/>
          </p:nvSpPr>
          <p:spPr>
            <a:xfrm>
              <a:off x="5667989" y="170338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7" name="pt606"/>
            <p:cNvSpPr/>
            <p:nvPr/>
          </p:nvSpPr>
          <p:spPr>
            <a:xfrm>
              <a:off x="5942554" y="189421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8" name="pt607"/>
            <p:cNvSpPr/>
            <p:nvPr/>
          </p:nvSpPr>
          <p:spPr>
            <a:xfrm>
              <a:off x="7398361" y="217777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9" name="pt608"/>
            <p:cNvSpPr/>
            <p:nvPr/>
          </p:nvSpPr>
          <p:spPr>
            <a:xfrm>
              <a:off x="7656315" y="225097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0" name="pt609"/>
            <p:cNvSpPr/>
            <p:nvPr/>
          </p:nvSpPr>
          <p:spPr>
            <a:xfrm>
              <a:off x="7391451" y="292534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1" name="pt610"/>
            <p:cNvSpPr/>
            <p:nvPr/>
          </p:nvSpPr>
          <p:spPr>
            <a:xfrm>
              <a:off x="7562489" y="335434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2" name="pt611"/>
            <p:cNvSpPr/>
            <p:nvPr/>
          </p:nvSpPr>
          <p:spPr>
            <a:xfrm>
              <a:off x="7314286" y="224538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3" name="pt612"/>
            <p:cNvSpPr/>
            <p:nvPr/>
          </p:nvSpPr>
          <p:spPr>
            <a:xfrm>
              <a:off x="7649625" y="201107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4" name="pt613"/>
            <p:cNvSpPr/>
            <p:nvPr/>
          </p:nvSpPr>
          <p:spPr>
            <a:xfrm>
              <a:off x="7429522" y="269487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5" name="pt614"/>
            <p:cNvSpPr/>
            <p:nvPr/>
          </p:nvSpPr>
          <p:spPr>
            <a:xfrm>
              <a:off x="7572726" y="239317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6" name="pt615"/>
            <p:cNvSpPr/>
            <p:nvPr/>
          </p:nvSpPr>
          <p:spPr>
            <a:xfrm>
              <a:off x="7377058" y="198109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7" name="pt616"/>
            <p:cNvSpPr/>
            <p:nvPr/>
          </p:nvSpPr>
          <p:spPr>
            <a:xfrm>
              <a:off x="7584060" y="256590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8" name="pt617"/>
            <p:cNvSpPr/>
            <p:nvPr/>
          </p:nvSpPr>
          <p:spPr>
            <a:xfrm>
              <a:off x="7341180" y="148937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9" name="pt618"/>
            <p:cNvSpPr/>
            <p:nvPr/>
          </p:nvSpPr>
          <p:spPr>
            <a:xfrm>
              <a:off x="7597237" y="193174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0" name="pt619"/>
            <p:cNvSpPr/>
            <p:nvPr/>
          </p:nvSpPr>
          <p:spPr>
            <a:xfrm>
              <a:off x="7331434" y="293277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1" name="pt620"/>
            <p:cNvSpPr/>
            <p:nvPr/>
          </p:nvSpPr>
          <p:spPr>
            <a:xfrm>
              <a:off x="7622690" y="281492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2" name="pt621"/>
            <p:cNvSpPr/>
            <p:nvPr/>
          </p:nvSpPr>
          <p:spPr>
            <a:xfrm>
              <a:off x="7385057" y="233822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3" name="pt622"/>
            <p:cNvSpPr/>
            <p:nvPr/>
          </p:nvSpPr>
          <p:spPr>
            <a:xfrm>
              <a:off x="7581480" y="257358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4" name="pt623"/>
            <p:cNvSpPr/>
            <p:nvPr/>
          </p:nvSpPr>
          <p:spPr>
            <a:xfrm>
              <a:off x="7417291" y="236811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5" name="pt624"/>
            <p:cNvSpPr/>
            <p:nvPr/>
          </p:nvSpPr>
          <p:spPr>
            <a:xfrm>
              <a:off x="7629965" y="250013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6" name="pt625"/>
            <p:cNvSpPr/>
            <p:nvPr/>
          </p:nvSpPr>
          <p:spPr>
            <a:xfrm>
              <a:off x="7310804" y="285689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7" name="pt626"/>
            <p:cNvSpPr/>
            <p:nvPr/>
          </p:nvSpPr>
          <p:spPr>
            <a:xfrm>
              <a:off x="7671240" y="223374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8" name="pt627"/>
            <p:cNvSpPr/>
            <p:nvPr/>
          </p:nvSpPr>
          <p:spPr>
            <a:xfrm>
              <a:off x="7341556" y="127327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9" name="pt628"/>
            <p:cNvSpPr/>
            <p:nvPr/>
          </p:nvSpPr>
          <p:spPr>
            <a:xfrm>
              <a:off x="7556537" y="165845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0" name="pt629"/>
            <p:cNvSpPr/>
            <p:nvPr/>
          </p:nvSpPr>
          <p:spPr>
            <a:xfrm>
              <a:off x="7340454" y="276501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1" name="pt630"/>
            <p:cNvSpPr/>
            <p:nvPr/>
          </p:nvSpPr>
          <p:spPr>
            <a:xfrm>
              <a:off x="7572814" y="245344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2" name="pt631"/>
            <p:cNvSpPr/>
            <p:nvPr/>
          </p:nvSpPr>
          <p:spPr>
            <a:xfrm>
              <a:off x="7319621" y="245597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3" name="pt632"/>
            <p:cNvSpPr/>
            <p:nvPr/>
          </p:nvSpPr>
          <p:spPr>
            <a:xfrm>
              <a:off x="7668579" y="242982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4" name="pt633"/>
            <p:cNvSpPr/>
            <p:nvPr/>
          </p:nvSpPr>
          <p:spPr>
            <a:xfrm>
              <a:off x="7337140" y="191651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5" name="pt634"/>
            <p:cNvSpPr/>
            <p:nvPr/>
          </p:nvSpPr>
          <p:spPr>
            <a:xfrm>
              <a:off x="7645519" y="314209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6" name="pt635"/>
            <p:cNvSpPr/>
            <p:nvPr/>
          </p:nvSpPr>
          <p:spPr>
            <a:xfrm>
              <a:off x="7423246" y="247119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7" name="pt636"/>
            <p:cNvSpPr/>
            <p:nvPr/>
          </p:nvSpPr>
          <p:spPr>
            <a:xfrm>
              <a:off x="7636212" y="238188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8" name="pt637"/>
            <p:cNvSpPr/>
            <p:nvPr/>
          </p:nvSpPr>
          <p:spPr>
            <a:xfrm>
              <a:off x="7401972" y="286226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9" name="pt638"/>
            <p:cNvSpPr/>
            <p:nvPr/>
          </p:nvSpPr>
          <p:spPr>
            <a:xfrm>
              <a:off x="7640290" y="301448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0" name="pt639"/>
            <p:cNvSpPr/>
            <p:nvPr/>
          </p:nvSpPr>
          <p:spPr>
            <a:xfrm>
              <a:off x="7349086" y="275427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1" name="pt640"/>
            <p:cNvSpPr/>
            <p:nvPr/>
          </p:nvSpPr>
          <p:spPr>
            <a:xfrm>
              <a:off x="7579932" y="296201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2" name="pt641"/>
            <p:cNvSpPr/>
            <p:nvPr/>
          </p:nvSpPr>
          <p:spPr>
            <a:xfrm>
              <a:off x="7338275" y="255674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3" name="pt642"/>
            <p:cNvSpPr/>
            <p:nvPr/>
          </p:nvSpPr>
          <p:spPr>
            <a:xfrm>
              <a:off x="7627492" y="204527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4" name="pt643"/>
            <p:cNvSpPr/>
            <p:nvPr/>
          </p:nvSpPr>
          <p:spPr>
            <a:xfrm>
              <a:off x="7352083" y="265137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5" name="pt644"/>
            <p:cNvSpPr/>
            <p:nvPr/>
          </p:nvSpPr>
          <p:spPr>
            <a:xfrm>
              <a:off x="7662115" y="225832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6" name="pt645"/>
            <p:cNvSpPr/>
            <p:nvPr/>
          </p:nvSpPr>
          <p:spPr>
            <a:xfrm>
              <a:off x="7331516" y="214737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7" name="pt646"/>
            <p:cNvSpPr/>
            <p:nvPr/>
          </p:nvSpPr>
          <p:spPr>
            <a:xfrm>
              <a:off x="7662295" y="297142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8" name="pt647"/>
            <p:cNvSpPr/>
            <p:nvPr/>
          </p:nvSpPr>
          <p:spPr>
            <a:xfrm>
              <a:off x="7344552" y="281239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9" name="pt648"/>
            <p:cNvSpPr/>
            <p:nvPr/>
          </p:nvSpPr>
          <p:spPr>
            <a:xfrm>
              <a:off x="7599975" y="276415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0" name="pt649"/>
            <p:cNvSpPr/>
            <p:nvPr/>
          </p:nvSpPr>
          <p:spPr>
            <a:xfrm>
              <a:off x="7424326" y="193916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1" name="pt650"/>
            <p:cNvSpPr/>
            <p:nvPr/>
          </p:nvSpPr>
          <p:spPr>
            <a:xfrm>
              <a:off x="7627935" y="232456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2" name="pt651"/>
            <p:cNvSpPr/>
            <p:nvPr/>
          </p:nvSpPr>
          <p:spPr>
            <a:xfrm>
              <a:off x="7356848" y="287004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3" name="pt652"/>
            <p:cNvSpPr/>
            <p:nvPr/>
          </p:nvSpPr>
          <p:spPr>
            <a:xfrm>
              <a:off x="7557916" y="330936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4" name="pt653"/>
            <p:cNvSpPr/>
            <p:nvPr/>
          </p:nvSpPr>
          <p:spPr>
            <a:xfrm>
              <a:off x="7345164" y="307783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5" name="pt654"/>
            <p:cNvSpPr/>
            <p:nvPr/>
          </p:nvSpPr>
          <p:spPr>
            <a:xfrm>
              <a:off x="7594007" y="258078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6" name="pt655"/>
            <p:cNvSpPr/>
            <p:nvPr/>
          </p:nvSpPr>
          <p:spPr>
            <a:xfrm>
              <a:off x="7329390" y="178942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7" name="pt656"/>
            <p:cNvSpPr/>
            <p:nvPr/>
          </p:nvSpPr>
          <p:spPr>
            <a:xfrm>
              <a:off x="7657342" y="251242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8" name="pt657"/>
            <p:cNvSpPr/>
            <p:nvPr/>
          </p:nvSpPr>
          <p:spPr>
            <a:xfrm>
              <a:off x="7417261" y="200977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9" name="pt658"/>
            <p:cNvSpPr/>
            <p:nvPr/>
          </p:nvSpPr>
          <p:spPr>
            <a:xfrm>
              <a:off x="7677941" y="255574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0" name="pt659"/>
            <p:cNvSpPr/>
            <p:nvPr/>
          </p:nvSpPr>
          <p:spPr>
            <a:xfrm>
              <a:off x="7358427" y="216624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1" name="pt660"/>
            <p:cNvSpPr/>
            <p:nvPr/>
          </p:nvSpPr>
          <p:spPr>
            <a:xfrm>
              <a:off x="7625863" y="258312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2" name="pt661"/>
            <p:cNvSpPr/>
            <p:nvPr/>
          </p:nvSpPr>
          <p:spPr>
            <a:xfrm>
              <a:off x="7304867" y="290956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3" name="pt662"/>
            <p:cNvSpPr/>
            <p:nvPr/>
          </p:nvSpPr>
          <p:spPr>
            <a:xfrm>
              <a:off x="7599266" y="215863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4" name="pt663"/>
            <p:cNvSpPr/>
            <p:nvPr/>
          </p:nvSpPr>
          <p:spPr>
            <a:xfrm>
              <a:off x="7421259" y="278057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5" name="pt664"/>
            <p:cNvSpPr/>
            <p:nvPr/>
          </p:nvSpPr>
          <p:spPr>
            <a:xfrm>
              <a:off x="7620054" y="237782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6" name="pt665"/>
            <p:cNvSpPr/>
            <p:nvPr/>
          </p:nvSpPr>
          <p:spPr>
            <a:xfrm>
              <a:off x="7385656" y="207104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7" name="pt666"/>
            <p:cNvSpPr/>
            <p:nvPr/>
          </p:nvSpPr>
          <p:spPr>
            <a:xfrm>
              <a:off x="7568909" y="249744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8" name="pt667"/>
            <p:cNvSpPr/>
            <p:nvPr/>
          </p:nvSpPr>
          <p:spPr>
            <a:xfrm>
              <a:off x="7314509" y="225816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9" name="pt668"/>
            <p:cNvSpPr/>
            <p:nvPr/>
          </p:nvSpPr>
          <p:spPr>
            <a:xfrm>
              <a:off x="7633735" y="188423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0" name="pt669"/>
            <p:cNvSpPr/>
            <p:nvPr/>
          </p:nvSpPr>
          <p:spPr>
            <a:xfrm>
              <a:off x="7394245" y="265007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1" name="pt670"/>
            <p:cNvSpPr/>
            <p:nvPr/>
          </p:nvSpPr>
          <p:spPr>
            <a:xfrm>
              <a:off x="7576164" y="239552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2" name="pt671"/>
            <p:cNvSpPr/>
            <p:nvPr/>
          </p:nvSpPr>
          <p:spPr>
            <a:xfrm>
              <a:off x="7395703" y="188180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3" name="pt672"/>
            <p:cNvSpPr/>
            <p:nvPr/>
          </p:nvSpPr>
          <p:spPr>
            <a:xfrm>
              <a:off x="7569544" y="199263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4" name="pt673"/>
            <p:cNvSpPr/>
            <p:nvPr/>
          </p:nvSpPr>
          <p:spPr>
            <a:xfrm>
              <a:off x="7356090" y="265127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5" name="pt674"/>
            <p:cNvSpPr/>
            <p:nvPr/>
          </p:nvSpPr>
          <p:spPr>
            <a:xfrm>
              <a:off x="7663321" y="272351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6" name="pt675"/>
            <p:cNvSpPr/>
            <p:nvPr/>
          </p:nvSpPr>
          <p:spPr>
            <a:xfrm>
              <a:off x="7410096" y="218503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7" name="pt676"/>
            <p:cNvSpPr/>
            <p:nvPr/>
          </p:nvSpPr>
          <p:spPr>
            <a:xfrm>
              <a:off x="7593190" y="256271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8" name="pt677"/>
            <p:cNvSpPr/>
            <p:nvPr/>
          </p:nvSpPr>
          <p:spPr>
            <a:xfrm>
              <a:off x="7310842" y="329754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9" name="pt678"/>
            <p:cNvSpPr/>
            <p:nvPr/>
          </p:nvSpPr>
          <p:spPr>
            <a:xfrm>
              <a:off x="7633730" y="338302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80" name="pt679"/>
            <p:cNvSpPr/>
            <p:nvPr/>
          </p:nvSpPr>
          <p:spPr>
            <a:xfrm>
              <a:off x="7356467" y="198577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81" name="pt680"/>
            <p:cNvSpPr/>
            <p:nvPr/>
          </p:nvSpPr>
          <p:spPr>
            <a:xfrm>
              <a:off x="7638026" y="271092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82" name="pt681"/>
            <p:cNvSpPr/>
            <p:nvPr/>
          </p:nvSpPr>
          <p:spPr>
            <a:xfrm>
              <a:off x="7396730" y="222514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83" name="pt682"/>
            <p:cNvSpPr/>
            <p:nvPr/>
          </p:nvSpPr>
          <p:spPr>
            <a:xfrm>
              <a:off x="7591974" y="254952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84" name="pt683"/>
            <p:cNvSpPr/>
            <p:nvPr/>
          </p:nvSpPr>
          <p:spPr>
            <a:xfrm>
              <a:off x="7354242" y="232251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85" name="pt684"/>
            <p:cNvSpPr/>
            <p:nvPr/>
          </p:nvSpPr>
          <p:spPr>
            <a:xfrm>
              <a:off x="7583970" y="276335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86" name="pt685"/>
            <p:cNvSpPr/>
            <p:nvPr/>
          </p:nvSpPr>
          <p:spPr>
            <a:xfrm>
              <a:off x="7309514" y="218688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87" name="pt686"/>
            <p:cNvSpPr/>
            <p:nvPr/>
          </p:nvSpPr>
          <p:spPr>
            <a:xfrm>
              <a:off x="7559061" y="221743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88" name="pt687"/>
            <p:cNvSpPr/>
            <p:nvPr/>
          </p:nvSpPr>
          <p:spPr>
            <a:xfrm>
              <a:off x="7397584" y="221998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89" name="pt688"/>
            <p:cNvSpPr/>
            <p:nvPr/>
          </p:nvSpPr>
          <p:spPr>
            <a:xfrm>
              <a:off x="7653798" y="260630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90" name="pt689"/>
            <p:cNvSpPr/>
            <p:nvPr/>
          </p:nvSpPr>
          <p:spPr>
            <a:xfrm>
              <a:off x="7334005" y="245746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91" name="pt690"/>
            <p:cNvSpPr/>
            <p:nvPr/>
          </p:nvSpPr>
          <p:spPr>
            <a:xfrm>
              <a:off x="7568625" y="252860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92" name="pt691"/>
            <p:cNvSpPr/>
            <p:nvPr/>
          </p:nvSpPr>
          <p:spPr>
            <a:xfrm>
              <a:off x="7359514" y="230493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93" name="pt692"/>
            <p:cNvSpPr/>
            <p:nvPr/>
          </p:nvSpPr>
          <p:spPr>
            <a:xfrm>
              <a:off x="7612983" y="214558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94" name="pt693"/>
            <p:cNvSpPr/>
            <p:nvPr/>
          </p:nvSpPr>
          <p:spPr>
            <a:xfrm>
              <a:off x="7334091" y="265395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95" name="pt694"/>
            <p:cNvSpPr/>
            <p:nvPr/>
          </p:nvSpPr>
          <p:spPr>
            <a:xfrm>
              <a:off x="7650988" y="322032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96" name="pt695"/>
            <p:cNvSpPr/>
            <p:nvPr/>
          </p:nvSpPr>
          <p:spPr>
            <a:xfrm>
              <a:off x="7354131" y="295424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97" name="pt696"/>
            <p:cNvSpPr/>
            <p:nvPr/>
          </p:nvSpPr>
          <p:spPr>
            <a:xfrm>
              <a:off x="7614523" y="241560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98" name="pt697"/>
            <p:cNvSpPr/>
            <p:nvPr/>
          </p:nvSpPr>
          <p:spPr>
            <a:xfrm>
              <a:off x="7317119" y="243309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99" name="pt698"/>
            <p:cNvSpPr/>
            <p:nvPr/>
          </p:nvSpPr>
          <p:spPr>
            <a:xfrm>
              <a:off x="7642775" y="248909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00" name="pt699"/>
            <p:cNvSpPr/>
            <p:nvPr/>
          </p:nvSpPr>
          <p:spPr>
            <a:xfrm>
              <a:off x="7360012" y="249517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01" name="pt700"/>
            <p:cNvSpPr/>
            <p:nvPr/>
          </p:nvSpPr>
          <p:spPr>
            <a:xfrm>
              <a:off x="7671354" y="275557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02" name="pt701"/>
            <p:cNvSpPr/>
            <p:nvPr/>
          </p:nvSpPr>
          <p:spPr>
            <a:xfrm>
              <a:off x="7428659" y="255923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03" name="pt702"/>
            <p:cNvSpPr/>
            <p:nvPr/>
          </p:nvSpPr>
          <p:spPr>
            <a:xfrm>
              <a:off x="7573692" y="207064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04" name="pt703"/>
            <p:cNvSpPr/>
            <p:nvPr/>
          </p:nvSpPr>
          <p:spPr>
            <a:xfrm>
              <a:off x="7355814" y="150003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05" name="pt704"/>
            <p:cNvSpPr/>
            <p:nvPr/>
          </p:nvSpPr>
          <p:spPr>
            <a:xfrm>
              <a:off x="7555246" y="192320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06" name="pt705"/>
            <p:cNvSpPr/>
            <p:nvPr/>
          </p:nvSpPr>
          <p:spPr>
            <a:xfrm>
              <a:off x="7309238" y="210465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07" name="pt706"/>
            <p:cNvSpPr/>
            <p:nvPr/>
          </p:nvSpPr>
          <p:spPr>
            <a:xfrm>
              <a:off x="7671318" y="220392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08" name="pt707"/>
            <p:cNvSpPr/>
            <p:nvPr/>
          </p:nvSpPr>
          <p:spPr>
            <a:xfrm>
              <a:off x="7427774" y="181791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09" name="pt708"/>
            <p:cNvSpPr/>
            <p:nvPr/>
          </p:nvSpPr>
          <p:spPr>
            <a:xfrm>
              <a:off x="7608468" y="211622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10" name="pt709"/>
            <p:cNvSpPr/>
            <p:nvPr/>
          </p:nvSpPr>
          <p:spPr>
            <a:xfrm>
              <a:off x="7418363" y="277463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11" name="pt710"/>
            <p:cNvSpPr/>
            <p:nvPr/>
          </p:nvSpPr>
          <p:spPr>
            <a:xfrm>
              <a:off x="7559180" y="277471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12" name="pt711"/>
            <p:cNvSpPr/>
            <p:nvPr/>
          </p:nvSpPr>
          <p:spPr>
            <a:xfrm>
              <a:off x="7361607" y="210258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13" name="pt712"/>
            <p:cNvSpPr/>
            <p:nvPr/>
          </p:nvSpPr>
          <p:spPr>
            <a:xfrm>
              <a:off x="7580649" y="223028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14" name="pt713"/>
            <p:cNvSpPr/>
            <p:nvPr/>
          </p:nvSpPr>
          <p:spPr>
            <a:xfrm>
              <a:off x="7381540" y="229277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15" name="pt714"/>
            <p:cNvSpPr/>
            <p:nvPr/>
          </p:nvSpPr>
          <p:spPr>
            <a:xfrm>
              <a:off x="7675560" y="222875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16" name="pt715"/>
            <p:cNvSpPr/>
            <p:nvPr/>
          </p:nvSpPr>
          <p:spPr>
            <a:xfrm>
              <a:off x="7387364" y="278205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17" name="pt716"/>
            <p:cNvSpPr/>
            <p:nvPr/>
          </p:nvSpPr>
          <p:spPr>
            <a:xfrm>
              <a:off x="7615336" y="258415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18" name="pt717"/>
            <p:cNvSpPr/>
            <p:nvPr/>
          </p:nvSpPr>
          <p:spPr>
            <a:xfrm>
              <a:off x="7396996" y="182246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19" name="pt718"/>
            <p:cNvSpPr/>
            <p:nvPr/>
          </p:nvSpPr>
          <p:spPr>
            <a:xfrm>
              <a:off x="7588982" y="229339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0" name="pt719"/>
            <p:cNvSpPr/>
            <p:nvPr/>
          </p:nvSpPr>
          <p:spPr>
            <a:xfrm>
              <a:off x="7309656" y="252266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1" name="pt720"/>
            <p:cNvSpPr/>
            <p:nvPr/>
          </p:nvSpPr>
          <p:spPr>
            <a:xfrm>
              <a:off x="7569904" y="241212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2" name="pt721"/>
            <p:cNvSpPr/>
            <p:nvPr/>
          </p:nvSpPr>
          <p:spPr>
            <a:xfrm>
              <a:off x="7314579" y="234397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3" name="pt722"/>
            <p:cNvSpPr/>
            <p:nvPr/>
          </p:nvSpPr>
          <p:spPr>
            <a:xfrm>
              <a:off x="7641408" y="276895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4" name="pt723"/>
            <p:cNvSpPr/>
            <p:nvPr/>
          </p:nvSpPr>
          <p:spPr>
            <a:xfrm>
              <a:off x="7365679" y="244659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5" name="pt724"/>
            <p:cNvSpPr/>
            <p:nvPr/>
          </p:nvSpPr>
          <p:spPr>
            <a:xfrm>
              <a:off x="7630050" y="267057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6" name="pt725"/>
            <p:cNvSpPr/>
            <p:nvPr/>
          </p:nvSpPr>
          <p:spPr>
            <a:xfrm>
              <a:off x="7382839" y="216304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7" name="pt726"/>
            <p:cNvSpPr/>
            <p:nvPr/>
          </p:nvSpPr>
          <p:spPr>
            <a:xfrm>
              <a:off x="7622327" y="249299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8" name="pt727"/>
            <p:cNvSpPr/>
            <p:nvPr/>
          </p:nvSpPr>
          <p:spPr>
            <a:xfrm>
              <a:off x="7387031" y="215956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9" name="pt728"/>
            <p:cNvSpPr/>
            <p:nvPr/>
          </p:nvSpPr>
          <p:spPr>
            <a:xfrm>
              <a:off x="7678758" y="268652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0" name="pt729"/>
            <p:cNvSpPr/>
            <p:nvPr/>
          </p:nvSpPr>
          <p:spPr>
            <a:xfrm>
              <a:off x="7390353" y="246890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1" name="pt730"/>
            <p:cNvSpPr/>
            <p:nvPr/>
          </p:nvSpPr>
          <p:spPr>
            <a:xfrm>
              <a:off x="7595729" y="253211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2" name="pt731"/>
            <p:cNvSpPr/>
            <p:nvPr/>
          </p:nvSpPr>
          <p:spPr>
            <a:xfrm>
              <a:off x="7393930" y="205482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3" name="pt732"/>
            <p:cNvSpPr/>
            <p:nvPr/>
          </p:nvSpPr>
          <p:spPr>
            <a:xfrm>
              <a:off x="7592713" y="230827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4" name="pt733"/>
            <p:cNvSpPr/>
            <p:nvPr/>
          </p:nvSpPr>
          <p:spPr>
            <a:xfrm>
              <a:off x="7352715" y="263681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5" name="pt734"/>
            <p:cNvSpPr/>
            <p:nvPr/>
          </p:nvSpPr>
          <p:spPr>
            <a:xfrm>
              <a:off x="7578482" y="205250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6" name="pt735"/>
            <p:cNvSpPr/>
            <p:nvPr/>
          </p:nvSpPr>
          <p:spPr>
            <a:xfrm>
              <a:off x="7365494" y="187383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7" name="pt736"/>
            <p:cNvSpPr/>
            <p:nvPr/>
          </p:nvSpPr>
          <p:spPr>
            <a:xfrm>
              <a:off x="7594037" y="186407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8" name="pt737"/>
            <p:cNvSpPr/>
            <p:nvPr/>
          </p:nvSpPr>
          <p:spPr>
            <a:xfrm>
              <a:off x="7355930" y="235586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9" name="pt738"/>
            <p:cNvSpPr/>
            <p:nvPr/>
          </p:nvSpPr>
          <p:spPr>
            <a:xfrm>
              <a:off x="7613107" y="244694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0" name="pt739"/>
            <p:cNvSpPr/>
            <p:nvPr/>
          </p:nvSpPr>
          <p:spPr>
            <a:xfrm>
              <a:off x="7384002" y="249924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1" name="pt740"/>
            <p:cNvSpPr/>
            <p:nvPr/>
          </p:nvSpPr>
          <p:spPr>
            <a:xfrm>
              <a:off x="7617788" y="230386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2" name="pt741"/>
            <p:cNvSpPr/>
            <p:nvPr/>
          </p:nvSpPr>
          <p:spPr>
            <a:xfrm>
              <a:off x="7385041" y="177814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3" name="pt742"/>
            <p:cNvSpPr/>
            <p:nvPr/>
          </p:nvSpPr>
          <p:spPr>
            <a:xfrm>
              <a:off x="7610789" y="284936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4" name="pt743"/>
            <p:cNvSpPr/>
            <p:nvPr/>
          </p:nvSpPr>
          <p:spPr>
            <a:xfrm>
              <a:off x="7358016" y="291128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5" name="pt744"/>
            <p:cNvSpPr/>
            <p:nvPr/>
          </p:nvSpPr>
          <p:spPr>
            <a:xfrm>
              <a:off x="7560695" y="233518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6" name="pt745"/>
            <p:cNvSpPr/>
            <p:nvPr/>
          </p:nvSpPr>
          <p:spPr>
            <a:xfrm>
              <a:off x="7306805" y="257455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7" name="pt746"/>
            <p:cNvSpPr/>
            <p:nvPr/>
          </p:nvSpPr>
          <p:spPr>
            <a:xfrm>
              <a:off x="7609284" y="313923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8" name="pt747"/>
            <p:cNvSpPr/>
            <p:nvPr/>
          </p:nvSpPr>
          <p:spPr>
            <a:xfrm>
              <a:off x="7320714" y="237203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9" name="pt748"/>
            <p:cNvSpPr/>
            <p:nvPr/>
          </p:nvSpPr>
          <p:spPr>
            <a:xfrm>
              <a:off x="7641492" y="238543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0" name="pt749"/>
            <p:cNvSpPr/>
            <p:nvPr/>
          </p:nvSpPr>
          <p:spPr>
            <a:xfrm>
              <a:off x="7420164" y="241676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1" name="pt750"/>
            <p:cNvSpPr/>
            <p:nvPr/>
          </p:nvSpPr>
          <p:spPr>
            <a:xfrm>
              <a:off x="7649267" y="241035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2" name="pt751"/>
            <p:cNvSpPr/>
            <p:nvPr/>
          </p:nvSpPr>
          <p:spPr>
            <a:xfrm>
              <a:off x="7333487" y="238853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3" name="pt752"/>
            <p:cNvSpPr/>
            <p:nvPr/>
          </p:nvSpPr>
          <p:spPr>
            <a:xfrm>
              <a:off x="7616590" y="270546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4" name="pt753"/>
            <p:cNvSpPr/>
            <p:nvPr/>
          </p:nvSpPr>
          <p:spPr>
            <a:xfrm>
              <a:off x="7326577" y="243046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5" name="pt754"/>
            <p:cNvSpPr/>
            <p:nvPr/>
          </p:nvSpPr>
          <p:spPr>
            <a:xfrm>
              <a:off x="7610064" y="228974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6" name="pt755"/>
            <p:cNvSpPr/>
            <p:nvPr/>
          </p:nvSpPr>
          <p:spPr>
            <a:xfrm>
              <a:off x="7417761" y="287164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7" name="pt756"/>
            <p:cNvSpPr/>
            <p:nvPr/>
          </p:nvSpPr>
          <p:spPr>
            <a:xfrm>
              <a:off x="7611846" y="242813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8" name="pt757"/>
            <p:cNvSpPr/>
            <p:nvPr/>
          </p:nvSpPr>
          <p:spPr>
            <a:xfrm>
              <a:off x="7334808" y="277338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9" name="pt758"/>
            <p:cNvSpPr/>
            <p:nvPr/>
          </p:nvSpPr>
          <p:spPr>
            <a:xfrm>
              <a:off x="7634488" y="201721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0" name="pt759"/>
            <p:cNvSpPr/>
            <p:nvPr/>
          </p:nvSpPr>
          <p:spPr>
            <a:xfrm>
              <a:off x="7368203" y="301106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1" name="pt760"/>
            <p:cNvSpPr/>
            <p:nvPr/>
          </p:nvSpPr>
          <p:spPr>
            <a:xfrm>
              <a:off x="7670094" y="318377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2" name="pt761"/>
            <p:cNvSpPr/>
            <p:nvPr/>
          </p:nvSpPr>
          <p:spPr>
            <a:xfrm>
              <a:off x="7424719" y="274980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3" name="pt762"/>
            <p:cNvSpPr/>
            <p:nvPr/>
          </p:nvSpPr>
          <p:spPr>
            <a:xfrm>
              <a:off x="7586532" y="262044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4" name="pt763"/>
            <p:cNvSpPr/>
            <p:nvPr/>
          </p:nvSpPr>
          <p:spPr>
            <a:xfrm>
              <a:off x="7394214" y="260037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5" name="pt764"/>
            <p:cNvSpPr/>
            <p:nvPr/>
          </p:nvSpPr>
          <p:spPr>
            <a:xfrm>
              <a:off x="7579177" y="240080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6" name="pt765"/>
            <p:cNvSpPr/>
            <p:nvPr/>
          </p:nvSpPr>
          <p:spPr>
            <a:xfrm>
              <a:off x="7404332" y="246811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7" name="pt766"/>
            <p:cNvSpPr/>
            <p:nvPr/>
          </p:nvSpPr>
          <p:spPr>
            <a:xfrm>
              <a:off x="7590449" y="234473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8" name="pt767"/>
            <p:cNvSpPr/>
            <p:nvPr/>
          </p:nvSpPr>
          <p:spPr>
            <a:xfrm>
              <a:off x="7408314" y="256246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9" name="pt768"/>
            <p:cNvSpPr/>
            <p:nvPr/>
          </p:nvSpPr>
          <p:spPr>
            <a:xfrm>
              <a:off x="7623880" y="281848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0" name="pt769"/>
            <p:cNvSpPr/>
            <p:nvPr/>
          </p:nvSpPr>
          <p:spPr>
            <a:xfrm>
              <a:off x="7335617" y="240933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1" name="pt770"/>
            <p:cNvSpPr/>
            <p:nvPr/>
          </p:nvSpPr>
          <p:spPr>
            <a:xfrm>
              <a:off x="7631904" y="222048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2" name="pt771"/>
            <p:cNvSpPr/>
            <p:nvPr/>
          </p:nvSpPr>
          <p:spPr>
            <a:xfrm>
              <a:off x="7365751" y="269281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3" name="pt772"/>
            <p:cNvSpPr/>
            <p:nvPr/>
          </p:nvSpPr>
          <p:spPr>
            <a:xfrm>
              <a:off x="7670200" y="241458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4" name="pt773"/>
            <p:cNvSpPr/>
            <p:nvPr/>
          </p:nvSpPr>
          <p:spPr>
            <a:xfrm>
              <a:off x="7334649" y="274144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5" name="pt774"/>
            <p:cNvSpPr/>
            <p:nvPr/>
          </p:nvSpPr>
          <p:spPr>
            <a:xfrm>
              <a:off x="7563343" y="290526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6" name="pt775"/>
            <p:cNvSpPr/>
            <p:nvPr/>
          </p:nvSpPr>
          <p:spPr>
            <a:xfrm>
              <a:off x="7420865" y="274021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7" name="pt776"/>
            <p:cNvSpPr/>
            <p:nvPr/>
          </p:nvSpPr>
          <p:spPr>
            <a:xfrm>
              <a:off x="7617270" y="234638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8" name="pt777"/>
            <p:cNvSpPr/>
            <p:nvPr/>
          </p:nvSpPr>
          <p:spPr>
            <a:xfrm>
              <a:off x="7389565" y="260653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9" name="pt778"/>
            <p:cNvSpPr/>
            <p:nvPr/>
          </p:nvSpPr>
          <p:spPr>
            <a:xfrm>
              <a:off x="7591670" y="272863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0" name="pt779"/>
            <p:cNvSpPr/>
            <p:nvPr/>
          </p:nvSpPr>
          <p:spPr>
            <a:xfrm>
              <a:off x="7369146" y="218584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1" name="pt780"/>
            <p:cNvSpPr/>
            <p:nvPr/>
          </p:nvSpPr>
          <p:spPr>
            <a:xfrm>
              <a:off x="7570519" y="231521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2" name="pt781"/>
            <p:cNvSpPr/>
            <p:nvPr/>
          </p:nvSpPr>
          <p:spPr>
            <a:xfrm>
              <a:off x="7426894" y="238018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3" name="pt782"/>
            <p:cNvSpPr/>
            <p:nvPr/>
          </p:nvSpPr>
          <p:spPr>
            <a:xfrm>
              <a:off x="7674363" y="255779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4" name="pt783"/>
            <p:cNvSpPr/>
            <p:nvPr/>
          </p:nvSpPr>
          <p:spPr>
            <a:xfrm>
              <a:off x="7364294" y="258010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5" name="pt784"/>
            <p:cNvSpPr/>
            <p:nvPr/>
          </p:nvSpPr>
          <p:spPr>
            <a:xfrm>
              <a:off x="7573700" y="250112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6" name="pt785"/>
            <p:cNvSpPr/>
            <p:nvPr/>
          </p:nvSpPr>
          <p:spPr>
            <a:xfrm>
              <a:off x="7422451" y="255891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7" name="pt786"/>
            <p:cNvSpPr/>
            <p:nvPr/>
          </p:nvSpPr>
          <p:spPr>
            <a:xfrm>
              <a:off x="7652046" y="261527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8" name="pt787"/>
            <p:cNvSpPr/>
            <p:nvPr/>
          </p:nvSpPr>
          <p:spPr>
            <a:xfrm>
              <a:off x="7341237" y="180944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9" name="pt788"/>
            <p:cNvSpPr/>
            <p:nvPr/>
          </p:nvSpPr>
          <p:spPr>
            <a:xfrm>
              <a:off x="7657094" y="202535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0" name="pt789"/>
            <p:cNvSpPr/>
            <p:nvPr/>
          </p:nvSpPr>
          <p:spPr>
            <a:xfrm>
              <a:off x="7393764" y="190672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1" name="pt790"/>
            <p:cNvSpPr/>
            <p:nvPr/>
          </p:nvSpPr>
          <p:spPr>
            <a:xfrm>
              <a:off x="7624021" y="229818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2" name="pt791"/>
            <p:cNvSpPr/>
            <p:nvPr/>
          </p:nvSpPr>
          <p:spPr>
            <a:xfrm>
              <a:off x="7408587" y="150649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3" name="pt792"/>
            <p:cNvSpPr/>
            <p:nvPr/>
          </p:nvSpPr>
          <p:spPr>
            <a:xfrm>
              <a:off x="7648648" y="166650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4" name="pt793"/>
            <p:cNvSpPr/>
            <p:nvPr/>
          </p:nvSpPr>
          <p:spPr>
            <a:xfrm>
              <a:off x="7362402" y="227638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5" name="pt794"/>
            <p:cNvSpPr/>
            <p:nvPr/>
          </p:nvSpPr>
          <p:spPr>
            <a:xfrm>
              <a:off x="7640860" y="233493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6" name="pt795"/>
            <p:cNvSpPr/>
            <p:nvPr/>
          </p:nvSpPr>
          <p:spPr>
            <a:xfrm>
              <a:off x="7386144" y="202819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7" name="pt796"/>
            <p:cNvSpPr/>
            <p:nvPr/>
          </p:nvSpPr>
          <p:spPr>
            <a:xfrm>
              <a:off x="7671044" y="212244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8" name="pt797"/>
            <p:cNvSpPr/>
            <p:nvPr/>
          </p:nvSpPr>
          <p:spPr>
            <a:xfrm>
              <a:off x="7388088" y="233216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9" name="pt798"/>
            <p:cNvSpPr/>
            <p:nvPr/>
          </p:nvSpPr>
          <p:spPr>
            <a:xfrm>
              <a:off x="7597820" y="256352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0" name="pt799"/>
            <p:cNvSpPr/>
            <p:nvPr/>
          </p:nvSpPr>
          <p:spPr>
            <a:xfrm>
              <a:off x="7311603" y="295573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1" name="pt800"/>
            <p:cNvSpPr/>
            <p:nvPr/>
          </p:nvSpPr>
          <p:spPr>
            <a:xfrm>
              <a:off x="7631553" y="300294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2" name="pt801"/>
            <p:cNvSpPr/>
            <p:nvPr/>
          </p:nvSpPr>
          <p:spPr>
            <a:xfrm>
              <a:off x="7343408" y="256226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3" name="pt802"/>
            <p:cNvSpPr/>
            <p:nvPr/>
          </p:nvSpPr>
          <p:spPr>
            <a:xfrm>
              <a:off x="7564309" y="244832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4" name="pt803"/>
            <p:cNvSpPr/>
            <p:nvPr/>
          </p:nvSpPr>
          <p:spPr>
            <a:xfrm>
              <a:off x="7374794" y="183090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5" name="pt804"/>
            <p:cNvSpPr/>
            <p:nvPr/>
          </p:nvSpPr>
          <p:spPr>
            <a:xfrm>
              <a:off x="7590167" y="215188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6" name="pt805"/>
            <p:cNvSpPr/>
            <p:nvPr/>
          </p:nvSpPr>
          <p:spPr>
            <a:xfrm>
              <a:off x="7359567" y="245640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7" name="pt806"/>
            <p:cNvSpPr/>
            <p:nvPr/>
          </p:nvSpPr>
          <p:spPr>
            <a:xfrm>
              <a:off x="7596558" y="251179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8" name="pt807"/>
            <p:cNvSpPr/>
            <p:nvPr/>
          </p:nvSpPr>
          <p:spPr>
            <a:xfrm>
              <a:off x="7380900" y="228089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9" name="pt808"/>
            <p:cNvSpPr/>
            <p:nvPr/>
          </p:nvSpPr>
          <p:spPr>
            <a:xfrm>
              <a:off x="7621882" y="229575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0" name="pt809"/>
            <p:cNvSpPr/>
            <p:nvPr/>
          </p:nvSpPr>
          <p:spPr>
            <a:xfrm>
              <a:off x="7389155" y="198098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1" name="pt810"/>
            <p:cNvSpPr/>
            <p:nvPr/>
          </p:nvSpPr>
          <p:spPr>
            <a:xfrm>
              <a:off x="7659527" y="202235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2" name="pt811"/>
            <p:cNvSpPr/>
            <p:nvPr/>
          </p:nvSpPr>
          <p:spPr>
            <a:xfrm>
              <a:off x="7346553" y="210391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3" name="pt812"/>
            <p:cNvSpPr/>
            <p:nvPr/>
          </p:nvSpPr>
          <p:spPr>
            <a:xfrm>
              <a:off x="7641608" y="250491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4" name="pt813"/>
            <p:cNvSpPr/>
            <p:nvPr/>
          </p:nvSpPr>
          <p:spPr>
            <a:xfrm>
              <a:off x="7309384" y="239920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5" name="pt814"/>
            <p:cNvSpPr/>
            <p:nvPr/>
          </p:nvSpPr>
          <p:spPr>
            <a:xfrm>
              <a:off x="7670816" y="272136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6" name="pt815"/>
            <p:cNvSpPr/>
            <p:nvPr/>
          </p:nvSpPr>
          <p:spPr>
            <a:xfrm>
              <a:off x="7395667" y="230835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7" name="pt816"/>
            <p:cNvSpPr/>
            <p:nvPr/>
          </p:nvSpPr>
          <p:spPr>
            <a:xfrm>
              <a:off x="7633760" y="195016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8" name="pt817"/>
            <p:cNvSpPr/>
            <p:nvPr/>
          </p:nvSpPr>
          <p:spPr>
            <a:xfrm>
              <a:off x="7342401" y="262456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9" name="pt818"/>
            <p:cNvSpPr/>
            <p:nvPr/>
          </p:nvSpPr>
          <p:spPr>
            <a:xfrm>
              <a:off x="7655454" y="217462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0" name="pt819"/>
            <p:cNvSpPr/>
            <p:nvPr/>
          </p:nvSpPr>
          <p:spPr>
            <a:xfrm>
              <a:off x="7392025" y="306340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1" name="pt820"/>
            <p:cNvSpPr/>
            <p:nvPr/>
          </p:nvSpPr>
          <p:spPr>
            <a:xfrm>
              <a:off x="7568859" y="238222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2" name="pt821"/>
            <p:cNvSpPr/>
            <p:nvPr/>
          </p:nvSpPr>
          <p:spPr>
            <a:xfrm>
              <a:off x="7397256" y="213562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3" name="pt822"/>
            <p:cNvSpPr/>
            <p:nvPr/>
          </p:nvSpPr>
          <p:spPr>
            <a:xfrm>
              <a:off x="7623840" y="262857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4" name="pt823"/>
            <p:cNvSpPr/>
            <p:nvPr/>
          </p:nvSpPr>
          <p:spPr>
            <a:xfrm>
              <a:off x="7356601" y="230202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5" name="pt824"/>
            <p:cNvSpPr/>
            <p:nvPr/>
          </p:nvSpPr>
          <p:spPr>
            <a:xfrm>
              <a:off x="7608411" y="245713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6" name="pt825"/>
            <p:cNvSpPr/>
            <p:nvPr/>
          </p:nvSpPr>
          <p:spPr>
            <a:xfrm>
              <a:off x="7365950" y="214970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7" name="pt826"/>
            <p:cNvSpPr/>
            <p:nvPr/>
          </p:nvSpPr>
          <p:spPr>
            <a:xfrm>
              <a:off x="7640902" y="229972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8" name="pt827"/>
            <p:cNvSpPr/>
            <p:nvPr/>
          </p:nvSpPr>
          <p:spPr>
            <a:xfrm>
              <a:off x="7306155" y="269259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9" name="pt828"/>
            <p:cNvSpPr/>
            <p:nvPr/>
          </p:nvSpPr>
          <p:spPr>
            <a:xfrm>
              <a:off x="7622357" y="261177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0" name="pt829"/>
            <p:cNvSpPr/>
            <p:nvPr/>
          </p:nvSpPr>
          <p:spPr>
            <a:xfrm>
              <a:off x="7320234" y="264136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1" name="pt830"/>
            <p:cNvSpPr/>
            <p:nvPr/>
          </p:nvSpPr>
          <p:spPr>
            <a:xfrm>
              <a:off x="7597717" y="262419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2" name="pt831"/>
            <p:cNvSpPr/>
            <p:nvPr/>
          </p:nvSpPr>
          <p:spPr>
            <a:xfrm>
              <a:off x="7415250" y="246795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3" name="pt832"/>
            <p:cNvSpPr/>
            <p:nvPr/>
          </p:nvSpPr>
          <p:spPr>
            <a:xfrm>
              <a:off x="7558352" y="264086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4" name="pt833"/>
            <p:cNvSpPr/>
            <p:nvPr/>
          </p:nvSpPr>
          <p:spPr>
            <a:xfrm>
              <a:off x="7389622" y="256813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5" name="pt834"/>
            <p:cNvSpPr/>
            <p:nvPr/>
          </p:nvSpPr>
          <p:spPr>
            <a:xfrm>
              <a:off x="7628543" y="276157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6" name="pt835"/>
            <p:cNvSpPr/>
            <p:nvPr/>
          </p:nvSpPr>
          <p:spPr>
            <a:xfrm>
              <a:off x="7410394" y="254834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7" name="pt836"/>
            <p:cNvSpPr/>
            <p:nvPr/>
          </p:nvSpPr>
          <p:spPr>
            <a:xfrm>
              <a:off x="7588195" y="228861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8" name="pt837"/>
            <p:cNvSpPr/>
            <p:nvPr/>
          </p:nvSpPr>
          <p:spPr>
            <a:xfrm>
              <a:off x="7394967" y="198078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9" name="pt838"/>
            <p:cNvSpPr/>
            <p:nvPr/>
          </p:nvSpPr>
          <p:spPr>
            <a:xfrm>
              <a:off x="7593569" y="245832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0" name="pt839"/>
            <p:cNvSpPr/>
            <p:nvPr/>
          </p:nvSpPr>
          <p:spPr>
            <a:xfrm>
              <a:off x="7393921" y="256883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1" name="pt840"/>
            <p:cNvSpPr/>
            <p:nvPr/>
          </p:nvSpPr>
          <p:spPr>
            <a:xfrm>
              <a:off x="7585917" y="293590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2" name="pt841"/>
            <p:cNvSpPr/>
            <p:nvPr/>
          </p:nvSpPr>
          <p:spPr>
            <a:xfrm>
              <a:off x="7417034" y="245025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3" name="pt842"/>
            <p:cNvSpPr/>
            <p:nvPr/>
          </p:nvSpPr>
          <p:spPr>
            <a:xfrm>
              <a:off x="7665868" y="226089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4" name="pt843"/>
            <p:cNvSpPr/>
            <p:nvPr/>
          </p:nvSpPr>
          <p:spPr>
            <a:xfrm>
              <a:off x="7384302" y="239083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5" name="pt844"/>
            <p:cNvSpPr/>
            <p:nvPr/>
          </p:nvSpPr>
          <p:spPr>
            <a:xfrm>
              <a:off x="7566605" y="295693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6" name="pt845"/>
            <p:cNvSpPr/>
            <p:nvPr/>
          </p:nvSpPr>
          <p:spPr>
            <a:xfrm>
              <a:off x="7359985" y="266002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7" name="pt846"/>
            <p:cNvSpPr/>
            <p:nvPr/>
          </p:nvSpPr>
          <p:spPr>
            <a:xfrm>
              <a:off x="7633654" y="219897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8" name="pt847"/>
            <p:cNvSpPr/>
            <p:nvPr/>
          </p:nvSpPr>
          <p:spPr>
            <a:xfrm>
              <a:off x="7376845" y="198971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9" name="pt848"/>
            <p:cNvSpPr/>
            <p:nvPr/>
          </p:nvSpPr>
          <p:spPr>
            <a:xfrm>
              <a:off x="7628860" y="221830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0" name="pt849"/>
            <p:cNvSpPr/>
            <p:nvPr/>
          </p:nvSpPr>
          <p:spPr>
            <a:xfrm>
              <a:off x="7423561" y="260651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1" name="pt850"/>
            <p:cNvSpPr/>
            <p:nvPr/>
          </p:nvSpPr>
          <p:spPr>
            <a:xfrm>
              <a:off x="7647727" y="266344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2" name="pt851"/>
            <p:cNvSpPr/>
            <p:nvPr/>
          </p:nvSpPr>
          <p:spPr>
            <a:xfrm>
              <a:off x="7334373" y="241108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3" name="pt852"/>
            <p:cNvSpPr/>
            <p:nvPr/>
          </p:nvSpPr>
          <p:spPr>
            <a:xfrm>
              <a:off x="7679720" y="268162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4" name="pt853"/>
            <p:cNvSpPr/>
            <p:nvPr/>
          </p:nvSpPr>
          <p:spPr>
            <a:xfrm>
              <a:off x="7426020" y="261530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5" name="pt854"/>
            <p:cNvSpPr/>
            <p:nvPr/>
          </p:nvSpPr>
          <p:spPr>
            <a:xfrm>
              <a:off x="7556699" y="228967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6" name="pt855"/>
            <p:cNvSpPr/>
            <p:nvPr/>
          </p:nvSpPr>
          <p:spPr>
            <a:xfrm>
              <a:off x="7397287" y="242785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7" name="pt856"/>
            <p:cNvSpPr/>
            <p:nvPr/>
          </p:nvSpPr>
          <p:spPr>
            <a:xfrm>
              <a:off x="7640856" y="221879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8" name="pt857"/>
            <p:cNvSpPr/>
            <p:nvPr/>
          </p:nvSpPr>
          <p:spPr>
            <a:xfrm>
              <a:off x="7424686" y="261591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9" name="pt858"/>
            <p:cNvSpPr/>
            <p:nvPr/>
          </p:nvSpPr>
          <p:spPr>
            <a:xfrm>
              <a:off x="7568344" y="240267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0" name="pt859"/>
            <p:cNvSpPr/>
            <p:nvPr/>
          </p:nvSpPr>
          <p:spPr>
            <a:xfrm>
              <a:off x="7398127" y="209803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1" name="pt860"/>
            <p:cNvSpPr/>
            <p:nvPr/>
          </p:nvSpPr>
          <p:spPr>
            <a:xfrm>
              <a:off x="7582499" y="219606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2" name="pt861"/>
            <p:cNvSpPr/>
            <p:nvPr/>
          </p:nvSpPr>
          <p:spPr>
            <a:xfrm>
              <a:off x="7352691" y="232241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3" name="pt862"/>
            <p:cNvSpPr/>
            <p:nvPr/>
          </p:nvSpPr>
          <p:spPr>
            <a:xfrm>
              <a:off x="7588083" y="273769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4" name="pt863"/>
            <p:cNvSpPr/>
            <p:nvPr/>
          </p:nvSpPr>
          <p:spPr>
            <a:xfrm>
              <a:off x="7410325" y="254729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5" name="pt864"/>
            <p:cNvSpPr/>
            <p:nvPr/>
          </p:nvSpPr>
          <p:spPr>
            <a:xfrm>
              <a:off x="7596917" y="217794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6" name="pt865"/>
            <p:cNvSpPr/>
            <p:nvPr/>
          </p:nvSpPr>
          <p:spPr>
            <a:xfrm>
              <a:off x="7429406" y="192468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7" name="pt866"/>
            <p:cNvSpPr/>
            <p:nvPr/>
          </p:nvSpPr>
          <p:spPr>
            <a:xfrm>
              <a:off x="7637683" y="212187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8" name="pt867"/>
            <p:cNvSpPr/>
            <p:nvPr/>
          </p:nvSpPr>
          <p:spPr>
            <a:xfrm>
              <a:off x="7408323" y="222567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9" name="pt868"/>
            <p:cNvSpPr/>
            <p:nvPr/>
          </p:nvSpPr>
          <p:spPr>
            <a:xfrm>
              <a:off x="7630869" y="238972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0" name="pt869"/>
            <p:cNvSpPr/>
            <p:nvPr/>
          </p:nvSpPr>
          <p:spPr>
            <a:xfrm>
              <a:off x="7414352" y="239924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1" name="pt870"/>
            <p:cNvSpPr/>
            <p:nvPr/>
          </p:nvSpPr>
          <p:spPr>
            <a:xfrm>
              <a:off x="7574285" y="255803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2" name="pt871"/>
            <p:cNvSpPr/>
            <p:nvPr/>
          </p:nvSpPr>
          <p:spPr>
            <a:xfrm>
              <a:off x="7392952" y="305003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3" name="pt872"/>
            <p:cNvSpPr/>
            <p:nvPr/>
          </p:nvSpPr>
          <p:spPr>
            <a:xfrm>
              <a:off x="7640502" y="305208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4" name="pt873"/>
            <p:cNvSpPr/>
            <p:nvPr/>
          </p:nvSpPr>
          <p:spPr>
            <a:xfrm>
              <a:off x="7396236" y="373123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5" name="pt874"/>
            <p:cNvSpPr/>
            <p:nvPr/>
          </p:nvSpPr>
          <p:spPr>
            <a:xfrm>
              <a:off x="7605519" y="340530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6" name="pt875"/>
            <p:cNvSpPr/>
            <p:nvPr/>
          </p:nvSpPr>
          <p:spPr>
            <a:xfrm>
              <a:off x="7423648" y="209585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7" name="pt876"/>
            <p:cNvSpPr/>
            <p:nvPr/>
          </p:nvSpPr>
          <p:spPr>
            <a:xfrm>
              <a:off x="7621769" y="236769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8" name="pt877"/>
            <p:cNvSpPr/>
            <p:nvPr/>
          </p:nvSpPr>
          <p:spPr>
            <a:xfrm>
              <a:off x="7363430" y="174985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9" name="pt878"/>
            <p:cNvSpPr/>
            <p:nvPr/>
          </p:nvSpPr>
          <p:spPr>
            <a:xfrm>
              <a:off x="7603268" y="212990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0" name="pt879"/>
            <p:cNvSpPr/>
            <p:nvPr/>
          </p:nvSpPr>
          <p:spPr>
            <a:xfrm>
              <a:off x="7361288" y="284496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1" name="pt880"/>
            <p:cNvSpPr/>
            <p:nvPr/>
          </p:nvSpPr>
          <p:spPr>
            <a:xfrm>
              <a:off x="7577536" y="241021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2" name="pt881"/>
            <p:cNvSpPr/>
            <p:nvPr/>
          </p:nvSpPr>
          <p:spPr>
            <a:xfrm>
              <a:off x="7310759" y="256511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3" name="pt882"/>
            <p:cNvSpPr/>
            <p:nvPr/>
          </p:nvSpPr>
          <p:spPr>
            <a:xfrm>
              <a:off x="7678143" y="227397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4" name="pt883"/>
            <p:cNvSpPr/>
            <p:nvPr/>
          </p:nvSpPr>
          <p:spPr>
            <a:xfrm>
              <a:off x="7338696" y="228777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5" name="pt884"/>
            <p:cNvSpPr/>
            <p:nvPr/>
          </p:nvSpPr>
          <p:spPr>
            <a:xfrm>
              <a:off x="7668532" y="225649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6" name="pt885"/>
            <p:cNvSpPr/>
            <p:nvPr/>
          </p:nvSpPr>
          <p:spPr>
            <a:xfrm>
              <a:off x="7323336" y="253340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7" name="pt886"/>
            <p:cNvSpPr/>
            <p:nvPr/>
          </p:nvSpPr>
          <p:spPr>
            <a:xfrm>
              <a:off x="7678995" y="237988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8" name="pt887"/>
            <p:cNvSpPr/>
            <p:nvPr/>
          </p:nvSpPr>
          <p:spPr>
            <a:xfrm>
              <a:off x="7386476" y="228765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9" name="pt888"/>
            <p:cNvSpPr/>
            <p:nvPr/>
          </p:nvSpPr>
          <p:spPr>
            <a:xfrm>
              <a:off x="7576865" y="237166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90" name="pl889"/>
            <p:cNvSpPr/>
            <p:nvPr/>
          </p:nvSpPr>
          <p:spPr>
            <a:xfrm>
              <a:off x="2194047" y="2121945"/>
              <a:ext cx="0" cy="531937"/>
            </a:xfrm>
            <a:custGeom>
              <a:avLst/>
              <a:pathLst>
                <a:path w="0" h="531937">
                  <a:moveTo>
                    <a:pt x="0" y="53193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l890"/>
            <p:cNvSpPr/>
            <p:nvPr/>
          </p:nvSpPr>
          <p:spPr>
            <a:xfrm>
              <a:off x="2194047" y="3127036"/>
              <a:ext cx="0" cy="682904"/>
            </a:xfrm>
            <a:custGeom>
              <a:avLst/>
              <a:pathLst>
                <a:path w="0" h="682904">
                  <a:moveTo>
                    <a:pt x="0" y="0"/>
                  </a:moveTo>
                  <a:lnTo>
                    <a:pt x="0" y="682904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g891"/>
            <p:cNvSpPr/>
            <p:nvPr/>
          </p:nvSpPr>
          <p:spPr>
            <a:xfrm>
              <a:off x="2068892" y="2653882"/>
              <a:ext cx="250310" cy="473153"/>
            </a:xfrm>
            <a:custGeom>
              <a:avLst/>
              <a:pathLst>
                <a:path w="250310" h="473153">
                  <a:moveTo>
                    <a:pt x="0" y="0"/>
                  </a:moveTo>
                  <a:lnTo>
                    <a:pt x="0" y="473153"/>
                  </a:lnTo>
                  <a:lnTo>
                    <a:pt x="250310" y="473153"/>
                  </a:lnTo>
                  <a:lnTo>
                    <a:pt x="250310" y="0"/>
                  </a:lnTo>
                  <a:close/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3" name="pl892"/>
            <p:cNvSpPr/>
            <p:nvPr/>
          </p:nvSpPr>
          <p:spPr>
            <a:xfrm>
              <a:off x="2068892" y="2925396"/>
              <a:ext cx="250310" cy="0"/>
            </a:xfrm>
            <a:custGeom>
              <a:avLst/>
              <a:pathLst>
                <a:path w="250310" h="0">
                  <a:moveTo>
                    <a:pt x="0" y="0"/>
                  </a:moveTo>
                  <a:lnTo>
                    <a:pt x="250310" y="0"/>
                  </a:lnTo>
                </a:path>
              </a:pathLst>
            </a:custGeom>
            <a:ln w="43362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4" name="pl893"/>
            <p:cNvSpPr/>
            <p:nvPr/>
          </p:nvSpPr>
          <p:spPr>
            <a:xfrm>
              <a:off x="3929066" y="1861947"/>
              <a:ext cx="0" cy="504935"/>
            </a:xfrm>
            <a:custGeom>
              <a:avLst/>
              <a:pathLst>
                <a:path w="0" h="504935">
                  <a:moveTo>
                    <a:pt x="0" y="504935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l894"/>
            <p:cNvSpPr/>
            <p:nvPr/>
          </p:nvSpPr>
          <p:spPr>
            <a:xfrm>
              <a:off x="3929066" y="2855857"/>
              <a:ext cx="0" cy="704675"/>
            </a:xfrm>
            <a:custGeom>
              <a:avLst/>
              <a:pathLst>
                <a:path w="0" h="704675">
                  <a:moveTo>
                    <a:pt x="0" y="0"/>
                  </a:moveTo>
                  <a:lnTo>
                    <a:pt x="0" y="704675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g895"/>
            <p:cNvSpPr/>
            <p:nvPr/>
          </p:nvSpPr>
          <p:spPr>
            <a:xfrm>
              <a:off x="3803911" y="2366882"/>
              <a:ext cx="250310" cy="488975"/>
            </a:xfrm>
            <a:custGeom>
              <a:avLst/>
              <a:pathLst>
                <a:path w="250310" h="488975">
                  <a:moveTo>
                    <a:pt x="0" y="0"/>
                  </a:moveTo>
                  <a:lnTo>
                    <a:pt x="0" y="488975"/>
                  </a:lnTo>
                  <a:lnTo>
                    <a:pt x="250310" y="488975"/>
                  </a:lnTo>
                  <a:lnTo>
                    <a:pt x="250310" y="0"/>
                  </a:lnTo>
                  <a:close/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7" name="pl896"/>
            <p:cNvSpPr/>
            <p:nvPr/>
          </p:nvSpPr>
          <p:spPr>
            <a:xfrm>
              <a:off x="3803911" y="2558291"/>
              <a:ext cx="250310" cy="0"/>
            </a:xfrm>
            <a:custGeom>
              <a:avLst/>
              <a:pathLst>
                <a:path w="250310" h="0">
                  <a:moveTo>
                    <a:pt x="0" y="0"/>
                  </a:moveTo>
                  <a:lnTo>
                    <a:pt x="250310" y="0"/>
                  </a:lnTo>
                </a:path>
              </a:pathLst>
            </a:custGeom>
            <a:ln w="43362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8" name="pl897"/>
            <p:cNvSpPr/>
            <p:nvPr/>
          </p:nvSpPr>
          <p:spPr>
            <a:xfrm>
              <a:off x="5664085" y="1373694"/>
              <a:ext cx="0" cy="668384"/>
            </a:xfrm>
            <a:custGeom>
              <a:avLst/>
              <a:pathLst>
                <a:path w="0" h="668384">
                  <a:moveTo>
                    <a:pt x="0" y="668384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l898"/>
            <p:cNvSpPr/>
            <p:nvPr/>
          </p:nvSpPr>
          <p:spPr>
            <a:xfrm>
              <a:off x="5664085" y="2659001"/>
              <a:ext cx="0" cy="920166"/>
            </a:xfrm>
            <a:custGeom>
              <a:avLst/>
              <a:pathLst>
                <a:path w="0" h="920166">
                  <a:moveTo>
                    <a:pt x="0" y="0"/>
                  </a:moveTo>
                  <a:lnTo>
                    <a:pt x="0" y="920166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g899"/>
            <p:cNvSpPr/>
            <p:nvPr/>
          </p:nvSpPr>
          <p:spPr>
            <a:xfrm>
              <a:off x="5538929" y="2042078"/>
              <a:ext cx="250310" cy="616922"/>
            </a:xfrm>
            <a:custGeom>
              <a:avLst/>
              <a:pathLst>
                <a:path w="250310" h="616922">
                  <a:moveTo>
                    <a:pt x="0" y="0"/>
                  </a:moveTo>
                  <a:lnTo>
                    <a:pt x="0" y="616922"/>
                  </a:lnTo>
                  <a:lnTo>
                    <a:pt x="250310" y="616922"/>
                  </a:lnTo>
                  <a:lnTo>
                    <a:pt x="250310" y="0"/>
                  </a:lnTo>
                  <a:close/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1" name="pl900"/>
            <p:cNvSpPr/>
            <p:nvPr/>
          </p:nvSpPr>
          <p:spPr>
            <a:xfrm>
              <a:off x="5538929" y="2337826"/>
              <a:ext cx="250310" cy="0"/>
            </a:xfrm>
            <a:custGeom>
              <a:avLst/>
              <a:pathLst>
                <a:path w="250310" h="0">
                  <a:moveTo>
                    <a:pt x="0" y="0"/>
                  </a:moveTo>
                  <a:lnTo>
                    <a:pt x="250310" y="0"/>
                  </a:lnTo>
                </a:path>
              </a:pathLst>
            </a:custGeom>
            <a:ln w="43362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2" name="pl901"/>
            <p:cNvSpPr/>
            <p:nvPr/>
          </p:nvSpPr>
          <p:spPr>
            <a:xfrm>
              <a:off x="7399103" y="1521382"/>
              <a:ext cx="0" cy="673674"/>
            </a:xfrm>
            <a:custGeom>
              <a:avLst/>
              <a:pathLst>
                <a:path w="0" h="673674">
                  <a:moveTo>
                    <a:pt x="0" y="673674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l902"/>
            <p:cNvSpPr/>
            <p:nvPr/>
          </p:nvSpPr>
          <p:spPr>
            <a:xfrm>
              <a:off x="7399103" y="2673379"/>
              <a:ext cx="0" cy="656174"/>
            </a:xfrm>
            <a:custGeom>
              <a:avLst/>
              <a:pathLst>
                <a:path w="0" h="656174">
                  <a:moveTo>
                    <a:pt x="0" y="0"/>
                  </a:moveTo>
                  <a:lnTo>
                    <a:pt x="0" y="656174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g903"/>
            <p:cNvSpPr/>
            <p:nvPr/>
          </p:nvSpPr>
          <p:spPr>
            <a:xfrm>
              <a:off x="7273948" y="2195056"/>
              <a:ext cx="250310" cy="478323"/>
            </a:xfrm>
            <a:custGeom>
              <a:avLst/>
              <a:pathLst>
                <a:path w="250310" h="478323">
                  <a:moveTo>
                    <a:pt x="0" y="0"/>
                  </a:moveTo>
                  <a:lnTo>
                    <a:pt x="0" y="478323"/>
                  </a:lnTo>
                  <a:lnTo>
                    <a:pt x="250310" y="478323"/>
                  </a:lnTo>
                  <a:lnTo>
                    <a:pt x="250310" y="0"/>
                  </a:lnTo>
                  <a:close/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5" name="pl904"/>
            <p:cNvSpPr/>
            <p:nvPr/>
          </p:nvSpPr>
          <p:spPr>
            <a:xfrm>
              <a:off x="7273948" y="2459867"/>
              <a:ext cx="250310" cy="0"/>
            </a:xfrm>
            <a:custGeom>
              <a:avLst/>
              <a:pathLst>
                <a:path w="250310" h="0">
                  <a:moveTo>
                    <a:pt x="0" y="0"/>
                  </a:moveTo>
                  <a:lnTo>
                    <a:pt x="250310" y="0"/>
                  </a:lnTo>
                </a:path>
              </a:pathLst>
            </a:custGeom>
            <a:ln w="43362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6" name="pl905"/>
            <p:cNvSpPr/>
            <p:nvPr/>
          </p:nvSpPr>
          <p:spPr>
            <a:xfrm>
              <a:off x="2444357" y="2157853"/>
              <a:ext cx="0" cy="572486"/>
            </a:xfrm>
            <a:custGeom>
              <a:avLst/>
              <a:pathLst>
                <a:path w="0" h="572486">
                  <a:moveTo>
                    <a:pt x="0" y="572486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l906"/>
            <p:cNvSpPr/>
            <p:nvPr/>
          </p:nvSpPr>
          <p:spPr>
            <a:xfrm>
              <a:off x="2444357" y="3120649"/>
              <a:ext cx="0" cy="342423"/>
            </a:xfrm>
            <a:custGeom>
              <a:avLst/>
              <a:pathLst>
                <a:path w="0" h="342423">
                  <a:moveTo>
                    <a:pt x="0" y="0"/>
                  </a:moveTo>
                  <a:lnTo>
                    <a:pt x="0" y="342423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g907"/>
            <p:cNvSpPr/>
            <p:nvPr/>
          </p:nvSpPr>
          <p:spPr>
            <a:xfrm>
              <a:off x="2319202" y="2730339"/>
              <a:ext cx="250310" cy="390309"/>
            </a:xfrm>
            <a:custGeom>
              <a:avLst/>
              <a:pathLst>
                <a:path w="250310" h="390309">
                  <a:moveTo>
                    <a:pt x="0" y="0"/>
                  </a:moveTo>
                  <a:lnTo>
                    <a:pt x="0" y="390309"/>
                  </a:lnTo>
                  <a:lnTo>
                    <a:pt x="250310" y="390309"/>
                  </a:lnTo>
                  <a:lnTo>
                    <a:pt x="250310" y="0"/>
                  </a:lnTo>
                  <a:close/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9" name="pl908"/>
            <p:cNvSpPr/>
            <p:nvPr/>
          </p:nvSpPr>
          <p:spPr>
            <a:xfrm>
              <a:off x="2319202" y="2969007"/>
              <a:ext cx="250310" cy="0"/>
            </a:xfrm>
            <a:custGeom>
              <a:avLst/>
              <a:pathLst>
                <a:path w="250310" h="0">
                  <a:moveTo>
                    <a:pt x="0" y="0"/>
                  </a:moveTo>
                  <a:lnTo>
                    <a:pt x="250310" y="0"/>
                  </a:lnTo>
                </a:path>
              </a:pathLst>
            </a:custGeom>
            <a:ln w="43362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0" name="pl909"/>
            <p:cNvSpPr/>
            <p:nvPr/>
          </p:nvSpPr>
          <p:spPr>
            <a:xfrm>
              <a:off x="4179376" y="1809159"/>
              <a:ext cx="0" cy="644080"/>
            </a:xfrm>
            <a:custGeom>
              <a:avLst/>
              <a:pathLst>
                <a:path w="0" h="644080">
                  <a:moveTo>
                    <a:pt x="0" y="64408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l910"/>
            <p:cNvSpPr/>
            <p:nvPr/>
          </p:nvSpPr>
          <p:spPr>
            <a:xfrm>
              <a:off x="4179376" y="2938335"/>
              <a:ext cx="0" cy="599779"/>
            </a:xfrm>
            <a:custGeom>
              <a:avLst/>
              <a:pathLst>
                <a:path w="0" h="599779">
                  <a:moveTo>
                    <a:pt x="0" y="0"/>
                  </a:moveTo>
                  <a:lnTo>
                    <a:pt x="0" y="599779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g911"/>
            <p:cNvSpPr/>
            <p:nvPr/>
          </p:nvSpPr>
          <p:spPr>
            <a:xfrm>
              <a:off x="4054221" y="2453240"/>
              <a:ext cx="250310" cy="485095"/>
            </a:xfrm>
            <a:custGeom>
              <a:avLst/>
              <a:pathLst>
                <a:path w="250310" h="485095">
                  <a:moveTo>
                    <a:pt x="0" y="0"/>
                  </a:moveTo>
                  <a:lnTo>
                    <a:pt x="0" y="485095"/>
                  </a:lnTo>
                  <a:lnTo>
                    <a:pt x="250310" y="485095"/>
                  </a:lnTo>
                  <a:lnTo>
                    <a:pt x="250310" y="0"/>
                  </a:lnTo>
                  <a:close/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3" name="pl912"/>
            <p:cNvSpPr/>
            <p:nvPr/>
          </p:nvSpPr>
          <p:spPr>
            <a:xfrm>
              <a:off x="4054221" y="2675846"/>
              <a:ext cx="250310" cy="0"/>
            </a:xfrm>
            <a:custGeom>
              <a:avLst/>
              <a:pathLst>
                <a:path w="250310" h="0">
                  <a:moveTo>
                    <a:pt x="0" y="0"/>
                  </a:moveTo>
                  <a:lnTo>
                    <a:pt x="250310" y="0"/>
                  </a:lnTo>
                </a:path>
              </a:pathLst>
            </a:custGeom>
            <a:ln w="43362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4" name="pl913"/>
            <p:cNvSpPr/>
            <p:nvPr/>
          </p:nvSpPr>
          <p:spPr>
            <a:xfrm>
              <a:off x="5914395" y="1829494"/>
              <a:ext cx="0" cy="489711"/>
            </a:xfrm>
            <a:custGeom>
              <a:avLst/>
              <a:pathLst>
                <a:path w="0" h="489711">
                  <a:moveTo>
                    <a:pt x="0" y="489711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l914"/>
            <p:cNvSpPr/>
            <p:nvPr/>
          </p:nvSpPr>
          <p:spPr>
            <a:xfrm>
              <a:off x="5914395" y="2839671"/>
              <a:ext cx="0" cy="553763"/>
            </a:xfrm>
            <a:custGeom>
              <a:avLst/>
              <a:pathLst>
                <a:path w="0" h="553763">
                  <a:moveTo>
                    <a:pt x="0" y="0"/>
                  </a:moveTo>
                  <a:lnTo>
                    <a:pt x="0" y="553763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g915"/>
            <p:cNvSpPr/>
            <p:nvPr/>
          </p:nvSpPr>
          <p:spPr>
            <a:xfrm>
              <a:off x="5789240" y="2319205"/>
              <a:ext cx="250310" cy="520465"/>
            </a:xfrm>
            <a:custGeom>
              <a:avLst/>
              <a:pathLst>
                <a:path w="250310" h="520465">
                  <a:moveTo>
                    <a:pt x="0" y="0"/>
                  </a:moveTo>
                  <a:lnTo>
                    <a:pt x="0" y="520465"/>
                  </a:lnTo>
                  <a:lnTo>
                    <a:pt x="250310" y="520465"/>
                  </a:lnTo>
                  <a:lnTo>
                    <a:pt x="250310" y="0"/>
                  </a:lnTo>
                  <a:close/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7" name="pl916"/>
            <p:cNvSpPr/>
            <p:nvPr/>
          </p:nvSpPr>
          <p:spPr>
            <a:xfrm>
              <a:off x="5789240" y="2480728"/>
              <a:ext cx="250310" cy="0"/>
            </a:xfrm>
            <a:custGeom>
              <a:avLst/>
              <a:pathLst>
                <a:path w="250310" h="0">
                  <a:moveTo>
                    <a:pt x="0" y="0"/>
                  </a:moveTo>
                  <a:lnTo>
                    <a:pt x="250310" y="0"/>
                  </a:lnTo>
                </a:path>
              </a:pathLst>
            </a:custGeom>
            <a:ln w="43362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8" name="pl917"/>
            <p:cNvSpPr/>
            <p:nvPr/>
          </p:nvSpPr>
          <p:spPr>
            <a:xfrm>
              <a:off x="7649414" y="1896085"/>
              <a:ext cx="0" cy="392415"/>
            </a:xfrm>
            <a:custGeom>
              <a:avLst/>
              <a:pathLst>
                <a:path w="0" h="392415">
                  <a:moveTo>
                    <a:pt x="0" y="392415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l918"/>
            <p:cNvSpPr/>
            <p:nvPr/>
          </p:nvSpPr>
          <p:spPr>
            <a:xfrm>
              <a:off x="7649414" y="2672873"/>
              <a:ext cx="0" cy="542913"/>
            </a:xfrm>
            <a:custGeom>
              <a:avLst/>
              <a:pathLst>
                <a:path w="0" h="542913">
                  <a:moveTo>
                    <a:pt x="0" y="0"/>
                  </a:moveTo>
                  <a:lnTo>
                    <a:pt x="0" y="542913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g919"/>
            <p:cNvSpPr/>
            <p:nvPr/>
          </p:nvSpPr>
          <p:spPr>
            <a:xfrm>
              <a:off x="7524259" y="2288501"/>
              <a:ext cx="250310" cy="384371"/>
            </a:xfrm>
            <a:custGeom>
              <a:avLst/>
              <a:pathLst>
                <a:path w="250310" h="384371">
                  <a:moveTo>
                    <a:pt x="0" y="0"/>
                  </a:moveTo>
                  <a:lnTo>
                    <a:pt x="0" y="384371"/>
                  </a:lnTo>
                  <a:lnTo>
                    <a:pt x="250310" y="384371"/>
                  </a:lnTo>
                  <a:lnTo>
                    <a:pt x="250310" y="0"/>
                  </a:lnTo>
                  <a:close/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1" name="pl920"/>
            <p:cNvSpPr/>
            <p:nvPr/>
          </p:nvSpPr>
          <p:spPr>
            <a:xfrm>
              <a:off x="7524259" y="2447611"/>
              <a:ext cx="250310" cy="0"/>
            </a:xfrm>
            <a:custGeom>
              <a:avLst/>
              <a:pathLst>
                <a:path w="250310" h="0">
                  <a:moveTo>
                    <a:pt x="0" y="0"/>
                  </a:moveTo>
                  <a:lnTo>
                    <a:pt x="250310" y="0"/>
                  </a:lnTo>
                </a:path>
              </a:pathLst>
            </a:custGeom>
            <a:ln w="43362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2" name="pg921"/>
            <p:cNvSpPr/>
            <p:nvPr/>
          </p:nvSpPr>
          <p:spPr>
            <a:xfrm>
              <a:off x="2319202" y="2173131"/>
              <a:ext cx="5256516" cy="751248"/>
            </a:xfrm>
            <a:custGeom>
              <a:avLst/>
              <a:pathLst>
                <a:path w="5256516" h="751248">
                  <a:moveTo>
                    <a:pt x="0" y="375277"/>
                  </a:moveTo>
                  <a:lnTo>
                    <a:pt x="1301613" y="339263"/>
                  </a:lnTo>
                  <a:lnTo>
                    <a:pt x="2503103" y="283874"/>
                  </a:lnTo>
                  <a:lnTo>
                    <a:pt x="4004964" y="149249"/>
                  </a:lnTo>
                  <a:lnTo>
                    <a:pt x="5256516" y="0"/>
                  </a:lnTo>
                  <a:lnTo>
                    <a:pt x="5256516" y="336764"/>
                  </a:lnTo>
                  <a:lnTo>
                    <a:pt x="4004964" y="375553"/>
                  </a:lnTo>
                  <a:lnTo>
                    <a:pt x="2503103" y="466574"/>
                  </a:lnTo>
                  <a:lnTo>
                    <a:pt x="1301613" y="591703"/>
                  </a:lnTo>
                  <a:lnTo>
                    <a:pt x="0" y="751248"/>
                  </a:lnTo>
                  <a:close/>
                </a:path>
              </a:pathLst>
            </a:custGeom>
            <a:solidFill>
              <a:srgbClr val="2F7F6F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23" name="pl922"/>
            <p:cNvSpPr/>
            <p:nvPr/>
          </p:nvSpPr>
          <p:spPr>
            <a:xfrm>
              <a:off x="2319202" y="2173131"/>
              <a:ext cx="5256516" cy="375277"/>
            </a:xfrm>
            <a:custGeom>
              <a:avLst/>
              <a:pathLst>
                <a:path w="5256516" h="375277">
                  <a:moveTo>
                    <a:pt x="0" y="375277"/>
                  </a:moveTo>
                  <a:lnTo>
                    <a:pt x="1301613" y="339263"/>
                  </a:lnTo>
                  <a:lnTo>
                    <a:pt x="2503103" y="283874"/>
                  </a:lnTo>
                  <a:lnTo>
                    <a:pt x="4004964" y="149249"/>
                  </a:lnTo>
                  <a:lnTo>
                    <a:pt x="5256516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24" name="pl923"/>
            <p:cNvSpPr/>
            <p:nvPr/>
          </p:nvSpPr>
          <p:spPr>
            <a:xfrm>
              <a:off x="2319202" y="2509895"/>
              <a:ext cx="5256516" cy="414484"/>
            </a:xfrm>
            <a:custGeom>
              <a:avLst/>
              <a:pathLst>
                <a:path w="5256516" h="414484">
                  <a:moveTo>
                    <a:pt x="5256516" y="0"/>
                  </a:moveTo>
                  <a:lnTo>
                    <a:pt x="4004964" y="38789"/>
                  </a:lnTo>
                  <a:lnTo>
                    <a:pt x="2503103" y="129809"/>
                  </a:lnTo>
                  <a:lnTo>
                    <a:pt x="1301613" y="254938"/>
                  </a:lnTo>
                  <a:lnTo>
                    <a:pt x="0" y="41448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25" name="pg924"/>
            <p:cNvSpPr/>
            <p:nvPr/>
          </p:nvSpPr>
          <p:spPr>
            <a:xfrm>
              <a:off x="2319202" y="2330000"/>
              <a:ext cx="5256516" cy="680982"/>
            </a:xfrm>
            <a:custGeom>
              <a:avLst/>
              <a:pathLst>
                <a:path w="5256516" h="680982">
                  <a:moveTo>
                    <a:pt x="0" y="365278"/>
                  </a:moveTo>
                  <a:lnTo>
                    <a:pt x="1301613" y="322361"/>
                  </a:lnTo>
                  <a:lnTo>
                    <a:pt x="2503103" y="264296"/>
                  </a:lnTo>
                  <a:lnTo>
                    <a:pt x="4004964" y="137131"/>
                  </a:lnTo>
                  <a:lnTo>
                    <a:pt x="5256516" y="0"/>
                  </a:lnTo>
                  <a:lnTo>
                    <a:pt x="5256516" y="281773"/>
                  </a:lnTo>
                  <a:lnTo>
                    <a:pt x="4004964" y="326662"/>
                  </a:lnTo>
                  <a:lnTo>
                    <a:pt x="2503103" y="417922"/>
                  </a:lnTo>
                  <a:lnTo>
                    <a:pt x="1301613" y="534597"/>
                  </a:lnTo>
                  <a:lnTo>
                    <a:pt x="0" y="680982"/>
                  </a:lnTo>
                  <a:close/>
                </a:path>
              </a:pathLst>
            </a:custGeom>
            <a:solidFill>
              <a:srgbClr val="9C6B2F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26" name="pl925"/>
            <p:cNvSpPr/>
            <p:nvPr/>
          </p:nvSpPr>
          <p:spPr>
            <a:xfrm>
              <a:off x="2319202" y="2330000"/>
              <a:ext cx="5256516" cy="365278"/>
            </a:xfrm>
            <a:custGeom>
              <a:avLst/>
              <a:pathLst>
                <a:path w="5256516" h="365278">
                  <a:moveTo>
                    <a:pt x="0" y="365278"/>
                  </a:moveTo>
                  <a:lnTo>
                    <a:pt x="1301613" y="322361"/>
                  </a:lnTo>
                  <a:lnTo>
                    <a:pt x="2503103" y="264296"/>
                  </a:lnTo>
                  <a:lnTo>
                    <a:pt x="4004964" y="137131"/>
                  </a:lnTo>
                  <a:lnTo>
                    <a:pt x="5256516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27" name="pl926"/>
            <p:cNvSpPr/>
            <p:nvPr/>
          </p:nvSpPr>
          <p:spPr>
            <a:xfrm>
              <a:off x="2319202" y="2611773"/>
              <a:ext cx="5256516" cy="399209"/>
            </a:xfrm>
            <a:custGeom>
              <a:avLst/>
              <a:pathLst>
                <a:path w="5256516" h="399209">
                  <a:moveTo>
                    <a:pt x="5256516" y="0"/>
                  </a:moveTo>
                  <a:lnTo>
                    <a:pt x="4004964" y="44888"/>
                  </a:lnTo>
                  <a:lnTo>
                    <a:pt x="2503103" y="136149"/>
                  </a:lnTo>
                  <a:lnTo>
                    <a:pt x="1301613" y="252823"/>
                  </a:lnTo>
                  <a:lnTo>
                    <a:pt x="0" y="3992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28" name="pl927"/>
            <p:cNvSpPr/>
            <p:nvPr/>
          </p:nvSpPr>
          <p:spPr>
            <a:xfrm>
              <a:off x="2319202" y="2341513"/>
              <a:ext cx="5256516" cy="394880"/>
            </a:xfrm>
            <a:custGeom>
              <a:avLst/>
              <a:pathLst>
                <a:path w="5256516" h="394880">
                  <a:moveTo>
                    <a:pt x="0" y="394880"/>
                  </a:moveTo>
                  <a:lnTo>
                    <a:pt x="1301613" y="297100"/>
                  </a:lnTo>
                  <a:lnTo>
                    <a:pt x="2503103" y="206842"/>
                  </a:lnTo>
                  <a:lnTo>
                    <a:pt x="4004964" y="94019"/>
                  </a:lnTo>
                  <a:lnTo>
                    <a:pt x="5256516" y="0"/>
                  </a:lnTo>
                </a:path>
              </a:pathLst>
            </a:custGeom>
            <a:ln w="3252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l928"/>
            <p:cNvSpPr/>
            <p:nvPr/>
          </p:nvSpPr>
          <p:spPr>
            <a:xfrm>
              <a:off x="2319202" y="2470887"/>
              <a:ext cx="5256516" cy="382243"/>
            </a:xfrm>
            <a:custGeom>
              <a:avLst/>
              <a:pathLst>
                <a:path w="5256516" h="382243">
                  <a:moveTo>
                    <a:pt x="0" y="382243"/>
                  </a:moveTo>
                  <a:lnTo>
                    <a:pt x="1301613" y="287592"/>
                  </a:lnTo>
                  <a:lnTo>
                    <a:pt x="2503103" y="200222"/>
                  </a:lnTo>
                  <a:lnTo>
                    <a:pt x="4004964" y="91010"/>
                  </a:lnTo>
                  <a:lnTo>
                    <a:pt x="5256516" y="0"/>
                  </a:lnTo>
                </a:path>
              </a:pathLst>
            </a:custGeom>
            <a:ln w="3252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tx929"/>
            <p:cNvSpPr/>
            <p:nvPr/>
          </p:nvSpPr>
          <p:spPr>
            <a:xfrm>
              <a:off x="2319202" y="1204217"/>
              <a:ext cx="200774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Aboveground: Slope=0.0666, P = 0.028</a:t>
              </a:r>
            </a:p>
          </p:txBody>
        </p:sp>
        <p:sp>
          <p:nvSpPr>
            <p:cNvPr id="931" name="tx930"/>
            <p:cNvSpPr/>
            <p:nvPr/>
          </p:nvSpPr>
          <p:spPr>
            <a:xfrm>
              <a:off x="2319202" y="1430166"/>
              <a:ext cx="199503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Belowground: Slope=0.0644, P = 0.017</a:t>
              </a:r>
            </a:p>
          </p:txBody>
        </p:sp>
        <p:sp>
          <p:nvSpPr>
            <p:cNvPr id="932" name="tx931"/>
            <p:cNvSpPr/>
            <p:nvPr/>
          </p:nvSpPr>
          <p:spPr>
            <a:xfrm>
              <a:off x="3987561" y="1599628"/>
              <a:ext cx="13331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***</a:t>
              </a:r>
            </a:p>
          </p:txBody>
        </p:sp>
        <p:sp>
          <p:nvSpPr>
            <p:cNvPr id="933" name="tx932"/>
            <p:cNvSpPr/>
            <p:nvPr/>
          </p:nvSpPr>
          <p:spPr>
            <a:xfrm>
              <a:off x="5722580" y="1203537"/>
              <a:ext cx="13331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***</a:t>
              </a:r>
            </a:p>
          </p:txBody>
        </p:sp>
        <p:sp>
          <p:nvSpPr>
            <p:cNvPr id="934" name="tx933"/>
            <p:cNvSpPr/>
            <p:nvPr/>
          </p:nvSpPr>
          <p:spPr>
            <a:xfrm>
              <a:off x="7502039" y="1175974"/>
              <a:ext cx="4443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*</a:t>
              </a:r>
            </a:p>
          </p:txBody>
        </p:sp>
        <p:sp>
          <p:nvSpPr>
            <p:cNvPr id="935" name="rc934"/>
            <p:cNvSpPr/>
            <p:nvPr/>
          </p:nvSpPr>
          <p:spPr>
            <a:xfrm>
              <a:off x="1715530" y="1132253"/>
              <a:ext cx="6412849" cy="2965581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936" name="pl935"/>
            <p:cNvSpPr/>
            <p:nvPr/>
          </p:nvSpPr>
          <p:spPr>
            <a:xfrm>
              <a:off x="1715530" y="1132253"/>
              <a:ext cx="0" cy="2965581"/>
            </a:xfrm>
            <a:custGeom>
              <a:avLst/>
              <a:pathLst>
                <a:path w="0" h="2965581">
                  <a:moveTo>
                    <a:pt x="0" y="2965581"/>
                  </a:moveTo>
                  <a:lnTo>
                    <a:pt x="0" y="0"/>
                  </a:lnTo>
                </a:path>
              </a:pathLst>
            </a:custGeom>
            <a:ln w="14782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tx936"/>
            <p:cNvSpPr/>
            <p:nvPr/>
          </p:nvSpPr>
          <p:spPr>
            <a:xfrm>
              <a:off x="1435340" y="3901936"/>
              <a:ext cx="211866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938" name="tx937"/>
            <p:cNvSpPr/>
            <p:nvPr/>
          </p:nvSpPr>
          <p:spPr>
            <a:xfrm>
              <a:off x="1435340" y="3337063"/>
              <a:ext cx="211866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939" name="tx938"/>
            <p:cNvSpPr/>
            <p:nvPr/>
          </p:nvSpPr>
          <p:spPr>
            <a:xfrm>
              <a:off x="1435340" y="2772190"/>
              <a:ext cx="211866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940" name="tx939"/>
            <p:cNvSpPr/>
            <p:nvPr/>
          </p:nvSpPr>
          <p:spPr>
            <a:xfrm>
              <a:off x="1435340" y="2207318"/>
              <a:ext cx="211866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941" name="tx940"/>
            <p:cNvSpPr/>
            <p:nvPr/>
          </p:nvSpPr>
          <p:spPr>
            <a:xfrm>
              <a:off x="1435340" y="1642445"/>
              <a:ext cx="211866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942" name="tx941"/>
            <p:cNvSpPr/>
            <p:nvPr/>
          </p:nvSpPr>
          <p:spPr>
            <a:xfrm>
              <a:off x="1435340" y="1077572"/>
              <a:ext cx="211866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943" name="pl942"/>
            <p:cNvSpPr/>
            <p:nvPr/>
          </p:nvSpPr>
          <p:spPr>
            <a:xfrm>
              <a:off x="1677572" y="3956617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4782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l943"/>
            <p:cNvSpPr/>
            <p:nvPr/>
          </p:nvSpPr>
          <p:spPr>
            <a:xfrm>
              <a:off x="1677572" y="3391744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4782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l944"/>
            <p:cNvSpPr/>
            <p:nvPr/>
          </p:nvSpPr>
          <p:spPr>
            <a:xfrm>
              <a:off x="1677572" y="2826871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4782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l945"/>
            <p:cNvSpPr/>
            <p:nvPr/>
          </p:nvSpPr>
          <p:spPr>
            <a:xfrm>
              <a:off x="1677572" y="2261999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4782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l946"/>
            <p:cNvSpPr/>
            <p:nvPr/>
          </p:nvSpPr>
          <p:spPr>
            <a:xfrm>
              <a:off x="1677572" y="1697126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4782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l947"/>
            <p:cNvSpPr/>
            <p:nvPr/>
          </p:nvSpPr>
          <p:spPr>
            <a:xfrm>
              <a:off x="1677572" y="1132253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4782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l948"/>
            <p:cNvSpPr/>
            <p:nvPr/>
          </p:nvSpPr>
          <p:spPr>
            <a:xfrm>
              <a:off x="1715530" y="4097835"/>
              <a:ext cx="6412849" cy="0"/>
            </a:xfrm>
            <a:custGeom>
              <a:avLst/>
              <a:pathLst>
                <a:path w="6412849" h="0">
                  <a:moveTo>
                    <a:pt x="0" y="0"/>
                  </a:moveTo>
                  <a:lnTo>
                    <a:pt x="6412849" y="0"/>
                  </a:lnTo>
                </a:path>
              </a:pathLst>
            </a:custGeom>
            <a:ln w="14782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l949"/>
            <p:cNvSpPr/>
            <p:nvPr/>
          </p:nvSpPr>
          <p:spPr>
            <a:xfrm>
              <a:off x="2319202" y="4097835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14782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l950"/>
            <p:cNvSpPr/>
            <p:nvPr/>
          </p:nvSpPr>
          <p:spPr>
            <a:xfrm>
              <a:off x="4054221" y="4097835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14782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l951"/>
            <p:cNvSpPr/>
            <p:nvPr/>
          </p:nvSpPr>
          <p:spPr>
            <a:xfrm>
              <a:off x="5789240" y="4097835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14782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l952"/>
            <p:cNvSpPr/>
            <p:nvPr/>
          </p:nvSpPr>
          <p:spPr>
            <a:xfrm>
              <a:off x="7524259" y="4097835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14782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tx953"/>
            <p:cNvSpPr/>
            <p:nvPr/>
          </p:nvSpPr>
          <p:spPr>
            <a:xfrm>
              <a:off x="2276820" y="4166159"/>
              <a:ext cx="84764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955" name="tx954"/>
            <p:cNvSpPr/>
            <p:nvPr/>
          </p:nvSpPr>
          <p:spPr>
            <a:xfrm>
              <a:off x="4011838" y="4166159"/>
              <a:ext cx="84764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956" name="tx955"/>
            <p:cNvSpPr/>
            <p:nvPr/>
          </p:nvSpPr>
          <p:spPr>
            <a:xfrm>
              <a:off x="5746857" y="4166159"/>
              <a:ext cx="84764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957" name="tx956"/>
            <p:cNvSpPr/>
            <p:nvPr/>
          </p:nvSpPr>
          <p:spPr>
            <a:xfrm>
              <a:off x="7481876" y="4166159"/>
              <a:ext cx="84764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958" name="tx957"/>
            <p:cNvSpPr/>
            <p:nvPr/>
          </p:nvSpPr>
          <p:spPr>
            <a:xfrm rot="-5400000">
              <a:off x="705455" y="2555837"/>
              <a:ext cx="1119499" cy="118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Gini Coefficient</a:t>
              </a:r>
            </a:p>
          </p:txBody>
        </p:sp>
        <p:sp>
          <p:nvSpPr>
            <p:cNvPr id="959" name="tx958"/>
            <p:cNvSpPr/>
            <p:nvPr/>
          </p:nvSpPr>
          <p:spPr>
            <a:xfrm>
              <a:off x="1020466" y="984669"/>
              <a:ext cx="217170" cy="1279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(a)</a:t>
              </a:r>
            </a:p>
          </p:txBody>
        </p:sp>
        <p:sp>
          <p:nvSpPr>
            <p:cNvPr id="960" name="rc959"/>
            <p:cNvSpPr/>
            <p:nvPr/>
          </p:nvSpPr>
          <p:spPr>
            <a:xfrm>
              <a:off x="965010" y="4334476"/>
              <a:ext cx="3611836" cy="386981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61" name="rc960"/>
            <p:cNvSpPr/>
            <p:nvPr/>
          </p:nvSpPr>
          <p:spPr>
            <a:xfrm>
              <a:off x="4576846" y="4334476"/>
              <a:ext cx="3602143" cy="386981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62" name="rc961"/>
            <p:cNvSpPr/>
            <p:nvPr/>
          </p:nvSpPr>
          <p:spPr>
            <a:xfrm>
              <a:off x="1715530" y="4527025"/>
              <a:ext cx="2810705" cy="296558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63" name="pt962"/>
            <p:cNvSpPr/>
            <p:nvPr/>
          </p:nvSpPr>
          <p:spPr>
            <a:xfrm>
              <a:off x="1931576" y="693420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4" name="pt963"/>
            <p:cNvSpPr/>
            <p:nvPr/>
          </p:nvSpPr>
          <p:spPr>
            <a:xfrm>
              <a:off x="2076107" y="729094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5" name="pt964"/>
            <p:cNvSpPr/>
            <p:nvPr/>
          </p:nvSpPr>
          <p:spPr>
            <a:xfrm>
              <a:off x="1928255" y="718294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6" name="pt965"/>
            <p:cNvSpPr/>
            <p:nvPr/>
          </p:nvSpPr>
          <p:spPr>
            <a:xfrm>
              <a:off x="2072614" y="682205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7" name="pt966"/>
            <p:cNvSpPr/>
            <p:nvPr/>
          </p:nvSpPr>
          <p:spPr>
            <a:xfrm>
              <a:off x="1949593" y="636950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8" name="pt967"/>
            <p:cNvSpPr/>
            <p:nvPr/>
          </p:nvSpPr>
          <p:spPr>
            <a:xfrm>
              <a:off x="2071608" y="666334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9" name="pt968"/>
            <p:cNvSpPr/>
            <p:nvPr/>
          </p:nvSpPr>
          <p:spPr>
            <a:xfrm>
              <a:off x="1947995" y="707061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70" name="pt969"/>
            <p:cNvSpPr/>
            <p:nvPr/>
          </p:nvSpPr>
          <p:spPr>
            <a:xfrm>
              <a:off x="2077974" y="705353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71" name="pt970"/>
            <p:cNvSpPr/>
            <p:nvPr/>
          </p:nvSpPr>
          <p:spPr>
            <a:xfrm>
              <a:off x="1962523" y="710076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72" name="pt971"/>
            <p:cNvSpPr/>
            <p:nvPr/>
          </p:nvSpPr>
          <p:spPr>
            <a:xfrm>
              <a:off x="2119442" y="713168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73" name="pt972"/>
            <p:cNvSpPr/>
            <p:nvPr/>
          </p:nvSpPr>
          <p:spPr>
            <a:xfrm>
              <a:off x="1942055" y="717774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74" name="pt973"/>
            <p:cNvSpPr/>
            <p:nvPr/>
          </p:nvSpPr>
          <p:spPr>
            <a:xfrm>
              <a:off x="2068105" y="719655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75" name="pt974"/>
            <p:cNvSpPr/>
            <p:nvPr/>
          </p:nvSpPr>
          <p:spPr>
            <a:xfrm>
              <a:off x="1899329" y="722613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76" name="pt975"/>
            <p:cNvSpPr/>
            <p:nvPr/>
          </p:nvSpPr>
          <p:spPr>
            <a:xfrm>
              <a:off x="2061047" y="723131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77" name="pt976"/>
            <p:cNvSpPr/>
            <p:nvPr/>
          </p:nvSpPr>
          <p:spPr>
            <a:xfrm>
              <a:off x="1900892" y="723822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78" name="pt977"/>
            <p:cNvSpPr/>
            <p:nvPr/>
          </p:nvSpPr>
          <p:spPr>
            <a:xfrm>
              <a:off x="2052337" y="726063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79" name="pt978"/>
            <p:cNvSpPr/>
            <p:nvPr/>
          </p:nvSpPr>
          <p:spPr>
            <a:xfrm>
              <a:off x="1910263" y="639495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80" name="pt979"/>
            <p:cNvSpPr/>
            <p:nvPr/>
          </p:nvSpPr>
          <p:spPr>
            <a:xfrm>
              <a:off x="2092448" y="572038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81" name="pt980"/>
            <p:cNvSpPr/>
            <p:nvPr/>
          </p:nvSpPr>
          <p:spPr>
            <a:xfrm>
              <a:off x="1905564" y="709024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82" name="pt981"/>
            <p:cNvSpPr/>
            <p:nvPr/>
          </p:nvSpPr>
          <p:spPr>
            <a:xfrm>
              <a:off x="2095265" y="713823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83" name="pt982"/>
            <p:cNvSpPr/>
            <p:nvPr/>
          </p:nvSpPr>
          <p:spPr>
            <a:xfrm>
              <a:off x="1911615" y="734004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84" name="pt983"/>
            <p:cNvSpPr/>
            <p:nvPr/>
          </p:nvSpPr>
          <p:spPr>
            <a:xfrm>
              <a:off x="2108105" y="734004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85" name="pt984"/>
            <p:cNvSpPr/>
            <p:nvPr/>
          </p:nvSpPr>
          <p:spPr>
            <a:xfrm>
              <a:off x="1898889" y="715250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86" name="pt985"/>
            <p:cNvSpPr/>
            <p:nvPr/>
          </p:nvSpPr>
          <p:spPr>
            <a:xfrm>
              <a:off x="2080696" y="714863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87" name="pt986"/>
            <p:cNvSpPr/>
            <p:nvPr/>
          </p:nvSpPr>
          <p:spPr>
            <a:xfrm>
              <a:off x="1961760" y="688149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88" name="pt987"/>
            <p:cNvSpPr/>
            <p:nvPr/>
          </p:nvSpPr>
          <p:spPr>
            <a:xfrm>
              <a:off x="2073191" y="709072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89" name="pt988"/>
            <p:cNvSpPr/>
            <p:nvPr/>
          </p:nvSpPr>
          <p:spPr>
            <a:xfrm>
              <a:off x="1951561" y="734004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90" name="pt989"/>
            <p:cNvSpPr/>
            <p:nvPr/>
          </p:nvSpPr>
          <p:spPr>
            <a:xfrm>
              <a:off x="2118330" y="734004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91" name="pt990"/>
            <p:cNvSpPr/>
            <p:nvPr/>
          </p:nvSpPr>
          <p:spPr>
            <a:xfrm>
              <a:off x="1936520" y="685926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92" name="pt991"/>
            <p:cNvSpPr/>
            <p:nvPr/>
          </p:nvSpPr>
          <p:spPr>
            <a:xfrm>
              <a:off x="2060105" y="722171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93" name="pt992"/>
            <p:cNvSpPr/>
            <p:nvPr/>
          </p:nvSpPr>
          <p:spPr>
            <a:xfrm>
              <a:off x="1903819" y="726603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94" name="pt993"/>
            <p:cNvSpPr/>
            <p:nvPr/>
          </p:nvSpPr>
          <p:spPr>
            <a:xfrm>
              <a:off x="2122906" y="722879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95" name="pt994"/>
            <p:cNvSpPr/>
            <p:nvPr/>
          </p:nvSpPr>
          <p:spPr>
            <a:xfrm>
              <a:off x="1948184" y="659493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96" name="pt995"/>
            <p:cNvSpPr/>
            <p:nvPr/>
          </p:nvSpPr>
          <p:spPr>
            <a:xfrm>
              <a:off x="2048918" y="724548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97" name="pt996"/>
            <p:cNvSpPr/>
            <p:nvPr/>
          </p:nvSpPr>
          <p:spPr>
            <a:xfrm>
              <a:off x="1913297" y="703551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98" name="pt997"/>
            <p:cNvSpPr/>
            <p:nvPr/>
          </p:nvSpPr>
          <p:spPr>
            <a:xfrm>
              <a:off x="2097869" y="714190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99" name="pt998"/>
            <p:cNvSpPr/>
            <p:nvPr/>
          </p:nvSpPr>
          <p:spPr>
            <a:xfrm>
              <a:off x="1908470" y="714347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00" name="pt999"/>
            <p:cNvSpPr/>
            <p:nvPr/>
          </p:nvSpPr>
          <p:spPr>
            <a:xfrm>
              <a:off x="2061892" y="714586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01" name="pt1000"/>
            <p:cNvSpPr/>
            <p:nvPr/>
          </p:nvSpPr>
          <p:spPr>
            <a:xfrm>
              <a:off x="1947991" y="693801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02" name="pt1001"/>
            <p:cNvSpPr/>
            <p:nvPr/>
          </p:nvSpPr>
          <p:spPr>
            <a:xfrm>
              <a:off x="2108183" y="70405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03" name="pt1002"/>
            <p:cNvSpPr/>
            <p:nvPr/>
          </p:nvSpPr>
          <p:spPr>
            <a:xfrm>
              <a:off x="1956624" y="697381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04" name="pt1003"/>
            <p:cNvSpPr/>
            <p:nvPr/>
          </p:nvSpPr>
          <p:spPr>
            <a:xfrm>
              <a:off x="2052728" y="709570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05" name="pt1004"/>
            <p:cNvSpPr/>
            <p:nvPr/>
          </p:nvSpPr>
          <p:spPr>
            <a:xfrm>
              <a:off x="1917587" y="727302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06" name="pt1005"/>
            <p:cNvSpPr/>
            <p:nvPr/>
          </p:nvSpPr>
          <p:spPr>
            <a:xfrm>
              <a:off x="2091582" y="719956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07" name="pt1006"/>
            <p:cNvSpPr/>
            <p:nvPr/>
          </p:nvSpPr>
          <p:spPr>
            <a:xfrm>
              <a:off x="1948450" y="682645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08" name="pt1007"/>
            <p:cNvSpPr/>
            <p:nvPr/>
          </p:nvSpPr>
          <p:spPr>
            <a:xfrm>
              <a:off x="2100131" y="698034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09" name="pt1008"/>
            <p:cNvSpPr/>
            <p:nvPr/>
          </p:nvSpPr>
          <p:spPr>
            <a:xfrm>
              <a:off x="1916992" y="699464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10" name="pt1009"/>
            <p:cNvSpPr/>
            <p:nvPr/>
          </p:nvSpPr>
          <p:spPr>
            <a:xfrm>
              <a:off x="2081965" y="649709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11" name="pt1010"/>
            <p:cNvSpPr/>
            <p:nvPr/>
          </p:nvSpPr>
          <p:spPr>
            <a:xfrm>
              <a:off x="1922981" y="726129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12" name="pt1011"/>
            <p:cNvSpPr/>
            <p:nvPr/>
          </p:nvSpPr>
          <p:spPr>
            <a:xfrm>
              <a:off x="2088643" y="729173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13" name="pt1012"/>
            <p:cNvSpPr/>
            <p:nvPr/>
          </p:nvSpPr>
          <p:spPr>
            <a:xfrm>
              <a:off x="1918366" y="675921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14" name="pt1013"/>
            <p:cNvSpPr/>
            <p:nvPr/>
          </p:nvSpPr>
          <p:spPr>
            <a:xfrm>
              <a:off x="2067816" y="728901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15" name="pt1014"/>
            <p:cNvSpPr/>
            <p:nvPr/>
          </p:nvSpPr>
          <p:spPr>
            <a:xfrm>
              <a:off x="1956180" y="666055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16" name="pt1015"/>
            <p:cNvSpPr/>
            <p:nvPr/>
          </p:nvSpPr>
          <p:spPr>
            <a:xfrm>
              <a:off x="2084472" y="691495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17" name="pt1016"/>
            <p:cNvSpPr/>
            <p:nvPr/>
          </p:nvSpPr>
          <p:spPr>
            <a:xfrm>
              <a:off x="1889405" y="734004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18" name="pt1017"/>
            <p:cNvSpPr/>
            <p:nvPr/>
          </p:nvSpPr>
          <p:spPr>
            <a:xfrm>
              <a:off x="2052307" y="734004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19" name="pt1018"/>
            <p:cNvSpPr/>
            <p:nvPr/>
          </p:nvSpPr>
          <p:spPr>
            <a:xfrm>
              <a:off x="1914484" y="733153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20" name="pt1019"/>
            <p:cNvSpPr/>
            <p:nvPr/>
          </p:nvSpPr>
          <p:spPr>
            <a:xfrm>
              <a:off x="2118140" y="731366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21" name="pt1020"/>
            <p:cNvSpPr/>
            <p:nvPr/>
          </p:nvSpPr>
          <p:spPr>
            <a:xfrm>
              <a:off x="1940291" y="721489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22" name="pt1021"/>
            <p:cNvSpPr/>
            <p:nvPr/>
          </p:nvSpPr>
          <p:spPr>
            <a:xfrm>
              <a:off x="2091698" y="714199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23" name="pt1022"/>
            <p:cNvSpPr/>
            <p:nvPr/>
          </p:nvSpPr>
          <p:spPr>
            <a:xfrm>
              <a:off x="1942708" y="718578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24" name="pt1023"/>
            <p:cNvSpPr/>
            <p:nvPr/>
          </p:nvSpPr>
          <p:spPr>
            <a:xfrm>
              <a:off x="2080535" y="716588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25" name="pt1024"/>
            <p:cNvSpPr/>
            <p:nvPr/>
          </p:nvSpPr>
          <p:spPr>
            <a:xfrm>
              <a:off x="1925958" y="734004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26" name="pt1025"/>
            <p:cNvSpPr/>
            <p:nvPr/>
          </p:nvSpPr>
          <p:spPr>
            <a:xfrm>
              <a:off x="2066577" y="734004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27" name="pt1026"/>
            <p:cNvSpPr/>
            <p:nvPr/>
          </p:nvSpPr>
          <p:spPr>
            <a:xfrm>
              <a:off x="1931872" y="734004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28" name="pt1027"/>
            <p:cNvSpPr/>
            <p:nvPr/>
          </p:nvSpPr>
          <p:spPr>
            <a:xfrm>
              <a:off x="2090611" y="731758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29" name="pt1028"/>
            <p:cNvSpPr/>
            <p:nvPr/>
          </p:nvSpPr>
          <p:spPr>
            <a:xfrm>
              <a:off x="1928614" y="669395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30" name="pt1029"/>
            <p:cNvSpPr/>
            <p:nvPr/>
          </p:nvSpPr>
          <p:spPr>
            <a:xfrm>
              <a:off x="2122914" y="593839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31" name="pt1030"/>
            <p:cNvSpPr/>
            <p:nvPr/>
          </p:nvSpPr>
          <p:spPr>
            <a:xfrm>
              <a:off x="1947416" y="707996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32" name="pt1031"/>
            <p:cNvSpPr/>
            <p:nvPr/>
          </p:nvSpPr>
          <p:spPr>
            <a:xfrm>
              <a:off x="2092722" y="703730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33" name="pt1032"/>
            <p:cNvSpPr/>
            <p:nvPr/>
          </p:nvSpPr>
          <p:spPr>
            <a:xfrm>
              <a:off x="1904909" y="716367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34" name="pt1033"/>
            <p:cNvSpPr/>
            <p:nvPr/>
          </p:nvSpPr>
          <p:spPr>
            <a:xfrm>
              <a:off x="2086181" y="72498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35" name="pt1034"/>
            <p:cNvSpPr/>
            <p:nvPr/>
          </p:nvSpPr>
          <p:spPr>
            <a:xfrm>
              <a:off x="1947682" y="652403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36" name="pt1035"/>
            <p:cNvSpPr/>
            <p:nvPr/>
          </p:nvSpPr>
          <p:spPr>
            <a:xfrm>
              <a:off x="2054707" y="672498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37" name="pt1036"/>
            <p:cNvSpPr/>
            <p:nvPr/>
          </p:nvSpPr>
          <p:spPr>
            <a:xfrm>
              <a:off x="1937620" y="653471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38" name="pt1037"/>
            <p:cNvSpPr/>
            <p:nvPr/>
          </p:nvSpPr>
          <p:spPr>
            <a:xfrm>
              <a:off x="2109822" y="650210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39" name="pt1038"/>
            <p:cNvSpPr/>
            <p:nvPr/>
          </p:nvSpPr>
          <p:spPr>
            <a:xfrm>
              <a:off x="1964350" y="628650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40" name="pt1039"/>
            <p:cNvSpPr/>
            <p:nvPr/>
          </p:nvSpPr>
          <p:spPr>
            <a:xfrm>
              <a:off x="2108215" y="613612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41" name="pt1040"/>
            <p:cNvSpPr/>
            <p:nvPr/>
          </p:nvSpPr>
          <p:spPr>
            <a:xfrm>
              <a:off x="1895370" y="717428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42" name="pt1041"/>
            <p:cNvSpPr/>
            <p:nvPr/>
          </p:nvSpPr>
          <p:spPr>
            <a:xfrm>
              <a:off x="2067176" y="710176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43" name="pt1042"/>
            <p:cNvSpPr/>
            <p:nvPr/>
          </p:nvSpPr>
          <p:spPr>
            <a:xfrm>
              <a:off x="1929091" y="715085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44" name="pt1043"/>
            <p:cNvSpPr/>
            <p:nvPr/>
          </p:nvSpPr>
          <p:spPr>
            <a:xfrm>
              <a:off x="2088278" y="719973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45" name="pt1044"/>
            <p:cNvSpPr/>
            <p:nvPr/>
          </p:nvSpPr>
          <p:spPr>
            <a:xfrm>
              <a:off x="1918623" y="675888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46" name="pt1045"/>
            <p:cNvSpPr/>
            <p:nvPr/>
          </p:nvSpPr>
          <p:spPr>
            <a:xfrm>
              <a:off x="2067718" y="691202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47" name="pt1046"/>
            <p:cNvSpPr/>
            <p:nvPr/>
          </p:nvSpPr>
          <p:spPr>
            <a:xfrm>
              <a:off x="1920025" y="677932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48" name="pt1047"/>
            <p:cNvSpPr/>
            <p:nvPr/>
          </p:nvSpPr>
          <p:spPr>
            <a:xfrm>
              <a:off x="2089458" y="624709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49" name="pt1048"/>
            <p:cNvSpPr/>
            <p:nvPr/>
          </p:nvSpPr>
          <p:spPr>
            <a:xfrm>
              <a:off x="1950384" y="708257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50" name="pt1049"/>
            <p:cNvSpPr/>
            <p:nvPr/>
          </p:nvSpPr>
          <p:spPr>
            <a:xfrm>
              <a:off x="2093101" y="670681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51" name="pt1050"/>
            <p:cNvSpPr/>
            <p:nvPr/>
          </p:nvSpPr>
          <p:spPr>
            <a:xfrm>
              <a:off x="1932922" y="686125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52" name="pt1051"/>
            <p:cNvSpPr/>
            <p:nvPr/>
          </p:nvSpPr>
          <p:spPr>
            <a:xfrm>
              <a:off x="2101067" y="689550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53" name="pt1052"/>
            <p:cNvSpPr/>
            <p:nvPr/>
          </p:nvSpPr>
          <p:spPr>
            <a:xfrm>
              <a:off x="1934200" y="726952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54" name="pt1053"/>
            <p:cNvSpPr/>
            <p:nvPr/>
          </p:nvSpPr>
          <p:spPr>
            <a:xfrm>
              <a:off x="2084476" y="688042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55" name="pt1054"/>
            <p:cNvSpPr/>
            <p:nvPr/>
          </p:nvSpPr>
          <p:spPr>
            <a:xfrm>
              <a:off x="1909458" y="720411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56" name="pt1055"/>
            <p:cNvSpPr/>
            <p:nvPr/>
          </p:nvSpPr>
          <p:spPr>
            <a:xfrm>
              <a:off x="2069738" y="657722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57" name="pt1056"/>
            <p:cNvSpPr/>
            <p:nvPr/>
          </p:nvSpPr>
          <p:spPr>
            <a:xfrm>
              <a:off x="1928829" y="734004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58" name="pt1057"/>
            <p:cNvSpPr/>
            <p:nvPr/>
          </p:nvSpPr>
          <p:spPr>
            <a:xfrm>
              <a:off x="2097078" y="734004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59" name="pt1058"/>
            <p:cNvSpPr/>
            <p:nvPr/>
          </p:nvSpPr>
          <p:spPr>
            <a:xfrm>
              <a:off x="1957736" y="689151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60" name="pt1059"/>
            <p:cNvSpPr/>
            <p:nvPr/>
          </p:nvSpPr>
          <p:spPr>
            <a:xfrm>
              <a:off x="2072763" y="675202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61" name="pt1060"/>
            <p:cNvSpPr/>
            <p:nvPr/>
          </p:nvSpPr>
          <p:spPr>
            <a:xfrm>
              <a:off x="1912397" y="688356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62" name="pt1061"/>
            <p:cNvSpPr/>
            <p:nvPr/>
          </p:nvSpPr>
          <p:spPr>
            <a:xfrm>
              <a:off x="2059736" y="679941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63" name="pt1062"/>
            <p:cNvSpPr/>
            <p:nvPr/>
          </p:nvSpPr>
          <p:spPr>
            <a:xfrm>
              <a:off x="1907322" y="733934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64" name="pt1063"/>
            <p:cNvSpPr/>
            <p:nvPr/>
          </p:nvSpPr>
          <p:spPr>
            <a:xfrm>
              <a:off x="2068249" y="732976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65" name="pt1064"/>
            <p:cNvSpPr/>
            <p:nvPr/>
          </p:nvSpPr>
          <p:spPr>
            <a:xfrm>
              <a:off x="1965629" y="682559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66" name="pt1065"/>
            <p:cNvSpPr/>
            <p:nvPr/>
          </p:nvSpPr>
          <p:spPr>
            <a:xfrm>
              <a:off x="2094496" y="660521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67" name="pt1066"/>
            <p:cNvSpPr/>
            <p:nvPr/>
          </p:nvSpPr>
          <p:spPr>
            <a:xfrm>
              <a:off x="1935633" y="681720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68" name="pt1067"/>
            <p:cNvSpPr/>
            <p:nvPr/>
          </p:nvSpPr>
          <p:spPr>
            <a:xfrm>
              <a:off x="2106319" y="707589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69" name="pt1068"/>
            <p:cNvSpPr/>
            <p:nvPr/>
          </p:nvSpPr>
          <p:spPr>
            <a:xfrm>
              <a:off x="1891263" y="583700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70" name="pt1069"/>
            <p:cNvSpPr/>
            <p:nvPr/>
          </p:nvSpPr>
          <p:spPr>
            <a:xfrm>
              <a:off x="2064610" y="538404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71" name="pt1070"/>
            <p:cNvSpPr/>
            <p:nvPr/>
          </p:nvSpPr>
          <p:spPr>
            <a:xfrm>
              <a:off x="1941507" y="698140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72" name="pt1071"/>
            <p:cNvSpPr/>
            <p:nvPr/>
          </p:nvSpPr>
          <p:spPr>
            <a:xfrm>
              <a:off x="2088601" y="642752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73" name="pt1072"/>
            <p:cNvSpPr/>
            <p:nvPr/>
          </p:nvSpPr>
          <p:spPr>
            <a:xfrm>
              <a:off x="1938265" y="666561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74" name="pt1073"/>
            <p:cNvSpPr/>
            <p:nvPr/>
          </p:nvSpPr>
          <p:spPr>
            <a:xfrm>
              <a:off x="2056572" y="687692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75" name="pt1074"/>
            <p:cNvSpPr/>
            <p:nvPr/>
          </p:nvSpPr>
          <p:spPr>
            <a:xfrm>
              <a:off x="1949779" y="617132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76" name="pt1075"/>
            <p:cNvSpPr/>
            <p:nvPr/>
          </p:nvSpPr>
          <p:spPr>
            <a:xfrm>
              <a:off x="2096586" y="699262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77" name="pt1076"/>
            <p:cNvSpPr/>
            <p:nvPr/>
          </p:nvSpPr>
          <p:spPr>
            <a:xfrm>
              <a:off x="1919310" y="619995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78" name="pt1077"/>
            <p:cNvSpPr/>
            <p:nvPr/>
          </p:nvSpPr>
          <p:spPr>
            <a:xfrm>
              <a:off x="2055175" y="653996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79" name="pt1078"/>
            <p:cNvSpPr/>
            <p:nvPr/>
          </p:nvSpPr>
          <p:spPr>
            <a:xfrm>
              <a:off x="1901692" y="690995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80" name="pt1079"/>
            <p:cNvSpPr/>
            <p:nvPr/>
          </p:nvSpPr>
          <p:spPr>
            <a:xfrm>
              <a:off x="2105900" y="706505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81" name="pt1080"/>
            <p:cNvSpPr/>
            <p:nvPr/>
          </p:nvSpPr>
          <p:spPr>
            <a:xfrm>
              <a:off x="1965458" y="734004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82" name="pt1081"/>
            <p:cNvSpPr/>
            <p:nvPr/>
          </p:nvSpPr>
          <p:spPr>
            <a:xfrm>
              <a:off x="2045888" y="734004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83" name="pt1082"/>
            <p:cNvSpPr/>
            <p:nvPr/>
          </p:nvSpPr>
          <p:spPr>
            <a:xfrm>
              <a:off x="1899650" y="708314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84" name="pt1083"/>
            <p:cNvSpPr/>
            <p:nvPr/>
          </p:nvSpPr>
          <p:spPr>
            <a:xfrm>
              <a:off x="2055178" y="709657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85" name="pt1084"/>
            <p:cNvSpPr/>
            <p:nvPr/>
          </p:nvSpPr>
          <p:spPr>
            <a:xfrm>
              <a:off x="1951618" y="697337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86" name="pt1085"/>
            <p:cNvSpPr/>
            <p:nvPr/>
          </p:nvSpPr>
          <p:spPr>
            <a:xfrm>
              <a:off x="2093785" y="698922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87" name="pt1086"/>
            <p:cNvSpPr/>
            <p:nvPr/>
          </p:nvSpPr>
          <p:spPr>
            <a:xfrm>
              <a:off x="1943714" y="662445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88" name="pt1087"/>
            <p:cNvSpPr/>
            <p:nvPr/>
          </p:nvSpPr>
          <p:spPr>
            <a:xfrm>
              <a:off x="2098153" y="707190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89" name="pt1088"/>
            <p:cNvSpPr/>
            <p:nvPr/>
          </p:nvSpPr>
          <p:spPr>
            <a:xfrm>
              <a:off x="1953414" y="620667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90" name="pt1089"/>
            <p:cNvSpPr/>
            <p:nvPr/>
          </p:nvSpPr>
          <p:spPr>
            <a:xfrm>
              <a:off x="2092795" y="671242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91" name="pt1090"/>
            <p:cNvSpPr/>
            <p:nvPr/>
          </p:nvSpPr>
          <p:spPr>
            <a:xfrm>
              <a:off x="1904097" y="714955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92" name="pt1091"/>
            <p:cNvSpPr/>
            <p:nvPr/>
          </p:nvSpPr>
          <p:spPr>
            <a:xfrm>
              <a:off x="2107895" y="693814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93" name="pt1092"/>
            <p:cNvSpPr/>
            <p:nvPr/>
          </p:nvSpPr>
          <p:spPr>
            <a:xfrm>
              <a:off x="1956607" y="717057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94" name="pt1093"/>
            <p:cNvSpPr/>
            <p:nvPr/>
          </p:nvSpPr>
          <p:spPr>
            <a:xfrm>
              <a:off x="2093120" y="707967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95" name="pt1094"/>
            <p:cNvSpPr/>
            <p:nvPr/>
          </p:nvSpPr>
          <p:spPr>
            <a:xfrm>
              <a:off x="1957363" y="704087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96" name="pt1095"/>
            <p:cNvSpPr/>
            <p:nvPr/>
          </p:nvSpPr>
          <p:spPr>
            <a:xfrm>
              <a:off x="2119575" y="711757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97" name="pt1096"/>
            <p:cNvSpPr/>
            <p:nvPr/>
          </p:nvSpPr>
          <p:spPr>
            <a:xfrm>
              <a:off x="1962571" y="671344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98" name="pt1097"/>
            <p:cNvSpPr/>
            <p:nvPr/>
          </p:nvSpPr>
          <p:spPr>
            <a:xfrm>
              <a:off x="2086030" y="708572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99" name="pt1098"/>
            <p:cNvSpPr/>
            <p:nvPr/>
          </p:nvSpPr>
          <p:spPr>
            <a:xfrm>
              <a:off x="1960157" y="708102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00" name="pt1099"/>
            <p:cNvSpPr/>
            <p:nvPr/>
          </p:nvSpPr>
          <p:spPr>
            <a:xfrm>
              <a:off x="2081129" y="717168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01" name="pt1100"/>
            <p:cNvSpPr/>
            <p:nvPr/>
          </p:nvSpPr>
          <p:spPr>
            <a:xfrm>
              <a:off x="1950615" y="670998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02" name="pt1101"/>
            <p:cNvSpPr/>
            <p:nvPr/>
          </p:nvSpPr>
          <p:spPr>
            <a:xfrm>
              <a:off x="2091611" y="696609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03" name="pt1102"/>
            <p:cNvSpPr/>
            <p:nvPr/>
          </p:nvSpPr>
          <p:spPr>
            <a:xfrm>
              <a:off x="1897645" y="684531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04" name="pt1103"/>
            <p:cNvSpPr/>
            <p:nvPr/>
          </p:nvSpPr>
          <p:spPr>
            <a:xfrm>
              <a:off x="2049829" y="703474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05" name="pt1104"/>
            <p:cNvSpPr/>
            <p:nvPr/>
          </p:nvSpPr>
          <p:spPr>
            <a:xfrm>
              <a:off x="1939020" y="718308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06" name="pt1105"/>
            <p:cNvSpPr/>
            <p:nvPr/>
          </p:nvSpPr>
          <p:spPr>
            <a:xfrm>
              <a:off x="2061183" y="667215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07" name="pt1106"/>
            <p:cNvSpPr/>
            <p:nvPr/>
          </p:nvSpPr>
          <p:spPr>
            <a:xfrm>
              <a:off x="1960166" y="716261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08" name="pt1107"/>
            <p:cNvSpPr/>
            <p:nvPr/>
          </p:nvSpPr>
          <p:spPr>
            <a:xfrm>
              <a:off x="2094227" y="700760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09" name="pt1108"/>
            <p:cNvSpPr/>
            <p:nvPr/>
          </p:nvSpPr>
          <p:spPr>
            <a:xfrm>
              <a:off x="1963216" y="722389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10" name="pt1109"/>
            <p:cNvSpPr/>
            <p:nvPr/>
          </p:nvSpPr>
          <p:spPr>
            <a:xfrm>
              <a:off x="2110091" y="725195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11" name="pt1110"/>
            <p:cNvSpPr/>
            <p:nvPr/>
          </p:nvSpPr>
          <p:spPr>
            <a:xfrm>
              <a:off x="1931920" y="714809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12" name="pt1111"/>
            <p:cNvSpPr/>
            <p:nvPr/>
          </p:nvSpPr>
          <p:spPr>
            <a:xfrm>
              <a:off x="2073627" y="704338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13" name="pt1112"/>
            <p:cNvSpPr/>
            <p:nvPr/>
          </p:nvSpPr>
          <p:spPr>
            <a:xfrm>
              <a:off x="1928041" y="713555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14" name="pt1113"/>
            <p:cNvSpPr/>
            <p:nvPr/>
          </p:nvSpPr>
          <p:spPr>
            <a:xfrm>
              <a:off x="2118731" y="709682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15" name="pt1114"/>
            <p:cNvSpPr/>
            <p:nvPr/>
          </p:nvSpPr>
          <p:spPr>
            <a:xfrm>
              <a:off x="1955701" y="697693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16" name="pt1115"/>
            <p:cNvSpPr/>
            <p:nvPr/>
          </p:nvSpPr>
          <p:spPr>
            <a:xfrm>
              <a:off x="2050446" y="712434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17" name="pt1116"/>
            <p:cNvSpPr/>
            <p:nvPr/>
          </p:nvSpPr>
          <p:spPr>
            <a:xfrm>
              <a:off x="1903348" y="694953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18" name="pt1117"/>
            <p:cNvSpPr/>
            <p:nvPr/>
          </p:nvSpPr>
          <p:spPr>
            <a:xfrm>
              <a:off x="2083529" y="716972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19" name="pt1118"/>
            <p:cNvSpPr/>
            <p:nvPr/>
          </p:nvSpPr>
          <p:spPr>
            <a:xfrm>
              <a:off x="1933615" y="687836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20" name="pt1119"/>
            <p:cNvSpPr/>
            <p:nvPr/>
          </p:nvSpPr>
          <p:spPr>
            <a:xfrm>
              <a:off x="2078349" y="710158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21" name="pt1120"/>
            <p:cNvSpPr/>
            <p:nvPr/>
          </p:nvSpPr>
          <p:spPr>
            <a:xfrm>
              <a:off x="1948929" y="734004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22" name="pt1121"/>
            <p:cNvSpPr/>
            <p:nvPr/>
          </p:nvSpPr>
          <p:spPr>
            <a:xfrm>
              <a:off x="2107086" y="734004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23" name="pt1122"/>
            <p:cNvSpPr/>
            <p:nvPr/>
          </p:nvSpPr>
          <p:spPr>
            <a:xfrm>
              <a:off x="1962926" y="658222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24" name="pt1123"/>
            <p:cNvSpPr/>
            <p:nvPr/>
          </p:nvSpPr>
          <p:spPr>
            <a:xfrm>
              <a:off x="2072304" y="718811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25" name="pt1124"/>
            <p:cNvSpPr/>
            <p:nvPr/>
          </p:nvSpPr>
          <p:spPr>
            <a:xfrm>
              <a:off x="1939760" y="732290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26" name="pt1125"/>
            <p:cNvSpPr/>
            <p:nvPr/>
          </p:nvSpPr>
          <p:spPr>
            <a:xfrm>
              <a:off x="2049223" y="726374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27" name="pt1126"/>
            <p:cNvSpPr/>
            <p:nvPr/>
          </p:nvSpPr>
          <p:spPr>
            <a:xfrm>
              <a:off x="1944748" y="718935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28" name="pt1127"/>
            <p:cNvSpPr/>
            <p:nvPr/>
          </p:nvSpPr>
          <p:spPr>
            <a:xfrm>
              <a:off x="2051889" y="713797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29" name="pt1128"/>
            <p:cNvSpPr/>
            <p:nvPr/>
          </p:nvSpPr>
          <p:spPr>
            <a:xfrm>
              <a:off x="1945030" y="709310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0" name="pt1129"/>
            <p:cNvSpPr/>
            <p:nvPr/>
          </p:nvSpPr>
          <p:spPr>
            <a:xfrm>
              <a:off x="2090018" y="715365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1" name="pt1130"/>
            <p:cNvSpPr/>
            <p:nvPr/>
          </p:nvSpPr>
          <p:spPr>
            <a:xfrm>
              <a:off x="1927619" y="714465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2" name="pt1131"/>
            <p:cNvSpPr/>
            <p:nvPr/>
          </p:nvSpPr>
          <p:spPr>
            <a:xfrm>
              <a:off x="2052731" y="715886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3" name="pt1132"/>
            <p:cNvSpPr/>
            <p:nvPr/>
          </p:nvSpPr>
          <p:spPr>
            <a:xfrm>
              <a:off x="1922109" y="603195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4" name="pt1133"/>
            <p:cNvSpPr/>
            <p:nvPr/>
          </p:nvSpPr>
          <p:spPr>
            <a:xfrm>
              <a:off x="2084249" y="623781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5" name="pt1134"/>
            <p:cNvSpPr/>
            <p:nvPr/>
          </p:nvSpPr>
          <p:spPr>
            <a:xfrm>
              <a:off x="1950516" y="682094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6" name="pt1135"/>
            <p:cNvSpPr/>
            <p:nvPr/>
          </p:nvSpPr>
          <p:spPr>
            <a:xfrm>
              <a:off x="2109463" y="664381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7" name="pt1136"/>
            <p:cNvSpPr/>
            <p:nvPr/>
          </p:nvSpPr>
          <p:spPr>
            <a:xfrm>
              <a:off x="1939771" y="646760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8" name="pt1137"/>
            <p:cNvSpPr/>
            <p:nvPr/>
          </p:nvSpPr>
          <p:spPr>
            <a:xfrm>
              <a:off x="2076526" y="594569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9" name="pt1138"/>
            <p:cNvSpPr/>
            <p:nvPr/>
          </p:nvSpPr>
          <p:spPr>
            <a:xfrm>
              <a:off x="1903738" y="641153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40" name="pt1139"/>
            <p:cNvSpPr/>
            <p:nvPr/>
          </p:nvSpPr>
          <p:spPr>
            <a:xfrm>
              <a:off x="2075360" y="641113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41" name="pt1140"/>
            <p:cNvSpPr/>
            <p:nvPr/>
          </p:nvSpPr>
          <p:spPr>
            <a:xfrm>
              <a:off x="1948376" y="643708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42" name="pt1141"/>
            <p:cNvSpPr/>
            <p:nvPr/>
          </p:nvSpPr>
          <p:spPr>
            <a:xfrm>
              <a:off x="2106976" y="613117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43" name="pt1142"/>
            <p:cNvSpPr/>
            <p:nvPr/>
          </p:nvSpPr>
          <p:spPr>
            <a:xfrm>
              <a:off x="1958414" y="706035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44" name="pt1143"/>
            <p:cNvSpPr/>
            <p:nvPr/>
          </p:nvSpPr>
          <p:spPr>
            <a:xfrm>
              <a:off x="2113704" y="719829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45" name="pt1144"/>
            <p:cNvSpPr/>
            <p:nvPr/>
          </p:nvSpPr>
          <p:spPr>
            <a:xfrm>
              <a:off x="1928139" y="685392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46" name="pt1145"/>
            <p:cNvSpPr/>
            <p:nvPr/>
          </p:nvSpPr>
          <p:spPr>
            <a:xfrm>
              <a:off x="2074105" y="710117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47" name="pt1146"/>
            <p:cNvSpPr/>
            <p:nvPr/>
          </p:nvSpPr>
          <p:spPr>
            <a:xfrm>
              <a:off x="1908300" y="583415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48" name="pt1147"/>
            <p:cNvSpPr/>
            <p:nvPr/>
          </p:nvSpPr>
          <p:spPr>
            <a:xfrm>
              <a:off x="2118182" y="680333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49" name="pt1148"/>
            <p:cNvSpPr/>
            <p:nvPr/>
          </p:nvSpPr>
          <p:spPr>
            <a:xfrm>
              <a:off x="1897467" y="733548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0" name="pt1149"/>
            <p:cNvSpPr/>
            <p:nvPr/>
          </p:nvSpPr>
          <p:spPr>
            <a:xfrm>
              <a:off x="2048480" y="728416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1" name="pt1150"/>
            <p:cNvSpPr/>
            <p:nvPr/>
          </p:nvSpPr>
          <p:spPr>
            <a:xfrm>
              <a:off x="3013336" y="687581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2" name="pt1151"/>
            <p:cNvSpPr/>
            <p:nvPr/>
          </p:nvSpPr>
          <p:spPr>
            <a:xfrm>
              <a:off x="3203071" y="700386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3" name="pt1152"/>
            <p:cNvSpPr/>
            <p:nvPr/>
          </p:nvSpPr>
          <p:spPr>
            <a:xfrm>
              <a:off x="3010217" y="718611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4" name="pt1153"/>
            <p:cNvSpPr/>
            <p:nvPr/>
          </p:nvSpPr>
          <p:spPr>
            <a:xfrm>
              <a:off x="3157714" y="728892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5" name="pt1154"/>
            <p:cNvSpPr/>
            <p:nvPr/>
          </p:nvSpPr>
          <p:spPr>
            <a:xfrm>
              <a:off x="3043333" y="728799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6" name="pt1155"/>
            <p:cNvSpPr/>
            <p:nvPr/>
          </p:nvSpPr>
          <p:spPr>
            <a:xfrm>
              <a:off x="3151383" y="727721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7" name="pt1156"/>
            <p:cNvSpPr/>
            <p:nvPr/>
          </p:nvSpPr>
          <p:spPr>
            <a:xfrm>
              <a:off x="3005324" y="688712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8" name="pt1157"/>
            <p:cNvSpPr/>
            <p:nvPr/>
          </p:nvSpPr>
          <p:spPr>
            <a:xfrm>
              <a:off x="3163507" y="694936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9" name="pt1158"/>
            <p:cNvSpPr/>
            <p:nvPr/>
          </p:nvSpPr>
          <p:spPr>
            <a:xfrm>
              <a:off x="3042241" y="723723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60" name="pt1159"/>
            <p:cNvSpPr/>
            <p:nvPr/>
          </p:nvSpPr>
          <p:spPr>
            <a:xfrm>
              <a:off x="3178035" y="724139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61" name="pt1160"/>
            <p:cNvSpPr/>
            <p:nvPr/>
          </p:nvSpPr>
          <p:spPr>
            <a:xfrm>
              <a:off x="3034849" y="727326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62" name="pt1161"/>
            <p:cNvSpPr/>
            <p:nvPr/>
          </p:nvSpPr>
          <p:spPr>
            <a:xfrm>
              <a:off x="3192669" y="731135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63" name="pt1162"/>
            <p:cNvSpPr/>
            <p:nvPr/>
          </p:nvSpPr>
          <p:spPr>
            <a:xfrm>
              <a:off x="3016694" y="730505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64" name="pt1163"/>
            <p:cNvSpPr/>
            <p:nvPr/>
          </p:nvSpPr>
          <p:spPr>
            <a:xfrm>
              <a:off x="3175894" y="728380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65" name="pt1164"/>
            <p:cNvSpPr/>
            <p:nvPr/>
          </p:nvSpPr>
          <p:spPr>
            <a:xfrm>
              <a:off x="2975635" y="705308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66" name="pt1165"/>
            <p:cNvSpPr/>
            <p:nvPr/>
          </p:nvSpPr>
          <p:spPr>
            <a:xfrm>
              <a:off x="3199813" y="717547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67" name="pt1166"/>
            <p:cNvSpPr/>
            <p:nvPr/>
          </p:nvSpPr>
          <p:spPr>
            <a:xfrm>
              <a:off x="3010374" y="719774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68" name="pt1167"/>
            <p:cNvSpPr/>
            <p:nvPr/>
          </p:nvSpPr>
          <p:spPr>
            <a:xfrm>
              <a:off x="3168984" y="728814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69" name="pt1168"/>
            <p:cNvSpPr/>
            <p:nvPr/>
          </p:nvSpPr>
          <p:spPr>
            <a:xfrm>
              <a:off x="3004140" y="724182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70" name="pt1169"/>
            <p:cNvSpPr/>
            <p:nvPr/>
          </p:nvSpPr>
          <p:spPr>
            <a:xfrm>
              <a:off x="3195687" y="726514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71" name="pt1170"/>
            <p:cNvSpPr/>
            <p:nvPr/>
          </p:nvSpPr>
          <p:spPr>
            <a:xfrm>
              <a:off x="2974473" y="727648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72" name="pt1171"/>
            <p:cNvSpPr/>
            <p:nvPr/>
          </p:nvSpPr>
          <p:spPr>
            <a:xfrm>
              <a:off x="3158492" y="728991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73" name="pt1172"/>
            <p:cNvSpPr/>
            <p:nvPr/>
          </p:nvSpPr>
          <p:spPr>
            <a:xfrm>
              <a:off x="3023816" y="727400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74" name="pt1173"/>
            <p:cNvSpPr/>
            <p:nvPr/>
          </p:nvSpPr>
          <p:spPr>
            <a:xfrm>
              <a:off x="3190532" y="728984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75" name="pt1174"/>
            <p:cNvSpPr/>
            <p:nvPr/>
          </p:nvSpPr>
          <p:spPr>
            <a:xfrm>
              <a:off x="3044274" y="710294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76" name="pt1175"/>
            <p:cNvSpPr/>
            <p:nvPr/>
          </p:nvSpPr>
          <p:spPr>
            <a:xfrm>
              <a:off x="3150761" y="718666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77" name="pt1176"/>
            <p:cNvSpPr/>
            <p:nvPr/>
          </p:nvSpPr>
          <p:spPr>
            <a:xfrm>
              <a:off x="2995412" y="700290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78" name="pt1177"/>
            <p:cNvSpPr/>
            <p:nvPr/>
          </p:nvSpPr>
          <p:spPr>
            <a:xfrm>
              <a:off x="3138067" y="718611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79" name="pt1178"/>
            <p:cNvSpPr/>
            <p:nvPr/>
          </p:nvSpPr>
          <p:spPr>
            <a:xfrm>
              <a:off x="3049950" y="708950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80" name="pt1179"/>
            <p:cNvSpPr/>
            <p:nvPr/>
          </p:nvSpPr>
          <p:spPr>
            <a:xfrm>
              <a:off x="3173172" y="721320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81" name="pt1180"/>
            <p:cNvSpPr/>
            <p:nvPr/>
          </p:nvSpPr>
          <p:spPr>
            <a:xfrm>
              <a:off x="2985879" y="722159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82" name="pt1181"/>
            <p:cNvSpPr/>
            <p:nvPr/>
          </p:nvSpPr>
          <p:spPr>
            <a:xfrm>
              <a:off x="3189782" y="722395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83" name="pt1182"/>
            <p:cNvSpPr/>
            <p:nvPr/>
          </p:nvSpPr>
          <p:spPr>
            <a:xfrm>
              <a:off x="3028173" y="710682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84" name="pt1183"/>
            <p:cNvSpPr/>
            <p:nvPr/>
          </p:nvSpPr>
          <p:spPr>
            <a:xfrm>
              <a:off x="3129295" y="708893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85" name="pt1184"/>
            <p:cNvSpPr/>
            <p:nvPr/>
          </p:nvSpPr>
          <p:spPr>
            <a:xfrm>
              <a:off x="2996476" y="723388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86" name="pt1185"/>
            <p:cNvSpPr/>
            <p:nvPr/>
          </p:nvSpPr>
          <p:spPr>
            <a:xfrm>
              <a:off x="3143677" y="727641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87" name="pt1186"/>
            <p:cNvSpPr/>
            <p:nvPr/>
          </p:nvSpPr>
          <p:spPr>
            <a:xfrm>
              <a:off x="3031685" y="715553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88" name="pt1187"/>
            <p:cNvSpPr/>
            <p:nvPr/>
          </p:nvSpPr>
          <p:spPr>
            <a:xfrm>
              <a:off x="3192424" y="717219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89" name="pt1188"/>
            <p:cNvSpPr/>
            <p:nvPr/>
          </p:nvSpPr>
          <p:spPr>
            <a:xfrm>
              <a:off x="3009073" y="726202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90" name="pt1189"/>
            <p:cNvSpPr/>
            <p:nvPr/>
          </p:nvSpPr>
          <p:spPr>
            <a:xfrm>
              <a:off x="3160406" y="731099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91" name="pt1190"/>
            <p:cNvSpPr/>
            <p:nvPr/>
          </p:nvSpPr>
          <p:spPr>
            <a:xfrm>
              <a:off x="3016188" y="724242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92" name="pt1191"/>
            <p:cNvSpPr/>
            <p:nvPr/>
          </p:nvSpPr>
          <p:spPr>
            <a:xfrm>
              <a:off x="3166476" y="731768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93" name="pt1192"/>
            <p:cNvSpPr/>
            <p:nvPr/>
          </p:nvSpPr>
          <p:spPr>
            <a:xfrm>
              <a:off x="3009754" y="722850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94" name="pt1193"/>
            <p:cNvSpPr/>
            <p:nvPr/>
          </p:nvSpPr>
          <p:spPr>
            <a:xfrm>
              <a:off x="3152196" y="728459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95" name="pt1194"/>
            <p:cNvSpPr/>
            <p:nvPr/>
          </p:nvSpPr>
          <p:spPr>
            <a:xfrm>
              <a:off x="3019127" y="664832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96" name="pt1195"/>
            <p:cNvSpPr/>
            <p:nvPr/>
          </p:nvSpPr>
          <p:spPr>
            <a:xfrm>
              <a:off x="3152652" y="684252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97" name="pt1196"/>
            <p:cNvSpPr/>
            <p:nvPr/>
          </p:nvSpPr>
          <p:spPr>
            <a:xfrm>
              <a:off x="3040914" y="723792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98" name="pt1197"/>
            <p:cNvSpPr/>
            <p:nvPr/>
          </p:nvSpPr>
          <p:spPr>
            <a:xfrm>
              <a:off x="3190619" y="731054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99" name="pt1198"/>
            <p:cNvSpPr/>
            <p:nvPr/>
          </p:nvSpPr>
          <p:spPr>
            <a:xfrm>
              <a:off x="3002430" y="682482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00" name="pt1199"/>
            <p:cNvSpPr/>
            <p:nvPr/>
          </p:nvSpPr>
          <p:spPr>
            <a:xfrm>
              <a:off x="3164141" y="665875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01" name="pt1200"/>
            <p:cNvSpPr/>
            <p:nvPr/>
          </p:nvSpPr>
          <p:spPr>
            <a:xfrm>
              <a:off x="3042778" y="734004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02" name="pt1201"/>
            <p:cNvSpPr/>
            <p:nvPr/>
          </p:nvSpPr>
          <p:spPr>
            <a:xfrm>
              <a:off x="3195386" y="734004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03" name="pt1202"/>
            <p:cNvSpPr/>
            <p:nvPr/>
          </p:nvSpPr>
          <p:spPr>
            <a:xfrm>
              <a:off x="3044735" y="695940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04" name="pt1203"/>
            <p:cNvSpPr/>
            <p:nvPr/>
          </p:nvSpPr>
          <p:spPr>
            <a:xfrm>
              <a:off x="3139642" y="723504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05" name="pt1204"/>
            <p:cNvSpPr/>
            <p:nvPr/>
          </p:nvSpPr>
          <p:spPr>
            <a:xfrm>
              <a:off x="2995373" y="734004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06" name="pt1205"/>
            <p:cNvSpPr/>
            <p:nvPr/>
          </p:nvSpPr>
          <p:spPr>
            <a:xfrm>
              <a:off x="3130254" y="734004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07" name="pt1206"/>
            <p:cNvSpPr/>
            <p:nvPr/>
          </p:nvSpPr>
          <p:spPr>
            <a:xfrm>
              <a:off x="3013045" y="721863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08" name="pt1207"/>
            <p:cNvSpPr/>
            <p:nvPr/>
          </p:nvSpPr>
          <p:spPr>
            <a:xfrm>
              <a:off x="3194698" y="718900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09" name="pt1208"/>
            <p:cNvSpPr/>
            <p:nvPr/>
          </p:nvSpPr>
          <p:spPr>
            <a:xfrm>
              <a:off x="3029231" y="733489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10" name="pt1209"/>
            <p:cNvSpPr/>
            <p:nvPr/>
          </p:nvSpPr>
          <p:spPr>
            <a:xfrm>
              <a:off x="3166407" y="733994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11" name="pt1210"/>
            <p:cNvSpPr/>
            <p:nvPr/>
          </p:nvSpPr>
          <p:spPr>
            <a:xfrm>
              <a:off x="3021540" y="734004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12" name="pt1211"/>
            <p:cNvSpPr/>
            <p:nvPr/>
          </p:nvSpPr>
          <p:spPr>
            <a:xfrm>
              <a:off x="3197725" y="734004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13" name="pt1212"/>
            <p:cNvSpPr/>
            <p:nvPr/>
          </p:nvSpPr>
          <p:spPr>
            <a:xfrm>
              <a:off x="3016389" y="672533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14" name="pt1213"/>
            <p:cNvSpPr/>
            <p:nvPr/>
          </p:nvSpPr>
          <p:spPr>
            <a:xfrm>
              <a:off x="3195740" y="670260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15" name="pt1214"/>
            <p:cNvSpPr/>
            <p:nvPr/>
          </p:nvSpPr>
          <p:spPr>
            <a:xfrm>
              <a:off x="3013373" y="733899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16" name="pt1215"/>
            <p:cNvSpPr/>
            <p:nvPr/>
          </p:nvSpPr>
          <p:spPr>
            <a:xfrm>
              <a:off x="3154542" y="733160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17" name="pt1216"/>
            <p:cNvSpPr/>
            <p:nvPr/>
          </p:nvSpPr>
          <p:spPr>
            <a:xfrm>
              <a:off x="3036151" y="695629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18" name="pt1217"/>
            <p:cNvSpPr/>
            <p:nvPr/>
          </p:nvSpPr>
          <p:spPr>
            <a:xfrm>
              <a:off x="3162790" y="657136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19" name="pt1218"/>
            <p:cNvSpPr/>
            <p:nvPr/>
          </p:nvSpPr>
          <p:spPr>
            <a:xfrm>
              <a:off x="3040608" y="712318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20" name="pt1219"/>
            <p:cNvSpPr/>
            <p:nvPr/>
          </p:nvSpPr>
          <p:spPr>
            <a:xfrm>
              <a:off x="3137902" y="709905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21" name="pt1220"/>
            <p:cNvSpPr/>
            <p:nvPr/>
          </p:nvSpPr>
          <p:spPr>
            <a:xfrm>
              <a:off x="3000249" y="656304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22" name="pt1221"/>
            <p:cNvSpPr/>
            <p:nvPr/>
          </p:nvSpPr>
          <p:spPr>
            <a:xfrm>
              <a:off x="3145685" y="647017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23" name="pt1222"/>
            <p:cNvSpPr/>
            <p:nvPr/>
          </p:nvSpPr>
          <p:spPr>
            <a:xfrm>
              <a:off x="3040290" y="733985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24" name="pt1223"/>
            <p:cNvSpPr/>
            <p:nvPr/>
          </p:nvSpPr>
          <p:spPr>
            <a:xfrm>
              <a:off x="3171566" y="733909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25" name="pt1224"/>
            <p:cNvSpPr/>
            <p:nvPr/>
          </p:nvSpPr>
          <p:spPr>
            <a:xfrm>
              <a:off x="2978977" y="706271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26" name="pt1225"/>
            <p:cNvSpPr/>
            <p:nvPr/>
          </p:nvSpPr>
          <p:spPr>
            <a:xfrm>
              <a:off x="3199708" y="710818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27" name="pt1226"/>
            <p:cNvSpPr/>
            <p:nvPr/>
          </p:nvSpPr>
          <p:spPr>
            <a:xfrm>
              <a:off x="2982131" y="723023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28" name="pt1227"/>
            <p:cNvSpPr/>
            <p:nvPr/>
          </p:nvSpPr>
          <p:spPr>
            <a:xfrm>
              <a:off x="3136871" y="717772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29" name="pt1228"/>
            <p:cNvSpPr/>
            <p:nvPr/>
          </p:nvSpPr>
          <p:spPr>
            <a:xfrm>
              <a:off x="2973387" y="714983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30" name="pt1229"/>
            <p:cNvSpPr/>
            <p:nvPr/>
          </p:nvSpPr>
          <p:spPr>
            <a:xfrm>
              <a:off x="3177804" y="726119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31" name="pt1230"/>
            <p:cNvSpPr/>
            <p:nvPr/>
          </p:nvSpPr>
          <p:spPr>
            <a:xfrm>
              <a:off x="3033038" y="703416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32" name="pt1231"/>
            <p:cNvSpPr/>
            <p:nvPr/>
          </p:nvSpPr>
          <p:spPr>
            <a:xfrm>
              <a:off x="3148703" y="720699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33" name="pt1232"/>
            <p:cNvSpPr/>
            <p:nvPr/>
          </p:nvSpPr>
          <p:spPr>
            <a:xfrm>
              <a:off x="2998278" y="711432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34" name="pt1233"/>
            <p:cNvSpPr/>
            <p:nvPr/>
          </p:nvSpPr>
          <p:spPr>
            <a:xfrm>
              <a:off x="3193351" y="695858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35" name="pt1234"/>
            <p:cNvSpPr/>
            <p:nvPr/>
          </p:nvSpPr>
          <p:spPr>
            <a:xfrm>
              <a:off x="2981862" y="721264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36" name="pt1235"/>
            <p:cNvSpPr/>
            <p:nvPr/>
          </p:nvSpPr>
          <p:spPr>
            <a:xfrm>
              <a:off x="3164017" y="724888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37" name="pt1236"/>
            <p:cNvSpPr/>
            <p:nvPr/>
          </p:nvSpPr>
          <p:spPr>
            <a:xfrm>
              <a:off x="3039343" y="691195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38" name="pt1237"/>
            <p:cNvSpPr/>
            <p:nvPr/>
          </p:nvSpPr>
          <p:spPr>
            <a:xfrm>
              <a:off x="3152205" y="704340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39" name="pt1238"/>
            <p:cNvSpPr/>
            <p:nvPr/>
          </p:nvSpPr>
          <p:spPr>
            <a:xfrm>
              <a:off x="3001161" y="692364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40" name="pt1239"/>
            <p:cNvSpPr/>
            <p:nvPr/>
          </p:nvSpPr>
          <p:spPr>
            <a:xfrm>
              <a:off x="3175261" y="650971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41" name="pt1240"/>
            <p:cNvSpPr/>
            <p:nvPr/>
          </p:nvSpPr>
          <p:spPr>
            <a:xfrm>
              <a:off x="3015953" y="712002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42" name="pt1241"/>
            <p:cNvSpPr/>
            <p:nvPr/>
          </p:nvSpPr>
          <p:spPr>
            <a:xfrm>
              <a:off x="3156040" y="718124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43" name="pt1242"/>
            <p:cNvSpPr/>
            <p:nvPr/>
          </p:nvSpPr>
          <p:spPr>
            <a:xfrm>
              <a:off x="2985562" y="670213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44" name="pt1243"/>
            <p:cNvSpPr/>
            <p:nvPr/>
          </p:nvSpPr>
          <p:spPr>
            <a:xfrm>
              <a:off x="3160268" y="679183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45" name="pt1244"/>
            <p:cNvSpPr/>
            <p:nvPr/>
          </p:nvSpPr>
          <p:spPr>
            <a:xfrm>
              <a:off x="2996886" y="710508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46" name="pt1245"/>
            <p:cNvSpPr/>
            <p:nvPr/>
          </p:nvSpPr>
          <p:spPr>
            <a:xfrm>
              <a:off x="3132775" y="706602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47" name="pt1246"/>
            <p:cNvSpPr/>
            <p:nvPr/>
          </p:nvSpPr>
          <p:spPr>
            <a:xfrm>
              <a:off x="3027853" y="660234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48" name="pt1247"/>
            <p:cNvSpPr/>
            <p:nvPr/>
          </p:nvSpPr>
          <p:spPr>
            <a:xfrm>
              <a:off x="3143576" y="689871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49" name="pt1248"/>
            <p:cNvSpPr/>
            <p:nvPr/>
          </p:nvSpPr>
          <p:spPr>
            <a:xfrm>
              <a:off x="3012183" y="707358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50" name="pt1249"/>
            <p:cNvSpPr/>
            <p:nvPr/>
          </p:nvSpPr>
          <p:spPr>
            <a:xfrm>
              <a:off x="3163818" y="716024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51" name="pt1250"/>
            <p:cNvSpPr/>
            <p:nvPr/>
          </p:nvSpPr>
          <p:spPr>
            <a:xfrm>
              <a:off x="2979165" y="721743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52" name="pt1251"/>
            <p:cNvSpPr/>
            <p:nvPr/>
          </p:nvSpPr>
          <p:spPr>
            <a:xfrm>
              <a:off x="3195899" y="726648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53" name="pt1252"/>
            <p:cNvSpPr/>
            <p:nvPr/>
          </p:nvSpPr>
          <p:spPr>
            <a:xfrm>
              <a:off x="2978271" y="655134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54" name="pt1253"/>
            <p:cNvSpPr/>
            <p:nvPr/>
          </p:nvSpPr>
          <p:spPr>
            <a:xfrm>
              <a:off x="3164383" y="633632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55" name="pt1254"/>
            <p:cNvSpPr/>
            <p:nvPr/>
          </p:nvSpPr>
          <p:spPr>
            <a:xfrm>
              <a:off x="2980343" y="638160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56" name="pt1255"/>
            <p:cNvSpPr/>
            <p:nvPr/>
          </p:nvSpPr>
          <p:spPr>
            <a:xfrm>
              <a:off x="3168426" y="559683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57" name="pt1256"/>
            <p:cNvSpPr/>
            <p:nvPr/>
          </p:nvSpPr>
          <p:spPr>
            <a:xfrm>
              <a:off x="3040409" y="668019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58" name="pt1257"/>
            <p:cNvSpPr/>
            <p:nvPr/>
          </p:nvSpPr>
          <p:spPr>
            <a:xfrm>
              <a:off x="3150840" y="696627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59" name="pt1258"/>
            <p:cNvSpPr/>
            <p:nvPr/>
          </p:nvSpPr>
          <p:spPr>
            <a:xfrm>
              <a:off x="3036627" y="719821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60" name="pt1259"/>
            <p:cNvSpPr/>
            <p:nvPr/>
          </p:nvSpPr>
          <p:spPr>
            <a:xfrm>
              <a:off x="3146754" y="719782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61" name="pt1260"/>
            <p:cNvSpPr/>
            <p:nvPr/>
          </p:nvSpPr>
          <p:spPr>
            <a:xfrm>
              <a:off x="2989537" y="720741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62" name="pt1261"/>
            <p:cNvSpPr/>
            <p:nvPr/>
          </p:nvSpPr>
          <p:spPr>
            <a:xfrm>
              <a:off x="3130872" y="713283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63" name="pt1262"/>
            <p:cNvSpPr/>
            <p:nvPr/>
          </p:nvSpPr>
          <p:spPr>
            <a:xfrm>
              <a:off x="2984678" y="722151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64" name="pt1263"/>
            <p:cNvSpPr/>
            <p:nvPr/>
          </p:nvSpPr>
          <p:spPr>
            <a:xfrm>
              <a:off x="3187487" y="723237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65" name="pt1264"/>
            <p:cNvSpPr/>
            <p:nvPr/>
          </p:nvSpPr>
          <p:spPr>
            <a:xfrm>
              <a:off x="3019163" y="684645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66" name="pt1265"/>
            <p:cNvSpPr/>
            <p:nvPr/>
          </p:nvSpPr>
          <p:spPr>
            <a:xfrm>
              <a:off x="3150164" y="672343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67" name="pt1266"/>
            <p:cNvSpPr/>
            <p:nvPr/>
          </p:nvSpPr>
          <p:spPr>
            <a:xfrm>
              <a:off x="2977835" y="726209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68" name="pt1267"/>
            <p:cNvSpPr/>
            <p:nvPr/>
          </p:nvSpPr>
          <p:spPr>
            <a:xfrm>
              <a:off x="3181114" y="733174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69" name="pt1268"/>
            <p:cNvSpPr/>
            <p:nvPr/>
          </p:nvSpPr>
          <p:spPr>
            <a:xfrm>
              <a:off x="2989825" y="711513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70" name="pt1269"/>
            <p:cNvSpPr/>
            <p:nvPr/>
          </p:nvSpPr>
          <p:spPr>
            <a:xfrm>
              <a:off x="3198975" y="70921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71" name="pt1270"/>
            <p:cNvSpPr/>
            <p:nvPr/>
          </p:nvSpPr>
          <p:spPr>
            <a:xfrm>
              <a:off x="3019893" y="722592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72" name="pt1271"/>
            <p:cNvSpPr/>
            <p:nvPr/>
          </p:nvSpPr>
          <p:spPr>
            <a:xfrm>
              <a:off x="3151967" y="729577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73" name="pt1272"/>
            <p:cNvSpPr/>
            <p:nvPr/>
          </p:nvSpPr>
          <p:spPr>
            <a:xfrm>
              <a:off x="3009211" y="681590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74" name="pt1273"/>
            <p:cNvSpPr/>
            <p:nvPr/>
          </p:nvSpPr>
          <p:spPr>
            <a:xfrm>
              <a:off x="3163047" y="690697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75" name="pt1274"/>
            <p:cNvSpPr/>
            <p:nvPr/>
          </p:nvSpPr>
          <p:spPr>
            <a:xfrm>
              <a:off x="2993251" y="699159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76" name="pt1275"/>
            <p:cNvSpPr/>
            <p:nvPr/>
          </p:nvSpPr>
          <p:spPr>
            <a:xfrm>
              <a:off x="3182963" y="706782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77" name="pt1276"/>
            <p:cNvSpPr/>
            <p:nvPr/>
          </p:nvSpPr>
          <p:spPr>
            <a:xfrm>
              <a:off x="3001841" y="713083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78" name="pt1277"/>
            <p:cNvSpPr/>
            <p:nvPr/>
          </p:nvSpPr>
          <p:spPr>
            <a:xfrm>
              <a:off x="3167095" y="713615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79" name="pt1278"/>
            <p:cNvSpPr/>
            <p:nvPr/>
          </p:nvSpPr>
          <p:spPr>
            <a:xfrm>
              <a:off x="3028977" y="698662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80" name="pt1279"/>
            <p:cNvSpPr/>
            <p:nvPr/>
          </p:nvSpPr>
          <p:spPr>
            <a:xfrm>
              <a:off x="3145286" y="707087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81" name="pt1280"/>
            <p:cNvSpPr/>
            <p:nvPr/>
          </p:nvSpPr>
          <p:spPr>
            <a:xfrm>
              <a:off x="2994550" y="721015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82" name="pt1281"/>
            <p:cNvSpPr/>
            <p:nvPr/>
          </p:nvSpPr>
          <p:spPr>
            <a:xfrm>
              <a:off x="3194597" y="727169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83" name="pt1282"/>
            <p:cNvSpPr/>
            <p:nvPr/>
          </p:nvSpPr>
          <p:spPr>
            <a:xfrm>
              <a:off x="2996002" y="675538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84" name="pt1283"/>
            <p:cNvSpPr/>
            <p:nvPr/>
          </p:nvSpPr>
          <p:spPr>
            <a:xfrm>
              <a:off x="3149078" y="714861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85" name="pt1284"/>
            <p:cNvSpPr/>
            <p:nvPr/>
          </p:nvSpPr>
          <p:spPr>
            <a:xfrm>
              <a:off x="3011681" y="689126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86" name="pt1285"/>
            <p:cNvSpPr/>
            <p:nvPr/>
          </p:nvSpPr>
          <p:spPr>
            <a:xfrm>
              <a:off x="3152872" y="719846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87" name="pt1286"/>
            <p:cNvSpPr/>
            <p:nvPr/>
          </p:nvSpPr>
          <p:spPr>
            <a:xfrm>
              <a:off x="2982039" y="718949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88" name="pt1287"/>
            <p:cNvSpPr/>
            <p:nvPr/>
          </p:nvSpPr>
          <p:spPr>
            <a:xfrm>
              <a:off x="3139772" y="728577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89" name="pt1288"/>
            <p:cNvSpPr/>
            <p:nvPr/>
          </p:nvSpPr>
          <p:spPr>
            <a:xfrm>
              <a:off x="2998036" y="680586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90" name="pt1289"/>
            <p:cNvSpPr/>
            <p:nvPr/>
          </p:nvSpPr>
          <p:spPr>
            <a:xfrm>
              <a:off x="3170481" y="612630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91" name="pt1290"/>
            <p:cNvSpPr/>
            <p:nvPr/>
          </p:nvSpPr>
          <p:spPr>
            <a:xfrm>
              <a:off x="2990492" y="715805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92" name="pt1291"/>
            <p:cNvSpPr/>
            <p:nvPr/>
          </p:nvSpPr>
          <p:spPr>
            <a:xfrm>
              <a:off x="3142591" y="724957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93" name="pt1292"/>
            <p:cNvSpPr/>
            <p:nvPr/>
          </p:nvSpPr>
          <p:spPr>
            <a:xfrm>
              <a:off x="3023173" y="725460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94" name="pt1293"/>
            <p:cNvSpPr/>
            <p:nvPr/>
          </p:nvSpPr>
          <p:spPr>
            <a:xfrm>
              <a:off x="3205985" y="719998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95" name="pt1294"/>
            <p:cNvSpPr/>
            <p:nvPr/>
          </p:nvSpPr>
          <p:spPr>
            <a:xfrm>
              <a:off x="3048258" y="594963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96" name="pt1295"/>
            <p:cNvSpPr/>
            <p:nvPr/>
          </p:nvSpPr>
          <p:spPr>
            <a:xfrm>
              <a:off x="3181785" y="593845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97" name="pt1296"/>
            <p:cNvSpPr/>
            <p:nvPr/>
          </p:nvSpPr>
          <p:spPr>
            <a:xfrm>
              <a:off x="2976836" y="710900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98" name="pt1297"/>
            <p:cNvSpPr/>
            <p:nvPr/>
          </p:nvSpPr>
          <p:spPr>
            <a:xfrm>
              <a:off x="3169296" y="694701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99" name="pt1298"/>
            <p:cNvSpPr/>
            <p:nvPr/>
          </p:nvSpPr>
          <p:spPr>
            <a:xfrm>
              <a:off x="2975611" y="722991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00" name="pt1299"/>
            <p:cNvSpPr/>
            <p:nvPr/>
          </p:nvSpPr>
          <p:spPr>
            <a:xfrm>
              <a:off x="3183177" y="677580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01" name="pt1300"/>
            <p:cNvSpPr/>
            <p:nvPr/>
          </p:nvSpPr>
          <p:spPr>
            <a:xfrm>
              <a:off x="2991843" y="729184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02" name="pt1301"/>
            <p:cNvSpPr/>
            <p:nvPr/>
          </p:nvSpPr>
          <p:spPr>
            <a:xfrm>
              <a:off x="3189672" y="727843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03" name="pt1302"/>
            <p:cNvSpPr/>
            <p:nvPr/>
          </p:nvSpPr>
          <p:spPr>
            <a:xfrm>
              <a:off x="3016922" y="677841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04" name="pt1303"/>
            <p:cNvSpPr/>
            <p:nvPr/>
          </p:nvSpPr>
          <p:spPr>
            <a:xfrm>
              <a:off x="3171143" y="710873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05" name="pt1304"/>
            <p:cNvSpPr/>
            <p:nvPr/>
          </p:nvSpPr>
          <p:spPr>
            <a:xfrm>
              <a:off x="2976586" y="716592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06" name="pt1305"/>
            <p:cNvSpPr/>
            <p:nvPr/>
          </p:nvSpPr>
          <p:spPr>
            <a:xfrm>
              <a:off x="3194364" y="712465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07" name="pt1306"/>
            <p:cNvSpPr/>
            <p:nvPr/>
          </p:nvSpPr>
          <p:spPr>
            <a:xfrm>
              <a:off x="2976026" y="699885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08" name="pt1307"/>
            <p:cNvSpPr/>
            <p:nvPr/>
          </p:nvSpPr>
          <p:spPr>
            <a:xfrm>
              <a:off x="3136659" y="695959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09" name="pt1308"/>
            <p:cNvSpPr/>
            <p:nvPr/>
          </p:nvSpPr>
          <p:spPr>
            <a:xfrm>
              <a:off x="2994259" y="650819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10" name="pt1309"/>
            <p:cNvSpPr/>
            <p:nvPr/>
          </p:nvSpPr>
          <p:spPr>
            <a:xfrm>
              <a:off x="3184442" y="67274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11" name="pt1310"/>
            <p:cNvSpPr/>
            <p:nvPr/>
          </p:nvSpPr>
          <p:spPr>
            <a:xfrm>
              <a:off x="3046696" y="711963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12" name="pt1311"/>
            <p:cNvSpPr/>
            <p:nvPr/>
          </p:nvSpPr>
          <p:spPr>
            <a:xfrm>
              <a:off x="3188129" y="697486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13" name="pt1312"/>
            <p:cNvSpPr/>
            <p:nvPr/>
          </p:nvSpPr>
          <p:spPr>
            <a:xfrm>
              <a:off x="3012266" y="725085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14" name="pt1313"/>
            <p:cNvSpPr/>
            <p:nvPr/>
          </p:nvSpPr>
          <p:spPr>
            <a:xfrm>
              <a:off x="3136391" y="716520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15" name="pt1314"/>
            <p:cNvSpPr/>
            <p:nvPr/>
          </p:nvSpPr>
          <p:spPr>
            <a:xfrm>
              <a:off x="3019654" y="695144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16" name="pt1315"/>
            <p:cNvSpPr/>
            <p:nvPr/>
          </p:nvSpPr>
          <p:spPr>
            <a:xfrm>
              <a:off x="3192067" y="694998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17" name="pt1316"/>
            <p:cNvSpPr/>
            <p:nvPr/>
          </p:nvSpPr>
          <p:spPr>
            <a:xfrm>
              <a:off x="2996819" y="688366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18" name="pt1317"/>
            <p:cNvSpPr/>
            <p:nvPr/>
          </p:nvSpPr>
          <p:spPr>
            <a:xfrm>
              <a:off x="3139731" y="676145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19" name="pt1318"/>
            <p:cNvSpPr/>
            <p:nvPr/>
          </p:nvSpPr>
          <p:spPr>
            <a:xfrm>
              <a:off x="3019258" y="657873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20" name="pt1319"/>
            <p:cNvSpPr/>
            <p:nvPr/>
          </p:nvSpPr>
          <p:spPr>
            <a:xfrm>
              <a:off x="3170971" y="689317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21" name="pt1320"/>
            <p:cNvSpPr/>
            <p:nvPr/>
          </p:nvSpPr>
          <p:spPr>
            <a:xfrm>
              <a:off x="2994799" y="574682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22" name="pt1321"/>
            <p:cNvSpPr/>
            <p:nvPr/>
          </p:nvSpPr>
          <p:spPr>
            <a:xfrm>
              <a:off x="3160732" y="510759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23" name="pt1322"/>
            <p:cNvSpPr/>
            <p:nvPr/>
          </p:nvSpPr>
          <p:spPr>
            <a:xfrm>
              <a:off x="3006043" y="722571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24" name="pt1323"/>
            <p:cNvSpPr/>
            <p:nvPr/>
          </p:nvSpPr>
          <p:spPr>
            <a:xfrm>
              <a:off x="3150387" y="724747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25" name="pt1324"/>
            <p:cNvSpPr/>
            <p:nvPr/>
          </p:nvSpPr>
          <p:spPr>
            <a:xfrm>
              <a:off x="3027091" y="708796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26" name="pt1325"/>
            <p:cNvSpPr/>
            <p:nvPr/>
          </p:nvSpPr>
          <p:spPr>
            <a:xfrm>
              <a:off x="3195067" y="700444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27" name="pt1326"/>
            <p:cNvSpPr/>
            <p:nvPr/>
          </p:nvSpPr>
          <p:spPr>
            <a:xfrm>
              <a:off x="2976837" y="714619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28" name="pt1327"/>
            <p:cNvSpPr/>
            <p:nvPr/>
          </p:nvSpPr>
          <p:spPr>
            <a:xfrm>
              <a:off x="3135608" y="690891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29" name="pt1328"/>
            <p:cNvSpPr/>
            <p:nvPr/>
          </p:nvSpPr>
          <p:spPr>
            <a:xfrm>
              <a:off x="2985107" y="684870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30" name="pt1329"/>
            <p:cNvSpPr/>
            <p:nvPr/>
          </p:nvSpPr>
          <p:spPr>
            <a:xfrm>
              <a:off x="3195466" y="632443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31" name="pt1330"/>
            <p:cNvSpPr/>
            <p:nvPr/>
          </p:nvSpPr>
          <p:spPr>
            <a:xfrm>
              <a:off x="2973035" y="619542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32" name="pt1331"/>
            <p:cNvSpPr/>
            <p:nvPr/>
          </p:nvSpPr>
          <p:spPr>
            <a:xfrm>
              <a:off x="3142018" y="616114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33" name="pt1332"/>
            <p:cNvSpPr/>
            <p:nvPr/>
          </p:nvSpPr>
          <p:spPr>
            <a:xfrm>
              <a:off x="2988357" y="703255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34" name="pt1333"/>
            <p:cNvSpPr/>
            <p:nvPr/>
          </p:nvSpPr>
          <p:spPr>
            <a:xfrm>
              <a:off x="3205809" y="653558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35" name="pt1334"/>
            <p:cNvSpPr/>
            <p:nvPr/>
          </p:nvSpPr>
          <p:spPr>
            <a:xfrm>
              <a:off x="3011438" y="712455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36" name="pt1335"/>
            <p:cNvSpPr/>
            <p:nvPr/>
          </p:nvSpPr>
          <p:spPr>
            <a:xfrm>
              <a:off x="3160298" y="716012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37" name="pt1336"/>
            <p:cNvSpPr/>
            <p:nvPr/>
          </p:nvSpPr>
          <p:spPr>
            <a:xfrm>
              <a:off x="3037848" y="731843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38" name="pt1337"/>
            <p:cNvSpPr/>
            <p:nvPr/>
          </p:nvSpPr>
          <p:spPr>
            <a:xfrm>
              <a:off x="3136704" y="730357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39" name="pt1338"/>
            <p:cNvSpPr/>
            <p:nvPr/>
          </p:nvSpPr>
          <p:spPr>
            <a:xfrm>
              <a:off x="3003088" y="733240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40" name="pt1339"/>
            <p:cNvSpPr/>
            <p:nvPr/>
          </p:nvSpPr>
          <p:spPr>
            <a:xfrm>
              <a:off x="3154833" y="718573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41" name="pt1340"/>
            <p:cNvSpPr/>
            <p:nvPr/>
          </p:nvSpPr>
          <p:spPr>
            <a:xfrm>
              <a:off x="3010345" y="685054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42" name="pt1341"/>
            <p:cNvSpPr/>
            <p:nvPr/>
          </p:nvSpPr>
          <p:spPr>
            <a:xfrm>
              <a:off x="3193832" y="677365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43" name="pt1342"/>
            <p:cNvSpPr/>
            <p:nvPr/>
          </p:nvSpPr>
          <p:spPr>
            <a:xfrm>
              <a:off x="3022131" y="734004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44" name="pt1343"/>
            <p:cNvSpPr/>
            <p:nvPr/>
          </p:nvSpPr>
          <p:spPr>
            <a:xfrm>
              <a:off x="3153846" y="734004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45" name="pt1344"/>
            <p:cNvSpPr/>
            <p:nvPr/>
          </p:nvSpPr>
          <p:spPr>
            <a:xfrm>
              <a:off x="2985963" y="691859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46" name="pt1345"/>
            <p:cNvSpPr/>
            <p:nvPr/>
          </p:nvSpPr>
          <p:spPr>
            <a:xfrm>
              <a:off x="3167349" y="703890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47" name="pt1346"/>
            <p:cNvSpPr/>
            <p:nvPr/>
          </p:nvSpPr>
          <p:spPr>
            <a:xfrm>
              <a:off x="3006544" y="681043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48" name="pt1347"/>
            <p:cNvSpPr/>
            <p:nvPr/>
          </p:nvSpPr>
          <p:spPr>
            <a:xfrm>
              <a:off x="3161914" y="656710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49" name="pt1348"/>
            <p:cNvSpPr/>
            <p:nvPr/>
          </p:nvSpPr>
          <p:spPr>
            <a:xfrm>
              <a:off x="3041554" y="734004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50" name="pt1349"/>
            <p:cNvSpPr/>
            <p:nvPr/>
          </p:nvSpPr>
          <p:spPr>
            <a:xfrm>
              <a:off x="3163496" y="734004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51" name="pt1350"/>
            <p:cNvSpPr/>
            <p:nvPr/>
          </p:nvSpPr>
          <p:spPr>
            <a:xfrm>
              <a:off x="3023296" y="734004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52" name="pt1351"/>
            <p:cNvSpPr/>
            <p:nvPr/>
          </p:nvSpPr>
          <p:spPr>
            <a:xfrm>
              <a:off x="3161842" y="734004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53" name="pt1352"/>
            <p:cNvSpPr/>
            <p:nvPr/>
          </p:nvSpPr>
          <p:spPr>
            <a:xfrm>
              <a:off x="4097476" y="714343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54" name="pt1353"/>
            <p:cNvSpPr/>
            <p:nvPr/>
          </p:nvSpPr>
          <p:spPr>
            <a:xfrm>
              <a:off x="4231246" y="699977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55" name="pt1354"/>
            <p:cNvSpPr/>
            <p:nvPr/>
          </p:nvSpPr>
          <p:spPr>
            <a:xfrm>
              <a:off x="4091779" y="728085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56" name="pt1355"/>
            <p:cNvSpPr/>
            <p:nvPr/>
          </p:nvSpPr>
          <p:spPr>
            <a:xfrm>
              <a:off x="4226788" y="728728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57" name="pt1356"/>
            <p:cNvSpPr/>
            <p:nvPr/>
          </p:nvSpPr>
          <p:spPr>
            <a:xfrm>
              <a:off x="4108488" y="723437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58" name="pt1357"/>
            <p:cNvSpPr/>
            <p:nvPr/>
          </p:nvSpPr>
          <p:spPr>
            <a:xfrm>
              <a:off x="4234906" y="719945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59" name="pt1358"/>
            <p:cNvSpPr/>
            <p:nvPr/>
          </p:nvSpPr>
          <p:spPr>
            <a:xfrm>
              <a:off x="4117469" y="719305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60" name="pt1359"/>
            <p:cNvSpPr/>
            <p:nvPr/>
          </p:nvSpPr>
          <p:spPr>
            <a:xfrm>
              <a:off x="4223696" y="724115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61" name="pt1360"/>
            <p:cNvSpPr/>
            <p:nvPr/>
          </p:nvSpPr>
          <p:spPr>
            <a:xfrm>
              <a:off x="4084258" y="708584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62" name="pt1361"/>
            <p:cNvSpPr/>
            <p:nvPr/>
          </p:nvSpPr>
          <p:spPr>
            <a:xfrm>
              <a:off x="4285638" y="702984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63" name="pt1362"/>
            <p:cNvSpPr/>
            <p:nvPr/>
          </p:nvSpPr>
          <p:spPr>
            <a:xfrm>
              <a:off x="4079349" y="698686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64" name="pt1363"/>
            <p:cNvSpPr/>
            <p:nvPr/>
          </p:nvSpPr>
          <p:spPr>
            <a:xfrm>
              <a:off x="4241812" y="698697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65" name="pt1364"/>
            <p:cNvSpPr/>
            <p:nvPr/>
          </p:nvSpPr>
          <p:spPr>
            <a:xfrm>
              <a:off x="4099751" y="730170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66" name="pt1365"/>
            <p:cNvSpPr/>
            <p:nvPr/>
          </p:nvSpPr>
          <p:spPr>
            <a:xfrm>
              <a:off x="4274366" y="732068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67" name="pt1366"/>
            <p:cNvSpPr/>
            <p:nvPr/>
          </p:nvSpPr>
          <p:spPr>
            <a:xfrm>
              <a:off x="4064293" y="727619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68" name="pt1367"/>
            <p:cNvSpPr/>
            <p:nvPr/>
          </p:nvSpPr>
          <p:spPr>
            <a:xfrm>
              <a:off x="4285799" y="727903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69" name="pt1368"/>
            <p:cNvSpPr/>
            <p:nvPr/>
          </p:nvSpPr>
          <p:spPr>
            <a:xfrm>
              <a:off x="4088910" y="724964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70" name="pt1369"/>
            <p:cNvSpPr/>
            <p:nvPr/>
          </p:nvSpPr>
          <p:spPr>
            <a:xfrm>
              <a:off x="4286838" y="721784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71" name="pt1370"/>
            <p:cNvSpPr/>
            <p:nvPr/>
          </p:nvSpPr>
          <p:spPr>
            <a:xfrm>
              <a:off x="4108555" y="727901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72" name="pt1371"/>
            <p:cNvSpPr/>
            <p:nvPr/>
          </p:nvSpPr>
          <p:spPr>
            <a:xfrm>
              <a:off x="4221293" y="729378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73" name="pt1372"/>
            <p:cNvSpPr/>
            <p:nvPr/>
          </p:nvSpPr>
          <p:spPr>
            <a:xfrm>
              <a:off x="4117398" y="732242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74" name="pt1373"/>
            <p:cNvSpPr/>
            <p:nvPr/>
          </p:nvSpPr>
          <p:spPr>
            <a:xfrm>
              <a:off x="4280857" y="733967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75" name="pt1374"/>
            <p:cNvSpPr/>
            <p:nvPr/>
          </p:nvSpPr>
          <p:spPr>
            <a:xfrm>
              <a:off x="4067949" y="733292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76" name="pt1375"/>
            <p:cNvSpPr/>
            <p:nvPr/>
          </p:nvSpPr>
          <p:spPr>
            <a:xfrm>
              <a:off x="4240078" y="732866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77" name="pt1376"/>
            <p:cNvSpPr/>
            <p:nvPr/>
          </p:nvSpPr>
          <p:spPr>
            <a:xfrm>
              <a:off x="4098642" y="732134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78" name="pt1377"/>
            <p:cNvSpPr/>
            <p:nvPr/>
          </p:nvSpPr>
          <p:spPr>
            <a:xfrm>
              <a:off x="4278316" y="733033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79" name="pt1378"/>
            <p:cNvSpPr/>
            <p:nvPr/>
          </p:nvSpPr>
          <p:spPr>
            <a:xfrm>
              <a:off x="4092573" y="728342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80" name="pt1379"/>
            <p:cNvSpPr/>
            <p:nvPr/>
          </p:nvSpPr>
          <p:spPr>
            <a:xfrm>
              <a:off x="4283176" y="732228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81" name="pt1380"/>
            <p:cNvSpPr/>
            <p:nvPr/>
          </p:nvSpPr>
          <p:spPr>
            <a:xfrm>
              <a:off x="4067484" y="715630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82" name="pt1381"/>
            <p:cNvSpPr/>
            <p:nvPr/>
          </p:nvSpPr>
          <p:spPr>
            <a:xfrm>
              <a:off x="4262691" y="721697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83" name="pt1382"/>
            <p:cNvSpPr/>
            <p:nvPr/>
          </p:nvSpPr>
          <p:spPr>
            <a:xfrm>
              <a:off x="4065163" y="730035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84" name="pt1383"/>
            <p:cNvSpPr/>
            <p:nvPr/>
          </p:nvSpPr>
          <p:spPr>
            <a:xfrm>
              <a:off x="4229863" y="728894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85" name="pt1384"/>
            <p:cNvSpPr/>
            <p:nvPr/>
          </p:nvSpPr>
          <p:spPr>
            <a:xfrm>
              <a:off x="4099606" y="733537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86" name="pt1385"/>
            <p:cNvSpPr/>
            <p:nvPr/>
          </p:nvSpPr>
          <p:spPr>
            <a:xfrm>
              <a:off x="4285641" y="732710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87" name="pt1386"/>
            <p:cNvSpPr/>
            <p:nvPr/>
          </p:nvSpPr>
          <p:spPr>
            <a:xfrm>
              <a:off x="4124822" y="731414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88" name="pt1387"/>
            <p:cNvSpPr/>
            <p:nvPr/>
          </p:nvSpPr>
          <p:spPr>
            <a:xfrm>
              <a:off x="4270040" y="704271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89" name="pt1388"/>
            <p:cNvSpPr/>
            <p:nvPr/>
          </p:nvSpPr>
          <p:spPr>
            <a:xfrm>
              <a:off x="4112420" y="734004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90" name="pt1389"/>
            <p:cNvSpPr/>
            <p:nvPr/>
          </p:nvSpPr>
          <p:spPr>
            <a:xfrm>
              <a:off x="4277508" y="734004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91" name="pt1390"/>
            <p:cNvSpPr/>
            <p:nvPr/>
          </p:nvSpPr>
          <p:spPr>
            <a:xfrm>
              <a:off x="4071694" y="730143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92" name="pt1391"/>
            <p:cNvSpPr/>
            <p:nvPr/>
          </p:nvSpPr>
          <p:spPr>
            <a:xfrm>
              <a:off x="4230274" y="732783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93" name="pt1392"/>
            <p:cNvSpPr/>
            <p:nvPr/>
          </p:nvSpPr>
          <p:spPr>
            <a:xfrm>
              <a:off x="4099690" y="717981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94" name="pt1393"/>
            <p:cNvSpPr/>
            <p:nvPr/>
          </p:nvSpPr>
          <p:spPr>
            <a:xfrm>
              <a:off x="4244339" y="706419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95" name="pt1394"/>
            <p:cNvSpPr/>
            <p:nvPr/>
          </p:nvSpPr>
          <p:spPr>
            <a:xfrm>
              <a:off x="4113471" y="694594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96" name="pt1395"/>
            <p:cNvSpPr/>
            <p:nvPr/>
          </p:nvSpPr>
          <p:spPr>
            <a:xfrm>
              <a:off x="4227859" y="700961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97" name="pt1396"/>
            <p:cNvSpPr/>
            <p:nvPr/>
          </p:nvSpPr>
          <p:spPr>
            <a:xfrm>
              <a:off x="4124730" y="731721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98" name="pt1397"/>
            <p:cNvSpPr/>
            <p:nvPr/>
          </p:nvSpPr>
          <p:spPr>
            <a:xfrm>
              <a:off x="4238900" y="729076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99" name="pt1398"/>
            <p:cNvSpPr/>
            <p:nvPr/>
          </p:nvSpPr>
          <p:spPr>
            <a:xfrm>
              <a:off x="4113381" y="727736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00" name="pt1399"/>
            <p:cNvSpPr/>
            <p:nvPr/>
          </p:nvSpPr>
          <p:spPr>
            <a:xfrm>
              <a:off x="4263949" y="729982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01" name="pt1400"/>
            <p:cNvSpPr/>
            <p:nvPr/>
          </p:nvSpPr>
          <p:spPr>
            <a:xfrm>
              <a:off x="4119209" y="731310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02" name="pt1401"/>
            <p:cNvSpPr/>
            <p:nvPr/>
          </p:nvSpPr>
          <p:spPr>
            <a:xfrm>
              <a:off x="4287828" y="726631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03" name="pt1402"/>
            <p:cNvSpPr/>
            <p:nvPr/>
          </p:nvSpPr>
          <p:spPr>
            <a:xfrm>
              <a:off x="4060603" y="733262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04" name="pt1403"/>
            <p:cNvSpPr/>
            <p:nvPr/>
          </p:nvSpPr>
          <p:spPr>
            <a:xfrm>
              <a:off x="4265573" y="729983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05" name="pt1404"/>
            <p:cNvSpPr/>
            <p:nvPr/>
          </p:nvSpPr>
          <p:spPr>
            <a:xfrm>
              <a:off x="4074223" y="732589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06" name="pt1405"/>
            <p:cNvSpPr/>
            <p:nvPr/>
          </p:nvSpPr>
          <p:spPr>
            <a:xfrm>
              <a:off x="4276553" y="733970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07" name="pt1406"/>
            <p:cNvSpPr/>
            <p:nvPr/>
          </p:nvSpPr>
          <p:spPr>
            <a:xfrm>
              <a:off x="4072177" y="731187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08" name="pt1407"/>
            <p:cNvSpPr/>
            <p:nvPr/>
          </p:nvSpPr>
          <p:spPr>
            <a:xfrm>
              <a:off x="4232141" y="733481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09" name="pt1408"/>
            <p:cNvSpPr/>
            <p:nvPr/>
          </p:nvSpPr>
          <p:spPr>
            <a:xfrm>
              <a:off x="4091085" y="731980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10" name="pt1409"/>
            <p:cNvSpPr/>
            <p:nvPr/>
          </p:nvSpPr>
          <p:spPr>
            <a:xfrm>
              <a:off x="4224189" y="729930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11" name="pt1410"/>
            <p:cNvSpPr/>
            <p:nvPr/>
          </p:nvSpPr>
          <p:spPr>
            <a:xfrm>
              <a:off x="4060978" y="705681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12" name="pt1411"/>
            <p:cNvSpPr/>
            <p:nvPr/>
          </p:nvSpPr>
          <p:spPr>
            <a:xfrm>
              <a:off x="4212263" y="668949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13" name="pt1412"/>
            <p:cNvSpPr/>
            <p:nvPr/>
          </p:nvSpPr>
          <p:spPr>
            <a:xfrm>
              <a:off x="4056452" y="729488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14" name="pt1413"/>
            <p:cNvSpPr/>
            <p:nvPr/>
          </p:nvSpPr>
          <p:spPr>
            <a:xfrm>
              <a:off x="4262463" y="729788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15" name="pt1414"/>
            <p:cNvSpPr/>
            <p:nvPr/>
          </p:nvSpPr>
          <p:spPr>
            <a:xfrm>
              <a:off x="4083576" y="731578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16" name="pt1415"/>
            <p:cNvSpPr/>
            <p:nvPr/>
          </p:nvSpPr>
          <p:spPr>
            <a:xfrm>
              <a:off x="4241091" y="728606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17" name="pt1416"/>
            <p:cNvSpPr/>
            <p:nvPr/>
          </p:nvSpPr>
          <p:spPr>
            <a:xfrm>
              <a:off x="4118823" y="734004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18" name="pt1417"/>
            <p:cNvSpPr/>
            <p:nvPr/>
          </p:nvSpPr>
          <p:spPr>
            <a:xfrm>
              <a:off x="4212146" y="734004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19" name="pt1418"/>
            <p:cNvSpPr/>
            <p:nvPr/>
          </p:nvSpPr>
          <p:spPr>
            <a:xfrm>
              <a:off x="4119922" y="727558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20" name="pt1419"/>
            <p:cNvSpPr/>
            <p:nvPr/>
          </p:nvSpPr>
          <p:spPr>
            <a:xfrm>
              <a:off x="4223346" y="728335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21" name="pt1420"/>
            <p:cNvSpPr/>
            <p:nvPr/>
          </p:nvSpPr>
          <p:spPr>
            <a:xfrm>
              <a:off x="4097475" y="715361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22" name="pt1421"/>
            <p:cNvSpPr/>
            <p:nvPr/>
          </p:nvSpPr>
          <p:spPr>
            <a:xfrm>
              <a:off x="4238716" y="730933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23" name="pt1422"/>
            <p:cNvSpPr/>
            <p:nvPr/>
          </p:nvSpPr>
          <p:spPr>
            <a:xfrm>
              <a:off x="4081067" y="733917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24" name="pt1423"/>
            <p:cNvSpPr/>
            <p:nvPr/>
          </p:nvSpPr>
          <p:spPr>
            <a:xfrm>
              <a:off x="4261399" y="734000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25" name="pt1424"/>
            <p:cNvSpPr/>
            <p:nvPr/>
          </p:nvSpPr>
          <p:spPr>
            <a:xfrm>
              <a:off x="4092071" y="703344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26" name="pt1425"/>
            <p:cNvSpPr/>
            <p:nvPr/>
          </p:nvSpPr>
          <p:spPr>
            <a:xfrm>
              <a:off x="4273084" y="675206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27" name="pt1426"/>
            <p:cNvSpPr/>
            <p:nvPr/>
          </p:nvSpPr>
          <p:spPr>
            <a:xfrm>
              <a:off x="4117348" y="733150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28" name="pt1427"/>
            <p:cNvSpPr/>
            <p:nvPr/>
          </p:nvSpPr>
          <p:spPr>
            <a:xfrm>
              <a:off x="4260721" y="733652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29" name="pt1428"/>
            <p:cNvSpPr/>
            <p:nvPr/>
          </p:nvSpPr>
          <p:spPr>
            <a:xfrm>
              <a:off x="4105106" y="704346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30" name="pt1429"/>
            <p:cNvSpPr/>
            <p:nvPr/>
          </p:nvSpPr>
          <p:spPr>
            <a:xfrm>
              <a:off x="4257420" y="705586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31" name="pt1430"/>
            <p:cNvSpPr/>
            <p:nvPr/>
          </p:nvSpPr>
          <p:spPr>
            <a:xfrm>
              <a:off x="4094569" y="724690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32" name="pt1431"/>
            <p:cNvSpPr/>
            <p:nvPr/>
          </p:nvSpPr>
          <p:spPr>
            <a:xfrm>
              <a:off x="4253578" y="718366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33" name="pt1432"/>
            <p:cNvSpPr/>
            <p:nvPr/>
          </p:nvSpPr>
          <p:spPr>
            <a:xfrm>
              <a:off x="4067908" y="725894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34" name="pt1433"/>
            <p:cNvSpPr/>
            <p:nvPr/>
          </p:nvSpPr>
          <p:spPr>
            <a:xfrm>
              <a:off x="4245732" y="717747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35" name="pt1434"/>
            <p:cNvSpPr/>
            <p:nvPr/>
          </p:nvSpPr>
          <p:spPr>
            <a:xfrm>
              <a:off x="4055552" y="734004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36" name="pt1435"/>
            <p:cNvSpPr/>
            <p:nvPr/>
          </p:nvSpPr>
          <p:spPr>
            <a:xfrm>
              <a:off x="4243441" y="734004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37" name="pt1436"/>
            <p:cNvSpPr/>
            <p:nvPr/>
          </p:nvSpPr>
          <p:spPr>
            <a:xfrm>
              <a:off x="4080748" y="728008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38" name="pt1437"/>
            <p:cNvSpPr/>
            <p:nvPr/>
          </p:nvSpPr>
          <p:spPr>
            <a:xfrm>
              <a:off x="4240584" y="728423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39" name="pt1438"/>
            <p:cNvSpPr/>
            <p:nvPr/>
          </p:nvSpPr>
          <p:spPr>
            <a:xfrm>
              <a:off x="4077750" y="731368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40" name="pt1439"/>
            <p:cNvSpPr/>
            <p:nvPr/>
          </p:nvSpPr>
          <p:spPr>
            <a:xfrm>
              <a:off x="4238914" y="731949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41" name="pt1440"/>
            <p:cNvSpPr/>
            <p:nvPr/>
          </p:nvSpPr>
          <p:spPr>
            <a:xfrm>
              <a:off x="4095410" y="724253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42" name="pt1441"/>
            <p:cNvSpPr/>
            <p:nvPr/>
          </p:nvSpPr>
          <p:spPr>
            <a:xfrm>
              <a:off x="4218890" y="726347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43" name="pt1442"/>
            <p:cNvSpPr/>
            <p:nvPr/>
          </p:nvSpPr>
          <p:spPr>
            <a:xfrm>
              <a:off x="4120057" y="673703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44" name="pt1443"/>
            <p:cNvSpPr/>
            <p:nvPr/>
          </p:nvSpPr>
          <p:spPr>
            <a:xfrm>
              <a:off x="4255967" y="675953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45" name="pt1444"/>
            <p:cNvSpPr/>
            <p:nvPr/>
          </p:nvSpPr>
          <p:spPr>
            <a:xfrm>
              <a:off x="4126444" y="638787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46" name="pt1445"/>
            <p:cNvSpPr/>
            <p:nvPr/>
          </p:nvSpPr>
          <p:spPr>
            <a:xfrm>
              <a:off x="4246235" y="650501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47" name="pt1446"/>
            <p:cNvSpPr/>
            <p:nvPr/>
          </p:nvSpPr>
          <p:spPr>
            <a:xfrm>
              <a:off x="4070832" y="714159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48" name="pt1447"/>
            <p:cNvSpPr/>
            <p:nvPr/>
          </p:nvSpPr>
          <p:spPr>
            <a:xfrm>
              <a:off x="4222155" y="719752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49" name="pt1448"/>
            <p:cNvSpPr/>
            <p:nvPr/>
          </p:nvSpPr>
          <p:spPr>
            <a:xfrm>
              <a:off x="4097250" y="701958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50" name="pt1449"/>
            <p:cNvSpPr/>
            <p:nvPr/>
          </p:nvSpPr>
          <p:spPr>
            <a:xfrm>
              <a:off x="4250218" y="715548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51" name="pt1450"/>
            <p:cNvSpPr/>
            <p:nvPr/>
          </p:nvSpPr>
          <p:spPr>
            <a:xfrm>
              <a:off x="4072493" y="716017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52" name="pt1451"/>
            <p:cNvSpPr/>
            <p:nvPr/>
          </p:nvSpPr>
          <p:spPr>
            <a:xfrm>
              <a:off x="4249478" y="71506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53" name="pt1452"/>
            <p:cNvSpPr/>
            <p:nvPr/>
          </p:nvSpPr>
          <p:spPr>
            <a:xfrm>
              <a:off x="4055079" y="641995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54" name="pt1453"/>
            <p:cNvSpPr/>
            <p:nvPr/>
          </p:nvSpPr>
          <p:spPr>
            <a:xfrm>
              <a:off x="4240554" y="729817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55" name="pt1454"/>
            <p:cNvSpPr/>
            <p:nvPr/>
          </p:nvSpPr>
          <p:spPr>
            <a:xfrm>
              <a:off x="4093774" y="727258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56" name="pt1455"/>
            <p:cNvSpPr/>
            <p:nvPr/>
          </p:nvSpPr>
          <p:spPr>
            <a:xfrm>
              <a:off x="4282958" y="732360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57" name="pt1456"/>
            <p:cNvSpPr/>
            <p:nvPr/>
          </p:nvSpPr>
          <p:spPr>
            <a:xfrm>
              <a:off x="4108564" y="731289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58" name="pt1457"/>
            <p:cNvSpPr/>
            <p:nvPr/>
          </p:nvSpPr>
          <p:spPr>
            <a:xfrm>
              <a:off x="4269830" y="732111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59" name="pt1458"/>
            <p:cNvSpPr/>
            <p:nvPr/>
          </p:nvSpPr>
          <p:spPr>
            <a:xfrm>
              <a:off x="4116160" y="727906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60" name="pt1459"/>
            <p:cNvSpPr/>
            <p:nvPr/>
          </p:nvSpPr>
          <p:spPr>
            <a:xfrm>
              <a:off x="4285250" y="724579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61" name="pt1460"/>
            <p:cNvSpPr/>
            <p:nvPr/>
          </p:nvSpPr>
          <p:spPr>
            <a:xfrm>
              <a:off x="4074589" y="732101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62" name="pt1461"/>
            <p:cNvSpPr/>
            <p:nvPr/>
          </p:nvSpPr>
          <p:spPr>
            <a:xfrm>
              <a:off x="4229613" y="727919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63" name="pt1462"/>
            <p:cNvSpPr/>
            <p:nvPr/>
          </p:nvSpPr>
          <p:spPr>
            <a:xfrm>
              <a:off x="4115149" y="727319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64" name="pt1463"/>
            <p:cNvSpPr/>
            <p:nvPr/>
          </p:nvSpPr>
          <p:spPr>
            <a:xfrm>
              <a:off x="4276924" y="714537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65" name="pt1464"/>
            <p:cNvSpPr/>
            <p:nvPr/>
          </p:nvSpPr>
          <p:spPr>
            <a:xfrm>
              <a:off x="4109115" y="727940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66" name="pt1465"/>
            <p:cNvSpPr/>
            <p:nvPr/>
          </p:nvSpPr>
          <p:spPr>
            <a:xfrm>
              <a:off x="4264919" y="731458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67" name="pt1466"/>
            <p:cNvSpPr/>
            <p:nvPr/>
          </p:nvSpPr>
          <p:spPr>
            <a:xfrm>
              <a:off x="4127071" y="718768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68" name="pt1467"/>
            <p:cNvSpPr/>
            <p:nvPr/>
          </p:nvSpPr>
          <p:spPr>
            <a:xfrm>
              <a:off x="4246938" y="722464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69" name="pt1468"/>
            <p:cNvSpPr/>
            <p:nvPr/>
          </p:nvSpPr>
          <p:spPr>
            <a:xfrm>
              <a:off x="4084627" y="727743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70" name="pt1469"/>
            <p:cNvSpPr/>
            <p:nvPr/>
          </p:nvSpPr>
          <p:spPr>
            <a:xfrm>
              <a:off x="4238891" y="732662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71" name="pt1470"/>
            <p:cNvSpPr/>
            <p:nvPr/>
          </p:nvSpPr>
          <p:spPr>
            <a:xfrm>
              <a:off x="4126215" y="732655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72" name="pt1471"/>
            <p:cNvSpPr/>
            <p:nvPr/>
          </p:nvSpPr>
          <p:spPr>
            <a:xfrm>
              <a:off x="4277871" y="732208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73" name="pt1472"/>
            <p:cNvSpPr/>
            <p:nvPr/>
          </p:nvSpPr>
          <p:spPr>
            <a:xfrm>
              <a:off x="4097920" y="731629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74" name="pt1473"/>
            <p:cNvSpPr/>
            <p:nvPr/>
          </p:nvSpPr>
          <p:spPr>
            <a:xfrm>
              <a:off x="4214484" y="732238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75" name="pt1474"/>
            <p:cNvSpPr/>
            <p:nvPr/>
          </p:nvSpPr>
          <p:spPr>
            <a:xfrm>
              <a:off x="4073249" y="700213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76" name="pt1475"/>
            <p:cNvSpPr/>
            <p:nvPr/>
          </p:nvSpPr>
          <p:spPr>
            <a:xfrm>
              <a:off x="4227819" y="702707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77" name="pt1476"/>
            <p:cNvSpPr/>
            <p:nvPr/>
          </p:nvSpPr>
          <p:spPr>
            <a:xfrm>
              <a:off x="4066158" y="718164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78" name="pt1477"/>
            <p:cNvSpPr/>
            <p:nvPr/>
          </p:nvSpPr>
          <p:spPr>
            <a:xfrm>
              <a:off x="4273685" y="685820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79" name="pt1478"/>
            <p:cNvSpPr/>
            <p:nvPr/>
          </p:nvSpPr>
          <p:spPr>
            <a:xfrm>
              <a:off x="4105101" y="715635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80" name="pt1479"/>
            <p:cNvSpPr/>
            <p:nvPr/>
          </p:nvSpPr>
          <p:spPr>
            <a:xfrm>
              <a:off x="4278707" y="705169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81" name="pt1480"/>
            <p:cNvSpPr/>
            <p:nvPr/>
          </p:nvSpPr>
          <p:spPr>
            <a:xfrm>
              <a:off x="4120267" y="730050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82" name="pt1481"/>
            <p:cNvSpPr/>
            <p:nvPr/>
          </p:nvSpPr>
          <p:spPr>
            <a:xfrm>
              <a:off x="4236794" y="727600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83" name="pt1482"/>
            <p:cNvSpPr/>
            <p:nvPr/>
          </p:nvSpPr>
          <p:spPr>
            <a:xfrm>
              <a:off x="4084924" y="711630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84" name="pt1483"/>
            <p:cNvSpPr/>
            <p:nvPr/>
          </p:nvSpPr>
          <p:spPr>
            <a:xfrm>
              <a:off x="4243074" y="719352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85" name="pt1484"/>
            <p:cNvSpPr/>
            <p:nvPr/>
          </p:nvSpPr>
          <p:spPr>
            <a:xfrm>
              <a:off x="4065963" y="732046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86" name="pt1485"/>
            <p:cNvSpPr/>
            <p:nvPr/>
          </p:nvSpPr>
          <p:spPr>
            <a:xfrm>
              <a:off x="4283776" y="730542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87" name="pt1486"/>
            <p:cNvSpPr/>
            <p:nvPr/>
          </p:nvSpPr>
          <p:spPr>
            <a:xfrm>
              <a:off x="4087878" y="713267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88" name="pt1487"/>
            <p:cNvSpPr/>
            <p:nvPr/>
          </p:nvSpPr>
          <p:spPr>
            <a:xfrm>
              <a:off x="4218414" y="732759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89" name="pt1488"/>
            <p:cNvSpPr/>
            <p:nvPr/>
          </p:nvSpPr>
          <p:spPr>
            <a:xfrm>
              <a:off x="4070821" y="712884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90" name="pt1489"/>
            <p:cNvSpPr/>
            <p:nvPr/>
          </p:nvSpPr>
          <p:spPr>
            <a:xfrm>
              <a:off x="4220961" y="709931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91" name="pt1490"/>
            <p:cNvSpPr/>
            <p:nvPr/>
          </p:nvSpPr>
          <p:spPr>
            <a:xfrm>
              <a:off x="4109911" y="726126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92" name="pt1491"/>
            <p:cNvSpPr/>
            <p:nvPr/>
          </p:nvSpPr>
          <p:spPr>
            <a:xfrm>
              <a:off x="4232436" y="729758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93" name="pt1492"/>
            <p:cNvSpPr/>
            <p:nvPr/>
          </p:nvSpPr>
          <p:spPr>
            <a:xfrm>
              <a:off x="4100483" y="731057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94" name="pt1493"/>
            <p:cNvSpPr/>
            <p:nvPr/>
          </p:nvSpPr>
          <p:spPr>
            <a:xfrm>
              <a:off x="4211371" y="733405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95" name="pt1494"/>
            <p:cNvSpPr/>
            <p:nvPr/>
          </p:nvSpPr>
          <p:spPr>
            <a:xfrm>
              <a:off x="4118680" y="694090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96" name="pt1495"/>
            <p:cNvSpPr/>
            <p:nvPr/>
          </p:nvSpPr>
          <p:spPr>
            <a:xfrm>
              <a:off x="4269750" y="709049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97" name="pt1496"/>
            <p:cNvSpPr/>
            <p:nvPr/>
          </p:nvSpPr>
          <p:spPr>
            <a:xfrm>
              <a:off x="4085904" y="718081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98" name="pt1497"/>
            <p:cNvSpPr/>
            <p:nvPr/>
          </p:nvSpPr>
          <p:spPr>
            <a:xfrm>
              <a:off x="4262762" y="729901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99" name="pt1498"/>
            <p:cNvSpPr/>
            <p:nvPr/>
          </p:nvSpPr>
          <p:spPr>
            <a:xfrm>
              <a:off x="4062299" y="733458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00" name="pt1499"/>
            <p:cNvSpPr/>
            <p:nvPr/>
          </p:nvSpPr>
          <p:spPr>
            <a:xfrm>
              <a:off x="4255495" y="733883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01" name="pt1500"/>
            <p:cNvSpPr/>
            <p:nvPr/>
          </p:nvSpPr>
          <p:spPr>
            <a:xfrm>
              <a:off x="4061076" y="682122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02" name="pt1501"/>
            <p:cNvSpPr/>
            <p:nvPr/>
          </p:nvSpPr>
          <p:spPr>
            <a:xfrm>
              <a:off x="4247349" y="709035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03" name="pt1502"/>
            <p:cNvSpPr/>
            <p:nvPr/>
          </p:nvSpPr>
          <p:spPr>
            <a:xfrm>
              <a:off x="4066909" y="715331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04" name="pt1503"/>
            <p:cNvSpPr/>
            <p:nvPr/>
          </p:nvSpPr>
          <p:spPr>
            <a:xfrm>
              <a:off x="4272853" y="687900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05" name="pt1504"/>
            <p:cNvSpPr/>
            <p:nvPr/>
          </p:nvSpPr>
          <p:spPr>
            <a:xfrm>
              <a:off x="4068163" y="689193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06" name="pt1505"/>
            <p:cNvSpPr/>
            <p:nvPr/>
          </p:nvSpPr>
          <p:spPr>
            <a:xfrm>
              <a:off x="4265750" y="716284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07" name="pt1506"/>
            <p:cNvSpPr/>
            <p:nvPr/>
          </p:nvSpPr>
          <p:spPr>
            <a:xfrm>
              <a:off x="4132533" y="729266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08" name="pt1507"/>
            <p:cNvSpPr/>
            <p:nvPr/>
          </p:nvSpPr>
          <p:spPr>
            <a:xfrm>
              <a:off x="4247442" y="725790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09" name="pt1508"/>
            <p:cNvSpPr/>
            <p:nvPr/>
          </p:nvSpPr>
          <p:spPr>
            <a:xfrm>
              <a:off x="4128723" y="730256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10" name="pt1509"/>
            <p:cNvSpPr/>
            <p:nvPr/>
          </p:nvSpPr>
          <p:spPr>
            <a:xfrm>
              <a:off x="4245411" y="733985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11" name="pt1510"/>
            <p:cNvSpPr/>
            <p:nvPr/>
          </p:nvSpPr>
          <p:spPr>
            <a:xfrm>
              <a:off x="4072641" y="719929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12" name="pt1511"/>
            <p:cNvSpPr/>
            <p:nvPr/>
          </p:nvSpPr>
          <p:spPr>
            <a:xfrm>
              <a:off x="4273634" y="717945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13" name="pt1512"/>
            <p:cNvSpPr/>
            <p:nvPr/>
          </p:nvSpPr>
          <p:spPr>
            <a:xfrm>
              <a:off x="4094617" y="732708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14" name="pt1513"/>
            <p:cNvSpPr/>
            <p:nvPr/>
          </p:nvSpPr>
          <p:spPr>
            <a:xfrm>
              <a:off x="4222115" y="724768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15" name="pt1514"/>
            <p:cNvSpPr/>
            <p:nvPr/>
          </p:nvSpPr>
          <p:spPr>
            <a:xfrm>
              <a:off x="4059257" y="622356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16" name="pt1515"/>
            <p:cNvSpPr/>
            <p:nvPr/>
          </p:nvSpPr>
          <p:spPr>
            <a:xfrm>
              <a:off x="4241382" y="601704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17" name="pt1516"/>
            <p:cNvSpPr/>
            <p:nvPr/>
          </p:nvSpPr>
          <p:spPr>
            <a:xfrm>
              <a:off x="4080826" y="730537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18" name="pt1517"/>
            <p:cNvSpPr/>
            <p:nvPr/>
          </p:nvSpPr>
          <p:spPr>
            <a:xfrm>
              <a:off x="4285487" y="733159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19" name="pt1518"/>
            <p:cNvSpPr/>
            <p:nvPr/>
          </p:nvSpPr>
          <p:spPr>
            <a:xfrm>
              <a:off x="4080140" y="717539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20" name="pt1519"/>
            <p:cNvSpPr/>
            <p:nvPr/>
          </p:nvSpPr>
          <p:spPr>
            <a:xfrm>
              <a:off x="4232032" y="729524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21" name="pt1520"/>
            <p:cNvSpPr/>
            <p:nvPr/>
          </p:nvSpPr>
          <p:spPr>
            <a:xfrm>
              <a:off x="4087285" y="693772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22" name="pt1521"/>
            <p:cNvSpPr/>
            <p:nvPr/>
          </p:nvSpPr>
          <p:spPr>
            <a:xfrm>
              <a:off x="4247110" y="717060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23" name="pt1522"/>
            <p:cNvSpPr/>
            <p:nvPr/>
          </p:nvSpPr>
          <p:spPr>
            <a:xfrm>
              <a:off x="4104168" y="683787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24" name="pt1523"/>
            <p:cNvSpPr/>
            <p:nvPr/>
          </p:nvSpPr>
          <p:spPr>
            <a:xfrm>
              <a:off x="4283913" y="692849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25" name="pt1524"/>
            <p:cNvSpPr/>
            <p:nvPr/>
          </p:nvSpPr>
          <p:spPr>
            <a:xfrm>
              <a:off x="4116155" y="719264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26" name="pt1525"/>
            <p:cNvSpPr/>
            <p:nvPr/>
          </p:nvSpPr>
          <p:spPr>
            <a:xfrm>
              <a:off x="4218022" y="728342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27" name="pt1526"/>
            <p:cNvSpPr/>
            <p:nvPr/>
          </p:nvSpPr>
          <p:spPr>
            <a:xfrm>
              <a:off x="4078619" y="721311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28" name="pt1527"/>
            <p:cNvSpPr/>
            <p:nvPr/>
          </p:nvSpPr>
          <p:spPr>
            <a:xfrm>
              <a:off x="4229316" y="731584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29" name="pt1528"/>
            <p:cNvSpPr/>
            <p:nvPr/>
          </p:nvSpPr>
          <p:spPr>
            <a:xfrm>
              <a:off x="4088697" y="716771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30" name="pt1529"/>
            <p:cNvSpPr/>
            <p:nvPr/>
          </p:nvSpPr>
          <p:spPr>
            <a:xfrm>
              <a:off x="4283942" y="722283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31" name="pt1530"/>
            <p:cNvSpPr/>
            <p:nvPr/>
          </p:nvSpPr>
          <p:spPr>
            <a:xfrm>
              <a:off x="4059847" y="698495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32" name="pt1531"/>
            <p:cNvSpPr/>
            <p:nvPr/>
          </p:nvSpPr>
          <p:spPr>
            <a:xfrm>
              <a:off x="4212138" y="665962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33" name="pt1532"/>
            <p:cNvSpPr/>
            <p:nvPr/>
          </p:nvSpPr>
          <p:spPr>
            <a:xfrm>
              <a:off x="4094316" y="680911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34" name="pt1533"/>
            <p:cNvSpPr/>
            <p:nvPr/>
          </p:nvSpPr>
          <p:spPr>
            <a:xfrm>
              <a:off x="4274000" y="692962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35" name="pt1534"/>
            <p:cNvSpPr/>
            <p:nvPr/>
          </p:nvSpPr>
          <p:spPr>
            <a:xfrm>
              <a:off x="4121379" y="708376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36" name="pt1535"/>
            <p:cNvSpPr/>
            <p:nvPr/>
          </p:nvSpPr>
          <p:spPr>
            <a:xfrm>
              <a:off x="4251254" y="714839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37" name="pt1536"/>
            <p:cNvSpPr/>
            <p:nvPr/>
          </p:nvSpPr>
          <p:spPr>
            <a:xfrm>
              <a:off x="4070695" y="734004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38" name="pt1537"/>
            <p:cNvSpPr/>
            <p:nvPr/>
          </p:nvSpPr>
          <p:spPr>
            <a:xfrm>
              <a:off x="4264135" y="734004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39" name="pt1538"/>
            <p:cNvSpPr/>
            <p:nvPr/>
          </p:nvSpPr>
          <p:spPr>
            <a:xfrm>
              <a:off x="4083004" y="733986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40" name="pt1539"/>
            <p:cNvSpPr/>
            <p:nvPr/>
          </p:nvSpPr>
          <p:spPr>
            <a:xfrm>
              <a:off x="4276050" y="733882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41" name="pt1540"/>
            <p:cNvSpPr/>
            <p:nvPr/>
          </p:nvSpPr>
          <p:spPr>
            <a:xfrm>
              <a:off x="4127029" y="702787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42" name="pt1541"/>
            <p:cNvSpPr/>
            <p:nvPr/>
          </p:nvSpPr>
          <p:spPr>
            <a:xfrm>
              <a:off x="4216235" y="696751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43" name="pt1542"/>
            <p:cNvSpPr/>
            <p:nvPr/>
          </p:nvSpPr>
          <p:spPr>
            <a:xfrm>
              <a:off x="4123808" y="699358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44" name="pt1543"/>
            <p:cNvSpPr/>
            <p:nvPr/>
          </p:nvSpPr>
          <p:spPr>
            <a:xfrm>
              <a:off x="4283439" y="68633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45" name="pt1544"/>
            <p:cNvSpPr/>
            <p:nvPr/>
          </p:nvSpPr>
          <p:spPr>
            <a:xfrm>
              <a:off x="4091038" y="725311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46" name="pt1545"/>
            <p:cNvSpPr/>
            <p:nvPr/>
          </p:nvSpPr>
          <p:spPr>
            <a:xfrm>
              <a:off x="4247415" y="708464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47" name="pt1546"/>
            <p:cNvSpPr/>
            <p:nvPr/>
          </p:nvSpPr>
          <p:spPr>
            <a:xfrm>
              <a:off x="4061995" y="733139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48" name="pt1547"/>
            <p:cNvSpPr/>
            <p:nvPr/>
          </p:nvSpPr>
          <p:spPr>
            <a:xfrm>
              <a:off x="4288340" y="732107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49" name="pt1548"/>
            <p:cNvSpPr/>
            <p:nvPr/>
          </p:nvSpPr>
          <p:spPr>
            <a:xfrm>
              <a:off x="4101199" y="733738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50" name="pt1549"/>
            <p:cNvSpPr/>
            <p:nvPr/>
          </p:nvSpPr>
          <p:spPr>
            <a:xfrm>
              <a:off x="4257661" y="733981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51" name="pt1550"/>
            <p:cNvSpPr/>
            <p:nvPr/>
          </p:nvSpPr>
          <p:spPr>
            <a:xfrm>
              <a:off x="4081832" y="723578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52" name="pt1551"/>
            <p:cNvSpPr/>
            <p:nvPr/>
          </p:nvSpPr>
          <p:spPr>
            <a:xfrm>
              <a:off x="4272553" y="732836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53" name="pt1552"/>
            <p:cNvSpPr/>
            <p:nvPr/>
          </p:nvSpPr>
          <p:spPr>
            <a:xfrm>
              <a:off x="4119862" y="733652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54" name="pt1553"/>
            <p:cNvSpPr/>
            <p:nvPr/>
          </p:nvSpPr>
          <p:spPr>
            <a:xfrm>
              <a:off x="4264806" y="733686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55" name="pt1554"/>
            <p:cNvSpPr/>
            <p:nvPr/>
          </p:nvSpPr>
          <p:spPr>
            <a:xfrm>
              <a:off x="4063924" y="733662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56" name="pt1555"/>
            <p:cNvSpPr/>
            <p:nvPr/>
          </p:nvSpPr>
          <p:spPr>
            <a:xfrm>
              <a:off x="4249017" y="732927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57" name="pt1556"/>
            <p:cNvSpPr/>
            <p:nvPr/>
          </p:nvSpPr>
          <p:spPr>
            <a:xfrm>
              <a:off x="4095913" y="730367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58" name="pt1557"/>
            <p:cNvSpPr/>
            <p:nvPr/>
          </p:nvSpPr>
          <p:spPr>
            <a:xfrm>
              <a:off x="4256598" y="723248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59" name="pt1558"/>
            <p:cNvSpPr/>
            <p:nvPr/>
          </p:nvSpPr>
          <p:spPr>
            <a:xfrm>
              <a:off x="4063174" y="726472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60" name="pt1559"/>
            <p:cNvSpPr/>
            <p:nvPr/>
          </p:nvSpPr>
          <p:spPr>
            <a:xfrm>
              <a:off x="4274373" y="711510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61" name="pt1560"/>
            <p:cNvSpPr/>
            <p:nvPr/>
          </p:nvSpPr>
          <p:spPr>
            <a:xfrm>
              <a:off x="4129054" y="733636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62" name="pt1561"/>
            <p:cNvSpPr/>
            <p:nvPr/>
          </p:nvSpPr>
          <p:spPr>
            <a:xfrm>
              <a:off x="4236325" y="733999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63" name="pt1562"/>
            <p:cNvSpPr/>
            <p:nvPr/>
          </p:nvSpPr>
          <p:spPr>
            <a:xfrm>
              <a:off x="4072889" y="691839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64" name="pt1563"/>
            <p:cNvSpPr/>
            <p:nvPr/>
          </p:nvSpPr>
          <p:spPr>
            <a:xfrm>
              <a:off x="4225145" y="713362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65" name="pt1564"/>
            <p:cNvSpPr/>
            <p:nvPr/>
          </p:nvSpPr>
          <p:spPr>
            <a:xfrm>
              <a:off x="4067862" y="723418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66" name="pt1565"/>
            <p:cNvSpPr/>
            <p:nvPr/>
          </p:nvSpPr>
          <p:spPr>
            <a:xfrm>
              <a:off x="4287807" y="72350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67" name="pt1566"/>
            <p:cNvSpPr/>
            <p:nvPr/>
          </p:nvSpPr>
          <p:spPr>
            <a:xfrm>
              <a:off x="4129803" y="730224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68" name="pt1567"/>
            <p:cNvSpPr/>
            <p:nvPr/>
          </p:nvSpPr>
          <p:spPr>
            <a:xfrm>
              <a:off x="4214857" y="731966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69" name="pt1568"/>
            <p:cNvSpPr/>
            <p:nvPr/>
          </p:nvSpPr>
          <p:spPr>
            <a:xfrm>
              <a:off x="4117461" y="733038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70" name="pt1569"/>
            <p:cNvSpPr/>
            <p:nvPr/>
          </p:nvSpPr>
          <p:spPr>
            <a:xfrm>
              <a:off x="4259369" y="731615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71" name="pt1570"/>
            <p:cNvSpPr/>
            <p:nvPr/>
          </p:nvSpPr>
          <p:spPr>
            <a:xfrm>
              <a:off x="4127389" y="713583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72" name="pt1571"/>
            <p:cNvSpPr/>
            <p:nvPr/>
          </p:nvSpPr>
          <p:spPr>
            <a:xfrm>
              <a:off x="4245076" y="717696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73" name="pt1572"/>
            <p:cNvSpPr/>
            <p:nvPr/>
          </p:nvSpPr>
          <p:spPr>
            <a:xfrm>
              <a:off x="4103806" y="734004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74" name="pt1573"/>
            <p:cNvSpPr/>
            <p:nvPr/>
          </p:nvSpPr>
          <p:spPr>
            <a:xfrm>
              <a:off x="4268980" y="734004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75" name="pt1574"/>
            <p:cNvSpPr/>
            <p:nvPr/>
          </p:nvSpPr>
          <p:spPr>
            <a:xfrm>
              <a:off x="4099074" y="730505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76" name="pt1575"/>
            <p:cNvSpPr/>
            <p:nvPr/>
          </p:nvSpPr>
          <p:spPr>
            <a:xfrm>
              <a:off x="4269290" y="728725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77" name="pt1576"/>
            <p:cNvSpPr/>
            <p:nvPr/>
          </p:nvSpPr>
          <p:spPr>
            <a:xfrm>
              <a:off x="4060777" y="687205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78" name="pt1577"/>
            <p:cNvSpPr/>
            <p:nvPr/>
          </p:nvSpPr>
          <p:spPr>
            <a:xfrm>
              <a:off x="4229483" y="710208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79" name="pt1578"/>
            <p:cNvSpPr/>
            <p:nvPr/>
          </p:nvSpPr>
          <p:spPr>
            <a:xfrm>
              <a:off x="4115599" y="731647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80" name="pt1579"/>
            <p:cNvSpPr/>
            <p:nvPr/>
          </p:nvSpPr>
          <p:spPr>
            <a:xfrm>
              <a:off x="4269949" y="732784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81" name="pt1580"/>
            <p:cNvSpPr/>
            <p:nvPr/>
          </p:nvSpPr>
          <p:spPr>
            <a:xfrm>
              <a:off x="4091345" y="733103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82" name="pt1581"/>
            <p:cNvSpPr/>
            <p:nvPr/>
          </p:nvSpPr>
          <p:spPr>
            <a:xfrm>
              <a:off x="4234827" y="734002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83" name="pt1582"/>
            <p:cNvSpPr/>
            <p:nvPr/>
          </p:nvSpPr>
          <p:spPr>
            <a:xfrm>
              <a:off x="4125970" y="697912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84" name="pt1583"/>
            <p:cNvSpPr/>
            <p:nvPr/>
          </p:nvSpPr>
          <p:spPr>
            <a:xfrm>
              <a:off x="4219170" y="710780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85" name="pl1584"/>
            <p:cNvSpPr/>
            <p:nvPr/>
          </p:nvSpPr>
          <p:spPr>
            <a:xfrm>
              <a:off x="1959877" y="6203337"/>
              <a:ext cx="0" cy="592919"/>
            </a:xfrm>
            <a:custGeom>
              <a:avLst/>
              <a:pathLst>
                <a:path w="0" h="592919">
                  <a:moveTo>
                    <a:pt x="0" y="592919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6" name="pl1585"/>
            <p:cNvSpPr/>
            <p:nvPr/>
          </p:nvSpPr>
          <p:spPr>
            <a:xfrm>
              <a:off x="1959877" y="7215059"/>
              <a:ext cx="0" cy="156994"/>
            </a:xfrm>
            <a:custGeom>
              <a:avLst/>
              <a:pathLst>
                <a:path w="0" h="156994">
                  <a:moveTo>
                    <a:pt x="0" y="0"/>
                  </a:moveTo>
                  <a:lnTo>
                    <a:pt x="0" y="156994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7" name="pg1586"/>
            <p:cNvSpPr/>
            <p:nvPr/>
          </p:nvSpPr>
          <p:spPr>
            <a:xfrm>
              <a:off x="1881751" y="6796256"/>
              <a:ext cx="156252" cy="418803"/>
            </a:xfrm>
            <a:custGeom>
              <a:avLst/>
              <a:pathLst>
                <a:path w="156252" h="418803">
                  <a:moveTo>
                    <a:pt x="0" y="0"/>
                  </a:moveTo>
                  <a:lnTo>
                    <a:pt x="0" y="418803"/>
                  </a:lnTo>
                  <a:lnTo>
                    <a:pt x="156252" y="418803"/>
                  </a:lnTo>
                  <a:lnTo>
                    <a:pt x="156252" y="0"/>
                  </a:lnTo>
                  <a:close/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88" name="pl1587"/>
            <p:cNvSpPr/>
            <p:nvPr/>
          </p:nvSpPr>
          <p:spPr>
            <a:xfrm>
              <a:off x="1881751" y="7070206"/>
              <a:ext cx="156252" cy="0"/>
            </a:xfrm>
            <a:custGeom>
              <a:avLst/>
              <a:pathLst>
                <a:path w="156252" h="0">
                  <a:moveTo>
                    <a:pt x="0" y="0"/>
                  </a:moveTo>
                  <a:lnTo>
                    <a:pt x="156252" y="0"/>
                  </a:lnTo>
                </a:path>
              </a:pathLst>
            </a:custGeom>
            <a:ln w="43362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89" name="pl1588"/>
            <p:cNvSpPr/>
            <p:nvPr/>
          </p:nvSpPr>
          <p:spPr>
            <a:xfrm>
              <a:off x="3042937" y="6413612"/>
              <a:ext cx="0" cy="509658"/>
            </a:xfrm>
            <a:custGeom>
              <a:avLst/>
              <a:pathLst>
                <a:path w="0" h="509658">
                  <a:moveTo>
                    <a:pt x="0" y="50965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0" name="pl1589"/>
            <p:cNvSpPr/>
            <p:nvPr/>
          </p:nvSpPr>
          <p:spPr>
            <a:xfrm>
              <a:off x="3042937" y="7265894"/>
              <a:ext cx="0" cy="106160"/>
            </a:xfrm>
            <a:custGeom>
              <a:avLst/>
              <a:pathLst>
                <a:path w="0" h="106160">
                  <a:moveTo>
                    <a:pt x="0" y="0"/>
                  </a:moveTo>
                  <a:lnTo>
                    <a:pt x="0" y="10616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1" name="pg1590"/>
            <p:cNvSpPr/>
            <p:nvPr/>
          </p:nvSpPr>
          <p:spPr>
            <a:xfrm>
              <a:off x="2964811" y="6923271"/>
              <a:ext cx="156252" cy="342623"/>
            </a:xfrm>
            <a:custGeom>
              <a:avLst/>
              <a:pathLst>
                <a:path w="156252" h="342623">
                  <a:moveTo>
                    <a:pt x="0" y="0"/>
                  </a:moveTo>
                  <a:lnTo>
                    <a:pt x="0" y="342623"/>
                  </a:lnTo>
                  <a:lnTo>
                    <a:pt x="156252" y="342623"/>
                  </a:lnTo>
                  <a:lnTo>
                    <a:pt x="156252" y="0"/>
                  </a:lnTo>
                  <a:close/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92" name="pl1591"/>
            <p:cNvSpPr/>
            <p:nvPr/>
          </p:nvSpPr>
          <p:spPr>
            <a:xfrm>
              <a:off x="2964811" y="7152039"/>
              <a:ext cx="156252" cy="0"/>
            </a:xfrm>
            <a:custGeom>
              <a:avLst/>
              <a:pathLst>
                <a:path w="156252" h="0">
                  <a:moveTo>
                    <a:pt x="0" y="0"/>
                  </a:moveTo>
                  <a:lnTo>
                    <a:pt x="156252" y="0"/>
                  </a:lnTo>
                </a:path>
              </a:pathLst>
            </a:custGeom>
            <a:ln w="43362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93" name="pl1592"/>
            <p:cNvSpPr/>
            <p:nvPr/>
          </p:nvSpPr>
          <p:spPr>
            <a:xfrm>
              <a:off x="4125998" y="6923942"/>
              <a:ext cx="0" cy="248226"/>
            </a:xfrm>
            <a:custGeom>
              <a:avLst/>
              <a:pathLst>
                <a:path w="0" h="248226">
                  <a:moveTo>
                    <a:pt x="0" y="248226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4" name="pl1593"/>
            <p:cNvSpPr/>
            <p:nvPr/>
          </p:nvSpPr>
          <p:spPr>
            <a:xfrm>
              <a:off x="4125998" y="7348349"/>
              <a:ext cx="0" cy="23705"/>
            </a:xfrm>
            <a:custGeom>
              <a:avLst/>
              <a:pathLst>
                <a:path w="0" h="23705">
                  <a:moveTo>
                    <a:pt x="0" y="0"/>
                  </a:moveTo>
                  <a:lnTo>
                    <a:pt x="0" y="23705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5" name="pg1594"/>
            <p:cNvSpPr/>
            <p:nvPr/>
          </p:nvSpPr>
          <p:spPr>
            <a:xfrm>
              <a:off x="4047871" y="7172169"/>
              <a:ext cx="156252" cy="176179"/>
            </a:xfrm>
            <a:custGeom>
              <a:avLst/>
              <a:pathLst>
                <a:path w="156252" h="176179">
                  <a:moveTo>
                    <a:pt x="0" y="0"/>
                  </a:moveTo>
                  <a:lnTo>
                    <a:pt x="0" y="176179"/>
                  </a:lnTo>
                  <a:lnTo>
                    <a:pt x="156252" y="176179"/>
                  </a:lnTo>
                  <a:lnTo>
                    <a:pt x="156252" y="0"/>
                  </a:lnTo>
                  <a:close/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96" name="pl1595"/>
            <p:cNvSpPr/>
            <p:nvPr/>
          </p:nvSpPr>
          <p:spPr>
            <a:xfrm>
              <a:off x="4047871" y="7306401"/>
              <a:ext cx="156252" cy="0"/>
            </a:xfrm>
            <a:custGeom>
              <a:avLst/>
              <a:pathLst>
                <a:path w="156252" h="0">
                  <a:moveTo>
                    <a:pt x="0" y="0"/>
                  </a:moveTo>
                  <a:lnTo>
                    <a:pt x="156252" y="0"/>
                  </a:lnTo>
                </a:path>
              </a:pathLst>
            </a:custGeom>
            <a:ln w="43362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97" name="pl1596"/>
            <p:cNvSpPr/>
            <p:nvPr/>
          </p:nvSpPr>
          <p:spPr>
            <a:xfrm>
              <a:off x="2116129" y="6269821"/>
              <a:ext cx="0" cy="570206"/>
            </a:xfrm>
            <a:custGeom>
              <a:avLst/>
              <a:pathLst>
                <a:path w="0" h="570206">
                  <a:moveTo>
                    <a:pt x="0" y="570206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8" name="pl1597"/>
            <p:cNvSpPr/>
            <p:nvPr/>
          </p:nvSpPr>
          <p:spPr>
            <a:xfrm>
              <a:off x="2116129" y="7231257"/>
              <a:ext cx="0" cy="140797"/>
            </a:xfrm>
            <a:custGeom>
              <a:avLst/>
              <a:pathLst>
                <a:path w="0" h="140797">
                  <a:moveTo>
                    <a:pt x="0" y="0"/>
                  </a:moveTo>
                  <a:lnTo>
                    <a:pt x="0" y="140797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9" name="pg1598"/>
            <p:cNvSpPr/>
            <p:nvPr/>
          </p:nvSpPr>
          <p:spPr>
            <a:xfrm>
              <a:off x="2038003" y="6840027"/>
              <a:ext cx="156252" cy="391230"/>
            </a:xfrm>
            <a:custGeom>
              <a:avLst/>
              <a:pathLst>
                <a:path w="156252" h="391230">
                  <a:moveTo>
                    <a:pt x="0" y="0"/>
                  </a:moveTo>
                  <a:lnTo>
                    <a:pt x="0" y="391230"/>
                  </a:lnTo>
                  <a:lnTo>
                    <a:pt x="156252" y="391230"/>
                  </a:lnTo>
                  <a:lnTo>
                    <a:pt x="156252" y="0"/>
                  </a:lnTo>
                  <a:close/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00" name="pl1599"/>
            <p:cNvSpPr/>
            <p:nvPr/>
          </p:nvSpPr>
          <p:spPr>
            <a:xfrm>
              <a:off x="2038003" y="7125226"/>
              <a:ext cx="156252" cy="0"/>
            </a:xfrm>
            <a:custGeom>
              <a:avLst/>
              <a:pathLst>
                <a:path w="156252" h="0">
                  <a:moveTo>
                    <a:pt x="0" y="0"/>
                  </a:moveTo>
                  <a:lnTo>
                    <a:pt x="156252" y="0"/>
                  </a:lnTo>
                </a:path>
              </a:pathLst>
            </a:custGeom>
            <a:ln w="43362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01" name="pl1600"/>
            <p:cNvSpPr/>
            <p:nvPr/>
          </p:nvSpPr>
          <p:spPr>
            <a:xfrm>
              <a:off x="3199190" y="6502183"/>
              <a:ext cx="0" cy="476845"/>
            </a:xfrm>
            <a:custGeom>
              <a:avLst/>
              <a:pathLst>
                <a:path w="0" h="476845">
                  <a:moveTo>
                    <a:pt x="0" y="476845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2" name="pl1601"/>
            <p:cNvSpPr/>
            <p:nvPr/>
          </p:nvSpPr>
          <p:spPr>
            <a:xfrm>
              <a:off x="3199190" y="7308426"/>
              <a:ext cx="0" cy="63627"/>
            </a:xfrm>
            <a:custGeom>
              <a:avLst/>
              <a:pathLst>
                <a:path w="0" h="63627">
                  <a:moveTo>
                    <a:pt x="0" y="0"/>
                  </a:moveTo>
                  <a:lnTo>
                    <a:pt x="0" y="63627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3" name="pg1602"/>
            <p:cNvSpPr/>
            <p:nvPr/>
          </p:nvSpPr>
          <p:spPr>
            <a:xfrm>
              <a:off x="3121064" y="6979028"/>
              <a:ext cx="156252" cy="329397"/>
            </a:xfrm>
            <a:custGeom>
              <a:avLst/>
              <a:pathLst>
                <a:path w="156252" h="329397">
                  <a:moveTo>
                    <a:pt x="0" y="0"/>
                  </a:moveTo>
                  <a:lnTo>
                    <a:pt x="0" y="329397"/>
                  </a:lnTo>
                  <a:lnTo>
                    <a:pt x="156252" y="329397"/>
                  </a:lnTo>
                  <a:lnTo>
                    <a:pt x="156252" y="0"/>
                  </a:lnTo>
                  <a:close/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04" name="pl1603"/>
            <p:cNvSpPr/>
            <p:nvPr/>
          </p:nvSpPr>
          <p:spPr>
            <a:xfrm>
              <a:off x="3121064" y="7197214"/>
              <a:ext cx="156252" cy="0"/>
            </a:xfrm>
            <a:custGeom>
              <a:avLst/>
              <a:pathLst>
                <a:path w="156252" h="0">
                  <a:moveTo>
                    <a:pt x="0" y="0"/>
                  </a:moveTo>
                  <a:lnTo>
                    <a:pt x="156252" y="0"/>
                  </a:lnTo>
                </a:path>
              </a:pathLst>
            </a:custGeom>
            <a:ln w="43362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05" name="pl1604"/>
            <p:cNvSpPr/>
            <p:nvPr/>
          </p:nvSpPr>
          <p:spPr>
            <a:xfrm>
              <a:off x="4282250" y="6911010"/>
              <a:ext cx="0" cy="263437"/>
            </a:xfrm>
            <a:custGeom>
              <a:avLst/>
              <a:pathLst>
                <a:path w="0" h="263437">
                  <a:moveTo>
                    <a:pt x="0" y="26343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6" name="pl1605"/>
            <p:cNvSpPr/>
            <p:nvPr/>
          </p:nvSpPr>
          <p:spPr>
            <a:xfrm>
              <a:off x="4282250" y="7354697"/>
              <a:ext cx="0" cy="17357"/>
            </a:xfrm>
            <a:custGeom>
              <a:avLst/>
              <a:pathLst>
                <a:path w="0" h="17357">
                  <a:moveTo>
                    <a:pt x="0" y="0"/>
                  </a:moveTo>
                  <a:lnTo>
                    <a:pt x="0" y="17357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7" name="pg1606"/>
            <p:cNvSpPr/>
            <p:nvPr/>
          </p:nvSpPr>
          <p:spPr>
            <a:xfrm>
              <a:off x="4204124" y="7174447"/>
              <a:ext cx="156252" cy="180249"/>
            </a:xfrm>
            <a:custGeom>
              <a:avLst/>
              <a:pathLst>
                <a:path w="156252" h="180249">
                  <a:moveTo>
                    <a:pt x="0" y="0"/>
                  </a:moveTo>
                  <a:lnTo>
                    <a:pt x="0" y="180249"/>
                  </a:lnTo>
                  <a:lnTo>
                    <a:pt x="156252" y="180249"/>
                  </a:lnTo>
                  <a:lnTo>
                    <a:pt x="156252" y="0"/>
                  </a:lnTo>
                  <a:close/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08" name="pl1607"/>
            <p:cNvSpPr/>
            <p:nvPr/>
          </p:nvSpPr>
          <p:spPr>
            <a:xfrm>
              <a:off x="4204124" y="7315396"/>
              <a:ext cx="156252" cy="0"/>
            </a:xfrm>
            <a:custGeom>
              <a:avLst/>
              <a:pathLst>
                <a:path w="156252" h="0">
                  <a:moveTo>
                    <a:pt x="0" y="0"/>
                  </a:moveTo>
                  <a:lnTo>
                    <a:pt x="156252" y="0"/>
                  </a:lnTo>
                </a:path>
              </a:pathLst>
            </a:custGeom>
            <a:ln w="43362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09" name="pg1608"/>
            <p:cNvSpPr/>
            <p:nvPr/>
          </p:nvSpPr>
          <p:spPr>
            <a:xfrm>
              <a:off x="2038003" y="6833437"/>
              <a:ext cx="2187536" cy="462837"/>
            </a:xfrm>
            <a:custGeom>
              <a:avLst/>
              <a:pathLst>
                <a:path w="2187536" h="462837">
                  <a:moveTo>
                    <a:pt x="0" y="0"/>
                  </a:moveTo>
                  <a:lnTo>
                    <a:pt x="546884" y="101300"/>
                  </a:lnTo>
                  <a:lnTo>
                    <a:pt x="1078142" y="190949"/>
                  </a:lnTo>
                  <a:lnTo>
                    <a:pt x="1562525" y="253800"/>
                  </a:lnTo>
                  <a:lnTo>
                    <a:pt x="2187536" y="305491"/>
                  </a:lnTo>
                  <a:lnTo>
                    <a:pt x="2187536" y="462837"/>
                  </a:lnTo>
                  <a:lnTo>
                    <a:pt x="1562525" y="360749"/>
                  </a:lnTo>
                  <a:lnTo>
                    <a:pt x="1078142" y="304422"/>
                  </a:lnTo>
                  <a:lnTo>
                    <a:pt x="546884" y="263359"/>
                  </a:lnTo>
                  <a:lnTo>
                    <a:pt x="0" y="230104"/>
                  </a:lnTo>
                  <a:close/>
                </a:path>
              </a:pathLst>
            </a:custGeom>
            <a:solidFill>
              <a:srgbClr val="2F7F6F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1610" name="pl1609"/>
            <p:cNvSpPr/>
            <p:nvPr/>
          </p:nvSpPr>
          <p:spPr>
            <a:xfrm>
              <a:off x="2038003" y="6833437"/>
              <a:ext cx="2187536" cy="305491"/>
            </a:xfrm>
            <a:custGeom>
              <a:avLst/>
              <a:pathLst>
                <a:path w="2187536" h="305491">
                  <a:moveTo>
                    <a:pt x="0" y="0"/>
                  </a:moveTo>
                  <a:lnTo>
                    <a:pt x="546884" y="101300"/>
                  </a:lnTo>
                  <a:lnTo>
                    <a:pt x="1078142" y="190949"/>
                  </a:lnTo>
                  <a:lnTo>
                    <a:pt x="1562525" y="253800"/>
                  </a:lnTo>
                  <a:lnTo>
                    <a:pt x="2187536" y="30549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611" name="pl1610"/>
            <p:cNvSpPr/>
            <p:nvPr/>
          </p:nvSpPr>
          <p:spPr>
            <a:xfrm>
              <a:off x="2038003" y="7063541"/>
              <a:ext cx="2187536" cy="232732"/>
            </a:xfrm>
            <a:custGeom>
              <a:avLst/>
              <a:pathLst>
                <a:path w="2187536" h="232732">
                  <a:moveTo>
                    <a:pt x="2187536" y="232732"/>
                  </a:moveTo>
                  <a:lnTo>
                    <a:pt x="1562525" y="130644"/>
                  </a:lnTo>
                  <a:lnTo>
                    <a:pt x="1078142" y="74318"/>
                  </a:lnTo>
                  <a:lnTo>
                    <a:pt x="546884" y="3325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612" name="pg1611"/>
            <p:cNvSpPr/>
            <p:nvPr/>
          </p:nvSpPr>
          <p:spPr>
            <a:xfrm>
              <a:off x="2038003" y="6790954"/>
              <a:ext cx="2187536" cy="530179"/>
            </a:xfrm>
            <a:custGeom>
              <a:avLst/>
              <a:pathLst>
                <a:path w="2187536" h="530179">
                  <a:moveTo>
                    <a:pt x="0" y="0"/>
                  </a:moveTo>
                  <a:lnTo>
                    <a:pt x="546884" y="114402"/>
                  </a:lnTo>
                  <a:lnTo>
                    <a:pt x="1078142" y="214215"/>
                  </a:lnTo>
                  <a:lnTo>
                    <a:pt x="1562525" y="280089"/>
                  </a:lnTo>
                  <a:lnTo>
                    <a:pt x="2187536" y="325669"/>
                  </a:lnTo>
                  <a:lnTo>
                    <a:pt x="2187536" y="530179"/>
                  </a:lnTo>
                  <a:lnTo>
                    <a:pt x="1562525" y="417375"/>
                  </a:lnTo>
                  <a:lnTo>
                    <a:pt x="1078142" y="360501"/>
                  </a:lnTo>
                  <a:lnTo>
                    <a:pt x="546884" y="325686"/>
                  </a:lnTo>
                  <a:lnTo>
                    <a:pt x="0" y="301503"/>
                  </a:lnTo>
                  <a:close/>
                </a:path>
              </a:pathLst>
            </a:custGeom>
            <a:solidFill>
              <a:srgbClr val="9C6B2F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1613" name="pl1612"/>
            <p:cNvSpPr/>
            <p:nvPr/>
          </p:nvSpPr>
          <p:spPr>
            <a:xfrm>
              <a:off x="2038003" y="6790954"/>
              <a:ext cx="2187536" cy="325669"/>
            </a:xfrm>
            <a:custGeom>
              <a:avLst/>
              <a:pathLst>
                <a:path w="2187536" h="325669">
                  <a:moveTo>
                    <a:pt x="0" y="0"/>
                  </a:moveTo>
                  <a:lnTo>
                    <a:pt x="546884" y="114402"/>
                  </a:lnTo>
                  <a:lnTo>
                    <a:pt x="1078142" y="214215"/>
                  </a:lnTo>
                  <a:lnTo>
                    <a:pt x="1562525" y="280089"/>
                  </a:lnTo>
                  <a:lnTo>
                    <a:pt x="2187536" y="32566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614" name="pl1613"/>
            <p:cNvSpPr/>
            <p:nvPr/>
          </p:nvSpPr>
          <p:spPr>
            <a:xfrm>
              <a:off x="2038003" y="7092457"/>
              <a:ext cx="2187536" cy="228676"/>
            </a:xfrm>
            <a:custGeom>
              <a:avLst/>
              <a:pathLst>
                <a:path w="2187536" h="228676">
                  <a:moveTo>
                    <a:pt x="2187536" y="228676"/>
                  </a:moveTo>
                  <a:lnTo>
                    <a:pt x="1562525" y="115872"/>
                  </a:lnTo>
                  <a:lnTo>
                    <a:pt x="1078142" y="58997"/>
                  </a:lnTo>
                  <a:lnTo>
                    <a:pt x="546884" y="2418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615" name="pl1614"/>
            <p:cNvSpPr/>
            <p:nvPr/>
          </p:nvSpPr>
          <p:spPr>
            <a:xfrm>
              <a:off x="2038003" y="6948489"/>
              <a:ext cx="2187536" cy="269111"/>
            </a:xfrm>
            <a:custGeom>
              <a:avLst/>
              <a:pathLst>
                <a:path w="2187536" h="269111">
                  <a:moveTo>
                    <a:pt x="0" y="0"/>
                  </a:moveTo>
                  <a:lnTo>
                    <a:pt x="546884" y="67277"/>
                  </a:lnTo>
                  <a:lnTo>
                    <a:pt x="1078142" y="132633"/>
                  </a:lnTo>
                  <a:lnTo>
                    <a:pt x="1562525" y="192222"/>
                  </a:lnTo>
                  <a:lnTo>
                    <a:pt x="2187536" y="269111"/>
                  </a:lnTo>
                </a:path>
              </a:pathLst>
            </a:custGeom>
            <a:ln w="3252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6" name="pl1615"/>
            <p:cNvSpPr/>
            <p:nvPr/>
          </p:nvSpPr>
          <p:spPr>
            <a:xfrm>
              <a:off x="2038003" y="6941705"/>
              <a:ext cx="2187536" cy="277172"/>
            </a:xfrm>
            <a:custGeom>
              <a:avLst/>
              <a:pathLst>
                <a:path w="2187536" h="277172">
                  <a:moveTo>
                    <a:pt x="0" y="0"/>
                  </a:moveTo>
                  <a:lnTo>
                    <a:pt x="546884" y="69293"/>
                  </a:lnTo>
                  <a:lnTo>
                    <a:pt x="1078142" y="136606"/>
                  </a:lnTo>
                  <a:lnTo>
                    <a:pt x="1562525" y="197980"/>
                  </a:lnTo>
                  <a:lnTo>
                    <a:pt x="2187536" y="277172"/>
                  </a:lnTo>
                </a:path>
              </a:pathLst>
            </a:custGeom>
            <a:ln w="3252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7" name="tx1616"/>
            <p:cNvSpPr/>
            <p:nvPr/>
          </p:nvSpPr>
          <p:spPr>
            <a:xfrm>
              <a:off x="2038003" y="5120922"/>
              <a:ext cx="204578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Aboveground: Slope=-1.4880, P = 0.017</a:t>
              </a:r>
            </a:p>
          </p:txBody>
        </p:sp>
        <p:sp>
          <p:nvSpPr>
            <p:cNvPr id="1618" name="tx1617"/>
            <p:cNvSpPr/>
            <p:nvPr/>
          </p:nvSpPr>
          <p:spPr>
            <a:xfrm>
              <a:off x="2038003" y="5254868"/>
              <a:ext cx="20330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Belowground: Slope=-1.5325, P = 0.038</a:t>
              </a:r>
            </a:p>
          </p:txBody>
        </p:sp>
        <p:sp>
          <p:nvSpPr>
            <p:cNvPr id="1619" name="rc1618"/>
            <p:cNvSpPr/>
            <p:nvPr/>
          </p:nvSpPr>
          <p:spPr>
            <a:xfrm>
              <a:off x="1715530" y="4527025"/>
              <a:ext cx="2810705" cy="2965581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620" name="pl1619"/>
            <p:cNvSpPr/>
            <p:nvPr/>
          </p:nvSpPr>
          <p:spPr>
            <a:xfrm>
              <a:off x="1715530" y="4527025"/>
              <a:ext cx="0" cy="2965581"/>
            </a:xfrm>
            <a:custGeom>
              <a:avLst/>
              <a:pathLst>
                <a:path w="0" h="2965581">
                  <a:moveTo>
                    <a:pt x="0" y="2965581"/>
                  </a:moveTo>
                  <a:lnTo>
                    <a:pt x="0" y="0"/>
                  </a:lnTo>
                </a:path>
              </a:pathLst>
            </a:custGeom>
            <a:ln w="14782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1" name="tx1620"/>
            <p:cNvSpPr/>
            <p:nvPr/>
          </p:nvSpPr>
          <p:spPr>
            <a:xfrm>
              <a:off x="1562441" y="7317373"/>
              <a:ext cx="84764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622" name="tx1621"/>
            <p:cNvSpPr/>
            <p:nvPr/>
          </p:nvSpPr>
          <p:spPr>
            <a:xfrm>
              <a:off x="1562441" y="6671451"/>
              <a:ext cx="84764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1623" name="tx1622"/>
            <p:cNvSpPr/>
            <p:nvPr/>
          </p:nvSpPr>
          <p:spPr>
            <a:xfrm>
              <a:off x="1477676" y="6025528"/>
              <a:ext cx="169529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1624" name="tx1623"/>
            <p:cNvSpPr/>
            <p:nvPr/>
          </p:nvSpPr>
          <p:spPr>
            <a:xfrm>
              <a:off x="1477676" y="5379606"/>
              <a:ext cx="169529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1625" name="tx1624"/>
            <p:cNvSpPr/>
            <p:nvPr/>
          </p:nvSpPr>
          <p:spPr>
            <a:xfrm>
              <a:off x="1477676" y="4733684"/>
              <a:ext cx="169529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1626" name="pl1625"/>
            <p:cNvSpPr/>
            <p:nvPr/>
          </p:nvSpPr>
          <p:spPr>
            <a:xfrm>
              <a:off x="1677572" y="7372054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4782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7" name="pl1626"/>
            <p:cNvSpPr/>
            <p:nvPr/>
          </p:nvSpPr>
          <p:spPr>
            <a:xfrm>
              <a:off x="1677572" y="6726132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4782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8" name="pl1627"/>
            <p:cNvSpPr/>
            <p:nvPr/>
          </p:nvSpPr>
          <p:spPr>
            <a:xfrm>
              <a:off x="1677572" y="6080210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4782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9" name="pl1628"/>
            <p:cNvSpPr/>
            <p:nvPr/>
          </p:nvSpPr>
          <p:spPr>
            <a:xfrm>
              <a:off x="1677572" y="5434287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4782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0" name="pl1629"/>
            <p:cNvSpPr/>
            <p:nvPr/>
          </p:nvSpPr>
          <p:spPr>
            <a:xfrm>
              <a:off x="1677572" y="4788365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4782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1" name="pl1630"/>
            <p:cNvSpPr/>
            <p:nvPr/>
          </p:nvSpPr>
          <p:spPr>
            <a:xfrm>
              <a:off x="1715530" y="7492606"/>
              <a:ext cx="2810705" cy="0"/>
            </a:xfrm>
            <a:custGeom>
              <a:avLst/>
              <a:pathLst>
                <a:path w="2810705" h="0">
                  <a:moveTo>
                    <a:pt x="0" y="0"/>
                  </a:moveTo>
                  <a:lnTo>
                    <a:pt x="2810705" y="0"/>
                  </a:lnTo>
                </a:path>
              </a:pathLst>
            </a:custGeom>
            <a:ln w="14782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2" name="pl1631"/>
            <p:cNvSpPr/>
            <p:nvPr/>
          </p:nvSpPr>
          <p:spPr>
            <a:xfrm>
              <a:off x="2038003" y="7492606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14782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3" name="pl1632"/>
            <p:cNvSpPr/>
            <p:nvPr/>
          </p:nvSpPr>
          <p:spPr>
            <a:xfrm>
              <a:off x="3121064" y="7492606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14782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4" name="pl1633"/>
            <p:cNvSpPr/>
            <p:nvPr/>
          </p:nvSpPr>
          <p:spPr>
            <a:xfrm>
              <a:off x="4204124" y="7492606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14782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5" name="tx1634"/>
            <p:cNvSpPr/>
            <p:nvPr/>
          </p:nvSpPr>
          <p:spPr>
            <a:xfrm>
              <a:off x="1995621" y="7560930"/>
              <a:ext cx="84764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1636" name="tx1635"/>
            <p:cNvSpPr/>
            <p:nvPr/>
          </p:nvSpPr>
          <p:spPr>
            <a:xfrm>
              <a:off x="3078681" y="7560930"/>
              <a:ext cx="84764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1637" name="tx1636"/>
            <p:cNvSpPr/>
            <p:nvPr/>
          </p:nvSpPr>
          <p:spPr>
            <a:xfrm>
              <a:off x="4161741" y="7560930"/>
              <a:ext cx="84764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1638" name="tx1637"/>
            <p:cNvSpPr/>
            <p:nvPr/>
          </p:nvSpPr>
          <p:spPr>
            <a:xfrm>
              <a:off x="2781366" y="7785681"/>
              <a:ext cx="679033" cy="118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1639" name="tx1638"/>
            <p:cNvSpPr/>
            <p:nvPr/>
          </p:nvSpPr>
          <p:spPr>
            <a:xfrm rot="-5400000">
              <a:off x="72553" y="5950608"/>
              <a:ext cx="2385303" cy="118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Within-species SS (log-biomass)</a:t>
              </a:r>
            </a:p>
          </p:txBody>
        </p:sp>
        <p:sp>
          <p:nvSpPr>
            <p:cNvPr id="1640" name="tx1639"/>
            <p:cNvSpPr/>
            <p:nvPr/>
          </p:nvSpPr>
          <p:spPr>
            <a:xfrm>
              <a:off x="1015620" y="4379441"/>
              <a:ext cx="226862" cy="1279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(b)</a:t>
              </a:r>
            </a:p>
          </p:txBody>
        </p:sp>
        <p:sp>
          <p:nvSpPr>
            <p:cNvPr id="1641" name="rc1640"/>
            <p:cNvSpPr/>
            <p:nvPr/>
          </p:nvSpPr>
          <p:spPr>
            <a:xfrm>
              <a:off x="5317673" y="4527025"/>
              <a:ext cx="2810705" cy="296558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42" name="pt1641"/>
            <p:cNvSpPr/>
            <p:nvPr/>
          </p:nvSpPr>
          <p:spPr>
            <a:xfrm>
              <a:off x="5491956" y="575610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43" name="pt1642"/>
            <p:cNvSpPr/>
            <p:nvPr/>
          </p:nvSpPr>
          <p:spPr>
            <a:xfrm>
              <a:off x="5663728" y="579216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44" name="pt1643"/>
            <p:cNvSpPr/>
            <p:nvPr/>
          </p:nvSpPr>
          <p:spPr>
            <a:xfrm>
              <a:off x="5552865" y="530523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45" name="pt1644"/>
            <p:cNvSpPr/>
            <p:nvPr/>
          </p:nvSpPr>
          <p:spPr>
            <a:xfrm>
              <a:off x="5669568" y="541803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46" name="pt1645"/>
            <p:cNvSpPr/>
            <p:nvPr/>
          </p:nvSpPr>
          <p:spPr>
            <a:xfrm>
              <a:off x="5551684" y="527675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47" name="pt1646"/>
            <p:cNvSpPr/>
            <p:nvPr/>
          </p:nvSpPr>
          <p:spPr>
            <a:xfrm>
              <a:off x="5672952" y="539182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48" name="pt1647"/>
            <p:cNvSpPr/>
            <p:nvPr/>
          </p:nvSpPr>
          <p:spPr>
            <a:xfrm>
              <a:off x="5519571" y="731937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49" name="pt1648"/>
            <p:cNvSpPr/>
            <p:nvPr/>
          </p:nvSpPr>
          <p:spPr>
            <a:xfrm>
              <a:off x="5704421" y="731937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50" name="pt1649"/>
            <p:cNvSpPr/>
            <p:nvPr/>
          </p:nvSpPr>
          <p:spPr>
            <a:xfrm>
              <a:off x="5508130" y="522827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51" name="pt1650"/>
            <p:cNvSpPr/>
            <p:nvPr/>
          </p:nvSpPr>
          <p:spPr>
            <a:xfrm>
              <a:off x="5658868" y="532494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52" name="pt1651"/>
            <p:cNvSpPr/>
            <p:nvPr/>
          </p:nvSpPr>
          <p:spPr>
            <a:xfrm>
              <a:off x="5522151" y="523488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53" name="pt1652"/>
            <p:cNvSpPr/>
            <p:nvPr/>
          </p:nvSpPr>
          <p:spPr>
            <a:xfrm>
              <a:off x="5668200" y="519204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54" name="pt1653"/>
            <p:cNvSpPr/>
            <p:nvPr/>
          </p:nvSpPr>
          <p:spPr>
            <a:xfrm>
              <a:off x="5549397" y="519215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55" name="pt1654"/>
            <p:cNvSpPr/>
            <p:nvPr/>
          </p:nvSpPr>
          <p:spPr>
            <a:xfrm>
              <a:off x="5681352" y="528226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56" name="pt1655"/>
            <p:cNvSpPr/>
            <p:nvPr/>
          </p:nvSpPr>
          <p:spPr>
            <a:xfrm>
              <a:off x="5495185" y="545907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57" name="pt1656"/>
            <p:cNvSpPr/>
            <p:nvPr/>
          </p:nvSpPr>
          <p:spPr>
            <a:xfrm>
              <a:off x="5647949" y="548995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58" name="pt1657"/>
            <p:cNvSpPr/>
            <p:nvPr/>
          </p:nvSpPr>
          <p:spPr>
            <a:xfrm>
              <a:off x="5498860" y="731937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59" name="pt1658"/>
            <p:cNvSpPr/>
            <p:nvPr/>
          </p:nvSpPr>
          <p:spPr>
            <a:xfrm>
              <a:off x="5713230" y="731937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60" name="pt1659"/>
            <p:cNvSpPr/>
            <p:nvPr/>
          </p:nvSpPr>
          <p:spPr>
            <a:xfrm>
              <a:off x="5525546" y="549654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61" name="pt1660"/>
            <p:cNvSpPr/>
            <p:nvPr/>
          </p:nvSpPr>
          <p:spPr>
            <a:xfrm>
              <a:off x="5710317" y="630606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62" name="pt1661"/>
            <p:cNvSpPr/>
            <p:nvPr/>
          </p:nvSpPr>
          <p:spPr>
            <a:xfrm>
              <a:off x="5505300" y="522217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63" name="pt1662"/>
            <p:cNvSpPr/>
            <p:nvPr/>
          </p:nvSpPr>
          <p:spPr>
            <a:xfrm>
              <a:off x="5672173" y="529793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64" name="pt1663"/>
            <p:cNvSpPr/>
            <p:nvPr/>
          </p:nvSpPr>
          <p:spPr>
            <a:xfrm>
              <a:off x="5493817" y="529089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65" name="pt1664"/>
            <p:cNvSpPr/>
            <p:nvPr/>
          </p:nvSpPr>
          <p:spPr>
            <a:xfrm>
              <a:off x="5687557" y="546426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66" name="pt1665"/>
            <p:cNvSpPr/>
            <p:nvPr/>
          </p:nvSpPr>
          <p:spPr>
            <a:xfrm>
              <a:off x="5497011" y="565165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67" name="pt1666"/>
            <p:cNvSpPr/>
            <p:nvPr/>
          </p:nvSpPr>
          <p:spPr>
            <a:xfrm>
              <a:off x="5649259" y="571104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68" name="pt1667"/>
            <p:cNvSpPr/>
            <p:nvPr/>
          </p:nvSpPr>
          <p:spPr>
            <a:xfrm>
              <a:off x="5542059" y="702414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69" name="pt1668"/>
            <p:cNvSpPr/>
            <p:nvPr/>
          </p:nvSpPr>
          <p:spPr>
            <a:xfrm>
              <a:off x="5657010" y="702447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70" name="pt1669"/>
            <p:cNvSpPr/>
            <p:nvPr/>
          </p:nvSpPr>
          <p:spPr>
            <a:xfrm>
              <a:off x="5534665" y="590846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71" name="pt1670"/>
            <p:cNvSpPr/>
            <p:nvPr/>
          </p:nvSpPr>
          <p:spPr>
            <a:xfrm>
              <a:off x="5697283" y="608820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72" name="pt1671"/>
            <p:cNvSpPr/>
            <p:nvPr/>
          </p:nvSpPr>
          <p:spPr>
            <a:xfrm>
              <a:off x="5497875" y="720447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73" name="pt1672"/>
            <p:cNvSpPr/>
            <p:nvPr/>
          </p:nvSpPr>
          <p:spPr>
            <a:xfrm>
              <a:off x="5695661" y="639966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74" name="pt1673"/>
            <p:cNvSpPr/>
            <p:nvPr/>
          </p:nvSpPr>
          <p:spPr>
            <a:xfrm>
              <a:off x="5565274" y="597004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75" name="pt1674"/>
            <p:cNvSpPr/>
            <p:nvPr/>
          </p:nvSpPr>
          <p:spPr>
            <a:xfrm>
              <a:off x="5665831" y="628280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76" name="pt1675"/>
            <p:cNvSpPr/>
            <p:nvPr/>
          </p:nvSpPr>
          <p:spPr>
            <a:xfrm>
              <a:off x="5521062" y="561625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77" name="pt1676"/>
            <p:cNvSpPr/>
            <p:nvPr/>
          </p:nvSpPr>
          <p:spPr>
            <a:xfrm>
              <a:off x="5686451" y="563539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78" name="pt1677"/>
            <p:cNvSpPr/>
            <p:nvPr/>
          </p:nvSpPr>
          <p:spPr>
            <a:xfrm>
              <a:off x="5549073" y="543538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79" name="pt1678"/>
            <p:cNvSpPr/>
            <p:nvPr/>
          </p:nvSpPr>
          <p:spPr>
            <a:xfrm>
              <a:off x="5687824" y="575145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80" name="pt1679"/>
            <p:cNvSpPr/>
            <p:nvPr/>
          </p:nvSpPr>
          <p:spPr>
            <a:xfrm>
              <a:off x="5564405" y="524379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81" name="pt1680"/>
            <p:cNvSpPr/>
            <p:nvPr/>
          </p:nvSpPr>
          <p:spPr>
            <a:xfrm>
              <a:off x="5691716" y="522811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82" name="pt1681"/>
            <p:cNvSpPr/>
            <p:nvPr/>
          </p:nvSpPr>
          <p:spPr>
            <a:xfrm>
              <a:off x="5509282" y="548798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83" name="pt1682"/>
            <p:cNvSpPr/>
            <p:nvPr/>
          </p:nvSpPr>
          <p:spPr>
            <a:xfrm>
              <a:off x="5677755" y="604155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84" name="pt1683"/>
            <p:cNvSpPr/>
            <p:nvPr/>
          </p:nvSpPr>
          <p:spPr>
            <a:xfrm>
              <a:off x="5514210" y="659828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85" name="pt1684"/>
            <p:cNvSpPr/>
            <p:nvPr/>
          </p:nvSpPr>
          <p:spPr>
            <a:xfrm>
              <a:off x="5697800" y="626930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86" name="pt1685"/>
            <p:cNvSpPr/>
            <p:nvPr/>
          </p:nvSpPr>
          <p:spPr>
            <a:xfrm>
              <a:off x="5529743" y="731937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87" name="pt1686"/>
            <p:cNvSpPr/>
            <p:nvPr/>
          </p:nvSpPr>
          <p:spPr>
            <a:xfrm>
              <a:off x="5711874" y="731937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88" name="pt1687"/>
            <p:cNvSpPr/>
            <p:nvPr/>
          </p:nvSpPr>
          <p:spPr>
            <a:xfrm>
              <a:off x="5516215" y="731937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89" name="pt1688"/>
            <p:cNvSpPr/>
            <p:nvPr/>
          </p:nvSpPr>
          <p:spPr>
            <a:xfrm>
              <a:off x="5678748" y="731937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90" name="pt1689"/>
            <p:cNvSpPr/>
            <p:nvPr/>
          </p:nvSpPr>
          <p:spPr>
            <a:xfrm>
              <a:off x="5515952" y="656458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91" name="pt1690"/>
            <p:cNvSpPr/>
            <p:nvPr/>
          </p:nvSpPr>
          <p:spPr>
            <a:xfrm>
              <a:off x="5658604" y="648948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92" name="pt1691"/>
            <p:cNvSpPr/>
            <p:nvPr/>
          </p:nvSpPr>
          <p:spPr>
            <a:xfrm>
              <a:off x="5503298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93" name="pt1692"/>
            <p:cNvSpPr/>
            <p:nvPr/>
          </p:nvSpPr>
          <p:spPr>
            <a:xfrm>
              <a:off x="5699756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94" name="pt1693"/>
            <p:cNvSpPr/>
            <p:nvPr/>
          </p:nvSpPr>
          <p:spPr>
            <a:xfrm>
              <a:off x="5543211" y="653304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95" name="pt1694"/>
            <p:cNvSpPr/>
            <p:nvPr/>
          </p:nvSpPr>
          <p:spPr>
            <a:xfrm>
              <a:off x="5709003" y="623122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96" name="pt1695"/>
            <p:cNvSpPr/>
            <p:nvPr/>
          </p:nvSpPr>
          <p:spPr>
            <a:xfrm>
              <a:off x="5505792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97" name="pt1696"/>
            <p:cNvSpPr/>
            <p:nvPr/>
          </p:nvSpPr>
          <p:spPr>
            <a:xfrm>
              <a:off x="5649419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98" name="pt1697"/>
            <p:cNvSpPr/>
            <p:nvPr/>
          </p:nvSpPr>
          <p:spPr>
            <a:xfrm>
              <a:off x="5529554" y="658171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99" name="pt1698"/>
            <p:cNvSpPr/>
            <p:nvPr/>
          </p:nvSpPr>
          <p:spPr>
            <a:xfrm>
              <a:off x="5699247" y="731789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00" name="pt1699"/>
            <p:cNvSpPr/>
            <p:nvPr/>
          </p:nvSpPr>
          <p:spPr>
            <a:xfrm>
              <a:off x="5553718" y="731937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01" name="pt1700"/>
            <p:cNvSpPr/>
            <p:nvPr/>
          </p:nvSpPr>
          <p:spPr>
            <a:xfrm>
              <a:off x="5672323" y="731937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02" name="pt1701"/>
            <p:cNvSpPr/>
            <p:nvPr/>
          </p:nvSpPr>
          <p:spPr>
            <a:xfrm>
              <a:off x="5518763" y="619949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03" name="pt1702"/>
            <p:cNvSpPr/>
            <p:nvPr/>
          </p:nvSpPr>
          <p:spPr>
            <a:xfrm>
              <a:off x="5652463" y="618060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04" name="pt1703"/>
            <p:cNvSpPr/>
            <p:nvPr/>
          </p:nvSpPr>
          <p:spPr>
            <a:xfrm>
              <a:off x="5511642" y="515908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05" name="pt1704"/>
            <p:cNvSpPr/>
            <p:nvPr/>
          </p:nvSpPr>
          <p:spPr>
            <a:xfrm>
              <a:off x="5660408" y="531996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06" name="pt1705"/>
            <p:cNvSpPr/>
            <p:nvPr/>
          </p:nvSpPr>
          <p:spPr>
            <a:xfrm>
              <a:off x="5529478" y="630437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07" name="pt1706"/>
            <p:cNvSpPr/>
            <p:nvPr/>
          </p:nvSpPr>
          <p:spPr>
            <a:xfrm>
              <a:off x="5649142" y="698145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08" name="pt1707"/>
            <p:cNvSpPr/>
            <p:nvPr/>
          </p:nvSpPr>
          <p:spPr>
            <a:xfrm>
              <a:off x="5549465" y="574357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09" name="pt1708"/>
            <p:cNvSpPr/>
            <p:nvPr/>
          </p:nvSpPr>
          <p:spPr>
            <a:xfrm>
              <a:off x="5688874" y="588485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10" name="pt1709"/>
            <p:cNvSpPr/>
            <p:nvPr/>
          </p:nvSpPr>
          <p:spPr>
            <a:xfrm>
              <a:off x="5497755" y="606863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11" name="pt1710"/>
            <p:cNvSpPr/>
            <p:nvPr/>
          </p:nvSpPr>
          <p:spPr>
            <a:xfrm>
              <a:off x="5700249" y="658899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12" name="pt1711"/>
            <p:cNvSpPr/>
            <p:nvPr/>
          </p:nvSpPr>
          <p:spPr>
            <a:xfrm>
              <a:off x="5502013" y="731937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13" name="pt1712"/>
            <p:cNvSpPr/>
            <p:nvPr/>
          </p:nvSpPr>
          <p:spPr>
            <a:xfrm>
              <a:off x="5666879" y="731937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14" name="pt1713"/>
            <p:cNvSpPr/>
            <p:nvPr/>
          </p:nvSpPr>
          <p:spPr>
            <a:xfrm>
              <a:off x="5518505" y="560257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15" name="pt1714"/>
            <p:cNvSpPr/>
            <p:nvPr/>
          </p:nvSpPr>
          <p:spPr>
            <a:xfrm>
              <a:off x="5665475" y="584799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16" name="pt1715"/>
            <p:cNvSpPr/>
            <p:nvPr/>
          </p:nvSpPr>
          <p:spPr>
            <a:xfrm>
              <a:off x="5537228" y="560310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17" name="pt1716"/>
            <p:cNvSpPr/>
            <p:nvPr/>
          </p:nvSpPr>
          <p:spPr>
            <a:xfrm>
              <a:off x="5661949" y="590816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18" name="pt1717"/>
            <p:cNvSpPr/>
            <p:nvPr/>
          </p:nvSpPr>
          <p:spPr>
            <a:xfrm>
              <a:off x="5519598" y="590765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19" name="pt1718"/>
            <p:cNvSpPr/>
            <p:nvPr/>
          </p:nvSpPr>
          <p:spPr>
            <a:xfrm>
              <a:off x="5677535" y="578219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20" name="pt1719"/>
            <p:cNvSpPr/>
            <p:nvPr/>
          </p:nvSpPr>
          <p:spPr>
            <a:xfrm>
              <a:off x="5545880" y="554969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21" name="pt1720"/>
            <p:cNvSpPr/>
            <p:nvPr/>
          </p:nvSpPr>
          <p:spPr>
            <a:xfrm>
              <a:off x="5692268" y="546833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22" name="pt1721"/>
            <p:cNvSpPr/>
            <p:nvPr/>
          </p:nvSpPr>
          <p:spPr>
            <a:xfrm>
              <a:off x="5547782" y="616482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23" name="pt1722"/>
            <p:cNvSpPr/>
            <p:nvPr/>
          </p:nvSpPr>
          <p:spPr>
            <a:xfrm>
              <a:off x="5718093" y="639033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24" name="pt1723"/>
            <p:cNvSpPr/>
            <p:nvPr/>
          </p:nvSpPr>
          <p:spPr>
            <a:xfrm>
              <a:off x="5562832" y="588425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25" name="pt1724"/>
            <p:cNvSpPr/>
            <p:nvPr/>
          </p:nvSpPr>
          <p:spPr>
            <a:xfrm>
              <a:off x="5676053" y="731836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26" name="pt1725"/>
            <p:cNvSpPr/>
            <p:nvPr/>
          </p:nvSpPr>
          <p:spPr>
            <a:xfrm>
              <a:off x="5538494" y="731844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27" name="pt1726"/>
            <p:cNvSpPr/>
            <p:nvPr/>
          </p:nvSpPr>
          <p:spPr>
            <a:xfrm>
              <a:off x="5697452" y="660086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28" name="pt1727"/>
            <p:cNvSpPr/>
            <p:nvPr/>
          </p:nvSpPr>
          <p:spPr>
            <a:xfrm>
              <a:off x="5544683" y="615208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29" name="pt1728"/>
            <p:cNvSpPr/>
            <p:nvPr/>
          </p:nvSpPr>
          <p:spPr>
            <a:xfrm>
              <a:off x="5669544" y="686128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30" name="pt1729"/>
            <p:cNvSpPr/>
            <p:nvPr/>
          </p:nvSpPr>
          <p:spPr>
            <a:xfrm>
              <a:off x="5500956" y="651471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31" name="pt1730"/>
            <p:cNvSpPr/>
            <p:nvPr/>
          </p:nvSpPr>
          <p:spPr>
            <a:xfrm>
              <a:off x="5649534" y="730781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32" name="pt1731"/>
            <p:cNvSpPr/>
            <p:nvPr/>
          </p:nvSpPr>
          <p:spPr>
            <a:xfrm>
              <a:off x="5553492" y="725886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33" name="pt1732"/>
            <p:cNvSpPr/>
            <p:nvPr/>
          </p:nvSpPr>
          <p:spPr>
            <a:xfrm>
              <a:off x="5685249" y="721126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34" name="pt1733"/>
            <p:cNvSpPr/>
            <p:nvPr/>
          </p:nvSpPr>
          <p:spPr>
            <a:xfrm>
              <a:off x="5514883" y="570232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35" name="pt1734"/>
            <p:cNvSpPr/>
            <p:nvPr/>
          </p:nvSpPr>
          <p:spPr>
            <a:xfrm>
              <a:off x="5712826" y="612344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36" name="pt1735"/>
            <p:cNvSpPr/>
            <p:nvPr/>
          </p:nvSpPr>
          <p:spPr>
            <a:xfrm>
              <a:off x="5526095" y="638327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37" name="pt1736"/>
            <p:cNvSpPr/>
            <p:nvPr/>
          </p:nvSpPr>
          <p:spPr>
            <a:xfrm>
              <a:off x="5714918" y="681547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38" name="pt1737"/>
            <p:cNvSpPr/>
            <p:nvPr/>
          </p:nvSpPr>
          <p:spPr>
            <a:xfrm>
              <a:off x="5565107" y="570264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39" name="pt1738"/>
            <p:cNvSpPr/>
            <p:nvPr/>
          </p:nvSpPr>
          <p:spPr>
            <a:xfrm>
              <a:off x="5717686" y="625175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40" name="pt1739"/>
            <p:cNvSpPr/>
            <p:nvPr/>
          </p:nvSpPr>
          <p:spPr>
            <a:xfrm>
              <a:off x="5553200" y="539168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41" name="pt1740"/>
            <p:cNvSpPr/>
            <p:nvPr/>
          </p:nvSpPr>
          <p:spPr>
            <a:xfrm>
              <a:off x="5721970" y="548878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42" name="pt1741"/>
            <p:cNvSpPr/>
            <p:nvPr/>
          </p:nvSpPr>
          <p:spPr>
            <a:xfrm>
              <a:off x="5516050" y="722872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43" name="pt1742"/>
            <p:cNvSpPr/>
            <p:nvPr/>
          </p:nvSpPr>
          <p:spPr>
            <a:xfrm>
              <a:off x="5653908" y="731447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44" name="pt1743"/>
            <p:cNvSpPr/>
            <p:nvPr/>
          </p:nvSpPr>
          <p:spPr>
            <a:xfrm>
              <a:off x="5495283" y="718897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45" name="pt1744"/>
            <p:cNvSpPr/>
            <p:nvPr/>
          </p:nvSpPr>
          <p:spPr>
            <a:xfrm>
              <a:off x="5659892" y="731098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46" name="pt1745"/>
            <p:cNvSpPr/>
            <p:nvPr/>
          </p:nvSpPr>
          <p:spPr>
            <a:xfrm>
              <a:off x="5530084" y="661372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47" name="pt1746"/>
            <p:cNvSpPr/>
            <p:nvPr/>
          </p:nvSpPr>
          <p:spPr>
            <a:xfrm>
              <a:off x="5660403" y="678522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48" name="pt1747"/>
            <p:cNvSpPr/>
            <p:nvPr/>
          </p:nvSpPr>
          <p:spPr>
            <a:xfrm>
              <a:off x="5512841" y="731937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49" name="pt1748"/>
            <p:cNvSpPr/>
            <p:nvPr/>
          </p:nvSpPr>
          <p:spPr>
            <a:xfrm>
              <a:off x="5671190" y="731937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50" name="pt1749"/>
            <p:cNvSpPr/>
            <p:nvPr/>
          </p:nvSpPr>
          <p:spPr>
            <a:xfrm>
              <a:off x="5494423" y="731817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51" name="pt1750"/>
            <p:cNvSpPr/>
            <p:nvPr/>
          </p:nvSpPr>
          <p:spPr>
            <a:xfrm>
              <a:off x="5650843" y="729243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52" name="pt1751"/>
            <p:cNvSpPr/>
            <p:nvPr/>
          </p:nvSpPr>
          <p:spPr>
            <a:xfrm>
              <a:off x="5524550" y="529667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53" name="pt1752"/>
            <p:cNvSpPr/>
            <p:nvPr/>
          </p:nvSpPr>
          <p:spPr>
            <a:xfrm>
              <a:off x="5710552" y="529841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54" name="pt1753"/>
            <p:cNvSpPr/>
            <p:nvPr/>
          </p:nvSpPr>
          <p:spPr>
            <a:xfrm>
              <a:off x="5513959" y="691376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55" name="pt1754"/>
            <p:cNvSpPr/>
            <p:nvPr/>
          </p:nvSpPr>
          <p:spPr>
            <a:xfrm>
              <a:off x="5697999" y="719719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56" name="pt1755"/>
            <p:cNvSpPr/>
            <p:nvPr/>
          </p:nvSpPr>
          <p:spPr>
            <a:xfrm>
              <a:off x="5532050" y="547512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57" name="pt1756"/>
            <p:cNvSpPr/>
            <p:nvPr/>
          </p:nvSpPr>
          <p:spPr>
            <a:xfrm>
              <a:off x="5656983" y="519196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58" name="pt1757"/>
            <p:cNvSpPr/>
            <p:nvPr/>
          </p:nvSpPr>
          <p:spPr>
            <a:xfrm>
              <a:off x="5543516" y="682308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59" name="pt1758"/>
            <p:cNvSpPr/>
            <p:nvPr/>
          </p:nvSpPr>
          <p:spPr>
            <a:xfrm>
              <a:off x="5688764" y="680226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60" name="pt1759"/>
            <p:cNvSpPr/>
            <p:nvPr/>
          </p:nvSpPr>
          <p:spPr>
            <a:xfrm>
              <a:off x="5556636" y="731937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61" name="pt1760"/>
            <p:cNvSpPr/>
            <p:nvPr/>
          </p:nvSpPr>
          <p:spPr>
            <a:xfrm>
              <a:off x="5683898" y="731937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62" name="pt1761"/>
            <p:cNvSpPr/>
            <p:nvPr/>
          </p:nvSpPr>
          <p:spPr>
            <a:xfrm>
              <a:off x="5492639" y="662230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63" name="pt1762"/>
            <p:cNvSpPr/>
            <p:nvPr/>
          </p:nvSpPr>
          <p:spPr>
            <a:xfrm>
              <a:off x="5686560" y="627294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64" name="pt1763"/>
            <p:cNvSpPr/>
            <p:nvPr/>
          </p:nvSpPr>
          <p:spPr>
            <a:xfrm>
              <a:off x="5546147" y="639818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65" name="pt1764"/>
            <p:cNvSpPr/>
            <p:nvPr/>
          </p:nvSpPr>
          <p:spPr>
            <a:xfrm>
              <a:off x="5698513" y="679521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66" name="pt1765"/>
            <p:cNvSpPr/>
            <p:nvPr/>
          </p:nvSpPr>
          <p:spPr>
            <a:xfrm>
              <a:off x="5568678" y="731937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67" name="pt1766"/>
            <p:cNvSpPr/>
            <p:nvPr/>
          </p:nvSpPr>
          <p:spPr>
            <a:xfrm>
              <a:off x="5682377" y="731937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68" name="pt1767"/>
            <p:cNvSpPr/>
            <p:nvPr/>
          </p:nvSpPr>
          <p:spPr>
            <a:xfrm>
              <a:off x="5525887" y="594288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69" name="pt1768"/>
            <p:cNvSpPr/>
            <p:nvPr/>
          </p:nvSpPr>
          <p:spPr>
            <a:xfrm>
              <a:off x="5668615" y="589130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70" name="pt1769"/>
            <p:cNvSpPr/>
            <p:nvPr/>
          </p:nvSpPr>
          <p:spPr>
            <a:xfrm>
              <a:off x="5491531" y="594609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71" name="pt1770"/>
            <p:cNvSpPr/>
            <p:nvPr/>
          </p:nvSpPr>
          <p:spPr>
            <a:xfrm>
              <a:off x="5723006" y="534413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72" name="pt1771"/>
            <p:cNvSpPr/>
            <p:nvPr/>
          </p:nvSpPr>
          <p:spPr>
            <a:xfrm>
              <a:off x="5539423" y="718360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73" name="pt1772"/>
            <p:cNvSpPr/>
            <p:nvPr/>
          </p:nvSpPr>
          <p:spPr>
            <a:xfrm>
              <a:off x="5700655" y="584380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74" name="pt1773"/>
            <p:cNvSpPr/>
            <p:nvPr/>
          </p:nvSpPr>
          <p:spPr>
            <a:xfrm>
              <a:off x="5529503" y="725403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75" name="pt1774"/>
            <p:cNvSpPr/>
            <p:nvPr/>
          </p:nvSpPr>
          <p:spPr>
            <a:xfrm>
              <a:off x="5722489" y="723718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76" name="pt1775"/>
            <p:cNvSpPr/>
            <p:nvPr/>
          </p:nvSpPr>
          <p:spPr>
            <a:xfrm>
              <a:off x="5499911" y="731937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77" name="pt1776"/>
            <p:cNvSpPr/>
            <p:nvPr/>
          </p:nvSpPr>
          <p:spPr>
            <a:xfrm>
              <a:off x="5692138" y="731937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78" name="pt1777"/>
            <p:cNvSpPr/>
            <p:nvPr/>
          </p:nvSpPr>
          <p:spPr>
            <a:xfrm>
              <a:off x="5494945" y="716087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79" name="pt1778"/>
            <p:cNvSpPr/>
            <p:nvPr/>
          </p:nvSpPr>
          <p:spPr>
            <a:xfrm>
              <a:off x="5678314" y="720721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80" name="pt1779"/>
            <p:cNvSpPr/>
            <p:nvPr/>
          </p:nvSpPr>
          <p:spPr>
            <a:xfrm>
              <a:off x="5541975" y="641805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81" name="pt1780"/>
            <p:cNvSpPr/>
            <p:nvPr/>
          </p:nvSpPr>
          <p:spPr>
            <a:xfrm>
              <a:off x="5647991" y="580150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82" name="pt1781"/>
            <p:cNvSpPr/>
            <p:nvPr/>
          </p:nvSpPr>
          <p:spPr>
            <a:xfrm>
              <a:off x="5561158" y="707625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83" name="pt1782"/>
            <p:cNvSpPr/>
            <p:nvPr/>
          </p:nvSpPr>
          <p:spPr>
            <a:xfrm>
              <a:off x="5707006" y="695705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84" name="pt1783"/>
            <p:cNvSpPr/>
            <p:nvPr/>
          </p:nvSpPr>
          <p:spPr>
            <a:xfrm>
              <a:off x="5527354" y="651023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85" name="pt1784"/>
            <p:cNvSpPr/>
            <p:nvPr/>
          </p:nvSpPr>
          <p:spPr>
            <a:xfrm>
              <a:off x="5711367" y="663118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86" name="pt1785"/>
            <p:cNvSpPr/>
            <p:nvPr/>
          </p:nvSpPr>
          <p:spPr>
            <a:xfrm>
              <a:off x="5503980" y="616522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87" name="pt1786"/>
            <p:cNvSpPr/>
            <p:nvPr/>
          </p:nvSpPr>
          <p:spPr>
            <a:xfrm>
              <a:off x="5686101" y="632520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88" name="pt1787"/>
            <p:cNvSpPr/>
            <p:nvPr/>
          </p:nvSpPr>
          <p:spPr>
            <a:xfrm>
              <a:off x="5532909" y="724480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89" name="pt1788"/>
            <p:cNvSpPr/>
            <p:nvPr/>
          </p:nvSpPr>
          <p:spPr>
            <a:xfrm>
              <a:off x="5663155" y="696619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90" name="pt1789"/>
            <p:cNvSpPr/>
            <p:nvPr/>
          </p:nvSpPr>
          <p:spPr>
            <a:xfrm>
              <a:off x="5556264" y="731937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91" name="pt1790"/>
            <p:cNvSpPr/>
            <p:nvPr/>
          </p:nvSpPr>
          <p:spPr>
            <a:xfrm>
              <a:off x="5721241" y="731937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92" name="pt1791"/>
            <p:cNvSpPr/>
            <p:nvPr/>
          </p:nvSpPr>
          <p:spPr>
            <a:xfrm>
              <a:off x="5492864" y="675530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93" name="pt1792"/>
            <p:cNvSpPr/>
            <p:nvPr/>
          </p:nvSpPr>
          <p:spPr>
            <a:xfrm>
              <a:off x="5659923" y="608762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94" name="pt1793"/>
            <p:cNvSpPr/>
            <p:nvPr/>
          </p:nvSpPr>
          <p:spPr>
            <a:xfrm>
              <a:off x="5505508" y="679507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95" name="pt1794"/>
            <p:cNvSpPr/>
            <p:nvPr/>
          </p:nvSpPr>
          <p:spPr>
            <a:xfrm>
              <a:off x="5724876" y="707927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96" name="pt1795"/>
            <p:cNvSpPr/>
            <p:nvPr/>
          </p:nvSpPr>
          <p:spPr>
            <a:xfrm>
              <a:off x="5533323" y="646487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97" name="pt1796"/>
            <p:cNvSpPr/>
            <p:nvPr/>
          </p:nvSpPr>
          <p:spPr>
            <a:xfrm>
              <a:off x="5692264" y="654372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98" name="pt1797"/>
            <p:cNvSpPr/>
            <p:nvPr/>
          </p:nvSpPr>
          <p:spPr>
            <a:xfrm>
              <a:off x="5559930" y="711953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99" name="pt1798"/>
            <p:cNvSpPr/>
            <p:nvPr/>
          </p:nvSpPr>
          <p:spPr>
            <a:xfrm>
              <a:off x="5678299" y="723967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00" name="pt1799"/>
            <p:cNvSpPr/>
            <p:nvPr/>
          </p:nvSpPr>
          <p:spPr>
            <a:xfrm>
              <a:off x="5521403" y="609220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01" name="pt1800"/>
            <p:cNvSpPr/>
            <p:nvPr/>
          </p:nvSpPr>
          <p:spPr>
            <a:xfrm>
              <a:off x="5708781" y="614318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02" name="pt1801"/>
            <p:cNvSpPr/>
            <p:nvPr/>
          </p:nvSpPr>
          <p:spPr>
            <a:xfrm>
              <a:off x="5543479" y="606708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03" name="pt1802"/>
            <p:cNvSpPr/>
            <p:nvPr/>
          </p:nvSpPr>
          <p:spPr>
            <a:xfrm>
              <a:off x="5701591" y="629266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04" name="pt1803"/>
            <p:cNvSpPr/>
            <p:nvPr/>
          </p:nvSpPr>
          <p:spPr>
            <a:xfrm>
              <a:off x="5537285" y="665913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05" name="pt1804"/>
            <p:cNvSpPr/>
            <p:nvPr/>
          </p:nvSpPr>
          <p:spPr>
            <a:xfrm>
              <a:off x="5686727" y="653106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06" name="pt1805"/>
            <p:cNvSpPr/>
            <p:nvPr/>
          </p:nvSpPr>
          <p:spPr>
            <a:xfrm>
              <a:off x="5532882" y="586923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07" name="pt1806"/>
            <p:cNvSpPr/>
            <p:nvPr/>
          </p:nvSpPr>
          <p:spPr>
            <a:xfrm>
              <a:off x="5693766" y="632147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08" name="pt1807"/>
            <p:cNvSpPr/>
            <p:nvPr/>
          </p:nvSpPr>
          <p:spPr>
            <a:xfrm>
              <a:off x="5514100" y="581774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09" name="pt1808"/>
            <p:cNvSpPr/>
            <p:nvPr/>
          </p:nvSpPr>
          <p:spPr>
            <a:xfrm>
              <a:off x="5721764" y="581881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10" name="pt1809"/>
            <p:cNvSpPr/>
            <p:nvPr/>
          </p:nvSpPr>
          <p:spPr>
            <a:xfrm>
              <a:off x="5502900" y="726208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11" name="pt1810"/>
            <p:cNvSpPr/>
            <p:nvPr/>
          </p:nvSpPr>
          <p:spPr>
            <a:xfrm>
              <a:off x="5719308" y="692413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12" name="pt1811"/>
            <p:cNvSpPr/>
            <p:nvPr/>
          </p:nvSpPr>
          <p:spPr>
            <a:xfrm>
              <a:off x="5559806" y="540080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13" name="pt1812"/>
            <p:cNvSpPr/>
            <p:nvPr/>
          </p:nvSpPr>
          <p:spPr>
            <a:xfrm>
              <a:off x="5678110" y="544556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14" name="pt1813"/>
            <p:cNvSpPr/>
            <p:nvPr/>
          </p:nvSpPr>
          <p:spPr>
            <a:xfrm>
              <a:off x="5539926" y="598272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15" name="pt1814"/>
            <p:cNvSpPr/>
            <p:nvPr/>
          </p:nvSpPr>
          <p:spPr>
            <a:xfrm>
              <a:off x="5654537" y="629481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16" name="pt1815"/>
            <p:cNvSpPr/>
            <p:nvPr/>
          </p:nvSpPr>
          <p:spPr>
            <a:xfrm>
              <a:off x="5518532" y="587345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17" name="pt1816"/>
            <p:cNvSpPr/>
            <p:nvPr/>
          </p:nvSpPr>
          <p:spPr>
            <a:xfrm>
              <a:off x="5666856" y="628887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18" name="pt1817"/>
            <p:cNvSpPr/>
            <p:nvPr/>
          </p:nvSpPr>
          <p:spPr>
            <a:xfrm>
              <a:off x="5501795" y="647192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19" name="pt1818"/>
            <p:cNvSpPr/>
            <p:nvPr/>
          </p:nvSpPr>
          <p:spPr>
            <a:xfrm>
              <a:off x="5690127" y="637903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20" name="pt1819"/>
            <p:cNvSpPr/>
            <p:nvPr/>
          </p:nvSpPr>
          <p:spPr>
            <a:xfrm>
              <a:off x="5529004" y="646150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21" name="pt1820"/>
            <p:cNvSpPr/>
            <p:nvPr/>
          </p:nvSpPr>
          <p:spPr>
            <a:xfrm>
              <a:off x="5687247" y="662982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22" name="pt1821"/>
            <p:cNvSpPr/>
            <p:nvPr/>
          </p:nvSpPr>
          <p:spPr>
            <a:xfrm>
              <a:off x="5538347" y="709411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23" name="pt1822"/>
            <p:cNvSpPr/>
            <p:nvPr/>
          </p:nvSpPr>
          <p:spPr>
            <a:xfrm>
              <a:off x="5691069" y="672803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24" name="pt1823"/>
            <p:cNvSpPr/>
            <p:nvPr/>
          </p:nvSpPr>
          <p:spPr>
            <a:xfrm>
              <a:off x="5534586" y="698042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25" name="pt1824"/>
            <p:cNvSpPr/>
            <p:nvPr/>
          </p:nvSpPr>
          <p:spPr>
            <a:xfrm>
              <a:off x="5722929" y="648937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26" name="pt1825"/>
            <p:cNvSpPr/>
            <p:nvPr/>
          </p:nvSpPr>
          <p:spPr>
            <a:xfrm>
              <a:off x="5542120" y="519785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27" name="pt1826"/>
            <p:cNvSpPr/>
            <p:nvPr/>
          </p:nvSpPr>
          <p:spPr>
            <a:xfrm>
              <a:off x="5690213" y="534494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28" name="pt1827"/>
            <p:cNvSpPr/>
            <p:nvPr/>
          </p:nvSpPr>
          <p:spPr>
            <a:xfrm>
              <a:off x="5552046" y="515638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29" name="pt1828"/>
            <p:cNvSpPr/>
            <p:nvPr/>
          </p:nvSpPr>
          <p:spPr>
            <a:xfrm>
              <a:off x="5662483" y="543017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30" name="pt1829"/>
            <p:cNvSpPr/>
            <p:nvPr/>
          </p:nvSpPr>
          <p:spPr>
            <a:xfrm>
              <a:off x="5516590" y="681836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31" name="pt1830"/>
            <p:cNvSpPr/>
            <p:nvPr/>
          </p:nvSpPr>
          <p:spPr>
            <a:xfrm>
              <a:off x="5649978" y="648603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32" name="pt1831"/>
            <p:cNvSpPr/>
            <p:nvPr/>
          </p:nvSpPr>
          <p:spPr>
            <a:xfrm>
              <a:off x="5554217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33" name="pt1832"/>
            <p:cNvSpPr/>
            <p:nvPr/>
          </p:nvSpPr>
          <p:spPr>
            <a:xfrm>
              <a:off x="5702743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34" name="pt1833"/>
            <p:cNvSpPr/>
            <p:nvPr/>
          </p:nvSpPr>
          <p:spPr>
            <a:xfrm>
              <a:off x="5542079" y="678185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35" name="pt1834"/>
            <p:cNvSpPr/>
            <p:nvPr/>
          </p:nvSpPr>
          <p:spPr>
            <a:xfrm>
              <a:off x="5717775" y="643945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36" name="pt1835"/>
            <p:cNvSpPr/>
            <p:nvPr/>
          </p:nvSpPr>
          <p:spPr>
            <a:xfrm>
              <a:off x="5568931" y="717461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37" name="pt1836"/>
            <p:cNvSpPr/>
            <p:nvPr/>
          </p:nvSpPr>
          <p:spPr>
            <a:xfrm>
              <a:off x="5715481" y="689134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38" name="pt1837"/>
            <p:cNvSpPr/>
            <p:nvPr/>
          </p:nvSpPr>
          <p:spPr>
            <a:xfrm>
              <a:off x="6622566" y="731490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39" name="pt1838"/>
            <p:cNvSpPr/>
            <p:nvPr/>
          </p:nvSpPr>
          <p:spPr>
            <a:xfrm>
              <a:off x="6773431" y="731350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40" name="pt1839"/>
            <p:cNvSpPr/>
            <p:nvPr/>
          </p:nvSpPr>
          <p:spPr>
            <a:xfrm>
              <a:off x="6630862" y="527935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41" name="pt1840"/>
            <p:cNvSpPr/>
            <p:nvPr/>
          </p:nvSpPr>
          <p:spPr>
            <a:xfrm>
              <a:off x="6794224" y="529374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42" name="pt1841"/>
            <p:cNvSpPr/>
            <p:nvPr/>
          </p:nvSpPr>
          <p:spPr>
            <a:xfrm>
              <a:off x="6643199" y="541653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43" name="pt1842"/>
            <p:cNvSpPr/>
            <p:nvPr/>
          </p:nvSpPr>
          <p:spPr>
            <a:xfrm>
              <a:off x="6743912" y="595433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44" name="pt1843"/>
            <p:cNvSpPr/>
            <p:nvPr/>
          </p:nvSpPr>
          <p:spPr>
            <a:xfrm>
              <a:off x="6612016" y="531493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45" name="pt1844"/>
            <p:cNvSpPr/>
            <p:nvPr/>
          </p:nvSpPr>
          <p:spPr>
            <a:xfrm>
              <a:off x="6744572" y="537544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46" name="pt1845"/>
            <p:cNvSpPr/>
            <p:nvPr/>
          </p:nvSpPr>
          <p:spPr>
            <a:xfrm>
              <a:off x="6610816" y="552832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47" name="pt1846"/>
            <p:cNvSpPr/>
            <p:nvPr/>
          </p:nvSpPr>
          <p:spPr>
            <a:xfrm>
              <a:off x="6733518" y="571884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48" name="pt1847"/>
            <p:cNvSpPr/>
            <p:nvPr/>
          </p:nvSpPr>
          <p:spPr>
            <a:xfrm>
              <a:off x="6615607" y="586004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49" name="pt1848"/>
            <p:cNvSpPr/>
            <p:nvPr/>
          </p:nvSpPr>
          <p:spPr>
            <a:xfrm>
              <a:off x="6800022" y="633550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50" name="pt1849"/>
            <p:cNvSpPr/>
            <p:nvPr/>
          </p:nvSpPr>
          <p:spPr>
            <a:xfrm>
              <a:off x="6637215" y="526307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51" name="pt1850"/>
            <p:cNvSpPr/>
            <p:nvPr/>
          </p:nvSpPr>
          <p:spPr>
            <a:xfrm>
              <a:off x="6758308" y="521019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52" name="pt1851"/>
            <p:cNvSpPr/>
            <p:nvPr/>
          </p:nvSpPr>
          <p:spPr>
            <a:xfrm>
              <a:off x="6639641" y="541642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53" name="pt1852"/>
            <p:cNvSpPr/>
            <p:nvPr/>
          </p:nvSpPr>
          <p:spPr>
            <a:xfrm>
              <a:off x="6782516" y="531727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54" name="pt1853"/>
            <p:cNvSpPr/>
            <p:nvPr/>
          </p:nvSpPr>
          <p:spPr>
            <a:xfrm>
              <a:off x="6634574" y="532609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55" name="pt1854"/>
            <p:cNvSpPr/>
            <p:nvPr/>
          </p:nvSpPr>
          <p:spPr>
            <a:xfrm>
              <a:off x="6734705" y="546278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56" name="pt1855"/>
            <p:cNvSpPr/>
            <p:nvPr/>
          </p:nvSpPr>
          <p:spPr>
            <a:xfrm>
              <a:off x="6576510" y="555312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57" name="pt1856"/>
            <p:cNvSpPr/>
            <p:nvPr/>
          </p:nvSpPr>
          <p:spPr>
            <a:xfrm>
              <a:off x="6782944" y="561290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58" name="pt1857"/>
            <p:cNvSpPr/>
            <p:nvPr/>
          </p:nvSpPr>
          <p:spPr>
            <a:xfrm>
              <a:off x="6608697" y="557694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59" name="pt1858"/>
            <p:cNvSpPr/>
            <p:nvPr/>
          </p:nvSpPr>
          <p:spPr>
            <a:xfrm>
              <a:off x="6755389" y="517020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60" name="pt1859"/>
            <p:cNvSpPr/>
            <p:nvPr/>
          </p:nvSpPr>
          <p:spPr>
            <a:xfrm>
              <a:off x="6586136" y="516098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61" name="pt1860"/>
            <p:cNvSpPr/>
            <p:nvPr/>
          </p:nvSpPr>
          <p:spPr>
            <a:xfrm>
              <a:off x="6759870" y="518311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62" name="pt1861"/>
            <p:cNvSpPr/>
            <p:nvPr/>
          </p:nvSpPr>
          <p:spPr>
            <a:xfrm>
              <a:off x="6623919" y="532004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63" name="pt1862"/>
            <p:cNvSpPr/>
            <p:nvPr/>
          </p:nvSpPr>
          <p:spPr>
            <a:xfrm>
              <a:off x="6802493" y="523302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64" name="pt1863"/>
            <p:cNvSpPr/>
            <p:nvPr/>
          </p:nvSpPr>
          <p:spPr>
            <a:xfrm>
              <a:off x="6593910" y="524611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65" name="pt1864"/>
            <p:cNvSpPr/>
            <p:nvPr/>
          </p:nvSpPr>
          <p:spPr>
            <a:xfrm>
              <a:off x="6802969" y="520473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66" name="pt1865"/>
            <p:cNvSpPr/>
            <p:nvPr/>
          </p:nvSpPr>
          <p:spPr>
            <a:xfrm>
              <a:off x="6592467" y="548902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67" name="pt1866"/>
            <p:cNvSpPr/>
            <p:nvPr/>
          </p:nvSpPr>
          <p:spPr>
            <a:xfrm>
              <a:off x="6735117" y="541395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68" name="pt1867"/>
            <p:cNvSpPr/>
            <p:nvPr/>
          </p:nvSpPr>
          <p:spPr>
            <a:xfrm>
              <a:off x="6623510" y="520388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69" name="pt1868"/>
            <p:cNvSpPr/>
            <p:nvPr/>
          </p:nvSpPr>
          <p:spPr>
            <a:xfrm>
              <a:off x="6804785" y="520176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70" name="pt1869"/>
            <p:cNvSpPr/>
            <p:nvPr/>
          </p:nvSpPr>
          <p:spPr>
            <a:xfrm>
              <a:off x="6583656" y="731937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71" name="pt1870"/>
            <p:cNvSpPr/>
            <p:nvPr/>
          </p:nvSpPr>
          <p:spPr>
            <a:xfrm>
              <a:off x="6755238" y="731937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72" name="pt1871"/>
            <p:cNvSpPr/>
            <p:nvPr/>
          </p:nvSpPr>
          <p:spPr>
            <a:xfrm>
              <a:off x="6632512" y="542520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73" name="pt1872"/>
            <p:cNvSpPr/>
            <p:nvPr/>
          </p:nvSpPr>
          <p:spPr>
            <a:xfrm>
              <a:off x="6751141" y="648487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74" name="pt1873"/>
            <p:cNvSpPr/>
            <p:nvPr/>
          </p:nvSpPr>
          <p:spPr>
            <a:xfrm>
              <a:off x="6622479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75" name="pt1874"/>
            <p:cNvSpPr/>
            <p:nvPr/>
          </p:nvSpPr>
          <p:spPr>
            <a:xfrm>
              <a:off x="6743933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76" name="pt1875"/>
            <p:cNvSpPr/>
            <p:nvPr/>
          </p:nvSpPr>
          <p:spPr>
            <a:xfrm>
              <a:off x="6595382" y="534941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77" name="pt1876"/>
            <p:cNvSpPr/>
            <p:nvPr/>
          </p:nvSpPr>
          <p:spPr>
            <a:xfrm>
              <a:off x="6759913" y="527319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78" name="pt1877"/>
            <p:cNvSpPr/>
            <p:nvPr/>
          </p:nvSpPr>
          <p:spPr>
            <a:xfrm>
              <a:off x="6575896" y="604976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79" name="pt1878"/>
            <p:cNvSpPr/>
            <p:nvPr/>
          </p:nvSpPr>
          <p:spPr>
            <a:xfrm>
              <a:off x="6736700" y="725645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80" name="pt1879"/>
            <p:cNvSpPr/>
            <p:nvPr/>
          </p:nvSpPr>
          <p:spPr>
            <a:xfrm>
              <a:off x="6636501" y="704247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81" name="pt1880"/>
            <p:cNvSpPr/>
            <p:nvPr/>
          </p:nvSpPr>
          <p:spPr>
            <a:xfrm>
              <a:off x="6741205" y="680949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82" name="pt1881"/>
            <p:cNvSpPr/>
            <p:nvPr/>
          </p:nvSpPr>
          <p:spPr>
            <a:xfrm>
              <a:off x="6601112" y="594996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83" name="pt1882"/>
            <p:cNvSpPr/>
            <p:nvPr/>
          </p:nvSpPr>
          <p:spPr>
            <a:xfrm>
              <a:off x="6742391" y="595161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84" name="pt1883"/>
            <p:cNvSpPr/>
            <p:nvPr/>
          </p:nvSpPr>
          <p:spPr>
            <a:xfrm>
              <a:off x="6624279" y="731937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85" name="pt1884"/>
            <p:cNvSpPr/>
            <p:nvPr/>
          </p:nvSpPr>
          <p:spPr>
            <a:xfrm>
              <a:off x="6801493" y="731937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86" name="pt1885"/>
            <p:cNvSpPr/>
            <p:nvPr/>
          </p:nvSpPr>
          <p:spPr>
            <a:xfrm>
              <a:off x="6602856" y="522446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87" name="pt1886"/>
            <p:cNvSpPr/>
            <p:nvPr/>
          </p:nvSpPr>
          <p:spPr>
            <a:xfrm>
              <a:off x="6794225" y="553028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88" name="pt1887"/>
            <p:cNvSpPr/>
            <p:nvPr/>
          </p:nvSpPr>
          <p:spPr>
            <a:xfrm>
              <a:off x="6592994" y="518670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89" name="pt1888"/>
            <p:cNvSpPr/>
            <p:nvPr/>
          </p:nvSpPr>
          <p:spPr>
            <a:xfrm>
              <a:off x="6774148" y="555976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90" name="pt1889"/>
            <p:cNvSpPr/>
            <p:nvPr/>
          </p:nvSpPr>
          <p:spPr>
            <a:xfrm>
              <a:off x="6609853" y="731937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91" name="pt1890"/>
            <p:cNvSpPr/>
            <p:nvPr/>
          </p:nvSpPr>
          <p:spPr>
            <a:xfrm>
              <a:off x="6803798" y="731937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92" name="pt1891"/>
            <p:cNvSpPr/>
            <p:nvPr/>
          </p:nvSpPr>
          <p:spPr>
            <a:xfrm>
              <a:off x="6582538" y="520066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93" name="pt1892"/>
            <p:cNvSpPr/>
            <p:nvPr/>
          </p:nvSpPr>
          <p:spPr>
            <a:xfrm>
              <a:off x="6754347" y="515975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94" name="pt1893"/>
            <p:cNvSpPr/>
            <p:nvPr/>
          </p:nvSpPr>
          <p:spPr>
            <a:xfrm>
              <a:off x="6623596" y="519291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95" name="pt1894"/>
            <p:cNvSpPr/>
            <p:nvPr/>
          </p:nvSpPr>
          <p:spPr>
            <a:xfrm>
              <a:off x="6743675" y="523377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96" name="pt1895"/>
            <p:cNvSpPr/>
            <p:nvPr/>
          </p:nvSpPr>
          <p:spPr>
            <a:xfrm>
              <a:off x="6630607" y="549331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97" name="pt1896"/>
            <p:cNvSpPr/>
            <p:nvPr/>
          </p:nvSpPr>
          <p:spPr>
            <a:xfrm>
              <a:off x="6737760" y="624962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98" name="pt1897"/>
            <p:cNvSpPr/>
            <p:nvPr/>
          </p:nvSpPr>
          <p:spPr>
            <a:xfrm>
              <a:off x="6613739" y="522843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99" name="pt1898"/>
            <p:cNvSpPr/>
            <p:nvPr/>
          </p:nvSpPr>
          <p:spPr>
            <a:xfrm>
              <a:off x="6776395" y="526149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00" name="pt1899"/>
            <p:cNvSpPr/>
            <p:nvPr/>
          </p:nvSpPr>
          <p:spPr>
            <a:xfrm>
              <a:off x="6589702" y="518306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01" name="pt1900"/>
            <p:cNvSpPr/>
            <p:nvPr/>
          </p:nvSpPr>
          <p:spPr>
            <a:xfrm>
              <a:off x="6804578" y="525483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02" name="pt1901"/>
            <p:cNvSpPr/>
            <p:nvPr/>
          </p:nvSpPr>
          <p:spPr>
            <a:xfrm>
              <a:off x="6630111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03" name="pt1902"/>
            <p:cNvSpPr/>
            <p:nvPr/>
          </p:nvSpPr>
          <p:spPr>
            <a:xfrm>
              <a:off x="6772862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04" name="pt1903"/>
            <p:cNvSpPr/>
            <p:nvPr/>
          </p:nvSpPr>
          <p:spPr>
            <a:xfrm>
              <a:off x="6579248" y="534960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05" name="pt1904"/>
            <p:cNvSpPr/>
            <p:nvPr/>
          </p:nvSpPr>
          <p:spPr>
            <a:xfrm>
              <a:off x="6753162" y="536490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06" name="pt1905"/>
            <p:cNvSpPr/>
            <p:nvPr/>
          </p:nvSpPr>
          <p:spPr>
            <a:xfrm>
              <a:off x="6580675" y="532379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07" name="pt1906"/>
            <p:cNvSpPr/>
            <p:nvPr/>
          </p:nvSpPr>
          <p:spPr>
            <a:xfrm>
              <a:off x="6759605" y="518222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08" name="pt1907"/>
            <p:cNvSpPr/>
            <p:nvPr/>
          </p:nvSpPr>
          <p:spPr>
            <a:xfrm>
              <a:off x="6634284" y="514784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09" name="pt1908"/>
            <p:cNvSpPr/>
            <p:nvPr/>
          </p:nvSpPr>
          <p:spPr>
            <a:xfrm>
              <a:off x="6779631" y="514690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10" name="pt1909"/>
            <p:cNvSpPr/>
            <p:nvPr/>
          </p:nvSpPr>
          <p:spPr>
            <a:xfrm>
              <a:off x="6618035" y="557630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11" name="pt1910"/>
            <p:cNvSpPr/>
            <p:nvPr/>
          </p:nvSpPr>
          <p:spPr>
            <a:xfrm>
              <a:off x="6759262" y="572593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12" name="pt1911"/>
            <p:cNvSpPr/>
            <p:nvPr/>
          </p:nvSpPr>
          <p:spPr>
            <a:xfrm>
              <a:off x="6632143" y="516505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13" name="pt1912"/>
            <p:cNvSpPr/>
            <p:nvPr/>
          </p:nvSpPr>
          <p:spPr>
            <a:xfrm>
              <a:off x="6764207" y="515988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14" name="pt1913"/>
            <p:cNvSpPr/>
            <p:nvPr/>
          </p:nvSpPr>
          <p:spPr>
            <a:xfrm>
              <a:off x="6598353" y="541390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15" name="pt1914"/>
            <p:cNvSpPr/>
            <p:nvPr/>
          </p:nvSpPr>
          <p:spPr>
            <a:xfrm>
              <a:off x="6772047" y="543278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16" name="pt1915"/>
            <p:cNvSpPr/>
            <p:nvPr/>
          </p:nvSpPr>
          <p:spPr>
            <a:xfrm>
              <a:off x="6580236" y="522811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17" name="pt1916"/>
            <p:cNvSpPr/>
            <p:nvPr/>
          </p:nvSpPr>
          <p:spPr>
            <a:xfrm>
              <a:off x="6795215" y="533864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18" name="pt1917"/>
            <p:cNvSpPr/>
            <p:nvPr/>
          </p:nvSpPr>
          <p:spPr>
            <a:xfrm>
              <a:off x="6603708" y="529925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19" name="pt1918"/>
            <p:cNvSpPr/>
            <p:nvPr/>
          </p:nvSpPr>
          <p:spPr>
            <a:xfrm>
              <a:off x="6742484" y="548540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20" name="pt1919"/>
            <p:cNvSpPr/>
            <p:nvPr/>
          </p:nvSpPr>
          <p:spPr>
            <a:xfrm>
              <a:off x="6597647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21" name="pt1920"/>
            <p:cNvSpPr/>
            <p:nvPr/>
          </p:nvSpPr>
          <p:spPr>
            <a:xfrm>
              <a:off x="6736557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22" name="pt1921"/>
            <p:cNvSpPr/>
            <p:nvPr/>
          </p:nvSpPr>
          <p:spPr>
            <a:xfrm>
              <a:off x="6577648" y="524978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23" name="pt1922"/>
            <p:cNvSpPr/>
            <p:nvPr/>
          </p:nvSpPr>
          <p:spPr>
            <a:xfrm>
              <a:off x="6791851" y="528326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24" name="pt1923"/>
            <p:cNvSpPr/>
            <p:nvPr/>
          </p:nvSpPr>
          <p:spPr>
            <a:xfrm>
              <a:off x="6616753" y="517384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25" name="pt1924"/>
            <p:cNvSpPr/>
            <p:nvPr/>
          </p:nvSpPr>
          <p:spPr>
            <a:xfrm>
              <a:off x="6735070" y="518539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26" name="pt1925"/>
            <p:cNvSpPr/>
            <p:nvPr/>
          </p:nvSpPr>
          <p:spPr>
            <a:xfrm>
              <a:off x="6638957" y="527730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27" name="pt1926"/>
            <p:cNvSpPr/>
            <p:nvPr/>
          </p:nvSpPr>
          <p:spPr>
            <a:xfrm>
              <a:off x="6793725" y="538453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28" name="pt1927"/>
            <p:cNvSpPr/>
            <p:nvPr/>
          </p:nvSpPr>
          <p:spPr>
            <a:xfrm>
              <a:off x="6585969" y="558187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29" name="pt1928"/>
            <p:cNvSpPr/>
            <p:nvPr/>
          </p:nvSpPr>
          <p:spPr>
            <a:xfrm>
              <a:off x="6785814" y="574600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30" name="pt1929"/>
            <p:cNvSpPr/>
            <p:nvPr/>
          </p:nvSpPr>
          <p:spPr>
            <a:xfrm>
              <a:off x="6587699" y="593812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31" name="pt1930"/>
            <p:cNvSpPr/>
            <p:nvPr/>
          </p:nvSpPr>
          <p:spPr>
            <a:xfrm>
              <a:off x="6765725" y="626209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32" name="pt1931"/>
            <p:cNvSpPr/>
            <p:nvPr/>
          </p:nvSpPr>
          <p:spPr>
            <a:xfrm>
              <a:off x="6622722" y="551165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33" name="pt1932"/>
            <p:cNvSpPr/>
            <p:nvPr/>
          </p:nvSpPr>
          <p:spPr>
            <a:xfrm>
              <a:off x="6769135" y="562904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34" name="pt1933"/>
            <p:cNvSpPr/>
            <p:nvPr/>
          </p:nvSpPr>
          <p:spPr>
            <a:xfrm>
              <a:off x="6625935" y="559259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35" name="pt1934"/>
            <p:cNvSpPr/>
            <p:nvPr/>
          </p:nvSpPr>
          <p:spPr>
            <a:xfrm>
              <a:off x="6733813" y="563065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36" name="pt1935"/>
            <p:cNvSpPr/>
            <p:nvPr/>
          </p:nvSpPr>
          <p:spPr>
            <a:xfrm>
              <a:off x="6615239" y="565903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37" name="pt1936"/>
            <p:cNvSpPr/>
            <p:nvPr/>
          </p:nvSpPr>
          <p:spPr>
            <a:xfrm>
              <a:off x="6776462" y="588724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38" name="pt1937"/>
            <p:cNvSpPr/>
            <p:nvPr/>
          </p:nvSpPr>
          <p:spPr>
            <a:xfrm>
              <a:off x="6605214" y="616642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39" name="pt1938"/>
            <p:cNvSpPr/>
            <p:nvPr/>
          </p:nvSpPr>
          <p:spPr>
            <a:xfrm>
              <a:off x="6784095" y="522103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40" name="pt1939"/>
            <p:cNvSpPr/>
            <p:nvPr/>
          </p:nvSpPr>
          <p:spPr>
            <a:xfrm>
              <a:off x="6607862" y="523180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41" name="pt1940"/>
            <p:cNvSpPr/>
            <p:nvPr/>
          </p:nvSpPr>
          <p:spPr>
            <a:xfrm>
              <a:off x="6744575" y="518426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42" name="pt1941"/>
            <p:cNvSpPr/>
            <p:nvPr/>
          </p:nvSpPr>
          <p:spPr>
            <a:xfrm>
              <a:off x="6605923" y="527421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43" name="pt1942"/>
            <p:cNvSpPr/>
            <p:nvPr/>
          </p:nvSpPr>
          <p:spPr>
            <a:xfrm>
              <a:off x="6791151" y="520912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44" name="pt1943"/>
            <p:cNvSpPr/>
            <p:nvPr/>
          </p:nvSpPr>
          <p:spPr>
            <a:xfrm>
              <a:off x="6596662" y="549943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45" name="pt1944"/>
            <p:cNvSpPr/>
            <p:nvPr/>
          </p:nvSpPr>
          <p:spPr>
            <a:xfrm>
              <a:off x="6772979" y="601444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46" name="pt1945"/>
            <p:cNvSpPr/>
            <p:nvPr/>
          </p:nvSpPr>
          <p:spPr>
            <a:xfrm>
              <a:off x="6577970" y="519746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47" name="pt1946"/>
            <p:cNvSpPr/>
            <p:nvPr/>
          </p:nvSpPr>
          <p:spPr>
            <a:xfrm>
              <a:off x="6799416" y="539772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48" name="pt1947"/>
            <p:cNvSpPr/>
            <p:nvPr/>
          </p:nvSpPr>
          <p:spPr>
            <a:xfrm>
              <a:off x="6606747" y="539714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49" name="pt1948"/>
            <p:cNvSpPr/>
            <p:nvPr/>
          </p:nvSpPr>
          <p:spPr>
            <a:xfrm>
              <a:off x="6791832" y="550289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50" name="pt1949"/>
            <p:cNvSpPr/>
            <p:nvPr/>
          </p:nvSpPr>
          <p:spPr>
            <a:xfrm>
              <a:off x="6632315" y="536070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51" name="pt1950"/>
            <p:cNvSpPr/>
            <p:nvPr/>
          </p:nvSpPr>
          <p:spPr>
            <a:xfrm>
              <a:off x="6762799" y="528858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52" name="pt1951"/>
            <p:cNvSpPr/>
            <p:nvPr/>
          </p:nvSpPr>
          <p:spPr>
            <a:xfrm>
              <a:off x="6621247" y="546963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53" name="pt1952"/>
            <p:cNvSpPr/>
            <p:nvPr/>
          </p:nvSpPr>
          <p:spPr>
            <a:xfrm>
              <a:off x="6788626" y="543050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54" name="pt1953"/>
            <p:cNvSpPr/>
            <p:nvPr/>
          </p:nvSpPr>
          <p:spPr>
            <a:xfrm>
              <a:off x="6617077" y="535978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55" name="pt1954"/>
            <p:cNvSpPr/>
            <p:nvPr/>
          </p:nvSpPr>
          <p:spPr>
            <a:xfrm>
              <a:off x="6787192" y="534226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56" name="pt1955"/>
            <p:cNvSpPr/>
            <p:nvPr/>
          </p:nvSpPr>
          <p:spPr>
            <a:xfrm>
              <a:off x="6618292" y="731937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57" name="pt1956"/>
            <p:cNvSpPr/>
            <p:nvPr/>
          </p:nvSpPr>
          <p:spPr>
            <a:xfrm>
              <a:off x="6730463" y="731937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58" name="pt1957"/>
            <p:cNvSpPr/>
            <p:nvPr/>
          </p:nvSpPr>
          <p:spPr>
            <a:xfrm>
              <a:off x="6588066" y="526367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59" name="pt1958"/>
            <p:cNvSpPr/>
            <p:nvPr/>
          </p:nvSpPr>
          <p:spPr>
            <a:xfrm>
              <a:off x="6746842" y="532064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60" name="pt1959"/>
            <p:cNvSpPr/>
            <p:nvPr/>
          </p:nvSpPr>
          <p:spPr>
            <a:xfrm>
              <a:off x="6589586" y="584761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61" name="pt1960"/>
            <p:cNvSpPr/>
            <p:nvPr/>
          </p:nvSpPr>
          <p:spPr>
            <a:xfrm>
              <a:off x="6789838" y="580910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62" name="pt1961"/>
            <p:cNvSpPr/>
            <p:nvPr/>
          </p:nvSpPr>
          <p:spPr>
            <a:xfrm>
              <a:off x="6644180" y="554088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63" name="pt1962"/>
            <p:cNvSpPr/>
            <p:nvPr/>
          </p:nvSpPr>
          <p:spPr>
            <a:xfrm>
              <a:off x="6773684" y="606791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64" name="pt1963"/>
            <p:cNvSpPr/>
            <p:nvPr/>
          </p:nvSpPr>
          <p:spPr>
            <a:xfrm>
              <a:off x="6647555" y="588778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65" name="pt1964"/>
            <p:cNvSpPr/>
            <p:nvPr/>
          </p:nvSpPr>
          <p:spPr>
            <a:xfrm>
              <a:off x="6791827" y="591900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66" name="pt1965"/>
            <p:cNvSpPr/>
            <p:nvPr/>
          </p:nvSpPr>
          <p:spPr>
            <a:xfrm>
              <a:off x="6609568" y="562562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67" name="pt1966"/>
            <p:cNvSpPr/>
            <p:nvPr/>
          </p:nvSpPr>
          <p:spPr>
            <a:xfrm>
              <a:off x="6747451" y="579323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68" name="pt1967"/>
            <p:cNvSpPr/>
            <p:nvPr/>
          </p:nvSpPr>
          <p:spPr>
            <a:xfrm>
              <a:off x="6638005" y="626532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69" name="pt1968"/>
            <p:cNvSpPr/>
            <p:nvPr/>
          </p:nvSpPr>
          <p:spPr>
            <a:xfrm>
              <a:off x="6738182" y="669803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70" name="pt1969"/>
            <p:cNvSpPr/>
            <p:nvPr/>
          </p:nvSpPr>
          <p:spPr>
            <a:xfrm>
              <a:off x="6634810" y="523886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71" name="pt1970"/>
            <p:cNvSpPr/>
            <p:nvPr/>
          </p:nvSpPr>
          <p:spPr>
            <a:xfrm>
              <a:off x="6748169" y="546345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72" name="pt1971"/>
            <p:cNvSpPr/>
            <p:nvPr/>
          </p:nvSpPr>
          <p:spPr>
            <a:xfrm>
              <a:off x="6645529" y="571361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73" name="pt1972"/>
            <p:cNvSpPr/>
            <p:nvPr/>
          </p:nvSpPr>
          <p:spPr>
            <a:xfrm>
              <a:off x="6780125" y="519999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74" name="pt1973"/>
            <p:cNvSpPr/>
            <p:nvPr/>
          </p:nvSpPr>
          <p:spPr>
            <a:xfrm>
              <a:off x="6584916" y="554906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75" name="pt1974"/>
            <p:cNvSpPr/>
            <p:nvPr/>
          </p:nvSpPr>
          <p:spPr>
            <a:xfrm>
              <a:off x="6740459" y="663847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76" name="pt1975"/>
            <p:cNvSpPr/>
            <p:nvPr/>
          </p:nvSpPr>
          <p:spPr>
            <a:xfrm>
              <a:off x="6591636" y="529594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77" name="pt1976"/>
            <p:cNvSpPr/>
            <p:nvPr/>
          </p:nvSpPr>
          <p:spPr>
            <a:xfrm>
              <a:off x="6779607" y="543018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78" name="pt1977"/>
            <p:cNvSpPr/>
            <p:nvPr/>
          </p:nvSpPr>
          <p:spPr>
            <a:xfrm>
              <a:off x="6631144" y="520862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79" name="pt1978"/>
            <p:cNvSpPr/>
            <p:nvPr/>
          </p:nvSpPr>
          <p:spPr>
            <a:xfrm>
              <a:off x="6793592" y="517654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80" name="pt1979"/>
            <p:cNvSpPr/>
            <p:nvPr/>
          </p:nvSpPr>
          <p:spPr>
            <a:xfrm>
              <a:off x="6643249" y="552398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81" name="pt1980"/>
            <p:cNvSpPr/>
            <p:nvPr/>
          </p:nvSpPr>
          <p:spPr>
            <a:xfrm>
              <a:off x="6731610" y="551489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82" name="pt1981"/>
            <p:cNvSpPr/>
            <p:nvPr/>
          </p:nvSpPr>
          <p:spPr>
            <a:xfrm>
              <a:off x="6624039" y="571984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83" name="pt1982"/>
            <p:cNvSpPr/>
            <p:nvPr/>
          </p:nvSpPr>
          <p:spPr>
            <a:xfrm>
              <a:off x="6763610" y="591969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84" name="pt1983"/>
            <p:cNvSpPr/>
            <p:nvPr/>
          </p:nvSpPr>
          <p:spPr>
            <a:xfrm>
              <a:off x="6626959" y="519894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85" name="pt1984"/>
            <p:cNvSpPr/>
            <p:nvPr/>
          </p:nvSpPr>
          <p:spPr>
            <a:xfrm>
              <a:off x="6730161" y="515483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86" name="pt1985"/>
            <p:cNvSpPr/>
            <p:nvPr/>
          </p:nvSpPr>
          <p:spPr>
            <a:xfrm>
              <a:off x="6584424" y="628513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87" name="pt1986"/>
            <p:cNvSpPr/>
            <p:nvPr/>
          </p:nvSpPr>
          <p:spPr>
            <a:xfrm>
              <a:off x="6744776" y="668748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88" name="pt1987"/>
            <p:cNvSpPr/>
            <p:nvPr/>
          </p:nvSpPr>
          <p:spPr>
            <a:xfrm>
              <a:off x="6579665" y="543602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89" name="pt1988"/>
            <p:cNvSpPr/>
            <p:nvPr/>
          </p:nvSpPr>
          <p:spPr>
            <a:xfrm>
              <a:off x="6768768" y="641602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90" name="pt1989"/>
            <p:cNvSpPr/>
            <p:nvPr/>
          </p:nvSpPr>
          <p:spPr>
            <a:xfrm>
              <a:off x="6611848" y="624652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91" name="pt1990"/>
            <p:cNvSpPr/>
            <p:nvPr/>
          </p:nvSpPr>
          <p:spPr>
            <a:xfrm>
              <a:off x="6802218" y="567727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92" name="pt1991"/>
            <p:cNvSpPr/>
            <p:nvPr/>
          </p:nvSpPr>
          <p:spPr>
            <a:xfrm>
              <a:off x="6583076" y="573361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93" name="pt1992"/>
            <p:cNvSpPr/>
            <p:nvPr/>
          </p:nvSpPr>
          <p:spPr>
            <a:xfrm>
              <a:off x="6751939" y="574972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94" name="pt1993"/>
            <p:cNvSpPr/>
            <p:nvPr/>
          </p:nvSpPr>
          <p:spPr>
            <a:xfrm>
              <a:off x="6584840" y="545413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95" name="pt1994"/>
            <p:cNvSpPr/>
            <p:nvPr/>
          </p:nvSpPr>
          <p:spPr>
            <a:xfrm>
              <a:off x="6733999" y="515052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96" name="pt1995"/>
            <p:cNvSpPr/>
            <p:nvPr/>
          </p:nvSpPr>
          <p:spPr>
            <a:xfrm>
              <a:off x="6629441" y="540753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97" name="pt1996"/>
            <p:cNvSpPr/>
            <p:nvPr/>
          </p:nvSpPr>
          <p:spPr>
            <a:xfrm>
              <a:off x="6730746" y="569111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98" name="pt1997"/>
            <p:cNvSpPr/>
            <p:nvPr/>
          </p:nvSpPr>
          <p:spPr>
            <a:xfrm>
              <a:off x="6603476" y="517864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99" name="pt1998"/>
            <p:cNvSpPr/>
            <p:nvPr/>
          </p:nvSpPr>
          <p:spPr>
            <a:xfrm>
              <a:off x="6774416" y="565420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00" name="pt1999"/>
            <p:cNvSpPr/>
            <p:nvPr/>
          </p:nvSpPr>
          <p:spPr>
            <a:xfrm>
              <a:off x="6636080" y="643884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01" name="pt2000"/>
            <p:cNvSpPr/>
            <p:nvPr/>
          </p:nvSpPr>
          <p:spPr>
            <a:xfrm>
              <a:off x="6753431" y="685874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02" name="pt2001"/>
            <p:cNvSpPr/>
            <p:nvPr/>
          </p:nvSpPr>
          <p:spPr>
            <a:xfrm>
              <a:off x="6640896" y="527178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03" name="pt2002"/>
            <p:cNvSpPr/>
            <p:nvPr/>
          </p:nvSpPr>
          <p:spPr>
            <a:xfrm>
              <a:off x="6777920" y="523886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04" name="pt2003"/>
            <p:cNvSpPr/>
            <p:nvPr/>
          </p:nvSpPr>
          <p:spPr>
            <a:xfrm>
              <a:off x="6621956" y="547729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05" name="pt2004"/>
            <p:cNvSpPr/>
            <p:nvPr/>
          </p:nvSpPr>
          <p:spPr>
            <a:xfrm>
              <a:off x="6783647" y="529593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06" name="pt2005"/>
            <p:cNvSpPr/>
            <p:nvPr/>
          </p:nvSpPr>
          <p:spPr>
            <a:xfrm>
              <a:off x="6576561" y="672922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07" name="pt2006"/>
            <p:cNvSpPr/>
            <p:nvPr/>
          </p:nvSpPr>
          <p:spPr>
            <a:xfrm>
              <a:off x="6749811" y="599732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08" name="pt2007"/>
            <p:cNvSpPr/>
            <p:nvPr/>
          </p:nvSpPr>
          <p:spPr>
            <a:xfrm>
              <a:off x="6579533" y="696057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09" name="pt2008"/>
            <p:cNvSpPr/>
            <p:nvPr/>
          </p:nvSpPr>
          <p:spPr>
            <a:xfrm>
              <a:off x="6767528" y="695047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10" name="pt2009"/>
            <p:cNvSpPr/>
            <p:nvPr/>
          </p:nvSpPr>
          <p:spPr>
            <a:xfrm>
              <a:off x="6606374" y="573644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11" name="pt2010"/>
            <p:cNvSpPr/>
            <p:nvPr/>
          </p:nvSpPr>
          <p:spPr>
            <a:xfrm>
              <a:off x="6804606" y="548836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12" name="pt2011"/>
            <p:cNvSpPr/>
            <p:nvPr/>
          </p:nvSpPr>
          <p:spPr>
            <a:xfrm>
              <a:off x="6600191" y="554955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13" name="pt2012"/>
            <p:cNvSpPr/>
            <p:nvPr/>
          </p:nvSpPr>
          <p:spPr>
            <a:xfrm>
              <a:off x="6747486" y="526312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14" name="pt2013"/>
            <p:cNvSpPr/>
            <p:nvPr/>
          </p:nvSpPr>
          <p:spPr>
            <a:xfrm>
              <a:off x="6585937" y="565104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15" name="pt2014"/>
            <p:cNvSpPr/>
            <p:nvPr/>
          </p:nvSpPr>
          <p:spPr>
            <a:xfrm>
              <a:off x="6761543" y="555899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16" name="pt2015"/>
            <p:cNvSpPr/>
            <p:nvPr/>
          </p:nvSpPr>
          <p:spPr>
            <a:xfrm>
              <a:off x="6597433" y="648080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17" name="pt2016"/>
            <p:cNvSpPr/>
            <p:nvPr/>
          </p:nvSpPr>
          <p:spPr>
            <a:xfrm>
              <a:off x="6753846" y="722363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18" name="pt2017"/>
            <p:cNvSpPr/>
            <p:nvPr/>
          </p:nvSpPr>
          <p:spPr>
            <a:xfrm>
              <a:off x="6592137" y="604378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19" name="pt2018"/>
            <p:cNvSpPr/>
            <p:nvPr/>
          </p:nvSpPr>
          <p:spPr>
            <a:xfrm>
              <a:off x="6743335" y="658219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20" name="pt2019"/>
            <p:cNvSpPr/>
            <p:nvPr/>
          </p:nvSpPr>
          <p:spPr>
            <a:xfrm>
              <a:off x="6632265" y="563840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21" name="pt2020"/>
            <p:cNvSpPr/>
            <p:nvPr/>
          </p:nvSpPr>
          <p:spPr>
            <a:xfrm>
              <a:off x="6760565" y="551103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22" name="pt2021"/>
            <p:cNvSpPr/>
            <p:nvPr/>
          </p:nvSpPr>
          <p:spPr>
            <a:xfrm>
              <a:off x="6618498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23" name="pt2022"/>
            <p:cNvSpPr/>
            <p:nvPr/>
          </p:nvSpPr>
          <p:spPr>
            <a:xfrm>
              <a:off x="6797192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24" name="pt2023"/>
            <p:cNvSpPr/>
            <p:nvPr/>
          </p:nvSpPr>
          <p:spPr>
            <a:xfrm>
              <a:off x="6627107" y="514771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25" name="pt2024"/>
            <p:cNvSpPr/>
            <p:nvPr/>
          </p:nvSpPr>
          <p:spPr>
            <a:xfrm>
              <a:off x="6754968" y="516659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26" name="pt2025"/>
            <p:cNvSpPr/>
            <p:nvPr/>
          </p:nvSpPr>
          <p:spPr>
            <a:xfrm>
              <a:off x="6618039" y="550232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27" name="pt2026"/>
            <p:cNvSpPr/>
            <p:nvPr/>
          </p:nvSpPr>
          <p:spPr>
            <a:xfrm>
              <a:off x="6760294" y="549514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28" name="pt2027"/>
            <p:cNvSpPr/>
            <p:nvPr/>
          </p:nvSpPr>
          <p:spPr>
            <a:xfrm>
              <a:off x="6602295" y="608091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29" name="pt2028"/>
            <p:cNvSpPr/>
            <p:nvPr/>
          </p:nvSpPr>
          <p:spPr>
            <a:xfrm>
              <a:off x="6804017" y="591791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30" name="pt2029"/>
            <p:cNvSpPr/>
            <p:nvPr/>
          </p:nvSpPr>
          <p:spPr>
            <a:xfrm>
              <a:off x="6639330" y="550124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31" name="pt2030"/>
            <p:cNvSpPr/>
            <p:nvPr/>
          </p:nvSpPr>
          <p:spPr>
            <a:xfrm>
              <a:off x="6788027" y="579179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32" name="pt2031"/>
            <p:cNvSpPr/>
            <p:nvPr/>
          </p:nvSpPr>
          <p:spPr>
            <a:xfrm>
              <a:off x="6650953" y="621995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33" name="pt2032"/>
            <p:cNvSpPr/>
            <p:nvPr/>
          </p:nvSpPr>
          <p:spPr>
            <a:xfrm>
              <a:off x="6767926" y="572175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34" name="pt2033"/>
            <p:cNvSpPr/>
            <p:nvPr/>
          </p:nvSpPr>
          <p:spPr>
            <a:xfrm>
              <a:off x="6620222" y="515669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35" name="pt2034"/>
            <p:cNvSpPr/>
            <p:nvPr/>
          </p:nvSpPr>
          <p:spPr>
            <a:xfrm>
              <a:off x="6739567" y="514831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36" name="pt2035"/>
            <p:cNvSpPr/>
            <p:nvPr/>
          </p:nvSpPr>
          <p:spPr>
            <a:xfrm>
              <a:off x="6588676" y="572894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37" name="pt2036"/>
            <p:cNvSpPr/>
            <p:nvPr/>
          </p:nvSpPr>
          <p:spPr>
            <a:xfrm>
              <a:off x="6784590" y="516892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38" name="pt2037"/>
            <p:cNvSpPr/>
            <p:nvPr/>
          </p:nvSpPr>
          <p:spPr>
            <a:xfrm>
              <a:off x="6590181" y="518595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39" name="pt2038"/>
            <p:cNvSpPr/>
            <p:nvPr/>
          </p:nvSpPr>
          <p:spPr>
            <a:xfrm>
              <a:off x="6755650" y="517753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40" name="pt2039"/>
            <p:cNvSpPr/>
            <p:nvPr/>
          </p:nvSpPr>
          <p:spPr>
            <a:xfrm>
              <a:off x="6588371" y="731937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41" name="pt2040"/>
            <p:cNvSpPr/>
            <p:nvPr/>
          </p:nvSpPr>
          <p:spPr>
            <a:xfrm>
              <a:off x="6776374" y="731937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42" name="pt2041"/>
            <p:cNvSpPr/>
            <p:nvPr/>
          </p:nvSpPr>
          <p:spPr>
            <a:xfrm>
              <a:off x="6587618" y="561425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43" name="pt2042"/>
            <p:cNvSpPr/>
            <p:nvPr/>
          </p:nvSpPr>
          <p:spPr>
            <a:xfrm>
              <a:off x="6745372" y="557799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44" name="pt2043"/>
            <p:cNvSpPr/>
            <p:nvPr/>
          </p:nvSpPr>
          <p:spPr>
            <a:xfrm>
              <a:off x="6578852" y="626595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45" name="pt2044"/>
            <p:cNvSpPr/>
            <p:nvPr/>
          </p:nvSpPr>
          <p:spPr>
            <a:xfrm>
              <a:off x="6800781" y="731937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46" name="pt2045"/>
            <p:cNvSpPr/>
            <p:nvPr/>
          </p:nvSpPr>
          <p:spPr>
            <a:xfrm>
              <a:off x="6644841" y="517252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47" name="pt2046"/>
            <p:cNvSpPr/>
            <p:nvPr/>
          </p:nvSpPr>
          <p:spPr>
            <a:xfrm>
              <a:off x="6799144" y="514692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48" name="pt2047"/>
            <p:cNvSpPr/>
            <p:nvPr/>
          </p:nvSpPr>
          <p:spPr>
            <a:xfrm>
              <a:off x="6601363" y="715570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49" name="pt2048"/>
            <p:cNvSpPr/>
            <p:nvPr/>
          </p:nvSpPr>
          <p:spPr>
            <a:xfrm>
              <a:off x="6791879" y="654369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50" name="pt2049"/>
            <p:cNvSpPr/>
            <p:nvPr/>
          </p:nvSpPr>
          <p:spPr>
            <a:xfrm>
              <a:off x="6582113" y="545124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51" name="pt2050"/>
            <p:cNvSpPr/>
            <p:nvPr/>
          </p:nvSpPr>
          <p:spPr>
            <a:xfrm>
              <a:off x="6745381" y="547671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52" name="pt2051"/>
            <p:cNvSpPr/>
            <p:nvPr/>
          </p:nvSpPr>
          <p:spPr>
            <a:xfrm>
              <a:off x="6612118" y="524701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53" name="pt2052"/>
            <p:cNvSpPr/>
            <p:nvPr/>
          </p:nvSpPr>
          <p:spPr>
            <a:xfrm>
              <a:off x="6749102" y="519309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54" name="pt2053"/>
            <p:cNvSpPr/>
            <p:nvPr/>
          </p:nvSpPr>
          <p:spPr>
            <a:xfrm>
              <a:off x="6643541" y="520565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55" name="pt2054"/>
            <p:cNvSpPr/>
            <p:nvPr/>
          </p:nvSpPr>
          <p:spPr>
            <a:xfrm>
              <a:off x="6752464" y="522555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56" name="pt2055"/>
            <p:cNvSpPr/>
            <p:nvPr/>
          </p:nvSpPr>
          <p:spPr>
            <a:xfrm>
              <a:off x="6596959" y="579415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57" name="pt2056"/>
            <p:cNvSpPr/>
            <p:nvPr/>
          </p:nvSpPr>
          <p:spPr>
            <a:xfrm>
              <a:off x="6752726" y="554689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58" name="pt2057"/>
            <p:cNvSpPr/>
            <p:nvPr/>
          </p:nvSpPr>
          <p:spPr>
            <a:xfrm>
              <a:off x="6614270" y="542179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59" name="pt2058"/>
            <p:cNvSpPr/>
            <p:nvPr/>
          </p:nvSpPr>
          <p:spPr>
            <a:xfrm>
              <a:off x="6759477" y="540189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60" name="pt2059"/>
            <p:cNvSpPr/>
            <p:nvPr/>
          </p:nvSpPr>
          <p:spPr>
            <a:xfrm>
              <a:off x="6594486" y="624368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61" name="pt2060"/>
            <p:cNvSpPr/>
            <p:nvPr/>
          </p:nvSpPr>
          <p:spPr>
            <a:xfrm>
              <a:off x="6782824" y="566799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62" name="pt2061"/>
            <p:cNvSpPr/>
            <p:nvPr/>
          </p:nvSpPr>
          <p:spPr>
            <a:xfrm>
              <a:off x="6642140" y="592784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63" name="pt2062"/>
            <p:cNvSpPr/>
            <p:nvPr/>
          </p:nvSpPr>
          <p:spPr>
            <a:xfrm>
              <a:off x="6764278" y="548197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64" name="pt2063"/>
            <p:cNvSpPr/>
            <p:nvPr/>
          </p:nvSpPr>
          <p:spPr>
            <a:xfrm>
              <a:off x="6590948" y="542222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65" name="pt2064"/>
            <p:cNvSpPr/>
            <p:nvPr/>
          </p:nvSpPr>
          <p:spPr>
            <a:xfrm>
              <a:off x="6794877" y="514689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66" name="pt2065"/>
            <p:cNvSpPr/>
            <p:nvPr/>
          </p:nvSpPr>
          <p:spPr>
            <a:xfrm>
              <a:off x="6637508" y="624457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67" name="pt2066"/>
            <p:cNvSpPr/>
            <p:nvPr/>
          </p:nvSpPr>
          <p:spPr>
            <a:xfrm>
              <a:off x="6787230" y="606147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68" name="pt2067"/>
            <p:cNvSpPr/>
            <p:nvPr/>
          </p:nvSpPr>
          <p:spPr>
            <a:xfrm>
              <a:off x="7719424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69" name="pt2068"/>
            <p:cNvSpPr/>
            <p:nvPr/>
          </p:nvSpPr>
          <p:spPr>
            <a:xfrm>
              <a:off x="7831280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70" name="pt2069"/>
            <p:cNvSpPr/>
            <p:nvPr/>
          </p:nvSpPr>
          <p:spPr>
            <a:xfrm>
              <a:off x="7727297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71" name="pt2070"/>
            <p:cNvSpPr/>
            <p:nvPr/>
          </p:nvSpPr>
          <p:spPr>
            <a:xfrm>
              <a:off x="7873389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72" name="pt2071"/>
            <p:cNvSpPr/>
            <p:nvPr/>
          </p:nvSpPr>
          <p:spPr>
            <a:xfrm>
              <a:off x="7670366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73" name="pt2072"/>
            <p:cNvSpPr/>
            <p:nvPr/>
          </p:nvSpPr>
          <p:spPr>
            <a:xfrm>
              <a:off x="7835815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74" name="pt2073"/>
            <p:cNvSpPr/>
            <p:nvPr/>
          </p:nvSpPr>
          <p:spPr>
            <a:xfrm>
              <a:off x="7720368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75" name="pt2074"/>
            <p:cNvSpPr/>
            <p:nvPr/>
          </p:nvSpPr>
          <p:spPr>
            <a:xfrm>
              <a:off x="7869767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76" name="pt2075"/>
            <p:cNvSpPr/>
            <p:nvPr/>
          </p:nvSpPr>
          <p:spPr>
            <a:xfrm>
              <a:off x="7728905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77" name="pt2076"/>
            <p:cNvSpPr/>
            <p:nvPr/>
          </p:nvSpPr>
          <p:spPr>
            <a:xfrm>
              <a:off x="7863986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78" name="pt2077"/>
            <p:cNvSpPr/>
            <p:nvPr/>
          </p:nvSpPr>
          <p:spPr>
            <a:xfrm>
              <a:off x="7725758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79" name="pt2078"/>
            <p:cNvSpPr/>
            <p:nvPr/>
          </p:nvSpPr>
          <p:spPr>
            <a:xfrm>
              <a:off x="7842275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80" name="pt2079"/>
            <p:cNvSpPr/>
            <p:nvPr/>
          </p:nvSpPr>
          <p:spPr>
            <a:xfrm>
              <a:off x="7685262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81" name="pt2080"/>
            <p:cNvSpPr/>
            <p:nvPr/>
          </p:nvSpPr>
          <p:spPr>
            <a:xfrm>
              <a:off x="7817995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82" name="pt2081"/>
            <p:cNvSpPr/>
            <p:nvPr/>
          </p:nvSpPr>
          <p:spPr>
            <a:xfrm>
              <a:off x="7712495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83" name="pt2082"/>
            <p:cNvSpPr/>
            <p:nvPr/>
          </p:nvSpPr>
          <p:spPr>
            <a:xfrm>
              <a:off x="7846092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84" name="pt2083"/>
            <p:cNvSpPr/>
            <p:nvPr/>
          </p:nvSpPr>
          <p:spPr>
            <a:xfrm>
              <a:off x="7671255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85" name="pt2084"/>
            <p:cNvSpPr/>
            <p:nvPr/>
          </p:nvSpPr>
          <p:spPr>
            <a:xfrm>
              <a:off x="7857997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86" name="pt2085"/>
            <p:cNvSpPr/>
            <p:nvPr/>
          </p:nvSpPr>
          <p:spPr>
            <a:xfrm>
              <a:off x="7709093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87" name="pt2086"/>
            <p:cNvSpPr/>
            <p:nvPr/>
          </p:nvSpPr>
          <p:spPr>
            <a:xfrm>
              <a:off x="7867406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88" name="pt2087"/>
            <p:cNvSpPr/>
            <p:nvPr/>
          </p:nvSpPr>
          <p:spPr>
            <a:xfrm>
              <a:off x="7701364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89" name="pt2088"/>
            <p:cNvSpPr/>
            <p:nvPr/>
          </p:nvSpPr>
          <p:spPr>
            <a:xfrm>
              <a:off x="7826214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90" name="pt2089"/>
            <p:cNvSpPr/>
            <p:nvPr/>
          </p:nvSpPr>
          <p:spPr>
            <a:xfrm>
              <a:off x="7674567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91" name="pt2090"/>
            <p:cNvSpPr/>
            <p:nvPr/>
          </p:nvSpPr>
          <p:spPr>
            <a:xfrm>
              <a:off x="7877460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92" name="pt2091"/>
            <p:cNvSpPr/>
            <p:nvPr/>
          </p:nvSpPr>
          <p:spPr>
            <a:xfrm>
              <a:off x="7662318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93" name="pt2092"/>
            <p:cNvSpPr/>
            <p:nvPr/>
          </p:nvSpPr>
          <p:spPr>
            <a:xfrm>
              <a:off x="7855737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94" name="pt2093"/>
            <p:cNvSpPr/>
            <p:nvPr/>
          </p:nvSpPr>
          <p:spPr>
            <a:xfrm>
              <a:off x="7660877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95" name="pt2094"/>
            <p:cNvSpPr/>
            <p:nvPr/>
          </p:nvSpPr>
          <p:spPr>
            <a:xfrm>
              <a:off x="7876068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96" name="pt2095"/>
            <p:cNvSpPr/>
            <p:nvPr/>
          </p:nvSpPr>
          <p:spPr>
            <a:xfrm>
              <a:off x="7694241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97" name="pt2096"/>
            <p:cNvSpPr/>
            <p:nvPr/>
          </p:nvSpPr>
          <p:spPr>
            <a:xfrm>
              <a:off x="7870566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98" name="pt2097"/>
            <p:cNvSpPr/>
            <p:nvPr/>
          </p:nvSpPr>
          <p:spPr>
            <a:xfrm>
              <a:off x="7730004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99" name="pt2098"/>
            <p:cNvSpPr/>
            <p:nvPr/>
          </p:nvSpPr>
          <p:spPr>
            <a:xfrm>
              <a:off x="7879093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00" name="pt2099"/>
            <p:cNvSpPr/>
            <p:nvPr/>
          </p:nvSpPr>
          <p:spPr>
            <a:xfrm>
              <a:off x="7668211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01" name="pt2100"/>
            <p:cNvSpPr/>
            <p:nvPr/>
          </p:nvSpPr>
          <p:spPr>
            <a:xfrm>
              <a:off x="7834532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02" name="pt2101"/>
            <p:cNvSpPr/>
            <p:nvPr/>
          </p:nvSpPr>
          <p:spPr>
            <a:xfrm>
              <a:off x="7725956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03" name="pt2102"/>
            <p:cNvSpPr/>
            <p:nvPr/>
          </p:nvSpPr>
          <p:spPr>
            <a:xfrm>
              <a:off x="7845102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04" name="pt2103"/>
            <p:cNvSpPr/>
            <p:nvPr/>
          </p:nvSpPr>
          <p:spPr>
            <a:xfrm>
              <a:off x="7656691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05" name="pt2104"/>
            <p:cNvSpPr/>
            <p:nvPr/>
          </p:nvSpPr>
          <p:spPr>
            <a:xfrm>
              <a:off x="7866907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06" name="pt2105"/>
            <p:cNvSpPr/>
            <p:nvPr/>
          </p:nvSpPr>
          <p:spPr>
            <a:xfrm>
              <a:off x="7681455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07" name="pt2106"/>
            <p:cNvSpPr/>
            <p:nvPr/>
          </p:nvSpPr>
          <p:spPr>
            <a:xfrm>
              <a:off x="7844507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08" name="pt2107"/>
            <p:cNvSpPr/>
            <p:nvPr/>
          </p:nvSpPr>
          <p:spPr>
            <a:xfrm>
              <a:off x="7694481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09" name="pt2108"/>
            <p:cNvSpPr/>
            <p:nvPr/>
          </p:nvSpPr>
          <p:spPr>
            <a:xfrm>
              <a:off x="7846721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10" name="pt2109"/>
            <p:cNvSpPr/>
            <p:nvPr/>
          </p:nvSpPr>
          <p:spPr>
            <a:xfrm>
              <a:off x="7684889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11" name="pt2110"/>
            <p:cNvSpPr/>
            <p:nvPr/>
          </p:nvSpPr>
          <p:spPr>
            <a:xfrm>
              <a:off x="7829846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12" name="pt2111"/>
            <p:cNvSpPr/>
            <p:nvPr/>
          </p:nvSpPr>
          <p:spPr>
            <a:xfrm>
              <a:off x="7679170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13" name="pt2112"/>
            <p:cNvSpPr/>
            <p:nvPr/>
          </p:nvSpPr>
          <p:spPr>
            <a:xfrm>
              <a:off x="7871277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14" name="pt2113"/>
            <p:cNvSpPr/>
            <p:nvPr/>
          </p:nvSpPr>
          <p:spPr>
            <a:xfrm>
              <a:off x="7704467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15" name="pt2114"/>
            <p:cNvSpPr/>
            <p:nvPr/>
          </p:nvSpPr>
          <p:spPr>
            <a:xfrm>
              <a:off x="7813489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16" name="pt2115"/>
            <p:cNvSpPr/>
            <p:nvPr/>
          </p:nvSpPr>
          <p:spPr>
            <a:xfrm>
              <a:off x="7728014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17" name="pt2116"/>
            <p:cNvSpPr/>
            <p:nvPr/>
          </p:nvSpPr>
          <p:spPr>
            <a:xfrm>
              <a:off x="7885817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18" name="pt2117"/>
            <p:cNvSpPr/>
            <p:nvPr/>
          </p:nvSpPr>
          <p:spPr>
            <a:xfrm>
              <a:off x="7732390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19" name="pt2118"/>
            <p:cNvSpPr/>
            <p:nvPr/>
          </p:nvSpPr>
          <p:spPr>
            <a:xfrm>
              <a:off x="7863714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20" name="pt2119"/>
            <p:cNvSpPr/>
            <p:nvPr/>
          </p:nvSpPr>
          <p:spPr>
            <a:xfrm>
              <a:off x="7657660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21" name="pt2120"/>
            <p:cNvSpPr/>
            <p:nvPr/>
          </p:nvSpPr>
          <p:spPr>
            <a:xfrm>
              <a:off x="7823910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22" name="pt2121"/>
            <p:cNvSpPr/>
            <p:nvPr/>
          </p:nvSpPr>
          <p:spPr>
            <a:xfrm>
              <a:off x="7729950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23" name="pt2122"/>
            <p:cNvSpPr/>
            <p:nvPr/>
          </p:nvSpPr>
          <p:spPr>
            <a:xfrm>
              <a:off x="7831571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24" name="pt2123"/>
            <p:cNvSpPr/>
            <p:nvPr/>
          </p:nvSpPr>
          <p:spPr>
            <a:xfrm>
              <a:off x="7712788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25" name="pt2124"/>
            <p:cNvSpPr/>
            <p:nvPr/>
          </p:nvSpPr>
          <p:spPr>
            <a:xfrm>
              <a:off x="7833219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26" name="pt2125"/>
            <p:cNvSpPr/>
            <p:nvPr/>
          </p:nvSpPr>
          <p:spPr>
            <a:xfrm>
              <a:off x="7692197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27" name="pt2126"/>
            <p:cNvSpPr/>
            <p:nvPr/>
          </p:nvSpPr>
          <p:spPr>
            <a:xfrm>
              <a:off x="7840608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28" name="pt2127"/>
            <p:cNvSpPr/>
            <p:nvPr/>
          </p:nvSpPr>
          <p:spPr>
            <a:xfrm>
              <a:off x="7670913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29" name="pt2128"/>
            <p:cNvSpPr/>
            <p:nvPr/>
          </p:nvSpPr>
          <p:spPr>
            <a:xfrm>
              <a:off x="7854786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30" name="pt2129"/>
            <p:cNvSpPr/>
            <p:nvPr/>
          </p:nvSpPr>
          <p:spPr>
            <a:xfrm>
              <a:off x="7701213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31" name="pt2130"/>
            <p:cNvSpPr/>
            <p:nvPr/>
          </p:nvSpPr>
          <p:spPr>
            <a:xfrm>
              <a:off x="7838740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32" name="pt2131"/>
            <p:cNvSpPr/>
            <p:nvPr/>
          </p:nvSpPr>
          <p:spPr>
            <a:xfrm>
              <a:off x="7709154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33" name="pt2132"/>
            <p:cNvSpPr/>
            <p:nvPr/>
          </p:nvSpPr>
          <p:spPr>
            <a:xfrm>
              <a:off x="7845099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34" name="pt2133"/>
            <p:cNvSpPr/>
            <p:nvPr/>
          </p:nvSpPr>
          <p:spPr>
            <a:xfrm>
              <a:off x="7705917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35" name="pt2134"/>
            <p:cNvSpPr/>
            <p:nvPr/>
          </p:nvSpPr>
          <p:spPr>
            <a:xfrm>
              <a:off x="7814867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36" name="pt2135"/>
            <p:cNvSpPr/>
            <p:nvPr/>
          </p:nvSpPr>
          <p:spPr>
            <a:xfrm>
              <a:off x="7709025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37" name="pt2136"/>
            <p:cNvSpPr/>
            <p:nvPr/>
          </p:nvSpPr>
          <p:spPr>
            <a:xfrm>
              <a:off x="7834166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38" name="pt2137"/>
            <p:cNvSpPr/>
            <p:nvPr/>
          </p:nvSpPr>
          <p:spPr>
            <a:xfrm>
              <a:off x="7728348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39" name="pt2138"/>
            <p:cNvSpPr/>
            <p:nvPr/>
          </p:nvSpPr>
          <p:spPr>
            <a:xfrm>
              <a:off x="7866350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40" name="pt2139"/>
            <p:cNvSpPr/>
            <p:nvPr/>
          </p:nvSpPr>
          <p:spPr>
            <a:xfrm>
              <a:off x="7689796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41" name="pt2140"/>
            <p:cNvSpPr/>
            <p:nvPr/>
          </p:nvSpPr>
          <p:spPr>
            <a:xfrm>
              <a:off x="7827917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42" name="pt2141"/>
            <p:cNvSpPr/>
            <p:nvPr/>
          </p:nvSpPr>
          <p:spPr>
            <a:xfrm>
              <a:off x="7727038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43" name="pt2142"/>
            <p:cNvSpPr/>
            <p:nvPr/>
          </p:nvSpPr>
          <p:spPr>
            <a:xfrm>
              <a:off x="7888200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44" name="pt2143"/>
            <p:cNvSpPr/>
            <p:nvPr/>
          </p:nvSpPr>
          <p:spPr>
            <a:xfrm>
              <a:off x="7726486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45" name="pt2144"/>
            <p:cNvSpPr/>
            <p:nvPr/>
          </p:nvSpPr>
          <p:spPr>
            <a:xfrm>
              <a:off x="7855204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46" name="pt2145"/>
            <p:cNvSpPr/>
            <p:nvPr/>
          </p:nvSpPr>
          <p:spPr>
            <a:xfrm>
              <a:off x="7724403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47" name="pt2146"/>
            <p:cNvSpPr/>
            <p:nvPr/>
          </p:nvSpPr>
          <p:spPr>
            <a:xfrm>
              <a:off x="7885765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48" name="pt2147"/>
            <p:cNvSpPr/>
            <p:nvPr/>
          </p:nvSpPr>
          <p:spPr>
            <a:xfrm>
              <a:off x="7700827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49" name="pt2148"/>
            <p:cNvSpPr/>
            <p:nvPr/>
          </p:nvSpPr>
          <p:spPr>
            <a:xfrm>
              <a:off x="7843297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50" name="pt2149"/>
            <p:cNvSpPr/>
            <p:nvPr/>
          </p:nvSpPr>
          <p:spPr>
            <a:xfrm>
              <a:off x="7692852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51" name="pt2150"/>
            <p:cNvSpPr/>
            <p:nvPr/>
          </p:nvSpPr>
          <p:spPr>
            <a:xfrm>
              <a:off x="7816707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52" name="pt2151"/>
            <p:cNvSpPr/>
            <p:nvPr/>
          </p:nvSpPr>
          <p:spPr>
            <a:xfrm>
              <a:off x="7678477" y="515047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53" name="pt2152"/>
            <p:cNvSpPr/>
            <p:nvPr/>
          </p:nvSpPr>
          <p:spPr>
            <a:xfrm>
              <a:off x="7819837" y="515037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54" name="pt2153"/>
            <p:cNvSpPr/>
            <p:nvPr/>
          </p:nvSpPr>
          <p:spPr>
            <a:xfrm>
              <a:off x="7669569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55" name="pt2154"/>
            <p:cNvSpPr/>
            <p:nvPr/>
          </p:nvSpPr>
          <p:spPr>
            <a:xfrm>
              <a:off x="7813190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56" name="pt2155"/>
            <p:cNvSpPr/>
            <p:nvPr/>
          </p:nvSpPr>
          <p:spPr>
            <a:xfrm>
              <a:off x="7722974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57" name="pt2156"/>
            <p:cNvSpPr/>
            <p:nvPr/>
          </p:nvSpPr>
          <p:spPr>
            <a:xfrm>
              <a:off x="7841110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58" name="pt2157"/>
            <p:cNvSpPr/>
            <p:nvPr/>
          </p:nvSpPr>
          <p:spPr>
            <a:xfrm>
              <a:off x="7693214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59" name="pt2158"/>
            <p:cNvSpPr/>
            <p:nvPr/>
          </p:nvSpPr>
          <p:spPr>
            <a:xfrm>
              <a:off x="7858900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60" name="pt2159"/>
            <p:cNvSpPr/>
            <p:nvPr/>
          </p:nvSpPr>
          <p:spPr>
            <a:xfrm>
              <a:off x="7687124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61" name="pt2160"/>
            <p:cNvSpPr/>
            <p:nvPr/>
          </p:nvSpPr>
          <p:spPr>
            <a:xfrm>
              <a:off x="7831233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62" name="pt2161"/>
            <p:cNvSpPr/>
            <p:nvPr/>
          </p:nvSpPr>
          <p:spPr>
            <a:xfrm>
              <a:off x="7734640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63" name="pt2162"/>
            <p:cNvSpPr/>
            <p:nvPr/>
          </p:nvSpPr>
          <p:spPr>
            <a:xfrm>
              <a:off x="7882571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64" name="pt2163"/>
            <p:cNvSpPr/>
            <p:nvPr/>
          </p:nvSpPr>
          <p:spPr>
            <a:xfrm>
              <a:off x="7670679" y="535838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65" name="pt2164"/>
            <p:cNvSpPr/>
            <p:nvPr/>
          </p:nvSpPr>
          <p:spPr>
            <a:xfrm>
              <a:off x="7865992" y="519654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66" name="pt2165"/>
            <p:cNvSpPr/>
            <p:nvPr/>
          </p:nvSpPr>
          <p:spPr>
            <a:xfrm>
              <a:off x="7708339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67" name="pt2166"/>
            <p:cNvSpPr/>
            <p:nvPr/>
          </p:nvSpPr>
          <p:spPr>
            <a:xfrm>
              <a:off x="7826512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68" name="pt2167"/>
            <p:cNvSpPr/>
            <p:nvPr/>
          </p:nvSpPr>
          <p:spPr>
            <a:xfrm>
              <a:off x="7664789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69" name="pt2168"/>
            <p:cNvSpPr/>
            <p:nvPr/>
          </p:nvSpPr>
          <p:spPr>
            <a:xfrm>
              <a:off x="7870212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70" name="pt2169"/>
            <p:cNvSpPr/>
            <p:nvPr/>
          </p:nvSpPr>
          <p:spPr>
            <a:xfrm>
              <a:off x="7690409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71" name="pt2170"/>
            <p:cNvSpPr/>
            <p:nvPr/>
          </p:nvSpPr>
          <p:spPr>
            <a:xfrm>
              <a:off x="7843932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72" name="pt2171"/>
            <p:cNvSpPr/>
            <p:nvPr/>
          </p:nvSpPr>
          <p:spPr>
            <a:xfrm>
              <a:off x="7667803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73" name="pt2172"/>
            <p:cNvSpPr/>
            <p:nvPr/>
          </p:nvSpPr>
          <p:spPr>
            <a:xfrm>
              <a:off x="7826377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74" name="pt2173"/>
            <p:cNvSpPr/>
            <p:nvPr/>
          </p:nvSpPr>
          <p:spPr>
            <a:xfrm>
              <a:off x="7712562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75" name="pt2174"/>
            <p:cNvSpPr/>
            <p:nvPr/>
          </p:nvSpPr>
          <p:spPr>
            <a:xfrm>
              <a:off x="7833915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76" name="pt2175"/>
            <p:cNvSpPr/>
            <p:nvPr/>
          </p:nvSpPr>
          <p:spPr>
            <a:xfrm>
              <a:off x="7698719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77" name="pt2176"/>
            <p:cNvSpPr/>
            <p:nvPr/>
          </p:nvSpPr>
          <p:spPr>
            <a:xfrm>
              <a:off x="7825938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78" name="pt2177"/>
            <p:cNvSpPr/>
            <p:nvPr/>
          </p:nvSpPr>
          <p:spPr>
            <a:xfrm>
              <a:off x="7711405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79" name="pt2178"/>
            <p:cNvSpPr/>
            <p:nvPr/>
          </p:nvSpPr>
          <p:spPr>
            <a:xfrm>
              <a:off x="7874394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80" name="pt2179"/>
            <p:cNvSpPr/>
            <p:nvPr/>
          </p:nvSpPr>
          <p:spPr>
            <a:xfrm>
              <a:off x="7658321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81" name="pt2180"/>
            <p:cNvSpPr/>
            <p:nvPr/>
          </p:nvSpPr>
          <p:spPr>
            <a:xfrm>
              <a:off x="7857784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82" name="pt2181"/>
            <p:cNvSpPr/>
            <p:nvPr/>
          </p:nvSpPr>
          <p:spPr>
            <a:xfrm>
              <a:off x="7659281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83" name="pt2182"/>
            <p:cNvSpPr/>
            <p:nvPr/>
          </p:nvSpPr>
          <p:spPr>
            <a:xfrm>
              <a:off x="7888478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84" name="pt2183"/>
            <p:cNvSpPr/>
            <p:nvPr/>
          </p:nvSpPr>
          <p:spPr>
            <a:xfrm>
              <a:off x="7689283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85" name="pt2184"/>
            <p:cNvSpPr/>
            <p:nvPr/>
          </p:nvSpPr>
          <p:spPr>
            <a:xfrm>
              <a:off x="7847162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86" name="pt2185"/>
            <p:cNvSpPr/>
            <p:nvPr/>
          </p:nvSpPr>
          <p:spPr>
            <a:xfrm>
              <a:off x="7670359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87" name="pt2186"/>
            <p:cNvSpPr/>
            <p:nvPr/>
          </p:nvSpPr>
          <p:spPr>
            <a:xfrm>
              <a:off x="7828016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88" name="pt2187"/>
            <p:cNvSpPr/>
            <p:nvPr/>
          </p:nvSpPr>
          <p:spPr>
            <a:xfrm>
              <a:off x="7727781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89" name="pt2188"/>
            <p:cNvSpPr/>
            <p:nvPr/>
          </p:nvSpPr>
          <p:spPr>
            <a:xfrm>
              <a:off x="7839587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90" name="pt2189"/>
            <p:cNvSpPr/>
            <p:nvPr/>
          </p:nvSpPr>
          <p:spPr>
            <a:xfrm>
              <a:off x="7719785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91" name="pt2190"/>
            <p:cNvSpPr/>
            <p:nvPr/>
          </p:nvSpPr>
          <p:spPr>
            <a:xfrm>
              <a:off x="7828464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92" name="pt2191"/>
            <p:cNvSpPr/>
            <p:nvPr/>
          </p:nvSpPr>
          <p:spPr>
            <a:xfrm>
              <a:off x="7729750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93" name="pt2192"/>
            <p:cNvSpPr/>
            <p:nvPr/>
          </p:nvSpPr>
          <p:spPr>
            <a:xfrm>
              <a:off x="7858363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94" name="pt2193"/>
            <p:cNvSpPr/>
            <p:nvPr/>
          </p:nvSpPr>
          <p:spPr>
            <a:xfrm>
              <a:off x="7660973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95" name="pt2194"/>
            <p:cNvSpPr/>
            <p:nvPr/>
          </p:nvSpPr>
          <p:spPr>
            <a:xfrm>
              <a:off x="7837335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96" name="pt2195"/>
            <p:cNvSpPr/>
            <p:nvPr/>
          </p:nvSpPr>
          <p:spPr>
            <a:xfrm>
              <a:off x="7692219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97" name="pt2196"/>
            <p:cNvSpPr/>
            <p:nvPr/>
          </p:nvSpPr>
          <p:spPr>
            <a:xfrm>
              <a:off x="7872054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98" name="pt2197"/>
            <p:cNvSpPr/>
            <p:nvPr/>
          </p:nvSpPr>
          <p:spPr>
            <a:xfrm>
              <a:off x="7714747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99" name="pt2198"/>
            <p:cNvSpPr/>
            <p:nvPr/>
          </p:nvSpPr>
          <p:spPr>
            <a:xfrm>
              <a:off x="7876519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00" name="pt2199"/>
            <p:cNvSpPr/>
            <p:nvPr/>
          </p:nvSpPr>
          <p:spPr>
            <a:xfrm>
              <a:off x="7706815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01" name="pt2200"/>
            <p:cNvSpPr/>
            <p:nvPr/>
          </p:nvSpPr>
          <p:spPr>
            <a:xfrm>
              <a:off x="7827097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02" name="pt2201"/>
            <p:cNvSpPr/>
            <p:nvPr/>
          </p:nvSpPr>
          <p:spPr>
            <a:xfrm>
              <a:off x="7669495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03" name="pt2202"/>
            <p:cNvSpPr/>
            <p:nvPr/>
          </p:nvSpPr>
          <p:spPr>
            <a:xfrm>
              <a:off x="7833928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04" name="pt2203"/>
            <p:cNvSpPr/>
            <p:nvPr/>
          </p:nvSpPr>
          <p:spPr>
            <a:xfrm>
              <a:off x="7679877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05" name="pt2204"/>
            <p:cNvSpPr/>
            <p:nvPr/>
          </p:nvSpPr>
          <p:spPr>
            <a:xfrm>
              <a:off x="7867206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06" name="pt2205"/>
            <p:cNvSpPr/>
            <p:nvPr/>
          </p:nvSpPr>
          <p:spPr>
            <a:xfrm>
              <a:off x="7698290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07" name="pt2206"/>
            <p:cNvSpPr/>
            <p:nvPr/>
          </p:nvSpPr>
          <p:spPr>
            <a:xfrm>
              <a:off x="7888774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08" name="pt2207"/>
            <p:cNvSpPr/>
            <p:nvPr/>
          </p:nvSpPr>
          <p:spPr>
            <a:xfrm>
              <a:off x="7722381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09" name="pt2208"/>
            <p:cNvSpPr/>
            <p:nvPr/>
          </p:nvSpPr>
          <p:spPr>
            <a:xfrm>
              <a:off x="7869524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10" name="pt2209"/>
            <p:cNvSpPr/>
            <p:nvPr/>
          </p:nvSpPr>
          <p:spPr>
            <a:xfrm>
              <a:off x="7715276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11" name="pt2210"/>
            <p:cNvSpPr/>
            <p:nvPr/>
          </p:nvSpPr>
          <p:spPr>
            <a:xfrm>
              <a:off x="7816566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12" name="pt2211"/>
            <p:cNvSpPr/>
            <p:nvPr/>
          </p:nvSpPr>
          <p:spPr>
            <a:xfrm>
              <a:off x="7668950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13" name="pt2212"/>
            <p:cNvSpPr/>
            <p:nvPr/>
          </p:nvSpPr>
          <p:spPr>
            <a:xfrm>
              <a:off x="7839467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14" name="pt2213"/>
            <p:cNvSpPr/>
            <p:nvPr/>
          </p:nvSpPr>
          <p:spPr>
            <a:xfrm>
              <a:off x="7694636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15" name="pt2214"/>
            <p:cNvSpPr/>
            <p:nvPr/>
          </p:nvSpPr>
          <p:spPr>
            <a:xfrm>
              <a:off x="7861072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16" name="pt2215"/>
            <p:cNvSpPr/>
            <p:nvPr/>
          </p:nvSpPr>
          <p:spPr>
            <a:xfrm>
              <a:off x="7717786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17" name="pt2216"/>
            <p:cNvSpPr/>
            <p:nvPr/>
          </p:nvSpPr>
          <p:spPr>
            <a:xfrm>
              <a:off x="7871243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18" name="pt2217"/>
            <p:cNvSpPr/>
            <p:nvPr/>
          </p:nvSpPr>
          <p:spPr>
            <a:xfrm>
              <a:off x="7672504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19" name="pt2218"/>
            <p:cNvSpPr/>
            <p:nvPr/>
          </p:nvSpPr>
          <p:spPr>
            <a:xfrm>
              <a:off x="7840333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20" name="pt2219"/>
            <p:cNvSpPr/>
            <p:nvPr/>
          </p:nvSpPr>
          <p:spPr>
            <a:xfrm>
              <a:off x="7727284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21" name="pt2220"/>
            <p:cNvSpPr/>
            <p:nvPr/>
          </p:nvSpPr>
          <p:spPr>
            <a:xfrm>
              <a:off x="7820698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22" name="pt2221"/>
            <p:cNvSpPr/>
            <p:nvPr/>
          </p:nvSpPr>
          <p:spPr>
            <a:xfrm>
              <a:off x="7673670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23" name="pt2222"/>
            <p:cNvSpPr/>
            <p:nvPr/>
          </p:nvSpPr>
          <p:spPr>
            <a:xfrm>
              <a:off x="7840851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24" name="pt2223"/>
            <p:cNvSpPr/>
            <p:nvPr/>
          </p:nvSpPr>
          <p:spPr>
            <a:xfrm>
              <a:off x="7730591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25" name="pt2224"/>
            <p:cNvSpPr/>
            <p:nvPr/>
          </p:nvSpPr>
          <p:spPr>
            <a:xfrm>
              <a:off x="7842126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26" name="pt2225"/>
            <p:cNvSpPr/>
            <p:nvPr/>
          </p:nvSpPr>
          <p:spPr>
            <a:xfrm>
              <a:off x="7660966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27" name="pt2226"/>
            <p:cNvSpPr/>
            <p:nvPr/>
          </p:nvSpPr>
          <p:spPr>
            <a:xfrm>
              <a:off x="7876606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28" name="pt2227"/>
            <p:cNvSpPr/>
            <p:nvPr/>
          </p:nvSpPr>
          <p:spPr>
            <a:xfrm>
              <a:off x="7732399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29" name="pt2228"/>
            <p:cNvSpPr/>
            <p:nvPr/>
          </p:nvSpPr>
          <p:spPr>
            <a:xfrm>
              <a:off x="7822181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30" name="pt2229"/>
            <p:cNvSpPr/>
            <p:nvPr/>
          </p:nvSpPr>
          <p:spPr>
            <a:xfrm>
              <a:off x="7732502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31" name="pt2230"/>
            <p:cNvSpPr/>
            <p:nvPr/>
          </p:nvSpPr>
          <p:spPr>
            <a:xfrm>
              <a:off x="7887800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32" name="pt2231"/>
            <p:cNvSpPr/>
            <p:nvPr/>
          </p:nvSpPr>
          <p:spPr>
            <a:xfrm>
              <a:off x="7701318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33" name="pt2232"/>
            <p:cNvSpPr/>
            <p:nvPr/>
          </p:nvSpPr>
          <p:spPr>
            <a:xfrm>
              <a:off x="7864868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34" name="pt2233"/>
            <p:cNvSpPr/>
            <p:nvPr/>
          </p:nvSpPr>
          <p:spPr>
            <a:xfrm>
              <a:off x="7661745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35" name="pt2234"/>
            <p:cNvSpPr/>
            <p:nvPr/>
          </p:nvSpPr>
          <p:spPr>
            <a:xfrm>
              <a:off x="7837582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36" name="pt2235"/>
            <p:cNvSpPr/>
            <p:nvPr/>
          </p:nvSpPr>
          <p:spPr>
            <a:xfrm>
              <a:off x="7703746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37" name="pt2236"/>
            <p:cNvSpPr/>
            <p:nvPr/>
          </p:nvSpPr>
          <p:spPr>
            <a:xfrm>
              <a:off x="7848034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38" name="pt2237"/>
            <p:cNvSpPr/>
            <p:nvPr/>
          </p:nvSpPr>
          <p:spPr>
            <a:xfrm>
              <a:off x="7700659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39" name="pt2238"/>
            <p:cNvSpPr/>
            <p:nvPr/>
          </p:nvSpPr>
          <p:spPr>
            <a:xfrm>
              <a:off x="7879810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40" name="pt2239"/>
            <p:cNvSpPr/>
            <p:nvPr/>
          </p:nvSpPr>
          <p:spPr>
            <a:xfrm>
              <a:off x="7725243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41" name="pt2240"/>
            <p:cNvSpPr/>
            <p:nvPr/>
          </p:nvSpPr>
          <p:spPr>
            <a:xfrm>
              <a:off x="7832469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42" name="pt2241"/>
            <p:cNvSpPr/>
            <p:nvPr/>
          </p:nvSpPr>
          <p:spPr>
            <a:xfrm>
              <a:off x="7726392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43" name="pt2242"/>
            <p:cNvSpPr/>
            <p:nvPr/>
          </p:nvSpPr>
          <p:spPr>
            <a:xfrm>
              <a:off x="7867026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44" name="pt2243"/>
            <p:cNvSpPr/>
            <p:nvPr/>
          </p:nvSpPr>
          <p:spPr>
            <a:xfrm>
              <a:off x="7691450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45" name="pt2244"/>
            <p:cNvSpPr/>
            <p:nvPr/>
          </p:nvSpPr>
          <p:spPr>
            <a:xfrm>
              <a:off x="7851786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46" name="pt2245"/>
            <p:cNvSpPr/>
            <p:nvPr/>
          </p:nvSpPr>
          <p:spPr>
            <a:xfrm>
              <a:off x="7697359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47" name="pt2246"/>
            <p:cNvSpPr/>
            <p:nvPr/>
          </p:nvSpPr>
          <p:spPr>
            <a:xfrm>
              <a:off x="7884480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48" name="pt2247"/>
            <p:cNvSpPr/>
            <p:nvPr/>
          </p:nvSpPr>
          <p:spPr>
            <a:xfrm>
              <a:off x="7666088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49" name="pt2248"/>
            <p:cNvSpPr/>
            <p:nvPr/>
          </p:nvSpPr>
          <p:spPr>
            <a:xfrm>
              <a:off x="7827746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50" name="pt2249"/>
            <p:cNvSpPr/>
            <p:nvPr/>
          </p:nvSpPr>
          <p:spPr>
            <a:xfrm>
              <a:off x="7684275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51" name="pt2250"/>
            <p:cNvSpPr/>
            <p:nvPr/>
          </p:nvSpPr>
          <p:spPr>
            <a:xfrm>
              <a:off x="7832710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52" name="pt2251"/>
            <p:cNvSpPr/>
            <p:nvPr/>
          </p:nvSpPr>
          <p:spPr>
            <a:xfrm>
              <a:off x="7717864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53" name="pt2252"/>
            <p:cNvSpPr/>
            <p:nvPr/>
          </p:nvSpPr>
          <p:spPr>
            <a:xfrm>
              <a:off x="7826390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54" name="pt2253"/>
            <p:cNvSpPr/>
            <p:nvPr/>
          </p:nvSpPr>
          <p:spPr>
            <a:xfrm>
              <a:off x="7710292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55" name="pt2254"/>
            <p:cNvSpPr/>
            <p:nvPr/>
          </p:nvSpPr>
          <p:spPr>
            <a:xfrm>
              <a:off x="7845101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56" name="pt2255"/>
            <p:cNvSpPr/>
            <p:nvPr/>
          </p:nvSpPr>
          <p:spPr>
            <a:xfrm>
              <a:off x="7709361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57" name="pt2256"/>
            <p:cNvSpPr/>
            <p:nvPr/>
          </p:nvSpPr>
          <p:spPr>
            <a:xfrm>
              <a:off x="7829524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58" name="pt2257"/>
            <p:cNvSpPr/>
            <p:nvPr/>
          </p:nvSpPr>
          <p:spPr>
            <a:xfrm>
              <a:off x="7664663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59" name="pt2258"/>
            <p:cNvSpPr/>
            <p:nvPr/>
          </p:nvSpPr>
          <p:spPr>
            <a:xfrm>
              <a:off x="7844199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60" name="pt2259"/>
            <p:cNvSpPr/>
            <p:nvPr/>
          </p:nvSpPr>
          <p:spPr>
            <a:xfrm>
              <a:off x="7701242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61" name="pt2260"/>
            <p:cNvSpPr/>
            <p:nvPr/>
          </p:nvSpPr>
          <p:spPr>
            <a:xfrm>
              <a:off x="7881403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62" name="pt2261"/>
            <p:cNvSpPr/>
            <p:nvPr/>
          </p:nvSpPr>
          <p:spPr>
            <a:xfrm>
              <a:off x="7707687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63" name="pt2262"/>
            <p:cNvSpPr/>
            <p:nvPr/>
          </p:nvSpPr>
          <p:spPr>
            <a:xfrm>
              <a:off x="7823100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64" name="pt2263"/>
            <p:cNvSpPr/>
            <p:nvPr/>
          </p:nvSpPr>
          <p:spPr>
            <a:xfrm>
              <a:off x="7697556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65" name="pt2264"/>
            <p:cNvSpPr/>
            <p:nvPr/>
          </p:nvSpPr>
          <p:spPr>
            <a:xfrm>
              <a:off x="7817917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66" name="pt2265"/>
            <p:cNvSpPr/>
            <p:nvPr/>
          </p:nvSpPr>
          <p:spPr>
            <a:xfrm>
              <a:off x="7733007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67" name="pt2266"/>
            <p:cNvSpPr/>
            <p:nvPr/>
          </p:nvSpPr>
          <p:spPr>
            <a:xfrm>
              <a:off x="7864139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68" name="pt2267"/>
            <p:cNvSpPr/>
            <p:nvPr/>
          </p:nvSpPr>
          <p:spPr>
            <a:xfrm>
              <a:off x="7699985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69" name="pt2268"/>
            <p:cNvSpPr/>
            <p:nvPr/>
          </p:nvSpPr>
          <p:spPr>
            <a:xfrm>
              <a:off x="7837293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70" name="pt2269"/>
            <p:cNvSpPr/>
            <p:nvPr/>
          </p:nvSpPr>
          <p:spPr>
            <a:xfrm>
              <a:off x="7722642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71" name="pt2270"/>
            <p:cNvSpPr/>
            <p:nvPr/>
          </p:nvSpPr>
          <p:spPr>
            <a:xfrm>
              <a:off x="7850797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72" name="pt2271"/>
            <p:cNvSpPr/>
            <p:nvPr/>
          </p:nvSpPr>
          <p:spPr>
            <a:xfrm>
              <a:off x="7669821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73" name="pt2272"/>
            <p:cNvSpPr/>
            <p:nvPr/>
          </p:nvSpPr>
          <p:spPr>
            <a:xfrm>
              <a:off x="7840184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74" name="pt2273"/>
            <p:cNvSpPr/>
            <p:nvPr/>
          </p:nvSpPr>
          <p:spPr>
            <a:xfrm>
              <a:off x="7719010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75" name="pt2274"/>
            <p:cNvSpPr/>
            <p:nvPr/>
          </p:nvSpPr>
          <p:spPr>
            <a:xfrm>
              <a:off x="7879928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76" name="pt2275"/>
            <p:cNvSpPr/>
            <p:nvPr/>
          </p:nvSpPr>
          <p:spPr>
            <a:xfrm>
              <a:off x="7728669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77" name="pt2276"/>
            <p:cNvSpPr/>
            <p:nvPr/>
          </p:nvSpPr>
          <p:spPr>
            <a:xfrm>
              <a:off x="7824241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78" name="pt2277"/>
            <p:cNvSpPr/>
            <p:nvPr/>
          </p:nvSpPr>
          <p:spPr>
            <a:xfrm>
              <a:off x="7704740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79" name="pt2278"/>
            <p:cNvSpPr/>
            <p:nvPr/>
          </p:nvSpPr>
          <p:spPr>
            <a:xfrm>
              <a:off x="7883582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80" name="pt2279"/>
            <p:cNvSpPr/>
            <p:nvPr/>
          </p:nvSpPr>
          <p:spPr>
            <a:xfrm>
              <a:off x="7722809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81" name="pt2280"/>
            <p:cNvSpPr/>
            <p:nvPr/>
          </p:nvSpPr>
          <p:spPr>
            <a:xfrm>
              <a:off x="7871101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82" name="pt2281"/>
            <p:cNvSpPr/>
            <p:nvPr/>
          </p:nvSpPr>
          <p:spPr>
            <a:xfrm>
              <a:off x="7681844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83" name="pt2282"/>
            <p:cNvSpPr/>
            <p:nvPr/>
          </p:nvSpPr>
          <p:spPr>
            <a:xfrm>
              <a:off x="7854756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84" name="pt2283"/>
            <p:cNvSpPr/>
            <p:nvPr/>
          </p:nvSpPr>
          <p:spPr>
            <a:xfrm>
              <a:off x="7711632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85" name="pt2284"/>
            <p:cNvSpPr/>
            <p:nvPr/>
          </p:nvSpPr>
          <p:spPr>
            <a:xfrm>
              <a:off x="7854175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86" name="pt2285"/>
            <p:cNvSpPr/>
            <p:nvPr/>
          </p:nvSpPr>
          <p:spPr>
            <a:xfrm>
              <a:off x="7682588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87" name="pt2286"/>
            <p:cNvSpPr/>
            <p:nvPr/>
          </p:nvSpPr>
          <p:spPr>
            <a:xfrm>
              <a:off x="7829404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88" name="pt2287"/>
            <p:cNvSpPr/>
            <p:nvPr/>
          </p:nvSpPr>
          <p:spPr>
            <a:xfrm>
              <a:off x="7660270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89" name="pt2288"/>
            <p:cNvSpPr/>
            <p:nvPr/>
          </p:nvSpPr>
          <p:spPr>
            <a:xfrm>
              <a:off x="7882951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90" name="pt2289"/>
            <p:cNvSpPr/>
            <p:nvPr/>
          </p:nvSpPr>
          <p:spPr>
            <a:xfrm>
              <a:off x="7730054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91" name="pt2290"/>
            <p:cNvSpPr/>
            <p:nvPr/>
          </p:nvSpPr>
          <p:spPr>
            <a:xfrm>
              <a:off x="7817360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92" name="pt2291"/>
            <p:cNvSpPr/>
            <p:nvPr/>
          </p:nvSpPr>
          <p:spPr>
            <a:xfrm>
              <a:off x="7686665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93" name="pt2292"/>
            <p:cNvSpPr/>
            <p:nvPr/>
          </p:nvSpPr>
          <p:spPr>
            <a:xfrm>
              <a:off x="7857296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94" name="pt2293"/>
            <p:cNvSpPr/>
            <p:nvPr/>
          </p:nvSpPr>
          <p:spPr>
            <a:xfrm>
              <a:off x="7666193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95" name="pt2294"/>
            <p:cNvSpPr/>
            <p:nvPr/>
          </p:nvSpPr>
          <p:spPr>
            <a:xfrm>
              <a:off x="7890501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96" name="pt2295"/>
            <p:cNvSpPr/>
            <p:nvPr/>
          </p:nvSpPr>
          <p:spPr>
            <a:xfrm>
              <a:off x="7732366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97" name="pt2296"/>
            <p:cNvSpPr/>
            <p:nvPr/>
          </p:nvSpPr>
          <p:spPr>
            <a:xfrm>
              <a:off x="7884506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98" name="pt2297"/>
            <p:cNvSpPr/>
            <p:nvPr/>
          </p:nvSpPr>
          <p:spPr>
            <a:xfrm>
              <a:off x="7711657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99" name="pt2298"/>
            <p:cNvSpPr/>
            <p:nvPr/>
          </p:nvSpPr>
          <p:spPr>
            <a:xfrm>
              <a:off x="7838304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00" name="pt2299"/>
            <p:cNvSpPr/>
            <p:nvPr/>
          </p:nvSpPr>
          <p:spPr>
            <a:xfrm>
              <a:off x="7661623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01" name="pt2300"/>
            <p:cNvSpPr/>
            <p:nvPr/>
          </p:nvSpPr>
          <p:spPr>
            <a:xfrm>
              <a:off x="7881258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02" name="pt2301"/>
            <p:cNvSpPr/>
            <p:nvPr/>
          </p:nvSpPr>
          <p:spPr>
            <a:xfrm>
              <a:off x="7687636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03" name="pt2302"/>
            <p:cNvSpPr/>
            <p:nvPr/>
          </p:nvSpPr>
          <p:spPr>
            <a:xfrm>
              <a:off x="7825076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04" name="pt2303"/>
            <p:cNvSpPr/>
            <p:nvPr/>
          </p:nvSpPr>
          <p:spPr>
            <a:xfrm>
              <a:off x="7665853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05" name="pt2304"/>
            <p:cNvSpPr/>
            <p:nvPr/>
          </p:nvSpPr>
          <p:spPr>
            <a:xfrm>
              <a:off x="7889547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06" name="pt2305"/>
            <p:cNvSpPr/>
            <p:nvPr/>
          </p:nvSpPr>
          <p:spPr>
            <a:xfrm>
              <a:off x="7722002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07" name="pt2306"/>
            <p:cNvSpPr/>
            <p:nvPr/>
          </p:nvSpPr>
          <p:spPr>
            <a:xfrm>
              <a:off x="7857849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08" name="pt2307"/>
            <p:cNvSpPr/>
            <p:nvPr/>
          </p:nvSpPr>
          <p:spPr>
            <a:xfrm>
              <a:off x="7725463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09" name="pt2308"/>
            <p:cNvSpPr/>
            <p:nvPr/>
          </p:nvSpPr>
          <p:spPr>
            <a:xfrm>
              <a:off x="7850200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10" name="pt2309"/>
            <p:cNvSpPr/>
            <p:nvPr/>
          </p:nvSpPr>
          <p:spPr>
            <a:xfrm>
              <a:off x="7686925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11" name="pt2310"/>
            <p:cNvSpPr/>
            <p:nvPr/>
          </p:nvSpPr>
          <p:spPr>
            <a:xfrm>
              <a:off x="7831956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12" name="pt2311"/>
            <p:cNvSpPr/>
            <p:nvPr/>
          </p:nvSpPr>
          <p:spPr>
            <a:xfrm>
              <a:off x="7678639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13" name="pt2312"/>
            <p:cNvSpPr/>
            <p:nvPr/>
          </p:nvSpPr>
          <p:spPr>
            <a:xfrm>
              <a:off x="7851482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14" name="pt2313"/>
            <p:cNvSpPr/>
            <p:nvPr/>
          </p:nvSpPr>
          <p:spPr>
            <a:xfrm>
              <a:off x="7697521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15" name="pt2314"/>
            <p:cNvSpPr/>
            <p:nvPr/>
          </p:nvSpPr>
          <p:spPr>
            <a:xfrm>
              <a:off x="7862364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16" name="pt2315"/>
            <p:cNvSpPr/>
            <p:nvPr/>
          </p:nvSpPr>
          <p:spPr>
            <a:xfrm>
              <a:off x="7687499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17" name="pt2316"/>
            <p:cNvSpPr/>
            <p:nvPr/>
          </p:nvSpPr>
          <p:spPr>
            <a:xfrm>
              <a:off x="7843902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18" name="pt2317"/>
            <p:cNvSpPr/>
            <p:nvPr/>
          </p:nvSpPr>
          <p:spPr>
            <a:xfrm>
              <a:off x="7685032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19" name="pt2318"/>
            <p:cNvSpPr/>
            <p:nvPr/>
          </p:nvSpPr>
          <p:spPr>
            <a:xfrm>
              <a:off x="7867973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20" name="pt2319"/>
            <p:cNvSpPr/>
            <p:nvPr/>
          </p:nvSpPr>
          <p:spPr>
            <a:xfrm>
              <a:off x="7669946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21" name="pt2320"/>
            <p:cNvSpPr/>
            <p:nvPr/>
          </p:nvSpPr>
          <p:spPr>
            <a:xfrm>
              <a:off x="7889210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22" name="pt2321"/>
            <p:cNvSpPr/>
            <p:nvPr/>
          </p:nvSpPr>
          <p:spPr>
            <a:xfrm>
              <a:off x="7716728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23" name="pt2322"/>
            <p:cNvSpPr/>
            <p:nvPr/>
          </p:nvSpPr>
          <p:spPr>
            <a:xfrm>
              <a:off x="7857239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24" name="pt2323"/>
            <p:cNvSpPr/>
            <p:nvPr/>
          </p:nvSpPr>
          <p:spPr>
            <a:xfrm>
              <a:off x="7710229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25" name="pt2324"/>
            <p:cNvSpPr/>
            <p:nvPr/>
          </p:nvSpPr>
          <p:spPr>
            <a:xfrm>
              <a:off x="7847097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26" name="pt2325"/>
            <p:cNvSpPr/>
            <p:nvPr/>
          </p:nvSpPr>
          <p:spPr>
            <a:xfrm>
              <a:off x="7684899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27" name="pt2326"/>
            <p:cNvSpPr/>
            <p:nvPr/>
          </p:nvSpPr>
          <p:spPr>
            <a:xfrm>
              <a:off x="7886852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28" name="pt2327"/>
            <p:cNvSpPr/>
            <p:nvPr/>
          </p:nvSpPr>
          <p:spPr>
            <a:xfrm>
              <a:off x="7681352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29" name="pt2328"/>
            <p:cNvSpPr/>
            <p:nvPr/>
          </p:nvSpPr>
          <p:spPr>
            <a:xfrm>
              <a:off x="7845718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30" name="pt2329"/>
            <p:cNvSpPr/>
            <p:nvPr/>
          </p:nvSpPr>
          <p:spPr>
            <a:xfrm>
              <a:off x="7690671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31" name="pt2330"/>
            <p:cNvSpPr/>
            <p:nvPr/>
          </p:nvSpPr>
          <p:spPr>
            <a:xfrm>
              <a:off x="7858380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32" name="pt2331"/>
            <p:cNvSpPr/>
            <p:nvPr/>
          </p:nvSpPr>
          <p:spPr>
            <a:xfrm>
              <a:off x="7691867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33" name="pt2332"/>
            <p:cNvSpPr/>
            <p:nvPr/>
          </p:nvSpPr>
          <p:spPr>
            <a:xfrm>
              <a:off x="7846457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34" name="pt2333"/>
            <p:cNvSpPr/>
            <p:nvPr/>
          </p:nvSpPr>
          <p:spPr>
            <a:xfrm>
              <a:off x="7728790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35" name="pt2334"/>
            <p:cNvSpPr/>
            <p:nvPr/>
          </p:nvSpPr>
          <p:spPr>
            <a:xfrm>
              <a:off x="7879049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36" name="pt2335"/>
            <p:cNvSpPr/>
            <p:nvPr/>
          </p:nvSpPr>
          <p:spPr>
            <a:xfrm>
              <a:off x="7658129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37" name="pt2336"/>
            <p:cNvSpPr/>
            <p:nvPr/>
          </p:nvSpPr>
          <p:spPr>
            <a:xfrm>
              <a:off x="7819587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38" name="pt2337"/>
            <p:cNvSpPr/>
            <p:nvPr/>
          </p:nvSpPr>
          <p:spPr>
            <a:xfrm>
              <a:off x="7696067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39" name="pt2338"/>
            <p:cNvSpPr/>
            <p:nvPr/>
          </p:nvSpPr>
          <p:spPr>
            <a:xfrm>
              <a:off x="7849633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40" name="pt2339"/>
            <p:cNvSpPr/>
            <p:nvPr/>
          </p:nvSpPr>
          <p:spPr>
            <a:xfrm>
              <a:off x="7677308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41" name="pt2340"/>
            <p:cNvSpPr/>
            <p:nvPr/>
          </p:nvSpPr>
          <p:spPr>
            <a:xfrm>
              <a:off x="7826501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42" name="pt2341"/>
            <p:cNvSpPr/>
            <p:nvPr/>
          </p:nvSpPr>
          <p:spPr>
            <a:xfrm>
              <a:off x="7673762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43" name="pt2342"/>
            <p:cNvSpPr/>
            <p:nvPr/>
          </p:nvSpPr>
          <p:spPr>
            <a:xfrm>
              <a:off x="7835581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44" name="pt2343"/>
            <p:cNvSpPr/>
            <p:nvPr/>
          </p:nvSpPr>
          <p:spPr>
            <a:xfrm>
              <a:off x="7670553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45" name="pt2344"/>
            <p:cNvSpPr/>
            <p:nvPr/>
          </p:nvSpPr>
          <p:spPr>
            <a:xfrm>
              <a:off x="7841310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46" name="pt2345"/>
            <p:cNvSpPr/>
            <p:nvPr/>
          </p:nvSpPr>
          <p:spPr>
            <a:xfrm>
              <a:off x="7726750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47" name="pt2346"/>
            <p:cNvSpPr/>
            <p:nvPr/>
          </p:nvSpPr>
          <p:spPr>
            <a:xfrm>
              <a:off x="7814426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48" name="pt2347"/>
            <p:cNvSpPr/>
            <p:nvPr/>
          </p:nvSpPr>
          <p:spPr>
            <a:xfrm>
              <a:off x="7681021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49" name="pt2348"/>
            <p:cNvSpPr/>
            <p:nvPr/>
          </p:nvSpPr>
          <p:spPr>
            <a:xfrm>
              <a:off x="7825885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50" name="pl2349"/>
            <p:cNvSpPr/>
            <p:nvPr/>
          </p:nvSpPr>
          <p:spPr>
            <a:xfrm>
              <a:off x="5562106" y="5178801"/>
              <a:ext cx="0" cy="459602"/>
            </a:xfrm>
            <a:custGeom>
              <a:avLst/>
              <a:pathLst>
                <a:path w="0" h="459602">
                  <a:moveTo>
                    <a:pt x="0" y="459602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1" name="pl2350"/>
            <p:cNvSpPr/>
            <p:nvPr/>
          </p:nvSpPr>
          <p:spPr>
            <a:xfrm>
              <a:off x="5562106" y="7121657"/>
              <a:ext cx="0" cy="229730"/>
            </a:xfrm>
            <a:custGeom>
              <a:avLst/>
              <a:pathLst>
                <a:path w="0" h="229730">
                  <a:moveTo>
                    <a:pt x="0" y="0"/>
                  </a:moveTo>
                  <a:lnTo>
                    <a:pt x="0" y="22973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2" name="pg2351"/>
            <p:cNvSpPr/>
            <p:nvPr/>
          </p:nvSpPr>
          <p:spPr>
            <a:xfrm>
              <a:off x="5483997" y="5638404"/>
              <a:ext cx="156216" cy="1483253"/>
            </a:xfrm>
            <a:custGeom>
              <a:avLst/>
              <a:pathLst>
                <a:path w="156216" h="1483253">
                  <a:moveTo>
                    <a:pt x="0" y="0"/>
                  </a:moveTo>
                  <a:lnTo>
                    <a:pt x="0" y="1483253"/>
                  </a:lnTo>
                  <a:lnTo>
                    <a:pt x="156216" y="1483253"/>
                  </a:lnTo>
                  <a:lnTo>
                    <a:pt x="156216" y="0"/>
                  </a:lnTo>
                  <a:close/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53" name="pl2352"/>
            <p:cNvSpPr/>
            <p:nvPr/>
          </p:nvSpPr>
          <p:spPr>
            <a:xfrm>
              <a:off x="5483997" y="6375837"/>
              <a:ext cx="156216" cy="0"/>
            </a:xfrm>
            <a:custGeom>
              <a:avLst/>
              <a:pathLst>
                <a:path w="156216" h="0">
                  <a:moveTo>
                    <a:pt x="0" y="0"/>
                  </a:moveTo>
                  <a:lnTo>
                    <a:pt x="156216" y="0"/>
                  </a:lnTo>
                </a:path>
              </a:pathLst>
            </a:custGeom>
            <a:ln w="43362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54" name="pl2353"/>
            <p:cNvSpPr/>
            <p:nvPr/>
          </p:nvSpPr>
          <p:spPr>
            <a:xfrm>
              <a:off x="6644920" y="5178801"/>
              <a:ext cx="0" cy="101611"/>
            </a:xfrm>
            <a:custGeom>
              <a:avLst/>
              <a:pathLst>
                <a:path w="0" h="101611">
                  <a:moveTo>
                    <a:pt x="0" y="101611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5" name="pl2354"/>
            <p:cNvSpPr/>
            <p:nvPr/>
          </p:nvSpPr>
          <p:spPr>
            <a:xfrm>
              <a:off x="6644920" y="5852892"/>
              <a:ext cx="0" cy="659926"/>
            </a:xfrm>
            <a:custGeom>
              <a:avLst/>
              <a:pathLst>
                <a:path w="0" h="659926">
                  <a:moveTo>
                    <a:pt x="0" y="0"/>
                  </a:moveTo>
                  <a:lnTo>
                    <a:pt x="0" y="659926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6" name="pg2355"/>
            <p:cNvSpPr/>
            <p:nvPr/>
          </p:nvSpPr>
          <p:spPr>
            <a:xfrm>
              <a:off x="6566811" y="5280412"/>
              <a:ext cx="156216" cy="572480"/>
            </a:xfrm>
            <a:custGeom>
              <a:avLst/>
              <a:pathLst>
                <a:path w="156216" h="572480">
                  <a:moveTo>
                    <a:pt x="0" y="0"/>
                  </a:moveTo>
                  <a:lnTo>
                    <a:pt x="0" y="572480"/>
                  </a:lnTo>
                  <a:lnTo>
                    <a:pt x="156216" y="572480"/>
                  </a:lnTo>
                  <a:lnTo>
                    <a:pt x="156216" y="0"/>
                  </a:lnTo>
                  <a:close/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57" name="pl2356"/>
            <p:cNvSpPr/>
            <p:nvPr/>
          </p:nvSpPr>
          <p:spPr>
            <a:xfrm>
              <a:off x="6566811" y="5501646"/>
              <a:ext cx="156216" cy="0"/>
            </a:xfrm>
            <a:custGeom>
              <a:avLst/>
              <a:pathLst>
                <a:path w="156216" h="0">
                  <a:moveTo>
                    <a:pt x="0" y="0"/>
                  </a:moveTo>
                  <a:lnTo>
                    <a:pt x="156216" y="0"/>
                  </a:lnTo>
                </a:path>
              </a:pathLst>
            </a:custGeom>
            <a:ln w="43362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58" name="pl2357"/>
            <p:cNvSpPr/>
            <p:nvPr/>
          </p:nvSpPr>
          <p:spPr>
            <a:xfrm>
              <a:off x="7727733" y="5178801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9" name="pl2358"/>
            <p:cNvSpPr/>
            <p:nvPr/>
          </p:nvSpPr>
          <p:spPr>
            <a:xfrm>
              <a:off x="7727733" y="5178801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0" name="pg2359"/>
            <p:cNvSpPr/>
            <p:nvPr/>
          </p:nvSpPr>
          <p:spPr>
            <a:xfrm>
              <a:off x="7649625" y="5178801"/>
              <a:ext cx="156216" cy="0"/>
            </a:xfrm>
            <a:custGeom>
              <a:avLst/>
              <a:pathLst>
                <a:path w="156216" h="0">
                  <a:moveTo>
                    <a:pt x="0" y="0"/>
                  </a:moveTo>
                  <a:lnTo>
                    <a:pt x="156216" y="0"/>
                  </a:lnTo>
                  <a:close/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61" name="pl2360"/>
            <p:cNvSpPr/>
            <p:nvPr/>
          </p:nvSpPr>
          <p:spPr>
            <a:xfrm>
              <a:off x="7649625" y="5178801"/>
              <a:ext cx="156216" cy="0"/>
            </a:xfrm>
            <a:custGeom>
              <a:avLst/>
              <a:pathLst>
                <a:path w="156216" h="0">
                  <a:moveTo>
                    <a:pt x="0" y="0"/>
                  </a:moveTo>
                  <a:lnTo>
                    <a:pt x="156216" y="0"/>
                  </a:lnTo>
                </a:path>
              </a:pathLst>
            </a:custGeom>
            <a:ln w="43362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62" name="pl2361"/>
            <p:cNvSpPr/>
            <p:nvPr/>
          </p:nvSpPr>
          <p:spPr>
            <a:xfrm>
              <a:off x="5718323" y="5178801"/>
              <a:ext cx="0" cy="637897"/>
            </a:xfrm>
            <a:custGeom>
              <a:avLst/>
              <a:pathLst>
                <a:path w="0" h="637897">
                  <a:moveTo>
                    <a:pt x="0" y="63789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3" name="pl2362"/>
            <p:cNvSpPr/>
            <p:nvPr/>
          </p:nvSpPr>
          <p:spPr>
            <a:xfrm>
              <a:off x="5718323" y="7009649"/>
              <a:ext cx="0" cy="341739"/>
            </a:xfrm>
            <a:custGeom>
              <a:avLst/>
              <a:pathLst>
                <a:path w="0" h="341739">
                  <a:moveTo>
                    <a:pt x="0" y="0"/>
                  </a:moveTo>
                  <a:lnTo>
                    <a:pt x="0" y="341739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4" name="pg2363"/>
            <p:cNvSpPr/>
            <p:nvPr/>
          </p:nvSpPr>
          <p:spPr>
            <a:xfrm>
              <a:off x="5640214" y="5816698"/>
              <a:ext cx="156216" cy="1192950"/>
            </a:xfrm>
            <a:custGeom>
              <a:avLst/>
              <a:pathLst>
                <a:path w="156216" h="1192950">
                  <a:moveTo>
                    <a:pt x="0" y="0"/>
                  </a:moveTo>
                  <a:lnTo>
                    <a:pt x="0" y="1192950"/>
                  </a:lnTo>
                  <a:lnTo>
                    <a:pt x="156216" y="1192950"/>
                  </a:lnTo>
                  <a:lnTo>
                    <a:pt x="156216" y="0"/>
                  </a:lnTo>
                  <a:close/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65" name="pl2364"/>
            <p:cNvSpPr/>
            <p:nvPr/>
          </p:nvSpPr>
          <p:spPr>
            <a:xfrm>
              <a:off x="5640214" y="6355349"/>
              <a:ext cx="156216" cy="0"/>
            </a:xfrm>
            <a:custGeom>
              <a:avLst/>
              <a:pathLst>
                <a:path w="156216" h="0">
                  <a:moveTo>
                    <a:pt x="0" y="0"/>
                  </a:moveTo>
                  <a:lnTo>
                    <a:pt x="156216" y="0"/>
                  </a:lnTo>
                </a:path>
              </a:pathLst>
            </a:custGeom>
            <a:ln w="43362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66" name="pl2365"/>
            <p:cNvSpPr/>
            <p:nvPr/>
          </p:nvSpPr>
          <p:spPr>
            <a:xfrm>
              <a:off x="6801137" y="5178801"/>
              <a:ext cx="0" cy="82498"/>
            </a:xfrm>
            <a:custGeom>
              <a:avLst/>
              <a:pathLst>
                <a:path w="0" h="82498">
                  <a:moveTo>
                    <a:pt x="0" y="8249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7" name="pl2366"/>
            <p:cNvSpPr/>
            <p:nvPr/>
          </p:nvSpPr>
          <p:spPr>
            <a:xfrm>
              <a:off x="6801137" y="5951363"/>
              <a:ext cx="0" cy="1031126"/>
            </a:xfrm>
            <a:custGeom>
              <a:avLst/>
              <a:pathLst>
                <a:path w="0" h="1031126">
                  <a:moveTo>
                    <a:pt x="0" y="0"/>
                  </a:moveTo>
                  <a:lnTo>
                    <a:pt x="0" y="1031126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8" name="pg2367"/>
            <p:cNvSpPr/>
            <p:nvPr/>
          </p:nvSpPr>
          <p:spPr>
            <a:xfrm>
              <a:off x="6723028" y="5261299"/>
              <a:ext cx="156216" cy="690063"/>
            </a:xfrm>
            <a:custGeom>
              <a:avLst/>
              <a:pathLst>
                <a:path w="156216" h="690063">
                  <a:moveTo>
                    <a:pt x="0" y="0"/>
                  </a:moveTo>
                  <a:lnTo>
                    <a:pt x="0" y="690063"/>
                  </a:lnTo>
                  <a:lnTo>
                    <a:pt x="156216" y="690063"/>
                  </a:lnTo>
                  <a:lnTo>
                    <a:pt x="156216" y="0"/>
                  </a:lnTo>
                  <a:close/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69" name="pl2368"/>
            <p:cNvSpPr/>
            <p:nvPr/>
          </p:nvSpPr>
          <p:spPr>
            <a:xfrm>
              <a:off x="6723028" y="5517413"/>
              <a:ext cx="156216" cy="0"/>
            </a:xfrm>
            <a:custGeom>
              <a:avLst/>
              <a:pathLst>
                <a:path w="156216" h="0">
                  <a:moveTo>
                    <a:pt x="0" y="0"/>
                  </a:moveTo>
                  <a:lnTo>
                    <a:pt x="156216" y="0"/>
                  </a:lnTo>
                </a:path>
              </a:pathLst>
            </a:custGeom>
            <a:ln w="43362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70" name="pl2369"/>
            <p:cNvSpPr/>
            <p:nvPr/>
          </p:nvSpPr>
          <p:spPr>
            <a:xfrm>
              <a:off x="7883950" y="5178801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1" name="pl2370"/>
            <p:cNvSpPr/>
            <p:nvPr/>
          </p:nvSpPr>
          <p:spPr>
            <a:xfrm>
              <a:off x="7883950" y="5178801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2" name="pg2371"/>
            <p:cNvSpPr/>
            <p:nvPr/>
          </p:nvSpPr>
          <p:spPr>
            <a:xfrm>
              <a:off x="7805842" y="5178801"/>
              <a:ext cx="156216" cy="0"/>
            </a:xfrm>
            <a:custGeom>
              <a:avLst/>
              <a:pathLst>
                <a:path w="156216" h="0">
                  <a:moveTo>
                    <a:pt x="0" y="0"/>
                  </a:moveTo>
                  <a:lnTo>
                    <a:pt x="156216" y="0"/>
                  </a:lnTo>
                  <a:close/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73" name="pl2372"/>
            <p:cNvSpPr/>
            <p:nvPr/>
          </p:nvSpPr>
          <p:spPr>
            <a:xfrm>
              <a:off x="7805842" y="5178801"/>
              <a:ext cx="156216" cy="0"/>
            </a:xfrm>
            <a:custGeom>
              <a:avLst/>
              <a:pathLst>
                <a:path w="156216" h="0">
                  <a:moveTo>
                    <a:pt x="0" y="0"/>
                  </a:moveTo>
                  <a:lnTo>
                    <a:pt x="156216" y="0"/>
                  </a:lnTo>
                </a:path>
              </a:pathLst>
            </a:custGeom>
            <a:ln w="43362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74" name="pg2373"/>
            <p:cNvSpPr/>
            <p:nvPr/>
          </p:nvSpPr>
          <p:spPr>
            <a:xfrm>
              <a:off x="5635298" y="4876319"/>
              <a:ext cx="2202659" cy="1610807"/>
            </a:xfrm>
            <a:custGeom>
              <a:avLst/>
              <a:pathLst>
                <a:path w="2202659" h="1610807">
                  <a:moveTo>
                    <a:pt x="0" y="1253889"/>
                  </a:moveTo>
                  <a:lnTo>
                    <a:pt x="484272" y="1034932"/>
                  </a:lnTo>
                  <a:lnTo>
                    <a:pt x="1109140" y="699745"/>
                  </a:lnTo>
                  <a:lnTo>
                    <a:pt x="1577791" y="410015"/>
                  </a:lnTo>
                  <a:lnTo>
                    <a:pt x="2202659" y="0"/>
                  </a:lnTo>
                  <a:lnTo>
                    <a:pt x="2202659" y="511978"/>
                  </a:lnTo>
                  <a:lnTo>
                    <a:pt x="1577791" y="769400"/>
                  </a:lnTo>
                  <a:lnTo>
                    <a:pt x="1109140" y="980248"/>
                  </a:lnTo>
                  <a:lnTo>
                    <a:pt x="484272" y="1312500"/>
                  </a:lnTo>
                  <a:lnTo>
                    <a:pt x="0" y="1610807"/>
                  </a:lnTo>
                  <a:close/>
                </a:path>
              </a:pathLst>
            </a:custGeom>
            <a:solidFill>
              <a:srgbClr val="2F7F6F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375" name="pl2374"/>
            <p:cNvSpPr/>
            <p:nvPr/>
          </p:nvSpPr>
          <p:spPr>
            <a:xfrm>
              <a:off x="5635298" y="4876319"/>
              <a:ext cx="2202659" cy="1253889"/>
            </a:xfrm>
            <a:custGeom>
              <a:avLst/>
              <a:pathLst>
                <a:path w="2202659" h="1253889">
                  <a:moveTo>
                    <a:pt x="0" y="1253889"/>
                  </a:moveTo>
                  <a:lnTo>
                    <a:pt x="484272" y="1034932"/>
                  </a:lnTo>
                  <a:lnTo>
                    <a:pt x="1109140" y="699745"/>
                  </a:lnTo>
                  <a:lnTo>
                    <a:pt x="1577791" y="410015"/>
                  </a:lnTo>
                  <a:lnTo>
                    <a:pt x="220265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76" name="pl2375"/>
            <p:cNvSpPr/>
            <p:nvPr/>
          </p:nvSpPr>
          <p:spPr>
            <a:xfrm>
              <a:off x="5635298" y="5388297"/>
              <a:ext cx="2202659" cy="1098829"/>
            </a:xfrm>
            <a:custGeom>
              <a:avLst/>
              <a:pathLst>
                <a:path w="2202659" h="1098829">
                  <a:moveTo>
                    <a:pt x="2202659" y="0"/>
                  </a:moveTo>
                  <a:lnTo>
                    <a:pt x="1577791" y="257422"/>
                  </a:lnTo>
                  <a:lnTo>
                    <a:pt x="1109140" y="468270"/>
                  </a:lnTo>
                  <a:lnTo>
                    <a:pt x="484272" y="800522"/>
                  </a:lnTo>
                  <a:lnTo>
                    <a:pt x="0" y="10988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77" name="pg2376"/>
            <p:cNvSpPr/>
            <p:nvPr/>
          </p:nvSpPr>
          <p:spPr>
            <a:xfrm>
              <a:off x="5635298" y="4936876"/>
              <a:ext cx="2202659" cy="1579772"/>
            </a:xfrm>
            <a:custGeom>
              <a:avLst/>
              <a:pathLst>
                <a:path w="2202659" h="1579772">
                  <a:moveTo>
                    <a:pt x="0" y="1272262"/>
                  </a:moveTo>
                  <a:lnTo>
                    <a:pt x="484272" y="1039682"/>
                  </a:lnTo>
                  <a:lnTo>
                    <a:pt x="1109140" y="697232"/>
                  </a:lnTo>
                  <a:lnTo>
                    <a:pt x="1577791" y="407558"/>
                  </a:lnTo>
                  <a:lnTo>
                    <a:pt x="2202659" y="0"/>
                  </a:lnTo>
                  <a:lnTo>
                    <a:pt x="2202659" y="419951"/>
                  </a:lnTo>
                  <a:lnTo>
                    <a:pt x="1577791" y="702345"/>
                  </a:lnTo>
                  <a:lnTo>
                    <a:pt x="1109140" y="930136"/>
                  </a:lnTo>
                  <a:lnTo>
                    <a:pt x="484272" y="1277638"/>
                  </a:lnTo>
                  <a:lnTo>
                    <a:pt x="0" y="1579772"/>
                  </a:lnTo>
                  <a:close/>
                </a:path>
              </a:pathLst>
            </a:custGeom>
            <a:solidFill>
              <a:srgbClr val="9C6B2F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378" name="pl2377"/>
            <p:cNvSpPr/>
            <p:nvPr/>
          </p:nvSpPr>
          <p:spPr>
            <a:xfrm>
              <a:off x="5635298" y="4936876"/>
              <a:ext cx="2202659" cy="1272262"/>
            </a:xfrm>
            <a:custGeom>
              <a:avLst/>
              <a:pathLst>
                <a:path w="2202659" h="1272262">
                  <a:moveTo>
                    <a:pt x="0" y="1272262"/>
                  </a:moveTo>
                  <a:lnTo>
                    <a:pt x="484272" y="1039682"/>
                  </a:lnTo>
                  <a:lnTo>
                    <a:pt x="1109140" y="697232"/>
                  </a:lnTo>
                  <a:lnTo>
                    <a:pt x="1577791" y="407558"/>
                  </a:lnTo>
                  <a:lnTo>
                    <a:pt x="220265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79" name="pl2378"/>
            <p:cNvSpPr/>
            <p:nvPr/>
          </p:nvSpPr>
          <p:spPr>
            <a:xfrm>
              <a:off x="5635298" y="5356828"/>
              <a:ext cx="2202659" cy="1159820"/>
            </a:xfrm>
            <a:custGeom>
              <a:avLst/>
              <a:pathLst>
                <a:path w="2202659" h="1159820">
                  <a:moveTo>
                    <a:pt x="2202659" y="0"/>
                  </a:moveTo>
                  <a:lnTo>
                    <a:pt x="1577791" y="282394"/>
                  </a:lnTo>
                  <a:lnTo>
                    <a:pt x="1109140" y="510184"/>
                  </a:lnTo>
                  <a:lnTo>
                    <a:pt x="484272" y="857686"/>
                  </a:lnTo>
                  <a:lnTo>
                    <a:pt x="0" y="115982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80" name="pl2379"/>
            <p:cNvSpPr/>
            <p:nvPr/>
          </p:nvSpPr>
          <p:spPr>
            <a:xfrm>
              <a:off x="5635298" y="5132308"/>
              <a:ext cx="2202659" cy="1176359"/>
            </a:xfrm>
            <a:custGeom>
              <a:avLst/>
              <a:pathLst>
                <a:path w="2202659" h="1176359">
                  <a:moveTo>
                    <a:pt x="0" y="1176359"/>
                  </a:moveTo>
                  <a:lnTo>
                    <a:pt x="484272" y="917727"/>
                  </a:lnTo>
                  <a:lnTo>
                    <a:pt x="1109140" y="584008"/>
                  </a:lnTo>
                  <a:lnTo>
                    <a:pt x="1577791" y="333718"/>
                  </a:lnTo>
                  <a:lnTo>
                    <a:pt x="2202659" y="0"/>
                  </a:lnTo>
                </a:path>
              </a:pathLst>
            </a:custGeom>
            <a:ln w="3252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1" name="pl2380"/>
            <p:cNvSpPr/>
            <p:nvPr/>
          </p:nvSpPr>
          <p:spPr>
            <a:xfrm>
              <a:off x="5635298" y="5146852"/>
              <a:ext cx="2202659" cy="1216041"/>
            </a:xfrm>
            <a:custGeom>
              <a:avLst/>
              <a:pathLst>
                <a:path w="2202659" h="1216041">
                  <a:moveTo>
                    <a:pt x="0" y="1216041"/>
                  </a:moveTo>
                  <a:lnTo>
                    <a:pt x="484272" y="948684"/>
                  </a:lnTo>
                  <a:lnTo>
                    <a:pt x="1109140" y="603708"/>
                  </a:lnTo>
                  <a:lnTo>
                    <a:pt x="1577791" y="344976"/>
                  </a:lnTo>
                  <a:lnTo>
                    <a:pt x="2202659" y="0"/>
                  </a:lnTo>
                </a:path>
              </a:pathLst>
            </a:custGeom>
            <a:ln w="3252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2" name="tx2381"/>
            <p:cNvSpPr/>
            <p:nvPr/>
          </p:nvSpPr>
          <p:spPr>
            <a:xfrm>
              <a:off x="5640214" y="4514258"/>
              <a:ext cx="247445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Aboveground: Slope=0.3840, P &lt; 0.001 (r=2,4,8)</a:t>
              </a:r>
            </a:p>
          </p:txBody>
        </p:sp>
        <p:sp>
          <p:nvSpPr>
            <p:cNvPr id="2383" name="tx2382"/>
            <p:cNvSpPr/>
            <p:nvPr/>
          </p:nvSpPr>
          <p:spPr>
            <a:xfrm>
              <a:off x="5640214" y="4683719"/>
              <a:ext cx="246174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Belowground: Slope=0.3970, P &lt; 0.001 (r=2,4,8)</a:t>
              </a:r>
            </a:p>
          </p:txBody>
        </p:sp>
        <p:sp>
          <p:nvSpPr>
            <p:cNvPr id="2384" name="rc2383"/>
            <p:cNvSpPr/>
            <p:nvPr/>
          </p:nvSpPr>
          <p:spPr>
            <a:xfrm>
              <a:off x="5317673" y="4527025"/>
              <a:ext cx="2810705" cy="2965581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2385" name="pl2384"/>
            <p:cNvSpPr/>
            <p:nvPr/>
          </p:nvSpPr>
          <p:spPr>
            <a:xfrm>
              <a:off x="5317673" y="4527025"/>
              <a:ext cx="0" cy="2965581"/>
            </a:xfrm>
            <a:custGeom>
              <a:avLst/>
              <a:pathLst>
                <a:path w="0" h="2965581">
                  <a:moveTo>
                    <a:pt x="0" y="2965581"/>
                  </a:moveTo>
                  <a:lnTo>
                    <a:pt x="0" y="0"/>
                  </a:lnTo>
                </a:path>
              </a:pathLst>
            </a:custGeom>
            <a:ln w="14782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6" name="tx2385"/>
            <p:cNvSpPr/>
            <p:nvPr/>
          </p:nvSpPr>
          <p:spPr>
            <a:xfrm>
              <a:off x="5037483" y="7296707"/>
              <a:ext cx="211866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387" name="tx2386"/>
            <p:cNvSpPr/>
            <p:nvPr/>
          </p:nvSpPr>
          <p:spPr>
            <a:xfrm>
              <a:off x="5037483" y="6862189"/>
              <a:ext cx="211866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388" name="tx2387"/>
            <p:cNvSpPr/>
            <p:nvPr/>
          </p:nvSpPr>
          <p:spPr>
            <a:xfrm>
              <a:off x="5037483" y="6427672"/>
              <a:ext cx="211866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2389" name="tx2388"/>
            <p:cNvSpPr/>
            <p:nvPr/>
          </p:nvSpPr>
          <p:spPr>
            <a:xfrm>
              <a:off x="5037483" y="5993155"/>
              <a:ext cx="211866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2390" name="tx2389"/>
            <p:cNvSpPr/>
            <p:nvPr/>
          </p:nvSpPr>
          <p:spPr>
            <a:xfrm>
              <a:off x="5037483" y="5558637"/>
              <a:ext cx="211866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2391" name="tx2390"/>
            <p:cNvSpPr/>
            <p:nvPr/>
          </p:nvSpPr>
          <p:spPr>
            <a:xfrm>
              <a:off x="5037483" y="5124120"/>
              <a:ext cx="211866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2392" name="tx2391"/>
            <p:cNvSpPr/>
            <p:nvPr/>
          </p:nvSpPr>
          <p:spPr>
            <a:xfrm>
              <a:off x="5037483" y="4689602"/>
              <a:ext cx="211866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2393" name="pl2392"/>
            <p:cNvSpPr/>
            <p:nvPr/>
          </p:nvSpPr>
          <p:spPr>
            <a:xfrm>
              <a:off x="5279716" y="7351388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4782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4" name="pl2393"/>
            <p:cNvSpPr/>
            <p:nvPr/>
          </p:nvSpPr>
          <p:spPr>
            <a:xfrm>
              <a:off x="5279716" y="6916871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4782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5" name="pl2394"/>
            <p:cNvSpPr/>
            <p:nvPr/>
          </p:nvSpPr>
          <p:spPr>
            <a:xfrm>
              <a:off x="5279716" y="6482353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4782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6" name="pl2395"/>
            <p:cNvSpPr/>
            <p:nvPr/>
          </p:nvSpPr>
          <p:spPr>
            <a:xfrm>
              <a:off x="5279716" y="6047836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4782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7" name="pl2396"/>
            <p:cNvSpPr/>
            <p:nvPr/>
          </p:nvSpPr>
          <p:spPr>
            <a:xfrm>
              <a:off x="5279716" y="5613318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4782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8" name="pl2397"/>
            <p:cNvSpPr/>
            <p:nvPr/>
          </p:nvSpPr>
          <p:spPr>
            <a:xfrm>
              <a:off x="5279716" y="5178801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4782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9" name="pl2398"/>
            <p:cNvSpPr/>
            <p:nvPr/>
          </p:nvSpPr>
          <p:spPr>
            <a:xfrm>
              <a:off x="5279716" y="4744283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4782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0" name="pl2399"/>
            <p:cNvSpPr/>
            <p:nvPr/>
          </p:nvSpPr>
          <p:spPr>
            <a:xfrm>
              <a:off x="5317673" y="7492606"/>
              <a:ext cx="2810705" cy="0"/>
            </a:xfrm>
            <a:custGeom>
              <a:avLst/>
              <a:pathLst>
                <a:path w="2810705" h="0">
                  <a:moveTo>
                    <a:pt x="0" y="0"/>
                  </a:moveTo>
                  <a:lnTo>
                    <a:pt x="2810705" y="0"/>
                  </a:lnTo>
                </a:path>
              </a:pathLst>
            </a:custGeom>
            <a:ln w="14782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1" name="pl2400"/>
            <p:cNvSpPr/>
            <p:nvPr/>
          </p:nvSpPr>
          <p:spPr>
            <a:xfrm>
              <a:off x="5640214" y="7492606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14782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2" name="pl2401"/>
            <p:cNvSpPr/>
            <p:nvPr/>
          </p:nvSpPr>
          <p:spPr>
            <a:xfrm>
              <a:off x="6723028" y="7492606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14782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3" name="pl2402"/>
            <p:cNvSpPr/>
            <p:nvPr/>
          </p:nvSpPr>
          <p:spPr>
            <a:xfrm>
              <a:off x="7805842" y="7492606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14782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4" name="tx2403"/>
            <p:cNvSpPr/>
            <p:nvPr/>
          </p:nvSpPr>
          <p:spPr>
            <a:xfrm>
              <a:off x="5597832" y="7560930"/>
              <a:ext cx="84764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405" name="tx2404"/>
            <p:cNvSpPr/>
            <p:nvPr/>
          </p:nvSpPr>
          <p:spPr>
            <a:xfrm>
              <a:off x="6680646" y="7560930"/>
              <a:ext cx="84764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2406" name="tx2405"/>
            <p:cNvSpPr/>
            <p:nvPr/>
          </p:nvSpPr>
          <p:spPr>
            <a:xfrm>
              <a:off x="7763459" y="7560930"/>
              <a:ext cx="84764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2407" name="tx2406"/>
            <p:cNvSpPr/>
            <p:nvPr/>
          </p:nvSpPr>
          <p:spPr>
            <a:xfrm>
              <a:off x="6383509" y="7785681"/>
              <a:ext cx="679033" cy="118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2408" name="tx2407"/>
            <p:cNvSpPr/>
            <p:nvPr/>
          </p:nvSpPr>
          <p:spPr>
            <a:xfrm rot="-5400000">
              <a:off x="3421911" y="5950608"/>
              <a:ext cx="2890875" cy="118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Proportion of variance between species</a:t>
              </a:r>
            </a:p>
          </p:txBody>
        </p:sp>
        <p:sp>
          <p:nvSpPr>
            <p:cNvPr id="2409" name="tx2408"/>
            <p:cNvSpPr/>
            <p:nvPr/>
          </p:nvSpPr>
          <p:spPr>
            <a:xfrm>
              <a:off x="4627456" y="4379441"/>
              <a:ext cx="217170" cy="1279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(c)</a:t>
              </a:r>
            </a:p>
          </p:txBody>
        </p:sp>
        <p:sp>
          <p:nvSpPr>
            <p:cNvPr id="2410" name="rc2409"/>
            <p:cNvSpPr/>
            <p:nvPr/>
          </p:nvSpPr>
          <p:spPr>
            <a:xfrm>
              <a:off x="3502793" y="8035977"/>
              <a:ext cx="2838322" cy="14301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11" name="tx2410"/>
            <p:cNvSpPr/>
            <p:nvPr/>
          </p:nvSpPr>
          <p:spPr>
            <a:xfrm>
              <a:off x="3502793" y="8052802"/>
              <a:ext cx="923178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Compartment</a:t>
              </a:r>
            </a:p>
          </p:txBody>
        </p:sp>
        <p:sp>
          <p:nvSpPr>
            <p:cNvPr id="2412" name="rc2411"/>
            <p:cNvSpPr/>
            <p:nvPr/>
          </p:nvSpPr>
          <p:spPr>
            <a:xfrm>
              <a:off x="4501887" y="8050287"/>
              <a:ext cx="87709" cy="11439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13" name="pt2412"/>
            <p:cNvSpPr/>
            <p:nvPr/>
          </p:nvSpPr>
          <p:spPr>
            <a:xfrm>
              <a:off x="4513731" y="807547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14" name="pl2413"/>
            <p:cNvSpPr/>
            <p:nvPr/>
          </p:nvSpPr>
          <p:spPr>
            <a:xfrm>
              <a:off x="4545741" y="8136081"/>
              <a:ext cx="0" cy="17158"/>
            </a:xfrm>
            <a:custGeom>
              <a:avLst/>
              <a:pathLst>
                <a:path w="0" h="17158">
                  <a:moveTo>
                    <a:pt x="0" y="1715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15" name="pl2414"/>
            <p:cNvSpPr/>
            <p:nvPr/>
          </p:nvSpPr>
          <p:spPr>
            <a:xfrm>
              <a:off x="4545741" y="8061727"/>
              <a:ext cx="0" cy="17158"/>
            </a:xfrm>
            <a:custGeom>
              <a:avLst/>
              <a:pathLst>
                <a:path w="0" h="17158">
                  <a:moveTo>
                    <a:pt x="0" y="1715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16" name="rc2415"/>
            <p:cNvSpPr/>
            <p:nvPr/>
          </p:nvSpPr>
          <p:spPr>
            <a:xfrm>
              <a:off x="4512850" y="8078885"/>
              <a:ext cx="65781" cy="57195"/>
            </a:xfrm>
            <a:prstGeom prst="rect">
              <a:avLst/>
            </a:pr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17" name="pl2416"/>
            <p:cNvSpPr/>
            <p:nvPr/>
          </p:nvSpPr>
          <p:spPr>
            <a:xfrm>
              <a:off x="4512850" y="8107483"/>
              <a:ext cx="65781" cy="0"/>
            </a:xfrm>
            <a:custGeom>
              <a:avLst/>
              <a:pathLst>
                <a:path w="65781" h="0">
                  <a:moveTo>
                    <a:pt x="0" y="0"/>
                  </a:moveTo>
                  <a:lnTo>
                    <a:pt x="65781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18" name="pl2417"/>
            <p:cNvSpPr/>
            <p:nvPr/>
          </p:nvSpPr>
          <p:spPr>
            <a:xfrm>
              <a:off x="4545741" y="8153240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19" name="pl2418"/>
            <p:cNvSpPr/>
            <p:nvPr/>
          </p:nvSpPr>
          <p:spPr>
            <a:xfrm>
              <a:off x="4545741" y="8061727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20" name="pl2419"/>
            <p:cNvSpPr/>
            <p:nvPr/>
          </p:nvSpPr>
          <p:spPr>
            <a:xfrm>
              <a:off x="4510657" y="8107483"/>
              <a:ext cx="70167" cy="0"/>
            </a:xfrm>
            <a:custGeom>
              <a:avLst/>
              <a:pathLst>
                <a:path w="70167" h="0">
                  <a:moveTo>
                    <a:pt x="0" y="0"/>
                  </a:moveTo>
                  <a:lnTo>
                    <a:pt x="70167" y="0"/>
                  </a:lnTo>
                </a:path>
              </a:pathLst>
            </a:custGeom>
            <a:ln w="3252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1" name="rc2420"/>
            <p:cNvSpPr/>
            <p:nvPr/>
          </p:nvSpPr>
          <p:spPr>
            <a:xfrm>
              <a:off x="5466271" y="8050287"/>
              <a:ext cx="87709" cy="11439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22" name="pt2421"/>
            <p:cNvSpPr/>
            <p:nvPr/>
          </p:nvSpPr>
          <p:spPr>
            <a:xfrm>
              <a:off x="5478115" y="807547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23" name="pl2422"/>
            <p:cNvSpPr/>
            <p:nvPr/>
          </p:nvSpPr>
          <p:spPr>
            <a:xfrm>
              <a:off x="5510126" y="8136081"/>
              <a:ext cx="0" cy="17158"/>
            </a:xfrm>
            <a:custGeom>
              <a:avLst/>
              <a:pathLst>
                <a:path w="0" h="17158">
                  <a:moveTo>
                    <a:pt x="0" y="1715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24" name="pl2423"/>
            <p:cNvSpPr/>
            <p:nvPr/>
          </p:nvSpPr>
          <p:spPr>
            <a:xfrm>
              <a:off x="5510126" y="8061727"/>
              <a:ext cx="0" cy="17158"/>
            </a:xfrm>
            <a:custGeom>
              <a:avLst/>
              <a:pathLst>
                <a:path w="0" h="17158">
                  <a:moveTo>
                    <a:pt x="0" y="1715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25" name="rc2424"/>
            <p:cNvSpPr/>
            <p:nvPr/>
          </p:nvSpPr>
          <p:spPr>
            <a:xfrm>
              <a:off x="5477235" y="8078885"/>
              <a:ext cx="65781" cy="57195"/>
            </a:xfrm>
            <a:prstGeom prst="rect">
              <a:avLst/>
            </a:pr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26" name="pl2425"/>
            <p:cNvSpPr/>
            <p:nvPr/>
          </p:nvSpPr>
          <p:spPr>
            <a:xfrm>
              <a:off x="5477235" y="8107483"/>
              <a:ext cx="65781" cy="0"/>
            </a:xfrm>
            <a:custGeom>
              <a:avLst/>
              <a:pathLst>
                <a:path w="65781" h="0">
                  <a:moveTo>
                    <a:pt x="0" y="0"/>
                  </a:moveTo>
                  <a:lnTo>
                    <a:pt x="65781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27" name="pl2426"/>
            <p:cNvSpPr/>
            <p:nvPr/>
          </p:nvSpPr>
          <p:spPr>
            <a:xfrm>
              <a:off x="5510126" y="8153240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28" name="pl2427"/>
            <p:cNvSpPr/>
            <p:nvPr/>
          </p:nvSpPr>
          <p:spPr>
            <a:xfrm>
              <a:off x="5510126" y="8061727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29" name="pl2428"/>
            <p:cNvSpPr/>
            <p:nvPr/>
          </p:nvSpPr>
          <p:spPr>
            <a:xfrm>
              <a:off x="5475042" y="8107483"/>
              <a:ext cx="70167" cy="0"/>
            </a:xfrm>
            <a:custGeom>
              <a:avLst/>
              <a:pathLst>
                <a:path w="70167" h="0">
                  <a:moveTo>
                    <a:pt x="0" y="0"/>
                  </a:moveTo>
                  <a:lnTo>
                    <a:pt x="70167" y="0"/>
                  </a:lnTo>
                </a:path>
              </a:pathLst>
            </a:custGeom>
            <a:ln w="3252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0" name="tx2429"/>
            <p:cNvSpPr/>
            <p:nvPr/>
          </p:nvSpPr>
          <p:spPr>
            <a:xfrm>
              <a:off x="4665511" y="8063775"/>
              <a:ext cx="72484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Aboveground</a:t>
              </a:r>
            </a:p>
          </p:txBody>
        </p:sp>
        <p:sp>
          <p:nvSpPr>
            <p:cNvPr id="2431" name="tx2430"/>
            <p:cNvSpPr/>
            <p:nvPr/>
          </p:nvSpPr>
          <p:spPr>
            <a:xfrm>
              <a:off x="5629896" y="8063775"/>
              <a:ext cx="71122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Belowground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jingyang</cp:lastModifiedBy>
  <cp:revision>3</cp:revision>
  <dcterms:created xsi:type="dcterms:W3CDTF">2017-02-13T16:18:36Z</dcterms:created>
  <dcterms:modified xsi:type="dcterms:W3CDTF">2026-07-20T00:30:41Z</dcterms:modified>
  <cp:category/>
</cp:coreProperties>
</file>