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6018779" cy="28012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1931169" y="14106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125875" y="244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865717" y="26128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106659" y="2410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41151" y="1976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129507" y="25004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902216" y="2791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058494" y="2685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878742" y="2586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134754" y="26655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13559" y="29536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081647" y="2950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74956" y="26753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052587" y="2735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06229" y="2754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071146" y="2863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90781" y="2698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059432" y="2571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846995" y="2093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094482" y="2105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84598" y="26884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069354" y="26670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839242" y="2505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148599" y="2662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23554" y="2384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067711" y="282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1938303" y="2752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71397" y="26151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59711" y="23375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145040" y="2959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885985" y="2562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074723" y="25676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941246" y="2764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47759" y="2695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852602" y="2606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122952" y="2700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861459" y="27253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81991" y="275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889467" y="3050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088844" y="28670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59931" y="23984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121896" y="2543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875707" y="2652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127755" y="24858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917032" y="2722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125456" y="2748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1888392" y="2356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063346" y="30064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1870950" y="2636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110653" y="257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29289" y="29952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065963" y="26885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1880812" y="26025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112401" y="25050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92170" y="224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58375" y="21969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1846505" y="34144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103504" y="2741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1940754" y="24573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056504" y="2285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00007" y="25387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79420" y="25025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843413" y="27713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43521" y="2964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851053" y="2319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121627" y="2416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864569" y="2075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45906" y="1969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1864783" y="237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091705" y="21203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1854731" y="28004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078463" y="2642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1890842" y="27478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120266" y="28385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1909734" y="23970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50066" y="2473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934619" y="2319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075860" y="2055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1868148" y="27761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086105" y="2584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1939015" y="2395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48859" y="249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1910514" y="27893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071579" y="19950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1873645" y="2307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056069" y="17580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1859422" y="24565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083932" y="2459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1932160" y="2572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093657" y="22536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1940743" y="32970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056729" y="29540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1926725" y="22451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11436" y="2041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1890646" y="2440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063224" y="2592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1878410" y="2152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092336" y="19130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1892356" y="25471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116094" y="2221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1918411" y="2213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113277" y="2392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1917249" y="23118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049957" y="2612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1844075" y="1998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128888" y="2120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1881541" y="25663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146841" y="2712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1899207" y="2651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50980" y="26955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22720" y="25788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135221" y="25896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869633" y="1217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118796" y="1599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895106" y="16435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082760" y="1921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1905275" y="28243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084416" y="2654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1847720" y="291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052753" y="28519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1879636" y="269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71304" y="2780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1908808" y="22762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096300" y="2678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1883618" y="2648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93635" y="2791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1852124" y="2488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62806" y="2666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1860017" y="2526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28546" y="2675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1868352" y="2452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117345" y="258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1860752" y="27912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069040" y="2583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1930776" y="2458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46463" y="2546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1916096" y="27244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99314" y="26344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1933280" y="2753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085913" y="29257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1892768" y="2458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099110" y="2695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1901969" y="2534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083445" y="2842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1851823" y="25645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073230" y="27692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1901010" y="1651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102499" y="28520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1852919" y="30288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069080" y="2610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1881306" y="292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050763" y="2726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1854041" y="25358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057197" y="2706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1901639" y="2556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073769" y="25185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1899702" y="20350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080791" y="2021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1932929" y="19470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115270" y="1847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1871140" y="2594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071640" y="230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1845973" y="21362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070179" y="23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1850823" y="19555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077230" y="1788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1910813" y="2687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113983" y="2787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1898097" y="2366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086943" y="260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1922856" y="1882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052342" y="21255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1878520" y="31072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094161" y="23925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326831" y="1712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3557696" y="18576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393014" y="2088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3551827" y="24982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373944" y="2461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3542437" y="25155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323362" y="21167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3546476" y="22452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318510" y="2026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3523611" y="21352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358746" y="21330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3515150" y="2318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352426" y="2296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3577758" y="23479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368544" y="20315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3556487" y="2223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382724" y="2671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3554983" y="2941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326599" y="2450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3542009" y="2918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318090" y="21427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3577425" y="23442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391133" y="2016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3602911" y="25010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404161" y="215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3584010" y="2454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402853" y="2642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3565217" y="2829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315827" y="21093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3613363" y="25292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402716" y="28292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3520410" y="26388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337144" y="2354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3554500" y="2459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401084" y="2398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3580897" y="26412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402241" y="20851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3532699" y="2307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367752" y="1940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3560853" y="22762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309696" y="2362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3536182" y="30693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376025" y="2754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3542385" y="28741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315712" y="21844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3572391" y="21617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365122" y="2101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3576298" y="264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364495" y="2145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3593702" y="23050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381256" y="3051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612656" y="2885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55361" y="263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25344" y="2690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80112" y="27491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18319" y="26747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42586" y="2538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590187" y="2771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305931" y="3088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15355" y="33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310648" y="2099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515446" y="202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371240" y="253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614876" y="2663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89819" y="206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609938" y="19315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328768" y="2321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536023" y="2349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306502" y="208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603392" y="2204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64395" y="33553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615348" y="327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326302" y="21234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613636" y="2343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341213" y="237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547764" y="23318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307216" y="2205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588815" y="25088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400724" y="18614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561706" y="2057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380514" y="20811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542849" y="21070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401939" y="2528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538121" y="296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06547" y="24849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561663" y="23685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370813" y="2107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523408" y="23307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303598" y="24415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528371" y="27792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322758" y="22214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555242" y="24043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373517" y="2132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584381" y="23459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306929" y="1746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592536" y="210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380354" y="19806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532303" y="254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387452" y="1665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538527" y="2145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323502" y="20268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3574821" y="2160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346884" y="2249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563068" y="2054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311254" y="2309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608772" y="257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305440" y="2605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566976" y="2497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389349" y="2747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523438" y="25534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365765" y="20745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3552131" y="2127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330040" y="2702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3545700" y="25263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358682" y="2439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592863" y="27722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379846" y="2502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610262" y="24773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406012" y="2582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569426" y="2906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368987" y="2225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571478" y="2211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407443" y="25093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3596090" y="26429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384022" y="22949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513777" y="23141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356428" y="2005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3584002" y="2071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324738" y="2348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568084" y="241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331600" y="2461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3574886" y="23951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388409" y="20891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548325" y="2661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402550" y="246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3586810" y="28556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380788" y="24418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3564147" y="2255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374859" y="22760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3555605" y="2475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355233" y="284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3535212" y="26471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386506" y="2287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3524079" y="21861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323873" y="22449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3558776" y="212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385862" y="2799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3532532" y="2294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360750" y="2895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3536577" y="28146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306924" y="2064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3618850" y="22537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394880" y="2554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3539458" y="25435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308599" y="23922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3567899" y="2418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322327" y="22469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3539539" y="2450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331003" y="2483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3555223" y="2215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384542" y="2559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3571617" y="23217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322394" y="21872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3565136" y="2116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349605" y="1877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3590927" y="184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326695" y="21376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3579175" y="20651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361747" y="2027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3539741" y="19650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402661" y="217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3519097" y="23424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346630" y="25792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3576167" y="25393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361744" y="2470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3534939" y="23023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306831" y="2335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3544817" y="211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388492" y="18650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3592667" y="19133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327602" y="2715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3564773" y="21347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328424" y="2185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3610088" y="2373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325268" y="19764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3585584" y="20365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369344" y="18300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3592507" y="1810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380005" y="1776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3583138" y="1620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326933" y="1163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3515302" y="19847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314633" y="21993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3603130" y="22465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398596" y="19203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3592038" y="1877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4796159" y="2671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006851" y="241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4862248" y="18793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4988398" y="2117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4811128" y="19264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024389" y="23985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4851803" y="1665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067772" y="1909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4843225" y="19690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006419" y="2098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4800127" y="2129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057728" y="25663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4809991" y="2007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083104" y="2068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4801991" y="22109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079276" y="22071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4831725" y="22887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081168" y="23224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4841307" y="24354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4997620" y="26069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4836726" y="2561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026717" y="29481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4808772" y="1923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4996381" y="21530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4858562" y="2427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4981085" y="2619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4791155" y="1679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075814" y="20275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4836486" y="1922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4998839" y="20965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4844693" y="1695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049549" y="20007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4773829" y="31037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4988717" y="28990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4826390" y="2705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042810" y="240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4770011" y="1705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065362" y="22001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4835651" y="2334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037749" y="2624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4845817" y="19961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073893" y="2169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4814737" y="2177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041747" y="239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4811576" y="2948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042696" y="26960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4768413" y="23404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046371" y="25319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4868114" y="2157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083193" y="2501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4800572" y="2242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049529" y="21987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4801476" y="28760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002561" y="3333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4815187" y="19037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009080" y="2060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4770816" y="2022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4996306" y="21002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4787723" y="1728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011072" y="196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4855111" y="1815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052955" y="187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4838149" y="1771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039587" y="1886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4854091" y="2246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006146" y="20925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4851102" y="1996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062411" y="2091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4871242" y="1582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076127" y="1892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4828832" y="1763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021654" y="20587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4863611" y="1888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016153" y="1920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869244" y="1936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058916" y="21143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868312" y="16375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074210" y="17852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773930" y="16789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052685" y="16379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806784" y="19363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062101" y="19681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785738" y="15011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059643" y="2182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811627" y="1751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986330" y="2025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873531" y="1604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040727" y="18734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781180" y="18275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066347" y="2069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827384" y="1268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065004" y="18340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817291" y="2152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044748" y="22750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797673" y="18255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037460" y="21683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781502" y="1775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052054" y="2226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4817683" y="23068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028143" y="21733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4824554" y="1858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023128" y="20975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4794564" y="1656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040567" y="20313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4861012" y="2487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4980122" y="2354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4777653" y="22150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030401" y="26186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4774430" y="1899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005990" y="20276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4808726" y="1860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007456" y="18623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4818267" y="18161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057955" y="209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4788098" y="191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019360" y="2149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4784418" y="1766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034315" y="2478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4789035" y="2888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067477" y="2810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4782285" y="21428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065249" y="24972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4837008" y="20637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4998101" y="2035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4856280" y="20527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059542" y="19086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813492" y="24737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061098" y="2449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796619" y="25568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45570" y="26790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788826" y="2027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996721" y="24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857291" y="2206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019350" y="25738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789063" y="1596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81173" y="2068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810903" y="18053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083414" y="21719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837961" y="18093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06252" y="23979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825830" y="2091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99486" y="25780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863628" y="14788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985699" y="18746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18999" y="22479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54863" y="28204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812810" y="27761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981347" y="2457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855714" y="1877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039028" y="2437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846836" y="17470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063744" y="24810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826211" y="170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11916" y="1907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4819980" y="28298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4989388" y="26494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4818926" y="24895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061547" y="29054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4811397" y="2112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076204" y="24427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4790887" y="16017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4987815" y="21494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4783943" y="14867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011663" y="17481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4855744" y="2076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031485" y="257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4801181" y="2179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039390" y="23561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4819697" y="2347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006358" y="2412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4802863" y="1829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071921" y="21424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4843386" y="2266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030445" y="26669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4807463" y="18805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013664" y="2538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4857305" y="22462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026543" y="24256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4815803" y="2503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078657" y="2285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4773161" y="16676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070266" y="2256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4774477" y="18980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048929" y="20949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4829187" y="12560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050625" y="1698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4849118" y="2386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042184" y="26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4859442" y="2297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025759" y="1802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4800058" y="22481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061844" y="1905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4786020" y="2303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026512" y="2183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4780300" y="30125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046235" y="26217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4839751" y="22463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048167" y="23683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4810710" y="18374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070228" y="20375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4863525" y="24854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4999559" y="2550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4815254" y="31488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054457" y="29434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4858078" y="27319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041237" y="2368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4872355" y="2481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069396" y="21272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4865893" y="2330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078187" y="20797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4810083" y="21605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030891" y="2389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4770230" y="23709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040596" y="23985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4862412" y="2327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035811" y="22284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4827150" y="21450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4981353" y="19991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4778293" y="21879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018002" y="2172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4795087" y="24339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045287" y="2076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4786817" y="19346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066473" y="1730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4868236" y="26385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4985208" y="2623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4808120" y="28846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084003" y="2632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4817470" y="15591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018362" y="1718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6242635" y="19565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6498192" y="2017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6234037" y="2582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6504887" y="29421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6292226" y="20131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6547117" y="18168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6329250" y="2389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6472684" y="21369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6295149" y="17917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6499311" y="2281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6332424" y="13798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6518157" y="17504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6246056" y="2589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6513595" y="2490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6334548" y="2090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6528329" y="22881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6285261" y="21159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471851" y="2226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6260764" y="25254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6453937" y="20034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6337990" y="1198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6491193" y="1521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6282745" y="24484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6470499" y="21874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6285765" y="2189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6462201" y="21676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6302944" y="17376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6529629" y="27643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6288313" y="2202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6488614" y="2127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318939" y="2529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6535598" y="2657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6283686" y="24394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6476028" y="2613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6243123" y="22739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6499576" y="18455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6236734" y="2353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6544953" y="20239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6237882" y="1931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46567" y="26213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6276663" y="24881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20001" y="2447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6283076" y="17566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495520" y="20794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6331434" y="2536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6490862" y="29044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6317825" y="2710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6529654" y="2294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6270755" y="1631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6459705" y="2236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6291458" y="18157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6513590" y="2273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6294998" y="1946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6523665" y="22960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6303875" y="25695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6541208" y="1940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6314291" y="2461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6537682" y="2124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6325390" y="18671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6496176" y="2224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6270105" y="20238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6517345" y="17106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6241351" y="2352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6503670" y="21389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6337603" y="1708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6538017" y="1801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6323330" y="23531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6521373" y="24137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6296149" y="19626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6462415" y="22789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6279068" y="28945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6489822" y="2966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6277759" y="1795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6512001" y="24031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6262548" y="1996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6504633" y="22679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6236606" y="2077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6493787" y="24470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6325267" y="19641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6513129" y="19897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6253543" y="19918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6467015" y="23155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6275793" y="2190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6508382" y="2250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6328607" y="20630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6454842" y="1929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6289149" y="23554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6487796" y="28298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6308944" y="2606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6499078" y="215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6328072" y="21704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6499025" y="2217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6245909" y="2222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6505891" y="2440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6313314" y="2276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6489654" y="18667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6306667" y="1388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6483753" y="17432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6259790" y="18952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6517644" y="19784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6247348" y="16550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6527874" y="19049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6283005" y="24565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6517281" y="2456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6259576" y="18935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6488952" y="20005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6241049" y="2052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6466518" y="1999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6280242" y="24627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6458354" y="2296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6253861" y="16588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6483370" y="205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6335518" y="2245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6534353" y="21528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6296675" y="20957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6509065" y="2451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6336036" y="21817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6482071" y="2369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6277589" y="1944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6447687" y="222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6292859" y="19412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6532261" y="2382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6256463" y="22004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6541697" y="2253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6280177" y="1853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6515998" y="20658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6328329" y="23410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6483109" y="18515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6290725" y="1701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6499228" y="16937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6255114" y="21057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6526280" y="21820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6238967" y="22258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6462423" y="20621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6297782" y="1621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6483664" y="25191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6326253" y="257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6449749" y="2088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6239879" y="22889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6513711" y="2761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6314578" y="21192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6509179" y="2130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6288180" y="21567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6545657" y="21513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6304416" y="21330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6514178" y="23985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6251408" y="2168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6525117" y="2050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6250722" y="25378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6495637" y="2166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6296623" y="24554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6541132" y="18220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6304208" y="26545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6521065" y="2799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6290489" y="24357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6548402" y="23273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6254198" y="23105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6545111" y="21433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6256219" y="2199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6464914" y="2096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6330758" y="227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6489193" y="24932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6295672" y="21505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6515796" y="1992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6331326" y="23879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6537660" y="21549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6264488" y="24287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6540555" y="25659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6284847" y="2427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6486453" y="2097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6304732" y="23157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6496787" y="2417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6324422" y="19632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6480805" y="2071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6277740" y="21260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6501728" y="22748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6316959" y="22935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6452782" y="2227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6294021" y="2275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6530080" y="23230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6335358" y="16479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6453932" y="18288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6310098" y="1729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6536838" y="2057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6249592" y="13941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6465037" y="15282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6334656" y="20391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6492527" y="20881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6320098" y="1831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6525804" y="19101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6277033" y="208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6521423" y="22796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6290296" y="26082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6464831" y="264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6309280" y="2278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6540000" y="21831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6312958" y="1665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6446073" y="19348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6260339" y="21899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6445957" y="2236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6329678" y="20429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6458240" y="2055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6261880" y="1791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6452954" y="1826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6309438" y="18946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6505175" y="2230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6281573" y="214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6468964" y="2411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6275843" y="20659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6466654" y="17658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6339400" y="2330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6539368" y="19538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6272866" y="2698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6446632" y="21277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6254095" y="19212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6476076" y="2334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6311519" y="2060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6550520" y="2190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6235827" y="19330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6539869" y="20586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6235913" y="23878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6453406" y="2320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6256454" y="23448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6510774" y="23305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6286394" y="21996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6445988" y="2344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6309242" y="2283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6538057" y="24455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6308271" y="22669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6518591" y="20493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6268831" y="17914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6517398" y="2191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6318364" y="2284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6480525" y="25916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6323994" y="2184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509172" y="20261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30806" y="21350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475831" y="2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239479" y="2360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448298" y="19742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89693" y="17989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473693" y="1990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319556" y="23156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505127" y="23633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303049" y="2151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544128" y="2378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49496" y="23230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544795" y="205026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82365" y="2166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538593" y="1990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00887" y="2323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532784" y="2144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51413" y="1889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474328" y="1971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82760" y="20776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507763" y="24255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74441" y="22660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531605" y="195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302590" y="1744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6460426" y="19096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6276338" y="1996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6464865" y="21340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6287083" y="2142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6521878" y="22750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6247425" y="26872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6457011" y="2688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6262925" y="32579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6465252" y="29848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6270325" y="18878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6489563" y="211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6334388" y="1598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6541731" y="19164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6291319" y="25154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6481847" y="21512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6238456" y="2281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6486417" y="20371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6255788" y="20486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6545860" y="20224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6238253" y="22544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6536747" y="21258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6313305" y="2048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6518834" y="21189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1920050" y="1913715"/>
              <a:ext cx="0" cy="445623"/>
            </a:xfrm>
            <a:custGeom>
              <a:avLst/>
              <a:pathLst>
                <a:path w="0" h="445623">
                  <a:moveTo>
                    <a:pt x="0" y="4456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1920050" y="2755717"/>
              <a:ext cx="0" cy="572094"/>
            </a:xfrm>
            <a:custGeom>
              <a:avLst/>
              <a:pathLst>
                <a:path w="0" h="572094">
                  <a:moveTo>
                    <a:pt x="0" y="0"/>
                  </a:moveTo>
                  <a:lnTo>
                    <a:pt x="0" y="5720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1814312" y="2359339"/>
              <a:ext cx="211476" cy="396378"/>
            </a:xfrm>
            <a:custGeom>
              <a:avLst/>
              <a:pathLst>
                <a:path w="211476" h="396378">
                  <a:moveTo>
                    <a:pt x="0" y="0"/>
                  </a:moveTo>
                  <a:lnTo>
                    <a:pt x="0" y="396378"/>
                  </a:lnTo>
                  <a:lnTo>
                    <a:pt x="211476" y="396378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1814312" y="2586796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385891" y="1695905"/>
              <a:ext cx="0" cy="423003"/>
            </a:xfrm>
            <a:custGeom>
              <a:avLst/>
              <a:pathLst>
                <a:path w="0" h="423003">
                  <a:moveTo>
                    <a:pt x="0" y="42300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385891" y="2528541"/>
              <a:ext cx="0" cy="590332"/>
            </a:xfrm>
            <a:custGeom>
              <a:avLst/>
              <a:pathLst>
                <a:path w="0" h="590332">
                  <a:moveTo>
                    <a:pt x="0" y="0"/>
                  </a:moveTo>
                  <a:lnTo>
                    <a:pt x="0" y="590332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280153" y="2118908"/>
              <a:ext cx="211476" cy="409632"/>
            </a:xfrm>
            <a:custGeom>
              <a:avLst/>
              <a:pathLst>
                <a:path w="211476" h="409632">
                  <a:moveTo>
                    <a:pt x="0" y="0"/>
                  </a:moveTo>
                  <a:lnTo>
                    <a:pt x="0" y="409632"/>
                  </a:lnTo>
                  <a:lnTo>
                    <a:pt x="211476" y="409632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280153" y="2279259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4851731" y="1286877"/>
              <a:ext cx="0" cy="559930"/>
            </a:xfrm>
            <a:custGeom>
              <a:avLst/>
              <a:pathLst>
                <a:path w="0" h="559930">
                  <a:moveTo>
                    <a:pt x="0" y="55993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4851731" y="2363627"/>
              <a:ext cx="0" cy="770857"/>
            </a:xfrm>
            <a:custGeom>
              <a:avLst/>
              <a:pathLst>
                <a:path w="0" h="770857">
                  <a:moveTo>
                    <a:pt x="0" y="0"/>
                  </a:moveTo>
                  <a:lnTo>
                    <a:pt x="0" y="770857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4745993" y="1846807"/>
              <a:ext cx="211476" cy="516819"/>
            </a:xfrm>
            <a:custGeom>
              <a:avLst/>
              <a:pathLst>
                <a:path w="211476" h="516819">
                  <a:moveTo>
                    <a:pt x="0" y="0"/>
                  </a:moveTo>
                  <a:lnTo>
                    <a:pt x="0" y="516819"/>
                  </a:lnTo>
                  <a:lnTo>
                    <a:pt x="211476" y="516819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4745993" y="2094567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6317572" y="1410601"/>
              <a:ext cx="0" cy="564362"/>
            </a:xfrm>
            <a:custGeom>
              <a:avLst/>
              <a:pathLst>
                <a:path w="0" h="564362">
                  <a:moveTo>
                    <a:pt x="0" y="56436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6317572" y="2375672"/>
              <a:ext cx="0" cy="549701"/>
            </a:xfrm>
            <a:custGeom>
              <a:avLst/>
              <a:pathLst>
                <a:path w="0" h="549701">
                  <a:moveTo>
                    <a:pt x="0" y="0"/>
                  </a:moveTo>
                  <a:lnTo>
                    <a:pt x="0" y="549701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6211834" y="1974963"/>
              <a:ext cx="211476" cy="400709"/>
            </a:xfrm>
            <a:custGeom>
              <a:avLst/>
              <a:pathLst>
                <a:path w="211476" h="400709">
                  <a:moveTo>
                    <a:pt x="0" y="0"/>
                  </a:moveTo>
                  <a:lnTo>
                    <a:pt x="0" y="400709"/>
                  </a:lnTo>
                  <a:lnTo>
                    <a:pt x="211476" y="400709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6211834" y="2196805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131527" y="1943796"/>
              <a:ext cx="0" cy="479593"/>
            </a:xfrm>
            <a:custGeom>
              <a:avLst/>
              <a:pathLst>
                <a:path w="0" h="479593">
                  <a:moveTo>
                    <a:pt x="0" y="4795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131527" y="2750367"/>
              <a:ext cx="0" cy="286860"/>
            </a:xfrm>
            <a:custGeom>
              <a:avLst/>
              <a:pathLst>
                <a:path w="0" h="286860">
                  <a:moveTo>
                    <a:pt x="0" y="0"/>
                  </a:moveTo>
                  <a:lnTo>
                    <a:pt x="0" y="28686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025788" y="2423389"/>
              <a:ext cx="211476" cy="326977"/>
            </a:xfrm>
            <a:custGeom>
              <a:avLst/>
              <a:pathLst>
                <a:path w="211476" h="326977">
                  <a:moveTo>
                    <a:pt x="0" y="0"/>
                  </a:moveTo>
                  <a:lnTo>
                    <a:pt x="0" y="326977"/>
                  </a:lnTo>
                  <a:lnTo>
                    <a:pt x="211476" y="326977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025788" y="2623331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3597367" y="1651683"/>
              <a:ext cx="0" cy="539570"/>
            </a:xfrm>
            <a:custGeom>
              <a:avLst/>
              <a:pathLst>
                <a:path w="0" h="539570">
                  <a:moveTo>
                    <a:pt x="0" y="53957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3597367" y="2597636"/>
              <a:ext cx="0" cy="502457"/>
            </a:xfrm>
            <a:custGeom>
              <a:avLst/>
              <a:pathLst>
                <a:path w="0" h="502457">
                  <a:moveTo>
                    <a:pt x="0" y="0"/>
                  </a:moveTo>
                  <a:lnTo>
                    <a:pt x="0" y="5024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3491629" y="2191253"/>
              <a:ext cx="211476" cy="406382"/>
            </a:xfrm>
            <a:custGeom>
              <a:avLst/>
              <a:pathLst>
                <a:path w="211476" h="406382">
                  <a:moveTo>
                    <a:pt x="0" y="0"/>
                  </a:moveTo>
                  <a:lnTo>
                    <a:pt x="0" y="406382"/>
                  </a:lnTo>
                  <a:lnTo>
                    <a:pt x="211476" y="406382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3491629" y="2377738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063207" y="1668718"/>
              <a:ext cx="0" cy="410249"/>
            </a:xfrm>
            <a:custGeom>
              <a:avLst/>
              <a:pathLst>
                <a:path w="0" h="410249">
                  <a:moveTo>
                    <a:pt x="0" y="41024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063207" y="2514980"/>
              <a:ext cx="0" cy="463908"/>
            </a:xfrm>
            <a:custGeom>
              <a:avLst/>
              <a:pathLst>
                <a:path w="0" h="463908">
                  <a:moveTo>
                    <a:pt x="0" y="0"/>
                  </a:moveTo>
                  <a:lnTo>
                    <a:pt x="0" y="463908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4957469" y="2078967"/>
              <a:ext cx="211476" cy="436013"/>
            </a:xfrm>
            <a:custGeom>
              <a:avLst/>
              <a:pathLst>
                <a:path w="211476" h="436013">
                  <a:moveTo>
                    <a:pt x="0" y="0"/>
                  </a:moveTo>
                  <a:lnTo>
                    <a:pt x="0" y="436013"/>
                  </a:lnTo>
                  <a:lnTo>
                    <a:pt x="211476" y="436013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4957469" y="2214281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6529048" y="1724504"/>
              <a:ext cx="0" cy="328741"/>
            </a:xfrm>
            <a:custGeom>
              <a:avLst/>
              <a:pathLst>
                <a:path w="0" h="328741">
                  <a:moveTo>
                    <a:pt x="0" y="32874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6529048" y="2375248"/>
              <a:ext cx="0" cy="454819"/>
            </a:xfrm>
            <a:custGeom>
              <a:avLst/>
              <a:pathLst>
                <a:path w="0" h="454819">
                  <a:moveTo>
                    <a:pt x="0" y="0"/>
                  </a:moveTo>
                  <a:lnTo>
                    <a:pt x="0" y="45481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6423310" y="2053245"/>
              <a:ext cx="211476" cy="322002"/>
            </a:xfrm>
            <a:custGeom>
              <a:avLst/>
              <a:pathLst>
                <a:path w="211476" h="322002">
                  <a:moveTo>
                    <a:pt x="0" y="0"/>
                  </a:moveTo>
                  <a:lnTo>
                    <a:pt x="0" y="322002"/>
                  </a:lnTo>
                  <a:lnTo>
                    <a:pt x="211476" y="322002"/>
                  </a:lnTo>
                  <a:lnTo>
                    <a:pt x="211476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6423310" y="2186538"/>
              <a:ext cx="211476" cy="0"/>
            </a:xfrm>
            <a:custGeom>
              <a:avLst/>
              <a:pathLst>
                <a:path w="211476" h="0">
                  <a:moveTo>
                    <a:pt x="0" y="0"/>
                  </a:moveTo>
                  <a:lnTo>
                    <a:pt x="211476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025788" y="1956595"/>
              <a:ext cx="4440997" cy="629349"/>
            </a:xfrm>
            <a:custGeom>
              <a:avLst/>
              <a:pathLst>
                <a:path w="4440997" h="629349">
                  <a:moveTo>
                    <a:pt x="0" y="314384"/>
                  </a:moveTo>
                  <a:lnTo>
                    <a:pt x="1099675" y="284213"/>
                  </a:lnTo>
                  <a:lnTo>
                    <a:pt x="2114760" y="237812"/>
                  </a:lnTo>
                  <a:lnTo>
                    <a:pt x="3383617" y="125031"/>
                  </a:lnTo>
                  <a:lnTo>
                    <a:pt x="4440997" y="0"/>
                  </a:lnTo>
                  <a:lnTo>
                    <a:pt x="4440997" y="282120"/>
                  </a:lnTo>
                  <a:lnTo>
                    <a:pt x="3383617" y="314615"/>
                  </a:lnTo>
                  <a:lnTo>
                    <a:pt x="2114760" y="390866"/>
                  </a:lnTo>
                  <a:lnTo>
                    <a:pt x="1099675" y="495691"/>
                  </a:lnTo>
                  <a:lnTo>
                    <a:pt x="0" y="629349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025788" y="1956595"/>
              <a:ext cx="4440997" cy="314384"/>
            </a:xfrm>
            <a:custGeom>
              <a:avLst/>
              <a:pathLst>
                <a:path w="4440997" h="314384">
                  <a:moveTo>
                    <a:pt x="0" y="314384"/>
                  </a:moveTo>
                  <a:lnTo>
                    <a:pt x="1099675" y="284213"/>
                  </a:lnTo>
                  <a:lnTo>
                    <a:pt x="2114760" y="237812"/>
                  </a:lnTo>
                  <a:lnTo>
                    <a:pt x="3383617" y="125031"/>
                  </a:lnTo>
                  <a:lnTo>
                    <a:pt x="44409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025788" y="2238716"/>
              <a:ext cx="4440997" cy="347228"/>
            </a:xfrm>
            <a:custGeom>
              <a:avLst/>
              <a:pathLst>
                <a:path w="4440997" h="347228">
                  <a:moveTo>
                    <a:pt x="4440997" y="0"/>
                  </a:moveTo>
                  <a:lnTo>
                    <a:pt x="3383617" y="32495"/>
                  </a:lnTo>
                  <a:lnTo>
                    <a:pt x="2114760" y="108746"/>
                  </a:lnTo>
                  <a:lnTo>
                    <a:pt x="1099675" y="213571"/>
                  </a:lnTo>
                  <a:lnTo>
                    <a:pt x="0" y="347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025788" y="2088010"/>
              <a:ext cx="4440997" cy="570484"/>
            </a:xfrm>
            <a:custGeom>
              <a:avLst/>
              <a:pathLst>
                <a:path w="4440997" h="570484">
                  <a:moveTo>
                    <a:pt x="0" y="306007"/>
                  </a:moveTo>
                  <a:lnTo>
                    <a:pt x="1099675" y="270054"/>
                  </a:lnTo>
                  <a:lnTo>
                    <a:pt x="2114760" y="221411"/>
                  </a:lnTo>
                  <a:lnTo>
                    <a:pt x="3383617" y="114880"/>
                  </a:lnTo>
                  <a:lnTo>
                    <a:pt x="4440997" y="0"/>
                  </a:lnTo>
                  <a:lnTo>
                    <a:pt x="4440997" y="236052"/>
                  </a:lnTo>
                  <a:lnTo>
                    <a:pt x="3383617" y="273657"/>
                  </a:lnTo>
                  <a:lnTo>
                    <a:pt x="2114760" y="350109"/>
                  </a:lnTo>
                  <a:lnTo>
                    <a:pt x="1099675" y="447852"/>
                  </a:lnTo>
                  <a:lnTo>
                    <a:pt x="0" y="57048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025788" y="2088010"/>
              <a:ext cx="4440997" cy="306007"/>
            </a:xfrm>
            <a:custGeom>
              <a:avLst/>
              <a:pathLst>
                <a:path w="4440997" h="306007">
                  <a:moveTo>
                    <a:pt x="0" y="306007"/>
                  </a:moveTo>
                  <a:lnTo>
                    <a:pt x="1099675" y="270054"/>
                  </a:lnTo>
                  <a:lnTo>
                    <a:pt x="2114760" y="221411"/>
                  </a:lnTo>
                  <a:lnTo>
                    <a:pt x="3383617" y="114880"/>
                  </a:lnTo>
                  <a:lnTo>
                    <a:pt x="44409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025788" y="2324063"/>
              <a:ext cx="4440997" cy="334432"/>
            </a:xfrm>
            <a:custGeom>
              <a:avLst/>
              <a:pathLst>
                <a:path w="4440997" h="334432">
                  <a:moveTo>
                    <a:pt x="4440997" y="0"/>
                  </a:moveTo>
                  <a:lnTo>
                    <a:pt x="3383617" y="37605"/>
                  </a:lnTo>
                  <a:lnTo>
                    <a:pt x="2114760" y="114057"/>
                  </a:lnTo>
                  <a:lnTo>
                    <a:pt x="1099675" y="211800"/>
                  </a:lnTo>
                  <a:lnTo>
                    <a:pt x="0" y="3344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025788" y="2097655"/>
              <a:ext cx="4440997" cy="330806"/>
            </a:xfrm>
            <a:custGeom>
              <a:avLst/>
              <a:pathLst>
                <a:path w="4440997" h="330806">
                  <a:moveTo>
                    <a:pt x="0" y="330806"/>
                  </a:moveTo>
                  <a:lnTo>
                    <a:pt x="1099675" y="248892"/>
                  </a:lnTo>
                  <a:lnTo>
                    <a:pt x="2114760" y="173279"/>
                  </a:lnTo>
                  <a:lnTo>
                    <a:pt x="3383617" y="78763"/>
                  </a:lnTo>
                  <a:lnTo>
                    <a:pt x="444099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025788" y="2206036"/>
              <a:ext cx="4440997" cy="320219"/>
            </a:xfrm>
            <a:custGeom>
              <a:avLst/>
              <a:pathLst>
                <a:path w="4440997" h="320219">
                  <a:moveTo>
                    <a:pt x="0" y="320219"/>
                  </a:moveTo>
                  <a:lnTo>
                    <a:pt x="1099675" y="240927"/>
                  </a:lnTo>
                  <a:lnTo>
                    <a:pt x="2114760" y="167734"/>
                  </a:lnTo>
                  <a:lnTo>
                    <a:pt x="3383617" y="76242"/>
                  </a:lnTo>
                  <a:lnTo>
                    <a:pt x="444099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025788" y="1138245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025788" y="1327531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424969" y="1469496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4890810" y="1137675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6401090" y="1114585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518150" y="1084613"/>
              <a:ext cx="5415029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518150" y="1084613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325632" y="341424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325632" y="294103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325632" y="246781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325632" y="1994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325632" y="15213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325632" y="104817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489681" y="345068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489681" y="297747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489681" y="250425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489681" y="2031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489681" y="15578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489681" y="108461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518150" y="3568992"/>
              <a:ext cx="5415029" cy="0"/>
            </a:xfrm>
            <a:custGeom>
              <a:avLst/>
              <a:pathLst>
                <a:path w="5415029" h="0">
                  <a:moveTo>
                    <a:pt x="0" y="0"/>
                  </a:moveTo>
                  <a:lnTo>
                    <a:pt x="54150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025788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3491629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4957469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6423310" y="356899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1997534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3463374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4929214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6395055" y="3620235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64709" y="2281220"/>
              <a:ext cx="86109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19049" y="979091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3740912"/>
              <a:ext cx="3012818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3977829" y="3740912"/>
              <a:ext cx="3005960" cy="326818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694598" y="58984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1813380" y="6197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690282" y="61068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1863250" y="58044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684840" y="5425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1859416" y="5671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728750" y="6012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1831015" y="5998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702942" y="60379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1859356" y="606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712132" y="61024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1863339" y="611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669339" y="6142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1802597" y="61473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717064" y="61531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1855940" y="61718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663794" y="5446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1809950" y="48815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679322" y="60291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1807226" y="6069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68818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183871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677702" y="60813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1839706" y="60780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690063" y="5854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1844505" y="6029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70954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181078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679979" y="58356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1808500" y="61392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675114" y="6176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1855849" y="61452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729967" y="56142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1828187" y="61592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683185" y="59833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1856066" y="60724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724466" y="6073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1814478" y="60757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707502" y="59016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1797957" y="59875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696833" y="593161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1848085" y="60337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670951" y="61822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827431" y="61207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703191" y="5808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854539" y="5937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681240" y="5949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825463" y="55322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672240" y="6172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807431" y="61979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693638" y="57518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832639" y="61956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694660" y="56691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812146" y="58823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712941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827398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714188" y="62312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843621" y="621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672360" y="61335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850969" y="60725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688712" y="61092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812978" y="60925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69024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83745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715138" y="62384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856033" y="62196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707863" y="56971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800988" y="50642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668589" y="60205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820776" y="598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721240" y="60906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862823" y="6162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711811" y="55548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42340" y="5723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723791" y="55637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857091" y="5536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698965" y="5355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820328" y="522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714258" y="60995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813604" y="6038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706193" y="6079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856260" y="61208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721271" y="57515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854481" y="58798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728264" y="57686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17192" y="532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687774" y="60227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807027" y="57079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687548" y="58373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811224" y="5866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674393" y="6179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817674" y="5853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667548" y="61245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827766" y="55993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66787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84489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718451" y="58626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839628" y="57458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727930" y="58560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807909" y="57855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700121" y="62378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861050" y="622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713432" y="58074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827640" y="56228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712731" y="5800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815918" y="6017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678459" y="4979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1833187" y="45998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682559" y="59379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1829738" y="5473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682286" y="56734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1813213" y="58504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670977" y="5259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1848235" y="59473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670378" y="52833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837646" y="55681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677771" y="58781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1845311" y="6008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68286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180581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727580" y="60232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1827168" y="60344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669234" y="59312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803647" y="59445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683028" y="56389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1834168" y="6013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677000" y="5288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1857704" y="5712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727933" y="6078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1809255" y="59017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709285" y="60964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1799726" y="60203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678154" y="59878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1810582" y="6052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673688" y="5713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1808774" y="6025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673001" y="6021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1846128" y="60973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712815" y="57105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1821906" y="5925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680840" y="58239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1804784" y="59826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665124" y="610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1821985" y="56789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674030" y="60897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831943" y="5959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684052" y="61411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1843700" y="61646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697631" y="60776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1858977" y="5989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709594" y="6067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1862894" y="60346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703949" y="59342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1839060" y="605772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670714" y="59112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1823897" y="6095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706653" y="58516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809662" y="60386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703957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181547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728651" y="56035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1822040" y="61111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664935" y="62240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1852542" y="61745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676917" y="611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1849424" y="606914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688882" y="6031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1855348" y="60822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699153" y="6074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1851755" y="60866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693968" y="51425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1797857" y="5315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678990" y="5803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1809203" y="56551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708266" y="55075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1806287" y="50703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724278" y="54605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1811704" y="54602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681128" y="54819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823875" y="52257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721755" y="6004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826636" y="6119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678744" y="5831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845603" y="60383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717529" y="4976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1799895" y="5788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723601" y="62346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1860598" y="6191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625148" y="58495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729551" y="59567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613014" y="6109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2773919" y="61956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600474" y="6194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764150" y="61857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656020" y="58590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2756481" y="59111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622345" y="61523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2736712" y="61557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595469" y="61824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791271" y="6214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652494" y="62091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784256" y="6191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636661" y="5998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747177" y="610056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618548" y="61192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728619" y="61949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621837" y="61561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784393" y="61756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613259" y="618517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775222" y="61964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616934" y="6183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738330" y="619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602281" y="6039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786579" y="6109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643674" y="59559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2731985" y="61094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605539" y="60285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749171" y="61321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636424" y="6139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735214" y="61411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645581" y="60430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771372" y="6028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624110" y="6149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769374" y="61851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634011" y="60838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2759711" y="6097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625956" y="6173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725910" y="62140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641704" y="6156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756448" y="6219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628573" y="61449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747247" y="6191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634515" y="5658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2789951" y="5821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650926" y="61528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764853" y="62137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2595016" y="58068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732844" y="56676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60095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273253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597165" y="5919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751120" y="61504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262189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764576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2624928" y="61367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771357" y="61118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599641" y="6234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766162" y="6238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61500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780930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616317" y="5723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753403" y="5704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643715" y="62375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728300" y="623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623039" y="59169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736102" y="5594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2654690" y="60567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736891" y="6036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2645018" y="55875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772719" y="55097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2615342" y="623826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758917" y="62376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617647" y="60060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731241" y="60441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607201" y="61464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755448" y="6102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613704" y="60790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743180" y="61723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2615568" y="59821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739751" y="6126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604019" y="60493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757174" y="59188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602322" y="61316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767479" y="61620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622716" y="58797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738087" y="59899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629768" y="58895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750898" y="55428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593238" y="605411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725818" y="61053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648616" y="57040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730506" y="57791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21455" y="60415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2728343" y="6008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592892" y="56204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77857" y="5868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2619561" y="60152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34244" y="60878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651201" y="6135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752706" y="617680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640075" y="55777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737919" y="53975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2657556" y="5435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791648" y="4778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609406" y="56856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730012" y="59253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645010" y="61196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765928" y="61192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608532" y="61273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787528" y="60648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2604827" y="61391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2736870" y="6148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616361" y="5824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768570" y="5721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649295" y="6173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783986" y="62314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653681" y="60500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777070" y="60307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2648962" y="61428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783379" y="62013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655893" y="57993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747010" y="5875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618380" y="59465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742271" y="6010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2600301" y="60631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755934" y="60676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626376" y="594234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2754104" y="60129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642129" y="61296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727193" y="61811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633442" y="57486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2741589" y="6078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613186" y="586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782568" y="61198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632825" y="61123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777179" y="61929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654565" y="57909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775000" y="5221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614848" y="60859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49255" y="61626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18333" y="6166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771469" y="61210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634519" y="50736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746714" y="50642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2610252" y="60448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759187" y="59091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23910" y="61461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791290" y="57657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655012" y="61980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728345" y="61868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594241" y="576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743973" y="6044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633859" y="60925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788154" y="60579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628522" y="5952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734191" y="59197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618085" y="55415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2751866" y="57252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652117" y="60537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762600" y="59324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98297" y="61637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2784740" y="60919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637514" y="59128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786983" y="5911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648725" y="58560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781316" y="57537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2650220" y="5600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744559" y="58640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97747" y="4903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726455" y="43682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2631426" y="61426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53628" y="61608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630311" y="60272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762108" y="59572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2657131" y="60760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791479" y="5877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05518" y="58268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770064" y="53876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644966" y="52795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747929" y="52508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2602035" y="59808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738469" y="55644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632350" y="60579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744871" y="6087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608688" y="62203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2758698" y="62078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602390" y="62320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780824" y="61091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599940" y="58283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790603" y="57639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621592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73663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640599" y="58853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764093" y="5986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597491" y="579475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729841" y="55909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653466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278684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591880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778995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3524774" y="60737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3689166" y="5953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531333" y="61888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3674846" y="61942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3561449" y="6149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3689210" y="612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3554408" y="61152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3700541" y="61555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3566893" y="60254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3703116" y="59785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3561408" y="59425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3689119" y="59426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537617" y="62063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3659738" y="62222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3546466" y="61849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706336" y="61873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576595" y="61626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3669015" y="6136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3532514" y="6187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3666531" y="61996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548690" y="62236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3682892" y="6238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3523427" y="6232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667952" y="62288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534852" y="62227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3675160" y="6230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3584138" y="6190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3672261" y="62235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3570627" y="60845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3680372" y="61353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3563568" y="62051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715224" y="61956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3531239" y="62345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3718865" y="62275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3572949" y="62167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712241" y="59893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353326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3696429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3550467" y="620607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3713475" y="62282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3550410" y="61041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3713637" y="60073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3562934" y="5908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3662546" y="5961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529967" y="62192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3698028" y="61971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3541001" y="61859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3703844" y="62047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578336" y="62158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3663227" y="61766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3551358" y="62322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3710083" y="62047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522317" y="6226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3698324" y="62381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3545182" y="62148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3679590" y="623404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3557275" y="62214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3718384" y="62042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3576704" y="60011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3667652" y="56934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3536041" y="62005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3669485" y="62031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3544138" y="62181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3679340" y="6193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3567969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370913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3530213" y="61844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3681424" y="61909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3570978" y="60822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668960" y="62126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3562531" y="62376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3671658" y="62383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3580440" y="59815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3686974" y="57458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3565986" y="623127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3662004" y="62354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3563230" y="59899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3679791" y="6000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3545144" y="61604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3680907" y="6107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3538577" y="61704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3678367" y="6102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354081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3716777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3583348" y="61881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3679913" y="61916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3563650" y="6216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3657180" y="622121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3554845" y="615673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679675" y="61742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3527252" y="5733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3698674" y="57521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3542202" y="54407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3678383" y="5538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3568499" y="60721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3709330" y="61190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3521864" y="59699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3697919" y="60838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3561834" y="60877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3720007" y="60797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3582314" y="54676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653591" y="620335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3546510" y="618190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3676007" y="62246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3538474" y="62156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3667290" y="622256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3546348" y="61873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3669668" y="61594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3529327" y="6222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711968" y="6187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3533120" y="61824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3661294" y="607534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3581571" y="61876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3662856" y="62170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3568235" y="61107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3669378" y="6141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3585990" y="61859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3688926" y="622718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3568819" y="62271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3718633" y="62233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582944" y="62185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3659131" y="62236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3577954" y="595534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3655023" y="59762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3585663" y="61057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3665520" y="58347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3582035" y="6084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3690362" y="59968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3570549" y="62053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3679253" y="6184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3550074" y="605098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3711270" y="61156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3558843" y="62220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3683106" y="62094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3535987" y="60647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3709375" y="62279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3582408" y="60614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3676342" y="60367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3562634" y="61724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712907" y="62028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3527258" y="6213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3669124" y="623340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3535406" y="59040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3673480" y="60293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3579900" y="6105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3660455" y="6204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3536247" y="6233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3706453" y="62374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3560055" y="580379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668939" y="60292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3575447" y="60819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3684219" y="58521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3570345" y="58630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715061" y="60899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3579394" y="61987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3704564" y="61696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3545682" y="620703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3710105" y="62382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3533576" y="61205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713943" y="610389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3571098" y="62275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3687655" y="61610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3519696" y="53031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3655780" y="51301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3545347" y="62093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3682230" y="6231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3543164" y="61004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3668122" y="62008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3565511" y="59013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3694223" y="60964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3533577" y="58177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3707161" y="58936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3552287" y="61149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3684191" y="61909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3535291" y="61320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3701051" y="621815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3564293" y="60940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3671051" y="6140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553599" y="59409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3674136" y="566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3566754" y="57936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3714449" y="58946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3549653" y="60237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3686094" y="60778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3533045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3665392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3567214" y="62382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3707580" y="62374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581693" y="597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3674544" y="5926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3532417" y="5948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3660354" y="58391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559910" y="61656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3653831" y="60244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3528715" y="62311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3693110" y="622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564464" y="62361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3692898" y="6238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3543809" y="61510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3669777" y="62286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3523482" y="62354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684833" y="623576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3551789" y="62355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3703256" y="62294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3520526" y="6207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3685673" y="61483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3558350" y="617532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3687898" y="60499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3561283" y="62353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3692840" y="62383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3557537" y="5885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3674327" y="606549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3526688" y="6149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3694034" y="61505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3586197" y="62067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3661677" y="6221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3548461" y="62303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3653544" y="621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522535" y="60673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3689136" y="61018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3541084" y="62384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3704763" y="62384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3519472" y="62091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3693688" y="61942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3579914" y="58463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3670147" y="6039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3568986" y="62186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656570" y="6228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3563994" y="623087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3698096" y="623841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3521383" y="59360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3678151" y="6043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728019" y="5290130"/>
              <a:ext cx="0" cy="496710"/>
            </a:xfrm>
            <a:custGeom>
              <a:avLst/>
              <a:pathLst>
                <a:path w="0" h="496710">
                  <a:moveTo>
                    <a:pt x="0" y="49671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728019" y="6137688"/>
              <a:ext cx="0" cy="131520"/>
            </a:xfrm>
            <a:custGeom>
              <a:avLst/>
              <a:pathLst>
                <a:path w="0" h="131520">
                  <a:moveTo>
                    <a:pt x="0" y="0"/>
                  </a:moveTo>
                  <a:lnTo>
                    <a:pt x="0" y="13152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661094" y="5786840"/>
              <a:ext cx="133849" cy="350847"/>
            </a:xfrm>
            <a:custGeom>
              <a:avLst/>
              <a:pathLst>
                <a:path w="133849" h="350847">
                  <a:moveTo>
                    <a:pt x="0" y="0"/>
                  </a:moveTo>
                  <a:lnTo>
                    <a:pt x="0" y="350847"/>
                  </a:lnTo>
                  <a:lnTo>
                    <a:pt x="133849" y="350847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661094" y="6016338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2655795" y="5466285"/>
              <a:ext cx="0" cy="426960"/>
            </a:xfrm>
            <a:custGeom>
              <a:avLst/>
              <a:pathLst>
                <a:path w="0" h="426960">
                  <a:moveTo>
                    <a:pt x="0" y="42696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2655795" y="6180274"/>
              <a:ext cx="0" cy="88934"/>
            </a:xfrm>
            <a:custGeom>
              <a:avLst/>
              <a:pathLst>
                <a:path w="0" h="88934">
                  <a:moveTo>
                    <a:pt x="0" y="0"/>
                  </a:moveTo>
                  <a:lnTo>
                    <a:pt x="0" y="8893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588870" y="5893245"/>
              <a:ext cx="133849" cy="287028"/>
            </a:xfrm>
            <a:custGeom>
              <a:avLst/>
              <a:pathLst>
                <a:path w="133849" h="287028">
                  <a:moveTo>
                    <a:pt x="0" y="0"/>
                  </a:moveTo>
                  <a:lnTo>
                    <a:pt x="0" y="287028"/>
                  </a:lnTo>
                  <a:lnTo>
                    <a:pt x="133849" y="287028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588870" y="6084893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3583570" y="5893808"/>
              <a:ext cx="0" cy="207948"/>
            </a:xfrm>
            <a:custGeom>
              <a:avLst/>
              <a:pathLst>
                <a:path w="0" h="207948">
                  <a:moveTo>
                    <a:pt x="0" y="20794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3583570" y="6249349"/>
              <a:ext cx="0" cy="19858"/>
            </a:xfrm>
            <a:custGeom>
              <a:avLst/>
              <a:pathLst>
                <a:path w="0" h="19858">
                  <a:moveTo>
                    <a:pt x="0" y="0"/>
                  </a:moveTo>
                  <a:lnTo>
                    <a:pt x="0" y="19858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3516645" y="6101757"/>
              <a:ext cx="133849" cy="147592"/>
            </a:xfrm>
            <a:custGeom>
              <a:avLst/>
              <a:pathLst>
                <a:path w="133849" h="147592">
                  <a:moveTo>
                    <a:pt x="0" y="0"/>
                  </a:moveTo>
                  <a:lnTo>
                    <a:pt x="0" y="147592"/>
                  </a:lnTo>
                  <a:lnTo>
                    <a:pt x="133849" y="147592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3516645" y="6214208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1861869" y="5345826"/>
              <a:ext cx="0" cy="477683"/>
            </a:xfrm>
            <a:custGeom>
              <a:avLst/>
              <a:pathLst>
                <a:path w="0" h="477683">
                  <a:moveTo>
                    <a:pt x="0" y="47768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1861869" y="6151257"/>
              <a:ext cx="0" cy="117950"/>
            </a:xfrm>
            <a:custGeom>
              <a:avLst/>
              <a:pathLst>
                <a:path w="0" h="117950">
                  <a:moveTo>
                    <a:pt x="0" y="0"/>
                  </a:moveTo>
                  <a:lnTo>
                    <a:pt x="0" y="11795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1794944" y="5823509"/>
              <a:ext cx="133849" cy="327748"/>
            </a:xfrm>
            <a:custGeom>
              <a:avLst/>
              <a:pathLst>
                <a:path w="133849" h="327748">
                  <a:moveTo>
                    <a:pt x="0" y="0"/>
                  </a:moveTo>
                  <a:lnTo>
                    <a:pt x="0" y="327748"/>
                  </a:lnTo>
                  <a:lnTo>
                    <a:pt x="133849" y="327748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1794944" y="6062431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2789644" y="5540484"/>
              <a:ext cx="0" cy="399471"/>
            </a:xfrm>
            <a:custGeom>
              <a:avLst/>
              <a:pathLst>
                <a:path w="0" h="399471">
                  <a:moveTo>
                    <a:pt x="0" y="39947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2789644" y="6215905"/>
              <a:ext cx="0" cy="53303"/>
            </a:xfrm>
            <a:custGeom>
              <a:avLst/>
              <a:pathLst>
                <a:path w="0" h="53303">
                  <a:moveTo>
                    <a:pt x="0" y="0"/>
                  </a:moveTo>
                  <a:lnTo>
                    <a:pt x="0" y="5330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2722719" y="5939956"/>
              <a:ext cx="133849" cy="275948"/>
            </a:xfrm>
            <a:custGeom>
              <a:avLst/>
              <a:pathLst>
                <a:path w="133849" h="275948">
                  <a:moveTo>
                    <a:pt x="0" y="0"/>
                  </a:moveTo>
                  <a:lnTo>
                    <a:pt x="0" y="275948"/>
                  </a:lnTo>
                  <a:lnTo>
                    <a:pt x="133849" y="275948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2722719" y="6122738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3717420" y="5882975"/>
              <a:ext cx="0" cy="220691"/>
            </a:xfrm>
            <a:custGeom>
              <a:avLst/>
              <a:pathLst>
                <a:path w="0" h="220691">
                  <a:moveTo>
                    <a:pt x="0" y="22069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3717420" y="6254667"/>
              <a:ext cx="0" cy="14540"/>
            </a:xfrm>
            <a:custGeom>
              <a:avLst/>
              <a:pathLst>
                <a:path w="0" h="14540">
                  <a:moveTo>
                    <a:pt x="0" y="0"/>
                  </a:moveTo>
                  <a:lnTo>
                    <a:pt x="0" y="1454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3650495" y="6103666"/>
              <a:ext cx="133849" cy="151001"/>
            </a:xfrm>
            <a:custGeom>
              <a:avLst/>
              <a:pathLst>
                <a:path w="133849" h="151001">
                  <a:moveTo>
                    <a:pt x="0" y="0"/>
                  </a:moveTo>
                  <a:lnTo>
                    <a:pt x="0" y="151001"/>
                  </a:lnTo>
                  <a:lnTo>
                    <a:pt x="133849" y="151001"/>
                  </a:lnTo>
                  <a:lnTo>
                    <a:pt x="133849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3650495" y="6221743"/>
              <a:ext cx="133849" cy="0"/>
            </a:xfrm>
            <a:custGeom>
              <a:avLst/>
              <a:pathLst>
                <a:path w="133849" h="0">
                  <a:moveTo>
                    <a:pt x="0" y="0"/>
                  </a:moveTo>
                  <a:lnTo>
                    <a:pt x="133849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1794944" y="5817988"/>
              <a:ext cx="1873895" cy="387735"/>
            </a:xfrm>
            <a:custGeom>
              <a:avLst/>
              <a:pathLst>
                <a:path w="1873895" h="387735">
                  <a:moveTo>
                    <a:pt x="0" y="0"/>
                  </a:moveTo>
                  <a:lnTo>
                    <a:pt x="468473" y="84863"/>
                  </a:lnTo>
                  <a:lnTo>
                    <a:pt x="923562" y="159965"/>
                  </a:lnTo>
                  <a:lnTo>
                    <a:pt x="1338497" y="212618"/>
                  </a:lnTo>
                  <a:lnTo>
                    <a:pt x="1873895" y="255921"/>
                  </a:lnTo>
                  <a:lnTo>
                    <a:pt x="1873895" y="387735"/>
                  </a:lnTo>
                  <a:lnTo>
                    <a:pt x="1338497" y="302213"/>
                  </a:lnTo>
                  <a:lnTo>
                    <a:pt x="923562" y="255026"/>
                  </a:lnTo>
                  <a:lnTo>
                    <a:pt x="468473" y="220626"/>
                  </a:lnTo>
                  <a:lnTo>
                    <a:pt x="0" y="19276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1794944" y="5817988"/>
              <a:ext cx="1873895" cy="255921"/>
            </a:xfrm>
            <a:custGeom>
              <a:avLst/>
              <a:pathLst>
                <a:path w="1873895" h="255921">
                  <a:moveTo>
                    <a:pt x="0" y="0"/>
                  </a:moveTo>
                  <a:lnTo>
                    <a:pt x="468473" y="84863"/>
                  </a:lnTo>
                  <a:lnTo>
                    <a:pt x="923562" y="159965"/>
                  </a:lnTo>
                  <a:lnTo>
                    <a:pt x="1338497" y="212618"/>
                  </a:lnTo>
                  <a:lnTo>
                    <a:pt x="1873895" y="2559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1794944" y="6010755"/>
              <a:ext cx="1873895" cy="194968"/>
            </a:xfrm>
            <a:custGeom>
              <a:avLst/>
              <a:pathLst>
                <a:path w="1873895" h="194968">
                  <a:moveTo>
                    <a:pt x="1873895" y="194968"/>
                  </a:moveTo>
                  <a:lnTo>
                    <a:pt x="1338497" y="109445"/>
                  </a:lnTo>
                  <a:lnTo>
                    <a:pt x="923562" y="62259"/>
                  </a:lnTo>
                  <a:lnTo>
                    <a:pt x="468473" y="27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1794944" y="5782398"/>
              <a:ext cx="1873895" cy="444151"/>
            </a:xfrm>
            <a:custGeom>
              <a:avLst/>
              <a:pathLst>
                <a:path w="1873895" h="444151">
                  <a:moveTo>
                    <a:pt x="0" y="0"/>
                  </a:moveTo>
                  <a:lnTo>
                    <a:pt x="468473" y="95839"/>
                  </a:lnTo>
                  <a:lnTo>
                    <a:pt x="923562" y="179456"/>
                  </a:lnTo>
                  <a:lnTo>
                    <a:pt x="1338497" y="234641"/>
                  </a:lnTo>
                  <a:lnTo>
                    <a:pt x="1873895" y="272825"/>
                  </a:lnTo>
                  <a:lnTo>
                    <a:pt x="1873895" y="444151"/>
                  </a:lnTo>
                  <a:lnTo>
                    <a:pt x="1338497" y="349651"/>
                  </a:lnTo>
                  <a:lnTo>
                    <a:pt x="923562" y="302005"/>
                  </a:lnTo>
                  <a:lnTo>
                    <a:pt x="468473" y="272839"/>
                  </a:lnTo>
                  <a:lnTo>
                    <a:pt x="0" y="252580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1794944" y="5782398"/>
              <a:ext cx="1873895" cy="272825"/>
            </a:xfrm>
            <a:custGeom>
              <a:avLst/>
              <a:pathLst>
                <a:path w="1873895" h="272825">
                  <a:moveTo>
                    <a:pt x="0" y="0"/>
                  </a:moveTo>
                  <a:lnTo>
                    <a:pt x="468473" y="95839"/>
                  </a:lnTo>
                  <a:lnTo>
                    <a:pt x="923562" y="179456"/>
                  </a:lnTo>
                  <a:lnTo>
                    <a:pt x="1338497" y="234641"/>
                  </a:lnTo>
                  <a:lnTo>
                    <a:pt x="1873895" y="2728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1794944" y="6034979"/>
              <a:ext cx="1873895" cy="191570"/>
            </a:xfrm>
            <a:custGeom>
              <a:avLst/>
              <a:pathLst>
                <a:path w="1873895" h="191570">
                  <a:moveTo>
                    <a:pt x="1873895" y="191570"/>
                  </a:moveTo>
                  <a:lnTo>
                    <a:pt x="1338497" y="97070"/>
                  </a:lnTo>
                  <a:lnTo>
                    <a:pt x="923562" y="49424"/>
                  </a:lnTo>
                  <a:lnTo>
                    <a:pt x="468473" y="202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1794944" y="5914372"/>
              <a:ext cx="1873895" cy="225445"/>
            </a:xfrm>
            <a:custGeom>
              <a:avLst/>
              <a:pathLst>
                <a:path w="1873895" h="225445">
                  <a:moveTo>
                    <a:pt x="0" y="0"/>
                  </a:moveTo>
                  <a:lnTo>
                    <a:pt x="468473" y="56361"/>
                  </a:lnTo>
                  <a:lnTo>
                    <a:pt x="923562" y="111112"/>
                  </a:lnTo>
                  <a:lnTo>
                    <a:pt x="1338497" y="161032"/>
                  </a:lnTo>
                  <a:lnTo>
                    <a:pt x="1873895" y="225445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1794944" y="5908689"/>
              <a:ext cx="1873895" cy="232198"/>
            </a:xfrm>
            <a:custGeom>
              <a:avLst/>
              <a:pathLst>
                <a:path w="1873895" h="232198">
                  <a:moveTo>
                    <a:pt x="0" y="0"/>
                  </a:moveTo>
                  <a:lnTo>
                    <a:pt x="468473" y="58049"/>
                  </a:lnTo>
                  <a:lnTo>
                    <a:pt x="923562" y="114440"/>
                  </a:lnTo>
                  <a:lnTo>
                    <a:pt x="1338497" y="165855"/>
                  </a:lnTo>
                  <a:lnTo>
                    <a:pt x="1873895" y="232198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1794944" y="4376695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1794944" y="448890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51815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51815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410397" y="623276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410397" y="569165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353887" y="5150543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353887" y="4609429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353887" y="4068316"/>
              <a:ext cx="11301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489681" y="62692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489681" y="57280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489681" y="518698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489681" y="46458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489681" y="41047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51815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1794944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2722719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3650495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766689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2694465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3622240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461623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277882" y="5082427"/>
              <a:ext cx="183474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3780299"/>
              <a:ext cx="16221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4682946" y="4911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4838572" y="4941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4669953" y="453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4862559" y="46282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4726345" y="45099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4860503" y="46063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4676218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483685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4675505" y="44693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4868457" y="45502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4681287" y="447485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4806394" y="44389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4715238" y="44390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4858723" y="4514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4678630" y="466267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4815273" y="46885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469419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484961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4676847" y="46940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4849405" y="53722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4674479" y="44642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4850471" y="4527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4720957" y="45217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4811714" y="466701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4725755" y="482400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4832873" y="4873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4704814" y="5973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4843173" y="597406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4733047" y="50391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4827195" y="51897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4689288" y="61248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4832117" y="54506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4695536" y="509072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4858486" y="53527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4722354" y="47943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4853138" y="48103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4674173" y="46428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4829168" y="49076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4684669" y="4482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4832459" y="446918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4724971" y="46868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4825511" y="51506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4698985" y="56170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4846918" y="53414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4703269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4809253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468027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480856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4672045" y="55887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4854122" y="5525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468964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48336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4689454" y="55623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4821833" y="530952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472419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486685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4687352" y="5603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4835496" y="621986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471627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4814989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4710261" y="52829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4863416" y="52671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4680804" y="441135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4866625" y="45461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4699862" y="53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4814467" y="59380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4690855" y="490100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4821202" y="50193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4672583" y="51733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4848383" y="56092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469103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486588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4723924" y="47828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4815446" y="49884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4729736" y="4783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4839134" y="503888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4699761" y="50384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4858114" y="49333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4697424" y="47385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4848031" y="46704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4694485" y="5253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4808341" y="544281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4679000" y="5018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4855595" y="62202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4721308" y="62203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4814307" y="5619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4723081" y="52432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4839907" y="58373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4670655" y="554702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4868592" y="6211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4694167" y="61704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4811570" y="61305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4699085" y="48664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4839211" y="521923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4729048" y="5436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4856451" y="57989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4725353" y="48667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4826384" y="532672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4700214" y="46062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4850442" y="46875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4720788" y="614517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4823926" y="6217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4729373" y="6111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4837849" y="62140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4694419" y="56299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4819323" y="577362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473567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4804562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4703316" y="62201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4857511" y="61985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4717819" y="4526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4833409" y="45280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4680144" y="58813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4838908" y="61187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4718473" y="4676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4811260" y="443889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4691118" y="5805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4840652" y="57879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468324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482809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4711857" y="56371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4803846" y="53444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4694231" y="5449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4805762" y="57820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469782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485229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4732583" y="50679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4810258" y="50247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4678614" y="50706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4849896" y="4566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4725041" y="61073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4838558" y="4984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4724307" y="616637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4865284" y="61522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4707643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4803484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4695777" y="60883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4848956" y="61271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4671750" y="54660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4815194" y="49495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4682322" y="60174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4841027" y="59175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4735457" y="55432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4822276" y="56445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4726718" y="52542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4864778" y="53882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4688425" y="61586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4825089" y="592523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4699106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4865275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4716492" y="57485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4839011" y="5189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4684909" y="5781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4831067" y="60199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4695570" y="55052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4847392" y="5571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4720002" y="60536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4864982" y="61543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4702669" y="51930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4808753" y="523577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4722499" y="5172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4819524" y="536099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4710754" y="566800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4823957" y="55607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4672914" y="50062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4832441" y="53851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4712915" y="496313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4809052" y="49640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4700177" y="617311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4818965" y="58900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4704278" y="461384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4808951" y="46513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4727597" y="51013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4820696" y="53627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4734835" y="5009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4855100" y="53578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4677764" y="551116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4858882" y="54333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4683971" y="5502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4812292" y="56434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4730607" y="60323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4847234" y="57257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4698640" y="593716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4851221" y="55257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4699931" y="444383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4845458" y="456705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4669792" y="44090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4835740" y="463845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4713119" y="58013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4850412" y="55229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46723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48205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4716577" y="57708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4839289" y="54839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4693803" y="60998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4805819" y="58625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5609474" y="621736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5769793" y="62161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5650610" y="45121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5748927" y="45241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5622803" y="46270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5787560" y="507756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5649903" y="45419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5750103" y="45926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5604901" y="472068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5770320" y="48802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5644345" y="49985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5762765" y="539688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5633727" y="44984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5795103" y="44541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5630161" y="462693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5793951" y="45438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5637204" y="45512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5794578" y="466577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5627308" y="4741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5736432" y="47915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5607802" y="47614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5777782" y="44206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5604760" y="44129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5735389" y="44314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5597758" y="454619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5769996" y="44732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5640112" y="44842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5775011" y="444959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5600361" y="46877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5765069" y="462487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5642330" y="44488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5791177" y="44471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5626914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577940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5652269" y="46342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5793703" y="552201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56428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57418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5640708" y="457080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5734205" y="45069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5607647" y="51575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5789365" y="616840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5649065" y="59891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5733179" y="579396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5618401" y="50739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5740358" y="50752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565764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5749337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5616423" y="446612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5736724" y="47223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5601569" y="443449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5788588" y="474701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5634402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5754368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5647449" y="44461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5775891" y="44119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5650197" y="44396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5751729" y="44739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5656045" y="469135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5774568" y="532494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5636476" y="446944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5749872" y="44971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5618032" y="44314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5732962" y="44915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56014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577860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5633984" y="457096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5737481" y="45837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5610487" y="4549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5742683" y="44307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5625963" y="440193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5766404" y="44011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5657123" y="476087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5791577" y="488622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5628041" y="44163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5795298" y="44120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5658912" y="462482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5773868" y="46406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5606259" y="446918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5747879" y="456177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5647730" y="45287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5791794" y="46847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56453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577113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5655755" y="44873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5756097" y="451538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5606633" y="442372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5780595" y="44333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5631147" y="451039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5753080" y="460021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5602566" y="476553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5774359" y="490304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5606073" y="50639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5734908" y="53353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5606619" y="470671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5744188" y="480505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5603936" y="47745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5760113" y="48064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5617639" y="483018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5749438" y="50213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5631629" y="525524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5785153" y="44632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5598802" y="44722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5739108" y="44324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5628833" y="450780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5791870" y="445327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5606992" y="469647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5787684" y="51279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5648530" y="444350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5790409" y="46112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5622484" y="46107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5743019" y="469937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5601809" y="45802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5731389" y="451983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5623576" y="46715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5775415" y="463873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5631266" y="457948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5769944" y="456480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5664121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5752036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5615581" y="44989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5753988" y="454669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5600722" y="498815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5777286" y="495590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5612067" y="473119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5744356" y="517271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5639229" y="50218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5795786" y="504797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5604355" y="480218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5781023" y="49426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5651820" y="533809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5752870" y="570058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5657113" y="447818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5746832" y="46663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5630238" y="48759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5768036" y="444562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5610765" y="473805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5748996" y="565069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5637141" y="452600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5762429" y="46384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5601655" y="445285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5779891" y="442597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5649254" y="471704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5732380" y="470942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5608105" y="488112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5764712" y="504854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5613709" y="444474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5746398" y="44077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5599991" y="535468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5755125" y="569175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5615322" y="4643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5763019" y="546433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5618695" y="532234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5777542" y="48454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5618367" y="48926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5795029" y="49061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5605195" y="465853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5790501" y="440418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5611917" y="461948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5765628" y="485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5629443" y="4427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5757964" y="4826134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5609136" y="548345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5737256" y="583522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5640344" y="45057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5780848" y="447818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5656245" y="4677930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5794634" y="45260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5627276" y="572671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5751720" y="511357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5630393" y="5920528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5790053" y="59120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5619758" y="48950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5749297" y="468720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5612281" y="473846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5786975" y="449851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5643759" y="48234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5770380" y="474637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5599586" y="551861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5768748" y="614090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5638860" y="51524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5759816" y="560354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5628920" y="481289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5748699" y="470619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563692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57790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5636492" y="440182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5739198" y="441764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5639304" y="469889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5761385" y="469288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5627384" y="51836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5758895" y="504705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5622186" y="469799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5762005" y="494140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5653925" y="530008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5761652" y="4882720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5642530" y="440935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5740089" y="440233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5641597" y="488874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5788616" y="4419598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5619112" y="443386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5742868" y="44268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5614857" y="6221112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5737510" y="622111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5648881" y="47926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5733497" y="4762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5608827" y="533862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5796424" y="622110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5617401" y="4422614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5741467" y="440116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5663139" y="60839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5756077" y="557129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5655782" y="46561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5777173" y="4677447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5653373" y="448501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5794631" y="443984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5608920" y="445036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5746899" y="44670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5624431" y="4943373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5761514" y="473623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5641908" y="463143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5775672" y="461476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5650566" y="5319961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5767059" y="483768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5629146" y="5055369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5794627" y="4681853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5632859" y="463179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5793859" y="440113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5603187" y="5320707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5763951" y="5167321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65279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67035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655324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671836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65882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669010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65791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6692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65698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66654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658906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66712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65411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666564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65254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671679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65274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666786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65702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671122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65316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670707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65647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671265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655719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67060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656895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66784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656104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668618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65904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670680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65446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66741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65331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66700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65707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671249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65561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67121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655309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672557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65502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671397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65588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669078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65340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669615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65922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667662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655939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67208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65495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66625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659089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668226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656868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669315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65664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669656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655864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668358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65508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66646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65729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66952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653410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67226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65598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67199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65735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669837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65461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67098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655379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66945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654338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671361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65408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666664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65307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66989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653119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670899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6532109" y="440414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6666105" y="4404059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65426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672224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652551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66717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657168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66858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65883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667121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659051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66961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6586787" y="457831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6707743" y="4442732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659238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667602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65428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671910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65816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67092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65774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67160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659076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66722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654297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671853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652774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66973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65436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66986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657716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67227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65343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66988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65734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667589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655246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672228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65422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669109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65724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672344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655555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67244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65306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671932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65896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670612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658853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66616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656071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668396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658319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67099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65405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668596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65481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67082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658923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669220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65555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66908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653609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672593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655945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67073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653452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66686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65442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668922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65555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670163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656720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668247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655199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67142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653596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667235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657428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666936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654523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67232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65587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67258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65546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671639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65809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666833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654488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67166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65309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671345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65347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666884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654199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669039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657502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666407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657617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668220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659035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66693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658577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667418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65749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670195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65715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671669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656914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666131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65720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670881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654300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67255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65313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671205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655411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66876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653758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66655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659206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670217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65822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668441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65691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672297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656244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66861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654330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666205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658144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672061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65507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66924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659187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666485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658122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667601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65890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666232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655358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6669682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6571284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671804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655126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66648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653162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672030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65622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668650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656596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666010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653537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67041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655203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671538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653725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6665936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653520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668708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6584137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667563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655225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670711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6557451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672556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658341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671423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65417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672286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654697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666735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658241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666823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65557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6705999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6590632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6689970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658627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668382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6586460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6691328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657135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667011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6526405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6725475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65290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667777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653082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6694833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6550908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667781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6562626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6694784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6590413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6719041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6579139" y="4401055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6670747" y="4401055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4733141" y="4431838"/>
              <a:ext cx="0" cy="385026"/>
            </a:xfrm>
            <a:custGeom>
              <a:avLst/>
              <a:pathLst>
                <a:path w="0" h="385026">
                  <a:moveTo>
                    <a:pt x="0" y="3850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4733141" y="6059441"/>
              <a:ext cx="0" cy="192453"/>
            </a:xfrm>
            <a:custGeom>
              <a:avLst/>
              <a:pathLst>
                <a:path w="0" h="192453">
                  <a:moveTo>
                    <a:pt x="0" y="0"/>
                  </a:moveTo>
                  <a:lnTo>
                    <a:pt x="0" y="192453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4666179" y="4816864"/>
              <a:ext cx="133923" cy="1242577"/>
            </a:xfrm>
            <a:custGeom>
              <a:avLst/>
              <a:pathLst>
                <a:path w="133923" h="1242577">
                  <a:moveTo>
                    <a:pt x="0" y="0"/>
                  </a:moveTo>
                  <a:lnTo>
                    <a:pt x="0" y="1242577"/>
                  </a:lnTo>
                  <a:lnTo>
                    <a:pt x="133923" y="1242577"/>
                  </a:ln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4666179" y="5434640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5661428" y="4431838"/>
              <a:ext cx="0" cy="85123"/>
            </a:xfrm>
            <a:custGeom>
              <a:avLst/>
              <a:pathLst>
                <a:path w="0" h="85123">
                  <a:moveTo>
                    <a:pt x="0" y="8512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5661428" y="4996549"/>
              <a:ext cx="0" cy="552845"/>
            </a:xfrm>
            <a:custGeom>
              <a:avLst/>
              <a:pathLst>
                <a:path w="0" h="552845">
                  <a:moveTo>
                    <a:pt x="0" y="0"/>
                  </a:moveTo>
                  <a:lnTo>
                    <a:pt x="0" y="55284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5594466" y="4516961"/>
              <a:ext cx="133923" cy="479587"/>
            </a:xfrm>
            <a:custGeom>
              <a:avLst/>
              <a:pathLst>
                <a:path w="133923" h="479587">
                  <a:moveTo>
                    <a:pt x="0" y="0"/>
                  </a:moveTo>
                  <a:lnTo>
                    <a:pt x="0" y="479587"/>
                  </a:lnTo>
                  <a:lnTo>
                    <a:pt x="133923" y="479587"/>
                  </a:ln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5594466" y="4702297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6589715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6589715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6522754" y="4431838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6522754" y="4431838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4867065" y="4431838"/>
              <a:ext cx="0" cy="534390"/>
            </a:xfrm>
            <a:custGeom>
              <a:avLst/>
              <a:pathLst>
                <a:path w="0" h="534390">
                  <a:moveTo>
                    <a:pt x="0" y="53439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4867065" y="5965607"/>
              <a:ext cx="0" cy="286287"/>
            </a:xfrm>
            <a:custGeom>
              <a:avLst/>
              <a:pathLst>
                <a:path w="0" h="286287">
                  <a:moveTo>
                    <a:pt x="0" y="0"/>
                  </a:moveTo>
                  <a:lnTo>
                    <a:pt x="0" y="28628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4800103" y="4966228"/>
              <a:ext cx="133923" cy="999379"/>
            </a:xfrm>
            <a:custGeom>
              <a:avLst/>
              <a:pathLst>
                <a:path w="133923" h="999379">
                  <a:moveTo>
                    <a:pt x="0" y="0"/>
                  </a:moveTo>
                  <a:lnTo>
                    <a:pt x="0" y="999379"/>
                  </a:lnTo>
                  <a:lnTo>
                    <a:pt x="133923" y="999379"/>
                  </a:ln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4800103" y="5417476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5795352" y="4431838"/>
              <a:ext cx="0" cy="69111"/>
            </a:xfrm>
            <a:custGeom>
              <a:avLst/>
              <a:pathLst>
                <a:path w="0" h="69111">
                  <a:moveTo>
                    <a:pt x="0" y="691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5795352" y="5079042"/>
              <a:ext cx="0" cy="863813"/>
            </a:xfrm>
            <a:custGeom>
              <a:avLst/>
              <a:pathLst>
                <a:path w="0" h="863813">
                  <a:moveTo>
                    <a:pt x="0" y="0"/>
                  </a:moveTo>
                  <a:lnTo>
                    <a:pt x="0" y="8638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5728390" y="4500949"/>
              <a:ext cx="133923" cy="578092"/>
            </a:xfrm>
            <a:custGeom>
              <a:avLst/>
              <a:pathLst>
                <a:path w="133923" h="578092">
                  <a:moveTo>
                    <a:pt x="0" y="0"/>
                  </a:moveTo>
                  <a:lnTo>
                    <a:pt x="0" y="578092"/>
                  </a:lnTo>
                  <a:lnTo>
                    <a:pt x="133923" y="578092"/>
                  </a:ln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5728390" y="4715505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6723639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6723639" y="44318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6656677" y="4431838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6656677" y="4431838"/>
              <a:ext cx="133923" cy="0"/>
            </a:xfrm>
            <a:custGeom>
              <a:avLst/>
              <a:pathLst>
                <a:path w="133923" h="0">
                  <a:moveTo>
                    <a:pt x="0" y="0"/>
                  </a:moveTo>
                  <a:lnTo>
                    <a:pt x="13392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4795888" y="4178437"/>
              <a:ext cx="1888321" cy="1349433"/>
            </a:xfrm>
            <a:custGeom>
              <a:avLst/>
              <a:pathLst>
                <a:path w="1888321" h="1349433">
                  <a:moveTo>
                    <a:pt x="0" y="1050430"/>
                  </a:moveTo>
                  <a:lnTo>
                    <a:pt x="415162" y="867001"/>
                  </a:lnTo>
                  <a:lnTo>
                    <a:pt x="950857" y="586203"/>
                  </a:lnTo>
                  <a:lnTo>
                    <a:pt x="1352627" y="343485"/>
                  </a:lnTo>
                  <a:lnTo>
                    <a:pt x="1888321" y="0"/>
                  </a:lnTo>
                  <a:lnTo>
                    <a:pt x="1888321" y="428903"/>
                  </a:lnTo>
                  <a:lnTo>
                    <a:pt x="1352627" y="644555"/>
                  </a:lnTo>
                  <a:lnTo>
                    <a:pt x="950857" y="821190"/>
                  </a:lnTo>
                  <a:lnTo>
                    <a:pt x="415162" y="1099530"/>
                  </a:lnTo>
                  <a:lnTo>
                    <a:pt x="0" y="1349433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4795888" y="4178437"/>
              <a:ext cx="1888321" cy="1050430"/>
            </a:xfrm>
            <a:custGeom>
              <a:avLst/>
              <a:pathLst>
                <a:path w="1888321" h="1050430">
                  <a:moveTo>
                    <a:pt x="0" y="1050430"/>
                  </a:moveTo>
                  <a:lnTo>
                    <a:pt x="415162" y="867001"/>
                  </a:lnTo>
                  <a:lnTo>
                    <a:pt x="950857" y="586203"/>
                  </a:lnTo>
                  <a:lnTo>
                    <a:pt x="1352627" y="343485"/>
                  </a:lnTo>
                  <a:lnTo>
                    <a:pt x="18883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4795888" y="4607341"/>
              <a:ext cx="1888321" cy="920530"/>
            </a:xfrm>
            <a:custGeom>
              <a:avLst/>
              <a:pathLst>
                <a:path w="1888321" h="920530">
                  <a:moveTo>
                    <a:pt x="1888321" y="0"/>
                  </a:moveTo>
                  <a:lnTo>
                    <a:pt x="1352627" y="215652"/>
                  </a:lnTo>
                  <a:lnTo>
                    <a:pt x="950857" y="392287"/>
                  </a:lnTo>
                  <a:lnTo>
                    <a:pt x="415162" y="670627"/>
                  </a:lnTo>
                  <a:lnTo>
                    <a:pt x="0" y="920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4795888" y="4229168"/>
              <a:ext cx="1888321" cy="1323434"/>
            </a:xfrm>
            <a:custGeom>
              <a:avLst/>
              <a:pathLst>
                <a:path w="1888321" h="1323434">
                  <a:moveTo>
                    <a:pt x="0" y="1065821"/>
                  </a:moveTo>
                  <a:lnTo>
                    <a:pt x="415162" y="870981"/>
                  </a:lnTo>
                  <a:lnTo>
                    <a:pt x="950857" y="584097"/>
                  </a:lnTo>
                  <a:lnTo>
                    <a:pt x="1352627" y="341427"/>
                  </a:lnTo>
                  <a:lnTo>
                    <a:pt x="1888321" y="0"/>
                  </a:lnTo>
                  <a:lnTo>
                    <a:pt x="1888321" y="351809"/>
                  </a:lnTo>
                  <a:lnTo>
                    <a:pt x="1352627" y="588381"/>
                  </a:lnTo>
                  <a:lnTo>
                    <a:pt x="950857" y="779209"/>
                  </a:lnTo>
                  <a:lnTo>
                    <a:pt x="415162" y="1070325"/>
                  </a:lnTo>
                  <a:lnTo>
                    <a:pt x="0" y="1323434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4795888" y="4229168"/>
              <a:ext cx="1888321" cy="1065821"/>
            </a:xfrm>
            <a:custGeom>
              <a:avLst/>
              <a:pathLst>
                <a:path w="1888321" h="1065821">
                  <a:moveTo>
                    <a:pt x="0" y="1065821"/>
                  </a:moveTo>
                  <a:lnTo>
                    <a:pt x="415162" y="870981"/>
                  </a:lnTo>
                  <a:lnTo>
                    <a:pt x="950857" y="584097"/>
                  </a:lnTo>
                  <a:lnTo>
                    <a:pt x="1352627" y="341427"/>
                  </a:lnTo>
                  <a:lnTo>
                    <a:pt x="18883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4795888" y="4580978"/>
              <a:ext cx="1888321" cy="971625"/>
            </a:xfrm>
            <a:custGeom>
              <a:avLst/>
              <a:pathLst>
                <a:path w="1888321" h="971625">
                  <a:moveTo>
                    <a:pt x="1888321" y="0"/>
                  </a:moveTo>
                  <a:lnTo>
                    <a:pt x="1352627" y="236572"/>
                  </a:lnTo>
                  <a:lnTo>
                    <a:pt x="950857" y="427400"/>
                  </a:lnTo>
                  <a:lnTo>
                    <a:pt x="415162" y="718516"/>
                  </a:lnTo>
                  <a:lnTo>
                    <a:pt x="0" y="971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4795888" y="4392889"/>
              <a:ext cx="1888321" cy="985480"/>
            </a:xfrm>
            <a:custGeom>
              <a:avLst/>
              <a:pathLst>
                <a:path w="1888321" h="985480">
                  <a:moveTo>
                    <a:pt x="0" y="985480"/>
                  </a:moveTo>
                  <a:lnTo>
                    <a:pt x="415162" y="768814"/>
                  </a:lnTo>
                  <a:lnTo>
                    <a:pt x="950857" y="489245"/>
                  </a:lnTo>
                  <a:lnTo>
                    <a:pt x="1352627" y="279568"/>
                  </a:lnTo>
                  <a:lnTo>
                    <a:pt x="1888321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4795888" y="4405073"/>
              <a:ext cx="1888321" cy="1018723"/>
            </a:xfrm>
            <a:custGeom>
              <a:avLst/>
              <a:pathLst>
                <a:path w="1888321" h="1018723">
                  <a:moveTo>
                    <a:pt x="0" y="1018723"/>
                  </a:moveTo>
                  <a:lnTo>
                    <a:pt x="415162" y="794748"/>
                  </a:lnTo>
                  <a:lnTo>
                    <a:pt x="950857" y="505749"/>
                  </a:lnTo>
                  <a:lnTo>
                    <a:pt x="1352627" y="288999"/>
                  </a:lnTo>
                  <a:lnTo>
                    <a:pt x="1888321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4800103" y="3868470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4800103" y="4010435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4524110" y="3885820"/>
              <a:ext cx="2409068" cy="24843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4524110" y="3885820"/>
              <a:ext cx="0" cy="2484378"/>
            </a:xfrm>
            <a:custGeom>
              <a:avLst/>
              <a:pathLst>
                <a:path w="0" h="2484378">
                  <a:moveTo>
                    <a:pt x="0" y="248437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4331593" y="62154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4331593" y="585144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4331593" y="548743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4331593" y="512342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4331593" y="47594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4331593" y="439539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4331593" y="4031387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4495642" y="62518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4495642" y="588788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4495642" y="5523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4495642" y="515986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4495642" y="47958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4495642" y="443183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4495642" y="406782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4524110" y="6370199"/>
              <a:ext cx="2409068" cy="0"/>
            </a:xfrm>
            <a:custGeom>
              <a:avLst/>
              <a:pathLst>
                <a:path w="2409068" h="0">
                  <a:moveTo>
                    <a:pt x="0" y="0"/>
                  </a:moveTo>
                  <a:lnTo>
                    <a:pt x="2409068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4800103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5728390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6656677" y="6370199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4771848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5700135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6628422" y="6421442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5467584" y="6579078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089624" y="5082427"/>
              <a:ext cx="222318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028439" y="3780299"/>
              <a:ext cx="155356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2961522" y="6803789"/>
              <a:ext cx="252828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2961522" y="6852641"/>
              <a:ext cx="742950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3761408" y="68037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3820625" y="6863006"/>
              <a:ext cx="61566" cy="61566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3851408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3851408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3783908" y="6848789"/>
              <a:ext cx="135000" cy="89999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3783908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3851408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3851408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3779408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4659791" y="68037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4719008" y="6863006"/>
              <a:ext cx="61566" cy="61566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4749791" y="6938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4749791" y="6821789"/>
              <a:ext cx="0" cy="26999"/>
            </a:xfrm>
            <a:custGeom>
              <a:avLst/>
              <a:pathLst>
                <a:path w="0" h="26999">
                  <a:moveTo>
                    <a:pt x="0" y="2699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4682291" y="6848789"/>
              <a:ext cx="134999" cy="89999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4682291" y="6893789"/>
              <a:ext cx="134999" cy="0"/>
            </a:xfrm>
            <a:custGeom>
              <a:avLst/>
              <a:pathLst>
                <a:path w="134999" h="0">
                  <a:moveTo>
                    <a:pt x="0" y="0"/>
                  </a:moveTo>
                  <a:lnTo>
                    <a:pt x="134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4749791" y="6965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4749791" y="68217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4677791" y="6893789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3998344" y="6857350"/>
              <a:ext cx="604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4896727" y="6857350"/>
              <a:ext cx="59307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2026-07-20T11:42:12Z</dcterms:modified>
  <cp:category/>
</cp:coreProperties>
</file>