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4320000" cy="3600000"/>
            <a:chOff x="914400" y="914400"/>
            <a:chExt cx="432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343534" y="952357"/>
              <a:ext cx="3840255" cy="289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t6"/>
            <p:cNvSpPr/>
            <p:nvPr/>
          </p:nvSpPr>
          <p:spPr>
            <a:xfrm>
              <a:off x="1632109" y="18038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769431" y="2770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569039" y="29228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774104" y="27348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615655" y="23304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719382" y="28182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602096" y="30892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65967" y="29904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614139" y="28981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771530" y="29718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99066" y="32400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777644" y="32367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62070" y="29810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723919" y="30369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25164" y="30548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74546" y="31564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612057" y="30029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21780" y="28845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615917" y="24396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70953" y="2450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600137" y="29932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39124" y="29732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627418" y="28226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12981" y="29691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585171" y="27104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729288" y="31224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604412" y="30528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56006" y="29249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607838" y="26666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756185" y="32454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610785" y="28763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738035" y="28808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605497" y="3063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75389" y="29993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571597" y="2916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741885" y="30040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589278" y="30275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729830" y="30580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571789" y="33298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768137" y="31594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594308" y="27232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773786" y="28579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614169" y="29600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745224" y="28046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633816" y="3025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750166" y="30489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562719" y="26842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758573" y="32891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616467" y="2944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728848" y="28887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634414" y="32787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748696" y="29933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578436" y="29132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750095" y="28224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584401" y="25782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758525" y="25357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575756" y="36689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761779" y="30429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577455" y="27780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758542" y="26180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590294" y="28538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722136" y="28201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607214" y="30703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24531" y="32505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609540" y="26494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33993" y="2739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580658" y="2422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771210" y="23238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576816" y="2697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738641" y="24644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589462" y="3097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780098" y="29504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629228" y="30485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773559" y="3132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591174" y="27219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743998" y="27934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610861" y="26498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769782" y="2403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608266" y="30748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743095" y="2896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628113" y="2720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726374" y="28116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599662" y="3087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746064" y="23478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578373" y="26390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775650" y="21272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600840" y="27773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722036" y="27805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635428" y="28854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744885" y="25885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582586" y="3559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717277" y="32404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615083" y="25805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766685" y="23905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633456" y="2762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729641" y="29039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1631893" y="24947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732684" y="22714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1623054" y="2861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744727" y="25588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1618092" y="2550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773017" y="2717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1602640" y="2642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731537" y="2922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563223" y="2351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777741" y="24641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1569624" y="28795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718214" y="30156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1593413" y="29592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760884" y="29997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562093" y="289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718441" y="29012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579338" y="16241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745312" y="1979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1573821" y="2020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733046" y="22793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576424" y="3119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723320" y="29617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1591103" y="32020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719960" y="31453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1588282" y="30023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732552" y="30786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1601245" y="2609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772914" y="29836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1618654" y="295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723215" y="30887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626943" y="2807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747428" y="29731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1611705" y="2842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721522" y="29808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1602055" y="2773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786215" y="28928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1615882" y="3088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735552" y="28951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1612243" y="27789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760542" y="28610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1616900" y="30267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785963" y="29429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1629443" y="3053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771517" y="32140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1615221" y="27794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722631" y="29996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1601999" y="2849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768530" y="31369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1564450" y="28778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761310" y="30684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1604278" y="20276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722740" y="31454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1564131" y="33100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743775" y="29209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1587906" y="32141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765887" y="30287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1615313" y="285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762336" y="30102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1570270" y="28699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780972" y="28350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1591455" y="2385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714576" y="23724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1599518" y="23030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760706" y="22102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1631683" y="29060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730329" y="26393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1608834" y="24792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781876" y="26937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1591789" y="23110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721641" y="21558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1618383" y="29921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728973" y="30855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1561842" y="26933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720557" y="29124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1625411" y="22434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754549" y="24692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1621810" y="3383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730434" y="2717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674888" y="20848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786731" y="22198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610988" y="24348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22324" y="28162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600595" y="27818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76775" y="28322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72232" y="24610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820926" y="25806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42128" y="2376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793327" y="24782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663416" y="2476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59361" y="26485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672994" y="26283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810781" y="26762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645421" y="23817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776888" y="25601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57796" y="29774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65060" y="32283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638546" y="27721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768250" y="32069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639190" y="24853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791983" y="2672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626772" y="23682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17438" y="28188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637632" y="24932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750877" y="2775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01643" y="29507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2775357" y="31244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59138" y="24542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752811" y="2845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69311" y="31242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17609" y="29470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673774" y="26827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783572" y="27805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31945" y="2723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79790" y="29492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651432" y="2431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791357" y="26389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68479" y="22969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752166" y="2609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620995" y="26895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787515" y="33477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661820" y="30545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55922" y="31660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609430" y="25240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97104" y="25029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627807" y="24470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767155" y="29570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671866" y="24881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763509" y="26363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662167" y="33314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778501" y="3176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670353" y="2946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754396" y="2994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01910" y="30497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823279" y="29804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665312" y="2853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98072" y="30702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2658344" y="33651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824738" y="36315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645005" y="24454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818979" y="23764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635722" y="28513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96237" y="29696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665979" y="24092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782758" y="22886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672904" y="26512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778184" y="26778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2655420" y="24343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823371" y="2542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2666761" y="36139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763620" y="35405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2672947" y="24673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2780826" y="26725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667270" y="2697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800247" y="26612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2629326" y="2543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2812498" y="2826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2635830" y="22234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770048" y="24061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2602768" y="2427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2768979" y="24520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656225" y="28445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2784092" y="32478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636599" y="2803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2771228" y="26954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2651086" y="24525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2795996" y="26603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2608469" y="2763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815906" y="30777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2605193" y="25585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2774082" y="27287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646173" y="24759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787396" y="2674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611339" y="21164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812708" y="24463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2613212" y="23343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2822247" y="28625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631966" y="2040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775473" y="24873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2667177" y="23774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2789339" y="25013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630017" y="25850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2780228" y="24031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2606922" y="26403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765264" y="28841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2608582" y="2916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775384" y="28154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2656176" y="30483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756542" y="28675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2626334" y="24217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2817755" y="24710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2644751" y="3006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2803150" y="2842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641664" y="27611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774315" y="30712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2632759" y="2819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2763153" y="2796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2633782" y="28943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787703" y="31963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2624474" y="2562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2786029" y="25493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2665362" y="28265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2758441" y="2950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2644516" y="26269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2774706" y="26448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2666413" y="23578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2800976" y="24189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620929" y="26769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2766510" y="27382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2655031" y="2781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2767282" y="27201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669552" y="2435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2799141" y="2967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2673151" y="2782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2811042" y="31488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627720" y="2763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777086" y="25900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625698" y="26093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774732" y="27950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624091" y="31363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810885" y="29547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667320" y="26202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778406" y="25257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622311" y="25803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755490" y="24726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612392" y="30970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789769" y="2626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623276" y="31860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766432" y="31106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620240" y="2412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773676" y="25886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634022" y="2868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810936" y="28583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2652896" y="27175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2786435" y="27422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2651815" y="25823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2805656" y="27721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614575" y="28022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806221" y="25532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2662548" y="2873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766510" y="2651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2659820" y="2526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2775689" y="24612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657702" y="22383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764875" y="22077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621219" y="24805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765479" y="24130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2635999" y="23782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766237" y="23198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669070" y="25165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792850" y="26711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2628065" y="2891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762539" y="28543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608164" y="2790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755952" y="2633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605772" y="2664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779489" y="2462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603713" y="22268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762984" y="22718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2610613" y="30185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802929" y="24778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623905" y="2524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2776470" y="26996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610779" y="23304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2772220" y="23864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669094" y="21942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807965" y="21755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654360" y="21439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773260" y="19995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647189" y="15738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2770881" y="23382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2661560" y="2537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2797097" y="25818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2672069" y="22782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2820344" y="22387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665695" y="29775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3841291" y="27427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3674693" y="22400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3803871" y="24616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3690356" y="2283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3801792" y="27233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3689488" y="20410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3799486" y="22681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3687902" y="2323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3833970" y="24444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3649698" y="24733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3862548" y="28795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3684629" y="23592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3823937" y="24160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3677669" y="2548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3804484" y="25451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3703397" y="26211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3828191" y="26525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3683753" y="2757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3859222" y="29173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3714224" y="28753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3854656" y="3234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3670611" y="2281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3836991" y="24948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3641373" y="27504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3825828" y="2929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3646677" y="20544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3795925" y="23780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3646462" y="22800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3838130" y="24423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3697718" y="2068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3805762" y="23530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3683714" y="3379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3843974" y="31892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3674898" y="30092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3800931" y="2727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3706344" y="20780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3855602" y="25386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3697925" y="26642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3815729" y="29339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3674570" y="2348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3861018" y="25099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3675189" y="25175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3806291" y="27158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3670722" y="323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3843127" y="30002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3653302" y="26693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3833962" y="2847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3659438" y="2498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3853035" y="28190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3687164" y="25782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3821950" y="25373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3699144" y="31678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3861506" y="35939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3706810" y="22628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852358" y="24087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687422" y="2373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797580" y="24457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691349" y="20994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842324" y="23162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666506" y="21810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840645" y="22375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707637" y="21400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811211" y="22467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708983" y="25816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805727" y="24386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713463" y="2349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851887" y="2437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679671" y="19640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831180" y="22525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713232" y="21321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799178" y="24071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706376" y="22485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805518" y="2278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654192" y="22929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821739" y="2458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639581" y="20150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55109" y="2152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703507" y="20535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53222" y="20154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660112" y="22932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795292" y="2322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701771" y="18880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794169" y="25223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669009" y="21211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845607" y="2376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686973" y="19844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791564" y="22346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679619" y="21919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11136" y="24168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678686" y="16713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09103" y="21979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667130" y="24944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15196" y="2608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713969" y="21900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16629" y="2509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701088" y="21431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58829" y="25631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679322" y="26380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32023" y="25137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676371" y="22208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829818" y="24431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3702620" y="2032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3822638" y="23815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3656603" y="28058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3847787" y="26825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3703919" y="25526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3814956" y="29282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3699314" y="22590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3816653" y="23781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3680522" y="2223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3835780" y="22242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3703253" y="21812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3806867" y="24372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3702485" y="22741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3802748" y="24913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3650058" y="21347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3820437" y="27976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3659466" y="31794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3829071" y="3106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3661823" y="24853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3862015" y="28152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3663232" y="24117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3846504" y="23857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3684410" y="24015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3849164" y="22674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3656329" y="27934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3811047" y="27711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3706196" y="28707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3794941" y="29844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3682775" y="23782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3801970" y="28059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3648300" y="25442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3808174" y="28865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3712844" y="19769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3801706" y="24161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3680575" y="2171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3859989" y="25124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3700697" y="21749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3810887" y="27227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3712141" y="24379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3789528" y="2890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3654521" y="18673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3840068" y="22357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3668421" y="25831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3847725" y="31160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3701439" y="30748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3808159" y="27781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3701457" y="2238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3813094" y="27595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3662595" y="2116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3859178" y="2800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3652611" y="20752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3861893" y="22667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3680046" y="31248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3804854" y="29569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3675390" y="28080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3798285" y="31951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3672404" y="24570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3813739" y="27645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3662093" y="19817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3853185" y="24915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3692917" y="1874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3806347" y="21179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3694644" y="24236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3814835" y="2890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3646029" y="25191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3836123" y="26839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3663850" y="26758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3802680" y="27367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3687725" y="21937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3843082" y="24849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3662300" y="26001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3822392" y="2973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3679739" y="22411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3802879" y="28534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3708725" y="2581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3842338" y="27486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3695632" y="28207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3837385" y="26177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3673220" y="20431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3790718" y="25910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3641333" y="22575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3816651" y="24407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3655219" y="16600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3848498" y="20718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3643592" y="27120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3803787" y="29235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3692342" y="26293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3814270" y="21686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3649876" y="25833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3810226" y="22642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3681120" y="2635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3860946" y="25232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3694973" y="32948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3823105" y="29311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3710755" y="2581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3824019" y="26952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3674447" y="22011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3821236" y="23874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3644894" y="2804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3841313" y="28649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3646280" y="3421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3838868" y="32305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3655218" y="3033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3801591" y="26957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3643801" y="28003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3863856" y="24708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3707545" y="26602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3790799" y="24266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3712244" y="25018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3855011" y="27152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3711273" y="26977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3813583" y="27233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3655946" y="2657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3804458" y="25650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3705147" y="24873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3810697" y="23516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3640158" y="25274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3841475" y="2512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3649301" y="27563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3847592" y="24235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3643823" y="22916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3827152" y="21017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3655818" y="29467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3834804" y="29328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3652321" y="31758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3838180" y="2940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3688990" y="19420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3849763" y="20908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4733749" y="23119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4892326" y="23690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4705299" y="28948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4861045" y="32293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4728613" y="2364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4857584" y="21819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4740856" y="27151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4853952" y="2479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720839" y="21585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4870836" y="26145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690539" y="17751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4874660" y="21200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710853" y="2900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4846452" y="28087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722831" y="24370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4884539" y="26205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717934" y="24603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4832185" y="25633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4729513" y="28414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852205" y="23555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4730634" y="1606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4893833" y="19070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727363" y="27698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4832613" y="25269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4698360" y="25288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4832731" y="25084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4698647" y="21082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4837333" y="30638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680597" y="25407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897856" y="24711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690627" y="284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4880527" y="2964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718676" y="27614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4872483" y="29234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4743694" y="26074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02819" y="22086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4702239" y="2681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4873546" y="23747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4683402" y="2288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4864405" y="29307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4699853" y="28067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4862992" y="27691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4717922" y="21258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4868471" y="24264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4725745" y="28517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4871037" y="31943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4747482" y="30137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4871276" y="26261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4735625" y="20091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4875732" y="25728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4740286" y="2180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4858933" y="26066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4721931" y="2302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4886635" y="26280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4712104" y="28825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4860349" y="22970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4746674" y="27819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4829799" y="24679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4750879" y="22287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4854489" y="25612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4693058" y="2374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4843132" y="20830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4742254" y="26802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4893891" y="2481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4752561" y="20811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4837928" y="21675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4703267" y="26811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4846034" y="27374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4742073" y="23176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4884508" y="26121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4734671" y="31850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4838796" y="32517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4707084" y="2162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4882303" y="27276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4730722" y="23488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4892059" y="26018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4692028" y="24248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4839153" y="27685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4678919" y="2319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4831601" y="23428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4719380" y="23448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4855186" y="26460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4718441" y="25300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4884140" y="25855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4688969" y="24110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4880374" y="22868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4693312" y="26832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4898248" y="3124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4731646" y="29173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4873302" y="24973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4722979" y="25110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4897314" y="2554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4721629" y="25594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4886776" y="27624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4691886" y="26093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4844794" y="2228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4686613" y="17834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4847091" y="21134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4719674" y="22549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4829765" y="23323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4751737" y="20313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4886042" y="22639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4722545" y="27773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4895297" y="2777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4736810" y="22533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4830731" y="23528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4728207" y="24016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4874035" y="23516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4715302" y="27831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4871174" y="26288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4735283" y="20348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4882946" y="24020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4706088" y="25808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4830046" y="24946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4686879" y="24415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4898135" y="2772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4695862" y="25215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4835453" y="26962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4727149" y="23004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4903097" y="25577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4692138" y="22977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4895591" y="27086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4708623" y="25389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4876987" y="25882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4697305" y="22160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4885675" y="24137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4682692" y="26698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4847660" y="22142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4683283" y="2074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4830305" y="20673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4739246" y="24508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4840346" y="25218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4735058" y="25626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4844430" y="24102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4697415" y="2000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4860407" y="28356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4713509" y="28838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4897635" y="24346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4711403" y="26213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4834714" y="30616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4695312" y="24634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4847773" y="24738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4750803" y="2498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4880763" y="24933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4733886" y="24762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4835052" y="27234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4727384" y="25089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4865167" y="23992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4716245" y="28529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4891093" y="25071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4680641" y="27763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4860208" y="21867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4697432" y="2961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4849379" y="30963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4689839" y="2757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4869872" y="2657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4702481" y="26414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4849137" y="24858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4747699" y="2538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4877701" y="24421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4687010" y="26119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4892066" y="2811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4743552" y="24925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4894117" y="23452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4730044" y="27135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4869021" y="24965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4694468" y="27514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4865289" y="28792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4680819" y="27505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4899775" y="24434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4695366" y="2646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4834927" y="27414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4693154" y="23182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4836747" y="2419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4735235" y="24697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4881285" y="26082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4742318" y="262565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4853120" y="25640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4693513" y="26091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4852181" y="26530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4701044" y="20247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4865864" y="21930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4722108" y="2100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4853181" y="24058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4741329" y="17885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4854532" y="19132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4724124" y="23888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4845903" y="24344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4708193" y="2195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4879450" y="22687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4750918" y="2432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4832320" y="26127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4735511" y="29185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4900431" y="29553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4748771" y="26117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4839760" y="2522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4747366" y="20414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4867956" y="2291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4687238" y="25292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4864491" y="25723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4729405" y="23923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4900287" y="24039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4717933" y="2158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4875492" y="21907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4685962" y="2254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4844234" y="25670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4702519" y="24846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4845460" y="27358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4729479" y="24137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4857695" y="21344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4684101" y="26603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4877993" y="23094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4737435" y="30025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4857588" y="2471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4707057" y="22790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4833184" y="2663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4734096" y="24088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4874344" y="25297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4691259" y="22900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4842429" y="24070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4695961" y="27133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4881229" y="26503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4700401" y="26734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4842634" y="26600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4728208" y="25382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4897336" y="26730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4726522" y="26163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4872144" y="27671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4689650" y="26008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4888949" y="23983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4683715" y="21583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4898571" y="25307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4747168" y="26168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4863317" y="29031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4684433" y="25244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4868204" y="2376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4727053" y="24780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4901069" y="29194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4691923" y="26879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4828926" y="23284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4715159" y="21653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4847411" y="23435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4723840" y="26462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4857421" y="26906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4704572" y="24938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4831153" y="27048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4727255" y="26531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4886355" y="23992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4727324" y="25069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4883376" y="23439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4715241" y="2653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4829129" y="24873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4735091" y="22497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4893124" y="23262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4747750" y="2424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4839088" y="2748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4741065" y="26000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4848223" y="23120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4685573" y="21145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4837854" y="22683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4713813" y="2349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4876455" y="24772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4706631" y="24846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4902309" y="2608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4722764" y="29920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4878032" y="29936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4726585" y="35232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4871983" y="32691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4706067" y="22480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4899421" y="24600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4700342" y="19782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4859176" y="22746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4695629" y="28321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4850158" y="24931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4686158" y="26139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4851552" y="23869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4684978" y="23977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4850861" y="23733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4708120" y="25892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4887692" y="2469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4738764" y="23976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4863453" y="24631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l888"/>
            <p:cNvSpPr/>
            <p:nvPr/>
          </p:nvSpPr>
          <p:spPr>
            <a:xfrm>
              <a:off x="1630325" y="2274644"/>
              <a:ext cx="0" cy="414778"/>
            </a:xfrm>
            <a:custGeom>
              <a:avLst/>
              <a:pathLst>
                <a:path w="0" h="414778">
                  <a:moveTo>
                    <a:pt x="0" y="4147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630325" y="3058364"/>
              <a:ext cx="0" cy="532494"/>
            </a:xfrm>
            <a:custGeom>
              <a:avLst/>
              <a:pathLst>
                <a:path w="0" h="532494">
                  <a:moveTo>
                    <a:pt x="0" y="0"/>
                  </a:moveTo>
                  <a:lnTo>
                    <a:pt x="0" y="5324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1555382" y="2689422"/>
              <a:ext cx="149886" cy="368941"/>
            </a:xfrm>
            <a:custGeom>
              <a:avLst/>
              <a:pathLst>
                <a:path w="149886" h="368941">
                  <a:moveTo>
                    <a:pt x="0" y="0"/>
                  </a:moveTo>
                  <a:lnTo>
                    <a:pt x="0" y="368941"/>
                  </a:lnTo>
                  <a:lnTo>
                    <a:pt x="149886" y="368941"/>
                  </a:lnTo>
                  <a:lnTo>
                    <a:pt x="1498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2" name="pl891"/>
            <p:cNvSpPr/>
            <p:nvPr/>
          </p:nvSpPr>
          <p:spPr>
            <a:xfrm>
              <a:off x="1555382" y="2901135"/>
              <a:ext cx="149886" cy="0"/>
            </a:xfrm>
            <a:custGeom>
              <a:avLst/>
              <a:pathLst>
                <a:path w="149886" h="0">
                  <a:moveTo>
                    <a:pt x="0" y="0"/>
                  </a:moveTo>
                  <a:lnTo>
                    <a:pt x="1498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2669258" y="2071910"/>
              <a:ext cx="0" cy="393723"/>
            </a:xfrm>
            <a:custGeom>
              <a:avLst/>
              <a:pathLst>
                <a:path w="0" h="393723">
                  <a:moveTo>
                    <a:pt x="0" y="3937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2669258" y="2846912"/>
              <a:ext cx="0" cy="549470"/>
            </a:xfrm>
            <a:custGeom>
              <a:avLst/>
              <a:pathLst>
                <a:path w="0" h="549470">
                  <a:moveTo>
                    <a:pt x="0" y="0"/>
                  </a:moveTo>
                  <a:lnTo>
                    <a:pt x="0" y="54947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594315" y="2465634"/>
              <a:ext cx="149886" cy="381278"/>
            </a:xfrm>
            <a:custGeom>
              <a:avLst/>
              <a:pathLst>
                <a:path w="149886" h="381278">
                  <a:moveTo>
                    <a:pt x="0" y="0"/>
                  </a:moveTo>
                  <a:lnTo>
                    <a:pt x="0" y="381278"/>
                  </a:lnTo>
                  <a:lnTo>
                    <a:pt x="149886" y="381278"/>
                  </a:lnTo>
                  <a:lnTo>
                    <a:pt x="1498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6" name="pl895"/>
            <p:cNvSpPr/>
            <p:nvPr/>
          </p:nvSpPr>
          <p:spPr>
            <a:xfrm>
              <a:off x="2594315" y="2614885"/>
              <a:ext cx="149886" cy="0"/>
            </a:xfrm>
            <a:custGeom>
              <a:avLst/>
              <a:pathLst>
                <a:path w="149886" h="0">
                  <a:moveTo>
                    <a:pt x="0" y="0"/>
                  </a:moveTo>
                  <a:lnTo>
                    <a:pt x="1498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708191" y="1691195"/>
              <a:ext cx="0" cy="521172"/>
            </a:xfrm>
            <a:custGeom>
              <a:avLst/>
              <a:pathLst>
                <a:path w="0" h="521172">
                  <a:moveTo>
                    <a:pt x="0" y="52117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3708191" y="2693413"/>
              <a:ext cx="0" cy="717499"/>
            </a:xfrm>
            <a:custGeom>
              <a:avLst/>
              <a:pathLst>
                <a:path w="0" h="717499">
                  <a:moveTo>
                    <a:pt x="0" y="0"/>
                  </a:moveTo>
                  <a:lnTo>
                    <a:pt x="0" y="71749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3633248" y="2212367"/>
              <a:ext cx="149886" cy="481045"/>
            </a:xfrm>
            <a:custGeom>
              <a:avLst/>
              <a:pathLst>
                <a:path w="149886" h="481045">
                  <a:moveTo>
                    <a:pt x="0" y="0"/>
                  </a:moveTo>
                  <a:lnTo>
                    <a:pt x="0" y="481045"/>
                  </a:lnTo>
                  <a:lnTo>
                    <a:pt x="149886" y="481045"/>
                  </a:lnTo>
                  <a:lnTo>
                    <a:pt x="1498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0" name="pl899"/>
            <p:cNvSpPr/>
            <p:nvPr/>
          </p:nvSpPr>
          <p:spPr>
            <a:xfrm>
              <a:off x="3633248" y="2442977"/>
              <a:ext cx="149886" cy="0"/>
            </a:xfrm>
            <a:custGeom>
              <a:avLst/>
              <a:pathLst>
                <a:path w="149886" h="0">
                  <a:moveTo>
                    <a:pt x="0" y="0"/>
                  </a:moveTo>
                  <a:lnTo>
                    <a:pt x="1498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47124" y="1806354"/>
              <a:ext cx="0" cy="525297"/>
            </a:xfrm>
            <a:custGeom>
              <a:avLst/>
              <a:pathLst>
                <a:path w="0" h="525297">
                  <a:moveTo>
                    <a:pt x="0" y="5252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4747124" y="2704625"/>
              <a:ext cx="0" cy="511652"/>
            </a:xfrm>
            <a:custGeom>
              <a:avLst/>
              <a:pathLst>
                <a:path w="0" h="511652">
                  <a:moveTo>
                    <a:pt x="0" y="0"/>
                  </a:moveTo>
                  <a:lnTo>
                    <a:pt x="0" y="51165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4672181" y="2331652"/>
              <a:ext cx="149886" cy="372972"/>
            </a:xfrm>
            <a:custGeom>
              <a:avLst/>
              <a:pathLst>
                <a:path w="149886" h="372972">
                  <a:moveTo>
                    <a:pt x="0" y="0"/>
                  </a:moveTo>
                  <a:lnTo>
                    <a:pt x="0" y="372972"/>
                  </a:lnTo>
                  <a:lnTo>
                    <a:pt x="149886" y="372972"/>
                  </a:lnTo>
                  <a:lnTo>
                    <a:pt x="1498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4" name="pl903"/>
            <p:cNvSpPr/>
            <p:nvPr/>
          </p:nvSpPr>
          <p:spPr>
            <a:xfrm>
              <a:off x="4672181" y="2538138"/>
              <a:ext cx="149886" cy="0"/>
            </a:xfrm>
            <a:custGeom>
              <a:avLst/>
              <a:pathLst>
                <a:path w="149886" h="0">
                  <a:moveTo>
                    <a:pt x="0" y="0"/>
                  </a:moveTo>
                  <a:lnTo>
                    <a:pt x="1498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1780212" y="2302643"/>
              <a:ext cx="0" cy="446396"/>
            </a:xfrm>
            <a:custGeom>
              <a:avLst/>
              <a:pathLst>
                <a:path w="0" h="446396">
                  <a:moveTo>
                    <a:pt x="0" y="44639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1780212" y="3053383"/>
              <a:ext cx="0" cy="267004"/>
            </a:xfrm>
            <a:custGeom>
              <a:avLst/>
              <a:pathLst>
                <a:path w="0" h="267004">
                  <a:moveTo>
                    <a:pt x="0" y="0"/>
                  </a:moveTo>
                  <a:lnTo>
                    <a:pt x="0" y="26700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1705269" y="2749039"/>
              <a:ext cx="149886" cy="304344"/>
            </a:xfrm>
            <a:custGeom>
              <a:avLst/>
              <a:pathLst>
                <a:path w="149886" h="304344">
                  <a:moveTo>
                    <a:pt x="0" y="0"/>
                  </a:moveTo>
                  <a:lnTo>
                    <a:pt x="0" y="304344"/>
                  </a:lnTo>
                  <a:lnTo>
                    <a:pt x="149886" y="304344"/>
                  </a:lnTo>
                  <a:lnTo>
                    <a:pt x="1498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8" name="pl907"/>
            <p:cNvSpPr/>
            <p:nvPr/>
          </p:nvSpPr>
          <p:spPr>
            <a:xfrm>
              <a:off x="1705269" y="2935141"/>
              <a:ext cx="149886" cy="0"/>
            </a:xfrm>
            <a:custGeom>
              <a:avLst/>
              <a:pathLst>
                <a:path w="149886" h="0">
                  <a:moveTo>
                    <a:pt x="0" y="0"/>
                  </a:moveTo>
                  <a:lnTo>
                    <a:pt x="1498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819145" y="2030749"/>
              <a:ext cx="0" cy="502222"/>
            </a:xfrm>
            <a:custGeom>
              <a:avLst/>
              <a:pathLst>
                <a:path w="0" h="502222">
                  <a:moveTo>
                    <a:pt x="0" y="50222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2819145" y="2911224"/>
              <a:ext cx="0" cy="467677"/>
            </a:xfrm>
            <a:custGeom>
              <a:avLst/>
              <a:pathLst>
                <a:path w="0" h="467677">
                  <a:moveTo>
                    <a:pt x="0" y="0"/>
                  </a:moveTo>
                  <a:lnTo>
                    <a:pt x="0" y="46767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744202" y="2532971"/>
              <a:ext cx="149886" cy="378253"/>
            </a:xfrm>
            <a:custGeom>
              <a:avLst/>
              <a:pathLst>
                <a:path w="149886" h="378253">
                  <a:moveTo>
                    <a:pt x="0" y="0"/>
                  </a:moveTo>
                  <a:lnTo>
                    <a:pt x="0" y="378253"/>
                  </a:lnTo>
                  <a:lnTo>
                    <a:pt x="149886" y="378253"/>
                  </a:lnTo>
                  <a:lnTo>
                    <a:pt x="1498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2" name="pl911"/>
            <p:cNvSpPr/>
            <p:nvPr/>
          </p:nvSpPr>
          <p:spPr>
            <a:xfrm>
              <a:off x="2744202" y="2706548"/>
              <a:ext cx="149886" cy="0"/>
            </a:xfrm>
            <a:custGeom>
              <a:avLst/>
              <a:pathLst>
                <a:path w="149886" h="0">
                  <a:moveTo>
                    <a:pt x="0" y="0"/>
                  </a:moveTo>
                  <a:lnTo>
                    <a:pt x="1498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858078" y="2046605"/>
              <a:ext cx="0" cy="381852"/>
            </a:xfrm>
            <a:custGeom>
              <a:avLst/>
              <a:pathLst>
                <a:path w="0" h="381852">
                  <a:moveTo>
                    <a:pt x="0" y="38185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3858078" y="2834290"/>
              <a:ext cx="0" cy="431796"/>
            </a:xfrm>
            <a:custGeom>
              <a:avLst/>
              <a:pathLst>
                <a:path w="0" h="431796">
                  <a:moveTo>
                    <a:pt x="0" y="0"/>
                  </a:moveTo>
                  <a:lnTo>
                    <a:pt x="0" y="43179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3783135" y="2428458"/>
              <a:ext cx="149886" cy="405832"/>
            </a:xfrm>
            <a:custGeom>
              <a:avLst/>
              <a:pathLst>
                <a:path w="149886" h="405832">
                  <a:moveTo>
                    <a:pt x="0" y="0"/>
                  </a:moveTo>
                  <a:lnTo>
                    <a:pt x="0" y="405832"/>
                  </a:lnTo>
                  <a:lnTo>
                    <a:pt x="149886" y="405832"/>
                  </a:lnTo>
                  <a:lnTo>
                    <a:pt x="1498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6" name="pl915"/>
            <p:cNvSpPr/>
            <p:nvPr/>
          </p:nvSpPr>
          <p:spPr>
            <a:xfrm>
              <a:off x="3783135" y="2554405"/>
              <a:ext cx="149886" cy="0"/>
            </a:xfrm>
            <a:custGeom>
              <a:avLst/>
              <a:pathLst>
                <a:path w="149886" h="0">
                  <a:moveTo>
                    <a:pt x="0" y="0"/>
                  </a:moveTo>
                  <a:lnTo>
                    <a:pt x="1498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897011" y="2098530"/>
              <a:ext cx="0" cy="305986"/>
            </a:xfrm>
            <a:custGeom>
              <a:avLst/>
              <a:pathLst>
                <a:path w="0" h="305986">
                  <a:moveTo>
                    <a:pt x="0" y="3059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4897011" y="2704230"/>
              <a:ext cx="0" cy="423337"/>
            </a:xfrm>
            <a:custGeom>
              <a:avLst/>
              <a:pathLst>
                <a:path w="0" h="423337">
                  <a:moveTo>
                    <a:pt x="0" y="0"/>
                  </a:moveTo>
                  <a:lnTo>
                    <a:pt x="0" y="42333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4822068" y="2404516"/>
              <a:ext cx="149886" cy="299713"/>
            </a:xfrm>
            <a:custGeom>
              <a:avLst/>
              <a:pathLst>
                <a:path w="149886" h="299713">
                  <a:moveTo>
                    <a:pt x="0" y="0"/>
                  </a:moveTo>
                  <a:lnTo>
                    <a:pt x="0" y="299713"/>
                  </a:lnTo>
                  <a:lnTo>
                    <a:pt x="149886" y="299713"/>
                  </a:lnTo>
                  <a:lnTo>
                    <a:pt x="1498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0" name="pl919"/>
            <p:cNvSpPr/>
            <p:nvPr/>
          </p:nvSpPr>
          <p:spPr>
            <a:xfrm>
              <a:off x="4822068" y="2528582"/>
              <a:ext cx="149886" cy="0"/>
            </a:xfrm>
            <a:custGeom>
              <a:avLst/>
              <a:pathLst>
                <a:path w="149886" h="0">
                  <a:moveTo>
                    <a:pt x="0" y="0"/>
                  </a:moveTo>
                  <a:lnTo>
                    <a:pt x="1498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1705269" y="2314556"/>
              <a:ext cx="3147613" cy="585786"/>
            </a:xfrm>
            <a:custGeom>
              <a:avLst/>
              <a:pathLst>
                <a:path w="3147613" h="585786">
                  <a:moveTo>
                    <a:pt x="0" y="292622"/>
                  </a:moveTo>
                  <a:lnTo>
                    <a:pt x="779409" y="264540"/>
                  </a:lnTo>
                  <a:lnTo>
                    <a:pt x="1498863" y="221351"/>
                  </a:lnTo>
                  <a:lnTo>
                    <a:pt x="2398181" y="116377"/>
                  </a:lnTo>
                  <a:lnTo>
                    <a:pt x="3147613" y="0"/>
                  </a:lnTo>
                  <a:lnTo>
                    <a:pt x="3147613" y="262592"/>
                  </a:lnTo>
                  <a:lnTo>
                    <a:pt x="2398181" y="292838"/>
                  </a:lnTo>
                  <a:lnTo>
                    <a:pt x="1498863" y="363811"/>
                  </a:lnTo>
                  <a:lnTo>
                    <a:pt x="779409" y="461380"/>
                  </a:lnTo>
                  <a:lnTo>
                    <a:pt x="0" y="585786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2" name="pl921"/>
            <p:cNvSpPr/>
            <p:nvPr/>
          </p:nvSpPr>
          <p:spPr>
            <a:xfrm>
              <a:off x="1705269" y="2314556"/>
              <a:ext cx="3147613" cy="292622"/>
            </a:xfrm>
            <a:custGeom>
              <a:avLst/>
              <a:pathLst>
                <a:path w="3147613" h="292622">
                  <a:moveTo>
                    <a:pt x="0" y="292622"/>
                  </a:moveTo>
                  <a:lnTo>
                    <a:pt x="779409" y="264540"/>
                  </a:lnTo>
                  <a:lnTo>
                    <a:pt x="1498863" y="221351"/>
                  </a:lnTo>
                  <a:lnTo>
                    <a:pt x="2398181" y="116377"/>
                  </a:lnTo>
                  <a:lnTo>
                    <a:pt x="3147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1705269" y="2577148"/>
              <a:ext cx="3147613" cy="323194"/>
            </a:xfrm>
            <a:custGeom>
              <a:avLst/>
              <a:pathLst>
                <a:path w="3147613" h="323194">
                  <a:moveTo>
                    <a:pt x="3147613" y="0"/>
                  </a:moveTo>
                  <a:lnTo>
                    <a:pt x="2398181" y="30245"/>
                  </a:lnTo>
                  <a:lnTo>
                    <a:pt x="1498863" y="101219"/>
                  </a:lnTo>
                  <a:lnTo>
                    <a:pt x="779409" y="198788"/>
                  </a:lnTo>
                  <a:lnTo>
                    <a:pt x="0" y="323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1705269" y="2436875"/>
              <a:ext cx="3147613" cy="530996"/>
            </a:xfrm>
            <a:custGeom>
              <a:avLst/>
              <a:pathLst>
                <a:path w="3147613" h="530996">
                  <a:moveTo>
                    <a:pt x="0" y="284825"/>
                  </a:moveTo>
                  <a:lnTo>
                    <a:pt x="779409" y="251361"/>
                  </a:lnTo>
                  <a:lnTo>
                    <a:pt x="1498863" y="206085"/>
                  </a:lnTo>
                  <a:lnTo>
                    <a:pt x="2398181" y="106928"/>
                  </a:lnTo>
                  <a:lnTo>
                    <a:pt x="3147613" y="0"/>
                  </a:lnTo>
                  <a:lnTo>
                    <a:pt x="3147613" y="219712"/>
                  </a:lnTo>
                  <a:lnTo>
                    <a:pt x="2398181" y="254714"/>
                  </a:lnTo>
                  <a:lnTo>
                    <a:pt x="1498863" y="325875"/>
                  </a:lnTo>
                  <a:lnTo>
                    <a:pt x="779409" y="416852"/>
                  </a:lnTo>
                  <a:lnTo>
                    <a:pt x="0" y="530996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5" name="pl924"/>
            <p:cNvSpPr/>
            <p:nvPr/>
          </p:nvSpPr>
          <p:spPr>
            <a:xfrm>
              <a:off x="1705269" y="2436875"/>
              <a:ext cx="3147613" cy="284825"/>
            </a:xfrm>
            <a:custGeom>
              <a:avLst/>
              <a:pathLst>
                <a:path w="3147613" h="284825">
                  <a:moveTo>
                    <a:pt x="0" y="284825"/>
                  </a:moveTo>
                  <a:lnTo>
                    <a:pt x="779409" y="251361"/>
                  </a:lnTo>
                  <a:lnTo>
                    <a:pt x="1498863" y="206085"/>
                  </a:lnTo>
                  <a:lnTo>
                    <a:pt x="2398181" y="106928"/>
                  </a:lnTo>
                  <a:lnTo>
                    <a:pt x="3147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1705269" y="2656588"/>
              <a:ext cx="3147613" cy="311283"/>
            </a:xfrm>
            <a:custGeom>
              <a:avLst/>
              <a:pathLst>
                <a:path w="3147613" h="311283">
                  <a:moveTo>
                    <a:pt x="3147613" y="0"/>
                  </a:moveTo>
                  <a:lnTo>
                    <a:pt x="2398181" y="35002"/>
                  </a:lnTo>
                  <a:lnTo>
                    <a:pt x="1498863" y="106162"/>
                  </a:lnTo>
                  <a:lnTo>
                    <a:pt x="779409" y="197139"/>
                  </a:lnTo>
                  <a:lnTo>
                    <a:pt x="0" y="3112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1705269" y="2445852"/>
              <a:ext cx="3147613" cy="307908"/>
            </a:xfrm>
            <a:custGeom>
              <a:avLst/>
              <a:pathLst>
                <a:path w="3147613" h="307908">
                  <a:moveTo>
                    <a:pt x="0" y="307908"/>
                  </a:moveTo>
                  <a:lnTo>
                    <a:pt x="779409" y="231664"/>
                  </a:lnTo>
                  <a:lnTo>
                    <a:pt x="1498863" y="161285"/>
                  </a:lnTo>
                  <a:lnTo>
                    <a:pt x="2398181" y="73311"/>
                  </a:lnTo>
                  <a:lnTo>
                    <a:pt x="3147613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1705269" y="2546731"/>
              <a:ext cx="3147613" cy="298054"/>
            </a:xfrm>
            <a:custGeom>
              <a:avLst/>
              <a:pathLst>
                <a:path w="3147613" h="298054">
                  <a:moveTo>
                    <a:pt x="0" y="298054"/>
                  </a:moveTo>
                  <a:lnTo>
                    <a:pt x="779409" y="224250"/>
                  </a:lnTo>
                  <a:lnTo>
                    <a:pt x="1498863" y="156123"/>
                  </a:lnTo>
                  <a:lnTo>
                    <a:pt x="2398181" y="70965"/>
                  </a:lnTo>
                  <a:lnTo>
                    <a:pt x="3147613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tx928"/>
            <p:cNvSpPr/>
            <p:nvPr/>
          </p:nvSpPr>
          <p:spPr>
            <a:xfrm>
              <a:off x="1705269" y="1047951"/>
              <a:ext cx="82579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</a:t>
              </a:r>
            </a:p>
          </p:txBody>
        </p:sp>
        <p:sp>
          <p:nvSpPr>
            <p:cNvPr id="930" name="tx929"/>
            <p:cNvSpPr/>
            <p:nvPr/>
          </p:nvSpPr>
          <p:spPr>
            <a:xfrm>
              <a:off x="2531063" y="1048042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629741" y="1048042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2671657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2752494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2833291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35" name="tx934"/>
            <p:cNvSpPr/>
            <p:nvPr/>
          </p:nvSpPr>
          <p:spPr>
            <a:xfrm>
              <a:off x="2914073" y="104795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0.067</a:t>
              </a:r>
            </a:p>
          </p:txBody>
        </p:sp>
        <p:sp>
          <p:nvSpPr>
            <p:cNvPr id="936" name="tx935"/>
            <p:cNvSpPr/>
            <p:nvPr/>
          </p:nvSpPr>
          <p:spPr>
            <a:xfrm>
              <a:off x="3376485" y="104795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37" name="tx936"/>
            <p:cNvSpPr/>
            <p:nvPr/>
          </p:nvSpPr>
          <p:spPr>
            <a:xfrm>
              <a:off x="3447077" y="1048042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3527873" y="104795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0.028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705269" y="1224134"/>
              <a:ext cx="811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2516981" y="1224226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2615659" y="1224226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2657575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943" name="tx942"/>
            <p:cNvSpPr/>
            <p:nvPr/>
          </p:nvSpPr>
          <p:spPr>
            <a:xfrm>
              <a:off x="2738413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4" name="tx943"/>
            <p:cNvSpPr/>
            <p:nvPr/>
          </p:nvSpPr>
          <p:spPr>
            <a:xfrm>
              <a:off x="2819209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945" name="tx944"/>
            <p:cNvSpPr/>
            <p:nvPr/>
          </p:nvSpPr>
          <p:spPr>
            <a:xfrm>
              <a:off x="2899992" y="122413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0.064</a:t>
              </a:r>
            </a:p>
          </p:txBody>
        </p:sp>
        <p:sp>
          <p:nvSpPr>
            <p:cNvPr id="946" name="tx945"/>
            <p:cNvSpPr/>
            <p:nvPr/>
          </p:nvSpPr>
          <p:spPr>
            <a:xfrm>
              <a:off x="3362404" y="1224134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947" name="tx946"/>
            <p:cNvSpPr/>
            <p:nvPr/>
          </p:nvSpPr>
          <p:spPr>
            <a:xfrm>
              <a:off x="3432995" y="1224226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48" name="tx947"/>
            <p:cNvSpPr/>
            <p:nvPr/>
          </p:nvSpPr>
          <p:spPr>
            <a:xfrm>
              <a:off x="3513792" y="1224134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949" name="tx948"/>
            <p:cNvSpPr/>
            <p:nvPr/>
          </p:nvSpPr>
          <p:spPr>
            <a:xfrm>
              <a:off x="1638243" y="1507292"/>
              <a:ext cx="13405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ns</a:t>
              </a:r>
            </a:p>
          </p:txBody>
        </p:sp>
        <p:sp>
          <p:nvSpPr>
            <p:cNvPr id="950" name="tx949"/>
            <p:cNvSpPr/>
            <p:nvPr/>
          </p:nvSpPr>
          <p:spPr>
            <a:xfrm>
              <a:off x="2669998" y="1454476"/>
              <a:ext cx="148407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1" name="tx950"/>
            <p:cNvSpPr/>
            <p:nvPr/>
          </p:nvSpPr>
          <p:spPr>
            <a:xfrm>
              <a:off x="3708931" y="1544910"/>
              <a:ext cx="148407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52" name="tx951"/>
            <p:cNvSpPr/>
            <p:nvPr/>
          </p:nvSpPr>
          <p:spPr>
            <a:xfrm>
              <a:off x="4797333" y="1488902"/>
              <a:ext cx="4946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53" name="rc952"/>
            <p:cNvSpPr/>
            <p:nvPr/>
          </p:nvSpPr>
          <p:spPr>
            <a:xfrm>
              <a:off x="1343534" y="952357"/>
              <a:ext cx="3840255" cy="289051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54" name="pl953"/>
            <p:cNvSpPr/>
            <p:nvPr/>
          </p:nvSpPr>
          <p:spPr>
            <a:xfrm>
              <a:off x="1343534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tx954"/>
            <p:cNvSpPr/>
            <p:nvPr/>
          </p:nvSpPr>
          <p:spPr>
            <a:xfrm>
              <a:off x="1127766" y="366421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1127766" y="32237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1127766" y="278329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58" name="tx957"/>
            <p:cNvSpPr/>
            <p:nvPr/>
          </p:nvSpPr>
          <p:spPr>
            <a:xfrm>
              <a:off x="1127766" y="23428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127766" y="190238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60" name="tx959"/>
            <p:cNvSpPr/>
            <p:nvPr/>
          </p:nvSpPr>
          <p:spPr>
            <a:xfrm>
              <a:off x="1127766" y="146192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61" name="pl960"/>
            <p:cNvSpPr/>
            <p:nvPr/>
          </p:nvSpPr>
          <p:spPr>
            <a:xfrm>
              <a:off x="1311902" y="37052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1"/>
            <p:cNvSpPr/>
            <p:nvPr/>
          </p:nvSpPr>
          <p:spPr>
            <a:xfrm>
              <a:off x="1311902" y="32647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2"/>
            <p:cNvSpPr/>
            <p:nvPr/>
          </p:nvSpPr>
          <p:spPr>
            <a:xfrm>
              <a:off x="1311902" y="282431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3"/>
            <p:cNvSpPr/>
            <p:nvPr/>
          </p:nvSpPr>
          <p:spPr>
            <a:xfrm>
              <a:off x="1311902" y="23838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4"/>
            <p:cNvSpPr/>
            <p:nvPr/>
          </p:nvSpPr>
          <p:spPr>
            <a:xfrm>
              <a:off x="1311902" y="19433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1311902" y="150293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1343534" y="3842873"/>
              <a:ext cx="3840255" cy="0"/>
            </a:xfrm>
            <a:custGeom>
              <a:avLst/>
              <a:pathLst>
                <a:path w="3840255" h="0">
                  <a:moveTo>
                    <a:pt x="0" y="0"/>
                  </a:moveTo>
                  <a:lnTo>
                    <a:pt x="384025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1705269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2744202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3783135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4822068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tx971"/>
            <p:cNvSpPr/>
            <p:nvPr/>
          </p:nvSpPr>
          <p:spPr>
            <a:xfrm>
              <a:off x="1673493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73" name="tx972"/>
            <p:cNvSpPr/>
            <p:nvPr/>
          </p:nvSpPr>
          <p:spPr>
            <a:xfrm>
              <a:off x="2712426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74" name="tx973"/>
            <p:cNvSpPr/>
            <p:nvPr/>
          </p:nvSpPr>
          <p:spPr>
            <a:xfrm>
              <a:off x="3751359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75" name="tx974"/>
            <p:cNvSpPr/>
            <p:nvPr/>
          </p:nvSpPr>
          <p:spPr>
            <a:xfrm>
              <a:off x="4790292" y="389980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76" name="tx975"/>
            <p:cNvSpPr/>
            <p:nvPr/>
          </p:nvSpPr>
          <p:spPr>
            <a:xfrm>
              <a:off x="2976357" y="407587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77" name="tx976"/>
            <p:cNvSpPr/>
            <p:nvPr/>
          </p:nvSpPr>
          <p:spPr>
            <a:xfrm rot="-5400000">
              <a:off x="-145482" y="2347506"/>
              <a:ext cx="225939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 of biomass inequality</a:t>
              </a:r>
            </a:p>
          </p:txBody>
        </p:sp>
        <p:sp>
          <p:nvSpPr>
            <p:cNvPr id="978" name="rc977"/>
            <p:cNvSpPr/>
            <p:nvPr/>
          </p:nvSpPr>
          <p:spPr>
            <a:xfrm>
              <a:off x="1870783" y="4296442"/>
              <a:ext cx="2785756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tx978"/>
            <p:cNvSpPr/>
            <p:nvPr/>
          </p:nvSpPr>
          <p:spPr>
            <a:xfrm>
              <a:off x="1870783" y="4340722"/>
              <a:ext cx="82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980" name="rc979"/>
            <p:cNvSpPr/>
            <p:nvPr/>
          </p:nvSpPr>
          <p:spPr>
            <a:xfrm>
              <a:off x="2759749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818557" y="43552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2849749" y="443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2849749" y="431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4" name="rc983"/>
            <p:cNvSpPr/>
            <p:nvPr/>
          </p:nvSpPr>
          <p:spPr>
            <a:xfrm>
              <a:off x="2782249" y="4341442"/>
              <a:ext cx="135000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2782249" y="4386442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2849749" y="445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2849749" y="431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8" name="pl987"/>
            <p:cNvSpPr/>
            <p:nvPr/>
          </p:nvSpPr>
          <p:spPr>
            <a:xfrm>
              <a:off x="2777749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rc988"/>
            <p:cNvSpPr/>
            <p:nvPr/>
          </p:nvSpPr>
          <p:spPr>
            <a:xfrm>
              <a:off x="3746131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804939" y="43552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l990"/>
            <p:cNvSpPr/>
            <p:nvPr/>
          </p:nvSpPr>
          <p:spPr>
            <a:xfrm>
              <a:off x="3836131" y="4431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2" name="pl991"/>
            <p:cNvSpPr/>
            <p:nvPr/>
          </p:nvSpPr>
          <p:spPr>
            <a:xfrm>
              <a:off x="3836131" y="4314442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3" name="rc992"/>
            <p:cNvSpPr/>
            <p:nvPr/>
          </p:nvSpPr>
          <p:spPr>
            <a:xfrm>
              <a:off x="3768631" y="4341442"/>
              <a:ext cx="135000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4" name="pl993"/>
            <p:cNvSpPr/>
            <p:nvPr/>
          </p:nvSpPr>
          <p:spPr>
            <a:xfrm>
              <a:off x="3768631" y="4386442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5" name="pl994"/>
            <p:cNvSpPr/>
            <p:nvPr/>
          </p:nvSpPr>
          <p:spPr>
            <a:xfrm>
              <a:off x="3836131" y="4458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6" name="pl995"/>
            <p:cNvSpPr/>
            <p:nvPr/>
          </p:nvSpPr>
          <p:spPr>
            <a:xfrm>
              <a:off x="3836131" y="431444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7" name="pl996"/>
            <p:cNvSpPr/>
            <p:nvPr/>
          </p:nvSpPr>
          <p:spPr>
            <a:xfrm>
              <a:off x="3764131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tx997"/>
            <p:cNvSpPr/>
            <p:nvPr/>
          </p:nvSpPr>
          <p:spPr>
            <a:xfrm>
              <a:off x="3003012" y="4345431"/>
              <a:ext cx="67985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999" name="tx998"/>
            <p:cNvSpPr/>
            <p:nvPr/>
          </p:nvSpPr>
          <p:spPr>
            <a:xfrm>
              <a:off x="3989394" y="4345431"/>
              <a:ext cx="66714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2026-07-20T15:04:49Z</dcterms:modified>
  <cp:category/>
</cp:coreProperties>
</file>