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7315200"/>
            <a:chOff x="914400" y="914400"/>
            <a:chExt cx="7315200" cy="73152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7315200" cy="73151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7213979" cy="339477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715530" y="1132253"/>
              <a:ext cx="6412849" cy="29655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2204775" y="15261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391726" y="2765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194294" y="2961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443138" y="27200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213335" y="22015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415105" y="28271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2121173" y="31746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460513" y="30479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130302" y="29295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436847" y="30241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112853" y="33679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392031" y="33637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213116" y="30358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473402" y="31075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188330" y="31305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35999" y="32607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171228" y="30639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419069" y="29120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158047" y="23415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457618" y="23555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165191" y="30515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59870" y="30258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163943" y="28326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447638" y="30205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160537" y="26887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419937" y="32172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14475" y="31279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95581" y="29639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182957" y="26326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64891" y="33749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187978" y="29015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399108" y="2907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125380" y="31417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388558" y="30593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201127" y="29535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444925" y="30654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124301" y="30955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469684" y="31345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220582" y="34831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385071" y="32646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82159" y="27052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454993" y="28780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35135" y="30089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408073" y="2809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209548" y="30924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383388" y="31229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10456" y="2655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355641" y="34310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05700" y="2989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367136" y="29175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79549" y="34176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404368" y="3051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37565" y="29489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414794" y="28325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73585" y="25192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362125" y="24648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04738" y="39181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449282" y="31152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139516" y="27755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60529" y="25704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116583" y="28728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03964" y="28295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101514" y="31504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377435" y="33814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166609" y="26106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16548" y="27264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149914" y="23193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48960" y="21929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06959" y="26727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66980" y="23733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191500" y="31851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39655" y="2996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206502" y="31224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365022" y="32306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32263" y="27035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382788" y="27952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122803" y="26110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25559" y="22955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198975" y="3156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68910" y="29273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218394" y="27014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375656" y="28185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05567" y="31719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423783" y="22237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50662" y="25972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465549" y="1940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143572" y="27746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412693" y="27787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100955" y="29133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382242" y="25325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110051" y="37779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419521" y="33685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123414" y="25222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420157" y="22786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08114" y="27549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421780" y="29369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195947" y="24122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427247" y="21258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220767" y="28827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399425" y="24943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217856" y="24842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56227" y="26984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98053" y="26019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468636" y="29605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154526" y="2228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352311" y="23730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196084" y="29057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435220" y="30801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180905" y="30079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463294" y="30598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200974" y="29206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353981" y="29335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193586" y="129573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457716" y="17516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122242" y="18041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370732" y="21359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184721" y="32137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471821" y="30111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125961" y="33192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469698" y="32466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165992" y="30631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468106" y="31609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118194" y="25594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436271" y="30392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180114" y="30033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415749" y="31740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165536" y="28131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439857" y="30257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94580" y="28584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384825" y="30356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125124" y="27694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351812" y="29227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100209" y="31741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395726" y="29257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96112" y="27767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448754" y="28820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177846" y="30944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402230" y="29869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140943" y="31291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74730" y="33347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162976" y="27773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395061" y="30597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223925" y="28675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412877" y="32358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144423" y="29035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434423" y="31479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189513" y="18131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87511" y="32467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180397" y="34577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416626" y="29588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138010" y="33348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437891" y="30970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111159" y="28693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373085" y="30733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204006" y="28933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356599" y="28486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187429" y="22715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384954" y="22554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213662" y="21664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409217" y="20473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111302" y="29396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387197" y="25976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101417" y="23923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405583" y="26674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207033" y="21766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352518" y="19776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141810" y="30501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368490" y="31698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102595" y="26669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397930" y="29478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154853" y="20899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466913" y="23795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206657" y="35514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458871" y="26982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07773" y="188653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4206766" y="20597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60360" y="23353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4201297" y="28244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68093" y="27804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4137337" y="28450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887621" y="23690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4129463" y="25224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911218" y="22611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4088970" y="23910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922387" y="23884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4134254" y="26094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835025" y="25835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4185563" y="26449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837231" y="22672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4124123" y="24960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935536" y="30312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4180478" y="3352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911289" y="27679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4197878" y="33255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928229" y="2400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4121746" y="26405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861022" y="2249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204028" y="28278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878224" y="24103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094085" y="27716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958580" y="29970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096024" y="32197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838070" y="23602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190086" y="28614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863902" y="32195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161521" y="29922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914961" y="26533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095211" y="2778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897253" y="27058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107501" y="29951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845851" y="23313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204676" y="25971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953903" y="21585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103697" y="25594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909895" y="26620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098098" y="35061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877158" y="31301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128744" y="32731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855506" y="24498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181354" y="24227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940098" y="23510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148106" y="30050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941893" y="24037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145954" y="25938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954475" y="34852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202574" y="32868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845977" y="29921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168737" y="30534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902905" y="31239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096571" y="30351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918522" y="28725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105664" y="31503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917328" y="35285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112988" y="38701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899378" y="2349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203734" y="22605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859770" y="28695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108324" y="30212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940488" y="23025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112909" y="21479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908432" y="26128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092455" y="26470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947891" y="23346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128814" y="24739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933207" y="38475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155502" y="37534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83700" y="23770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142925" y="26402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945948" y="26724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110300" y="26257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954768" y="24744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191322" y="28371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911146" y="20642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134213" y="22985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78061" y="23265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4208446" y="23574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944585" y="28608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4096759" y="33779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95897" y="28085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4143639" y="26695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37815" y="23581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4124103" y="26245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959412" y="27567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4117797" y="31599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81846" y="24940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4142076" y="27122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930987" y="23880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4137021" y="26426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952873" y="19270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4188038" y="23500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839570" y="22065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4176231" y="28838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916529" y="18299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4171852" y="24027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850631" y="22617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4118824" y="24207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835903" y="25280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4147278" y="22947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851331" y="25988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4194825" y="29116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878735" y="29524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4141213" y="28234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915142" y="31222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4158793" y="28903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897287" y="23186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4162312" y="23817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842907" y="30687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4131091" y="28580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893483" y="27539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4165140" y="31515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853901" y="28289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4150245" y="27994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931332" y="29247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4172184" y="33119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837989" y="2499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4140822" y="24822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849248" y="28377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4100721" y="29971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921824" y="25817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4096914" y="26046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883335" y="22365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092614" y="23150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953973" y="26459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190230" y="27244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883519" y="27802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167848" y="27013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919952" y="23361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159403" y="30191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838482" y="27810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204500" y="32510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883419" y="27571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129959" y="25344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898933" y="25591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4087007" y="27972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893228" y="32349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4207151" y="30021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859649" y="2573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4189551" y="24519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955796" y="2522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4152534" y="23839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881117" y="31846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4181901" y="25814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845216" y="32988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4197181" y="32020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941261" y="23072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4181588" y="25325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854127" y="28921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4147318" y="28784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903276" y="2697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4116003" y="27296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939224" y="25245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4093624" y="27680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941421" y="28065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4196310" y="24871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900390" y="28975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4132220" y="26137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939116" y="24531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4198033" y="23692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929212" y="20833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4202050" y="20441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900521" y="23940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4177895" y="23074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945278" y="22627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4118852" y="21879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929663" y="24401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4142007" y="26384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921848" y="29211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4157399" y="28734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848781" y="27910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4104415" y="25905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877232" y="26305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4100903" y="23704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874107" y="20686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4092476" y="21262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875423" y="30839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4089408" y="23905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896597" y="24506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4134764" y="26750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901277" y="22015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4157432" y="22732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869895" y="20268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4118041" y="20028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943711" y="19623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4179436" y="17771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873666" y="12312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4108520" y="22114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841634" y="24676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4163385" y="25239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952887" y="21345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167398" y="20838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5592017" y="30313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5911945" y="27302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5580923" y="20856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5925775" y="2369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5693249" y="21419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5867354" y="27054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5627447" y="18304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5928523" y="21215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5688539" y="21927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5935506" y="23476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5679052" y="23847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5904040" y="29056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5585400" y="22384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5905032" y="2311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5609674" y="24814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5877596" y="24768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5648588" y="25743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5927024" y="26146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5693163" y="27494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5847125" y="29541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5690425" y="29003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5936913" y="33614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5610647" y="21385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5844695" y="24123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5604305" y="27400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5845177" y="29696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5650772" y="18474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5844077" y="22625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5619035" y="21368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5858717" y="23449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5654223" y="18658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5856267" y="22305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5689026" y="3547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5922772" y="33028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5573568" y="3072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5917755" y="27112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5669652" y="18778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5874527" y="24685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5577898" y="26295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5863825" y="29755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5608074" y="22250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5879157" y="24316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5650587" y="24414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5934605" y="26957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5686125" y="33624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5850789" y="30605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5606980" y="263609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5940410" y="28646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5618383" y="24171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5832064" y="28281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5594029" y="25193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5845533" y="24668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5652645" y="3275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5837485" y="38219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5621093" y="21147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5873695" y="23019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5686015" y="22566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5913095" y="23493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5624746" y="19053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5934708" y="21832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5652411" y="20099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5857660" y="20824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5651254" y="19573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5891178" y="20941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5653335" y="25237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5826448" y="23402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5682423" y="22260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5884777" y="23394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5616355" y="17315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5906708" y="2101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5605487" y="19472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5894673" y="22998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5609169" y="20965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5930873" y="21343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5630109" y="21534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5826287" y="23661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5592798" y="17970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5896474" y="19733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5591639" y="18464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5919484" y="17974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5677826" y="21537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842036" y="21916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584221" y="1634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936542" y="24475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5677997" y="1933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942797" y="22603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629325" y="17578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871046" y="20786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660019" y="20238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832103" y="23122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580887" y="13562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869001" y="20315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598511" y="24117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927432" y="2557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694785" y="2021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864050" y="24306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688766" y="19612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862560" y="24999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656246" y="25959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923031" y="24365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625177" y="206089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883301" y="23460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637009" y="18196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867606" y="22670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644010" y="28111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850345" y="26530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682727" y="24864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839635" y="29681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5602889" y="21099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923012" y="22626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662270" y="20637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931307" y="20653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673317" y="20101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933747" y="23384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694939" y="21292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854216" y="2407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615112" y="19504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830395" y="2800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654658" y="32903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827313" y="31966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593108" y="24002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828537" y="28232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582434" y="23058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922607" y="22724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612762" y="22926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854354" y="21206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621742" y="27952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908850" y="27666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614027" y="28943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912086" y="30402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647617" y="22627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821896" y="2811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607988" y="24757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857970" y="2914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592395" y="17481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902112" y="23114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587042" y="19973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922685" y="24349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579950" y="2002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853626" y="27046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602420" y="23393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920744" y="29196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585780" y="16075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821345" y="20800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580781" y="25256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857814" y="32090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592271" y="31561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851337" y="27756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588817" y="20838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936628" y="27518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584185" y="19277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855251" y="28039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573058" y="1874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942888" y="21198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585530" y="32202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824221" y="30049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612847" y="28140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849928" y="33104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694560" y="23638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826785" y="27582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693211" y="17543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840648" y="24080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575014" y="16170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27396" y="19290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573586" y="23210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29577" y="29200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655999" y="24435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24037" y="26548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659282" y="26445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861094" y="27226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580079" y="20262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71914" y="23997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622864" y="25474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22785" y="3025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694669" y="20870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835695" y="28722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583082" y="25235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04690" y="2737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683737" y="28303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820568" y="25699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645916" y="18330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879905" y="2535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5683774" y="21079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885450" y="23429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5629300" y="13416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931952" y="18698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5646711" y="26909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889883" y="29621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5601316" y="25848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896284" y="19940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5674281" y="2525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5945037" y="21166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5597117" y="25925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896207" y="24487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5613768" y="34383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937066" y="29718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5589130" y="25237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925347" y="26693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5618221" y="20356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899629" y="22745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5580642" y="28091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5838654" y="28870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5631594" y="36009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5841932" y="33558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5570360" y="3103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5821151" y="26700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5680130" y="28041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5842151" y="23816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5642235" y="26244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5926243" y="23248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5606393" y="24212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5906581" y="26950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5674623" y="26725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5858784" y="27054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5664130" y="26206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5886824" y="25024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5594794" y="24027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5854078" y="2228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5613750" y="24540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5849631" y="24353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5684230" y="27476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849890" y="23208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5607085" y="21517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5889995" y="19082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5605737" y="29919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824456" y="29740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5683265" y="32856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845992" y="29845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5683014" y="1703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921531" y="18942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7403008" y="21777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7664815" y="2250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7381751" y="29253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7662475" y="33543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7429917" y="22453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7673097" y="20110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7377413" y="2694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7666418" y="23931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7410339" y="19810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7575976" y="2565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7403676" y="1489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7676014" y="19317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7343614" y="29327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7570487" y="28149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7308234" y="23382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7579301" y="25735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7388554" y="23681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7642513" y="25001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7340373" y="285689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7617235" y="22337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7374089" y="12732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7603873" y="16584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7321139" y="27650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7653195" y="24534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7414126" y="24559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7631675" y="24298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7341886" y="19165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7583706" y="31420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7415362" y="24711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7594928" y="23818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7399797" y="28622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7588913" y="30144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7357207" y="27542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7648000" y="29620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7375092" y="25567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7656170" y="20452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7378598" y="26513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7627901" y="2258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7346661" y="2147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7575768" y="29714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7356898" y="28123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7622816" y="27641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7361159" y="19391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7651697" y="23245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7404921" y="287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7633513" y="33093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7322755" y="30778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7559005" y="25807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7307377" y="17894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7620432" y="25124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7390915" y="20097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7622708" y="25557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7313047" y="21662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7565142" y="25831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7334903" y="29095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7603884" y="21586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7314237" y="27805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7646544" y="23778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7423668" y="20710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7561880" y="24974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7376677" y="22581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7571306" y="18842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7356319" y="26500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7571200" y="23955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7360327" y="18818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7654652" y="19926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7320494" y="26512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7558399" y="27235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7327520" y="21850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7568081" y="25627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7322001" y="32975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7557252" y="33830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7387946" y="19857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7656508" y="27109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7333800" y="22251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7558445" y="25495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7385808" y="23225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7601456" y="27633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7404839" y="21868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7606517" y="22174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7340247" y="22199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7620221" y="26063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7360069" y="24574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7632160" y="25286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7395575" y="23049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7584697" y="21455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7400006" y="26539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7668489" y="3220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7344917" y="29542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7582070" y="24156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7403117" y="24330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7584315" y="24890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7316056" y="24951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7623315" y="27555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7369748" y="25592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7608538" y="20706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7336446" y="15000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7596826" y="19232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7343561" y="21046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7668798" y="22039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7366851" y="18179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7679679" y="21162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7331265" y="27746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7647233" y="27747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7308304" y="21025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7616304" y="22302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7360585" y="22927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7611236" y="22287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7307944" y="2782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7616493" y="25841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7324859" y="18224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7559690" y="22933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7399890" y="25226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7677377" y="24121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7307931" y="23439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7637844" y="27689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7317272" y="24465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7626611" y="26705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7388943" y="21630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7605478" y="24929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7366587" y="21595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7663095" y="26865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7355414" y="24689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7594933" y="25321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7385452" y="20548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7611630" y="23082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7383910" y="26368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7657758" y="20525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7404219" y="18738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7600178" y="18640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7340453" y="23558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7590651" y="24469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7326196" y="24992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7626109" y="23038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7331495" y="17781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7596873" y="28493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7337899" y="29112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7601906" y="23351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7399496" y="25745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7594347" y="31392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7350158" y="23720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7673659" y="23854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7427854" y="24167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7627188" y="24103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7333429" y="23885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7620779" y="27054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7310840" y="2430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7675879" y="22897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7337751" y="28716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7665513" y="24281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7341248" y="27733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7583044" y="20172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7343922" y="30110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7586701" y="31837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7417710" y="27498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7640016" y="26204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7347779" y="26003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7611087" y="24008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7325295" y="24681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7610809" y="23447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7359880" y="25624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7637183" y="28184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7355048" y="24093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7602305" y="22204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7334023" y="26928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7567566" y="24145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7407989" y="27414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7566797" y="29052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7419594" y="27402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7665715" y="23463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7428295" y="26065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7556861" y="27286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7392895" y="21858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7678187" y="23152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7350598" y="2380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7599166" y="25577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7365572" y="2580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7614904" y="25011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7316576" y="25589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7654837" y="26152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7380000" y="18094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7605430" y="20253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7339774" y="19067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7641891" y="22981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7308983" y="15064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7599604" y="16665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7317082" y="2276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7644634" y="23349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7381095" y="20281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7677370" y="21224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7347448" y="23321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7637183" y="25635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7425334" y="29557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7569604" y="30029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7335415" y="25622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7563562" y="2448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7385329" y="18309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7626749" y="21518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7325968" y="24564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7634215" y="25117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7314056" y="228089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7594055" y="22957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7397441" y="19809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7570437" y="20223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7381539" y="21039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7613667" y="25049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7306731" y="23992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7615940" y="27213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7355590" y="23083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7637706" y="19501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7313004" y="26245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7597384" y="21746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7349679" y="30634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7623888" y="23822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7366298" y="21356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7607734" y="26285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7346489" y="2302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7668263" y="24571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7415717" y="21497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7628164" y="22997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7405653" y="26925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7604399" y="26117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7331318" y="26413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7668606" y="26241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7353203" y="24679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7558937" y="26408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7376384" y="25681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7614122" y="27615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7314292" y="25483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7674122" y="22886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7307434" y="19807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7565839" y="24583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7359999" y="25688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7661821" y="2935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7396950" y="24502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7615418" y="2260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7419173" y="23908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7628751" y="29569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7422435" y="2660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7639419" y="21989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7315166" y="19897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7606300" y="22183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7418551" y="26065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7669076" y="26634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7320882" y="24110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7618527" y="2681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7314692" y="26153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7590319" y="22896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7319013" y="24278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7581721" y="22187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7372732" y="26159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7630795" y="24026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7395105" y="20980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7575437" y="21960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7340619" y="23224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7597994" y="27376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7339111" y="25472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7677092" y="21779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7370322" y="19246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7596298" y="21218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7324448" y="22256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7566411" y="23897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7425185" y="23992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7611305" y="25580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7352255" y="30500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7653337" y="30520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7307346" y="37312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7562570" y="34053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7320942" y="20958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7647663" y="23676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7356766" y="17498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7605273" y="21299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7369931" y="28449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7577037" y="24102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7375973" y="25651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7669343" y="22739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7361675" y="22877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7571424" y="22564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7350741" y="25334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7577982" y="23798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7407746" y="22876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7671366" y="2371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2193601" y="2121945"/>
              <a:ext cx="0" cy="531937"/>
            </a:xfrm>
            <a:custGeom>
              <a:avLst/>
              <a:pathLst>
                <a:path w="0" h="531937">
                  <a:moveTo>
                    <a:pt x="0" y="53193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2193601" y="3127036"/>
              <a:ext cx="0" cy="682904"/>
            </a:xfrm>
            <a:custGeom>
              <a:avLst/>
              <a:pathLst>
                <a:path w="0" h="682904">
                  <a:moveTo>
                    <a:pt x="0" y="0"/>
                  </a:moveTo>
                  <a:lnTo>
                    <a:pt x="0" y="68290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068404" y="2653882"/>
              <a:ext cx="250392" cy="473153"/>
            </a:xfrm>
            <a:custGeom>
              <a:avLst/>
              <a:pathLst>
                <a:path w="250392" h="473153">
                  <a:moveTo>
                    <a:pt x="0" y="0"/>
                  </a:moveTo>
                  <a:lnTo>
                    <a:pt x="0" y="473153"/>
                  </a:lnTo>
                  <a:lnTo>
                    <a:pt x="250392" y="473153"/>
                  </a:lnTo>
                  <a:lnTo>
                    <a:pt x="250392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2068404" y="2925396"/>
              <a:ext cx="250392" cy="0"/>
            </a:xfrm>
            <a:custGeom>
              <a:avLst/>
              <a:pathLst>
                <a:path w="250392" h="0">
                  <a:moveTo>
                    <a:pt x="0" y="0"/>
                  </a:moveTo>
                  <a:lnTo>
                    <a:pt x="250392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929187" y="1861947"/>
              <a:ext cx="0" cy="504935"/>
            </a:xfrm>
            <a:custGeom>
              <a:avLst/>
              <a:pathLst>
                <a:path w="0" h="504935">
                  <a:moveTo>
                    <a:pt x="0" y="50493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4"/>
            <p:cNvSpPr/>
            <p:nvPr/>
          </p:nvSpPr>
          <p:spPr>
            <a:xfrm>
              <a:off x="3929187" y="2855857"/>
              <a:ext cx="0" cy="704675"/>
            </a:xfrm>
            <a:custGeom>
              <a:avLst/>
              <a:pathLst>
                <a:path w="0" h="704675">
                  <a:moveTo>
                    <a:pt x="0" y="0"/>
                  </a:moveTo>
                  <a:lnTo>
                    <a:pt x="0" y="70467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3803991" y="2366882"/>
              <a:ext cx="250392" cy="488975"/>
            </a:xfrm>
            <a:custGeom>
              <a:avLst/>
              <a:pathLst>
                <a:path w="250392" h="488975">
                  <a:moveTo>
                    <a:pt x="0" y="0"/>
                  </a:moveTo>
                  <a:lnTo>
                    <a:pt x="0" y="488975"/>
                  </a:lnTo>
                  <a:lnTo>
                    <a:pt x="250392" y="488975"/>
                  </a:lnTo>
                  <a:lnTo>
                    <a:pt x="250392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803991" y="2558291"/>
              <a:ext cx="250392" cy="0"/>
            </a:xfrm>
            <a:custGeom>
              <a:avLst/>
              <a:pathLst>
                <a:path w="250392" h="0">
                  <a:moveTo>
                    <a:pt x="0" y="0"/>
                  </a:moveTo>
                  <a:lnTo>
                    <a:pt x="250392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5664774" y="1373694"/>
              <a:ext cx="0" cy="668384"/>
            </a:xfrm>
            <a:custGeom>
              <a:avLst/>
              <a:pathLst>
                <a:path w="0" h="668384">
                  <a:moveTo>
                    <a:pt x="0" y="66838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5664774" y="2659001"/>
              <a:ext cx="0" cy="920166"/>
            </a:xfrm>
            <a:custGeom>
              <a:avLst/>
              <a:pathLst>
                <a:path w="0" h="920166">
                  <a:moveTo>
                    <a:pt x="0" y="0"/>
                  </a:moveTo>
                  <a:lnTo>
                    <a:pt x="0" y="92016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5539578" y="2042078"/>
              <a:ext cx="250392" cy="616922"/>
            </a:xfrm>
            <a:custGeom>
              <a:avLst/>
              <a:pathLst>
                <a:path w="250392" h="616922">
                  <a:moveTo>
                    <a:pt x="0" y="0"/>
                  </a:moveTo>
                  <a:lnTo>
                    <a:pt x="0" y="616922"/>
                  </a:lnTo>
                  <a:lnTo>
                    <a:pt x="250392" y="616922"/>
                  </a:lnTo>
                  <a:lnTo>
                    <a:pt x="250392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5539578" y="2337826"/>
              <a:ext cx="250392" cy="0"/>
            </a:xfrm>
            <a:custGeom>
              <a:avLst/>
              <a:pathLst>
                <a:path w="250392" h="0">
                  <a:moveTo>
                    <a:pt x="0" y="0"/>
                  </a:moveTo>
                  <a:lnTo>
                    <a:pt x="250392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7400360" y="1521382"/>
              <a:ext cx="0" cy="673674"/>
            </a:xfrm>
            <a:custGeom>
              <a:avLst/>
              <a:pathLst>
                <a:path w="0" h="673674">
                  <a:moveTo>
                    <a:pt x="0" y="673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7400360" y="2673379"/>
              <a:ext cx="0" cy="656174"/>
            </a:xfrm>
            <a:custGeom>
              <a:avLst/>
              <a:pathLst>
                <a:path w="0" h="656174">
                  <a:moveTo>
                    <a:pt x="0" y="0"/>
                  </a:moveTo>
                  <a:lnTo>
                    <a:pt x="0" y="65617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7275164" y="2195056"/>
              <a:ext cx="250392" cy="478323"/>
            </a:xfrm>
            <a:custGeom>
              <a:avLst/>
              <a:pathLst>
                <a:path w="250392" h="478323">
                  <a:moveTo>
                    <a:pt x="0" y="0"/>
                  </a:moveTo>
                  <a:lnTo>
                    <a:pt x="0" y="478323"/>
                  </a:lnTo>
                  <a:lnTo>
                    <a:pt x="250392" y="478323"/>
                  </a:lnTo>
                  <a:lnTo>
                    <a:pt x="250392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7275164" y="2459867"/>
              <a:ext cx="250392" cy="0"/>
            </a:xfrm>
            <a:custGeom>
              <a:avLst/>
              <a:pathLst>
                <a:path w="250392" h="0">
                  <a:moveTo>
                    <a:pt x="0" y="0"/>
                  </a:moveTo>
                  <a:lnTo>
                    <a:pt x="250392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2443993" y="2157853"/>
              <a:ext cx="0" cy="572486"/>
            </a:xfrm>
            <a:custGeom>
              <a:avLst/>
              <a:pathLst>
                <a:path w="0" h="572486">
                  <a:moveTo>
                    <a:pt x="0" y="5724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6"/>
            <p:cNvSpPr/>
            <p:nvPr/>
          </p:nvSpPr>
          <p:spPr>
            <a:xfrm>
              <a:off x="2443993" y="3120649"/>
              <a:ext cx="0" cy="342423"/>
            </a:xfrm>
            <a:custGeom>
              <a:avLst/>
              <a:pathLst>
                <a:path w="0" h="342423">
                  <a:moveTo>
                    <a:pt x="0" y="0"/>
                  </a:moveTo>
                  <a:lnTo>
                    <a:pt x="0" y="34242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2318797" y="2730339"/>
              <a:ext cx="250392" cy="390309"/>
            </a:xfrm>
            <a:custGeom>
              <a:avLst/>
              <a:pathLst>
                <a:path w="250392" h="390309">
                  <a:moveTo>
                    <a:pt x="0" y="0"/>
                  </a:moveTo>
                  <a:lnTo>
                    <a:pt x="0" y="390309"/>
                  </a:lnTo>
                  <a:lnTo>
                    <a:pt x="250392" y="390309"/>
                  </a:lnTo>
                  <a:lnTo>
                    <a:pt x="250392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318797" y="2969007"/>
              <a:ext cx="250392" cy="0"/>
            </a:xfrm>
            <a:custGeom>
              <a:avLst/>
              <a:pathLst>
                <a:path w="250392" h="0">
                  <a:moveTo>
                    <a:pt x="0" y="0"/>
                  </a:moveTo>
                  <a:lnTo>
                    <a:pt x="250392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4179579" y="1809159"/>
              <a:ext cx="0" cy="644080"/>
            </a:xfrm>
            <a:custGeom>
              <a:avLst/>
              <a:pathLst>
                <a:path w="0" h="644080">
                  <a:moveTo>
                    <a:pt x="0" y="64408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0"/>
            <p:cNvSpPr/>
            <p:nvPr/>
          </p:nvSpPr>
          <p:spPr>
            <a:xfrm>
              <a:off x="4179579" y="2938335"/>
              <a:ext cx="0" cy="599779"/>
            </a:xfrm>
            <a:custGeom>
              <a:avLst/>
              <a:pathLst>
                <a:path w="0" h="599779">
                  <a:moveTo>
                    <a:pt x="0" y="0"/>
                  </a:moveTo>
                  <a:lnTo>
                    <a:pt x="0" y="59977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4054383" y="2453240"/>
              <a:ext cx="250392" cy="485095"/>
            </a:xfrm>
            <a:custGeom>
              <a:avLst/>
              <a:pathLst>
                <a:path w="250392" h="485095">
                  <a:moveTo>
                    <a:pt x="0" y="0"/>
                  </a:moveTo>
                  <a:lnTo>
                    <a:pt x="0" y="485095"/>
                  </a:lnTo>
                  <a:lnTo>
                    <a:pt x="250392" y="485095"/>
                  </a:lnTo>
                  <a:lnTo>
                    <a:pt x="250392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4054383" y="2675846"/>
              <a:ext cx="250392" cy="0"/>
            </a:xfrm>
            <a:custGeom>
              <a:avLst/>
              <a:pathLst>
                <a:path w="250392" h="0">
                  <a:moveTo>
                    <a:pt x="0" y="0"/>
                  </a:moveTo>
                  <a:lnTo>
                    <a:pt x="250392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915166" y="1829494"/>
              <a:ext cx="0" cy="489711"/>
            </a:xfrm>
            <a:custGeom>
              <a:avLst/>
              <a:pathLst>
                <a:path w="0" h="489711">
                  <a:moveTo>
                    <a:pt x="0" y="4897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4"/>
            <p:cNvSpPr/>
            <p:nvPr/>
          </p:nvSpPr>
          <p:spPr>
            <a:xfrm>
              <a:off x="5915166" y="2839671"/>
              <a:ext cx="0" cy="553763"/>
            </a:xfrm>
            <a:custGeom>
              <a:avLst/>
              <a:pathLst>
                <a:path w="0" h="553763">
                  <a:moveTo>
                    <a:pt x="0" y="0"/>
                  </a:moveTo>
                  <a:lnTo>
                    <a:pt x="0" y="55376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5789970" y="2319205"/>
              <a:ext cx="250392" cy="520465"/>
            </a:xfrm>
            <a:custGeom>
              <a:avLst/>
              <a:pathLst>
                <a:path w="250392" h="520465">
                  <a:moveTo>
                    <a:pt x="0" y="0"/>
                  </a:moveTo>
                  <a:lnTo>
                    <a:pt x="0" y="520465"/>
                  </a:lnTo>
                  <a:lnTo>
                    <a:pt x="250392" y="520465"/>
                  </a:lnTo>
                  <a:lnTo>
                    <a:pt x="250392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5789970" y="2480728"/>
              <a:ext cx="250392" cy="0"/>
            </a:xfrm>
            <a:custGeom>
              <a:avLst/>
              <a:pathLst>
                <a:path w="250392" h="0">
                  <a:moveTo>
                    <a:pt x="0" y="0"/>
                  </a:moveTo>
                  <a:lnTo>
                    <a:pt x="250392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7650752" y="1896085"/>
              <a:ext cx="0" cy="392415"/>
            </a:xfrm>
            <a:custGeom>
              <a:avLst/>
              <a:pathLst>
                <a:path w="0" h="392415">
                  <a:moveTo>
                    <a:pt x="0" y="39241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8"/>
            <p:cNvSpPr/>
            <p:nvPr/>
          </p:nvSpPr>
          <p:spPr>
            <a:xfrm>
              <a:off x="7650752" y="2672873"/>
              <a:ext cx="0" cy="542913"/>
            </a:xfrm>
            <a:custGeom>
              <a:avLst/>
              <a:pathLst>
                <a:path w="0" h="542913">
                  <a:moveTo>
                    <a:pt x="0" y="0"/>
                  </a:moveTo>
                  <a:lnTo>
                    <a:pt x="0" y="54291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7525556" y="2288501"/>
              <a:ext cx="250392" cy="384371"/>
            </a:xfrm>
            <a:custGeom>
              <a:avLst/>
              <a:pathLst>
                <a:path w="250392" h="384371">
                  <a:moveTo>
                    <a:pt x="0" y="0"/>
                  </a:moveTo>
                  <a:lnTo>
                    <a:pt x="0" y="384371"/>
                  </a:lnTo>
                  <a:lnTo>
                    <a:pt x="250392" y="384371"/>
                  </a:lnTo>
                  <a:lnTo>
                    <a:pt x="250392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l920"/>
            <p:cNvSpPr/>
            <p:nvPr/>
          </p:nvSpPr>
          <p:spPr>
            <a:xfrm>
              <a:off x="7525556" y="2447611"/>
              <a:ext cx="250392" cy="0"/>
            </a:xfrm>
            <a:custGeom>
              <a:avLst/>
              <a:pathLst>
                <a:path w="250392" h="0">
                  <a:moveTo>
                    <a:pt x="0" y="0"/>
                  </a:moveTo>
                  <a:lnTo>
                    <a:pt x="250392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2318797" y="2173131"/>
              <a:ext cx="5258236" cy="751248"/>
            </a:xfrm>
            <a:custGeom>
              <a:avLst/>
              <a:pathLst>
                <a:path w="5258236" h="751248">
                  <a:moveTo>
                    <a:pt x="0" y="375277"/>
                  </a:moveTo>
                  <a:lnTo>
                    <a:pt x="1302039" y="339263"/>
                  </a:lnTo>
                  <a:lnTo>
                    <a:pt x="2503922" y="283874"/>
                  </a:lnTo>
                  <a:lnTo>
                    <a:pt x="4006275" y="149249"/>
                  </a:lnTo>
                  <a:lnTo>
                    <a:pt x="5258236" y="0"/>
                  </a:lnTo>
                  <a:lnTo>
                    <a:pt x="5258236" y="336764"/>
                  </a:lnTo>
                  <a:lnTo>
                    <a:pt x="4006275" y="375553"/>
                  </a:lnTo>
                  <a:lnTo>
                    <a:pt x="2503922" y="466574"/>
                  </a:lnTo>
                  <a:lnTo>
                    <a:pt x="1302039" y="591703"/>
                  </a:lnTo>
                  <a:lnTo>
                    <a:pt x="0" y="751248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2318797" y="2173131"/>
              <a:ext cx="5258236" cy="375277"/>
            </a:xfrm>
            <a:custGeom>
              <a:avLst/>
              <a:pathLst>
                <a:path w="5258236" h="375277">
                  <a:moveTo>
                    <a:pt x="0" y="375277"/>
                  </a:moveTo>
                  <a:lnTo>
                    <a:pt x="1302039" y="339263"/>
                  </a:lnTo>
                  <a:lnTo>
                    <a:pt x="2503922" y="283874"/>
                  </a:lnTo>
                  <a:lnTo>
                    <a:pt x="4006275" y="149249"/>
                  </a:lnTo>
                  <a:lnTo>
                    <a:pt x="525823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2318797" y="2509895"/>
              <a:ext cx="5258236" cy="414484"/>
            </a:xfrm>
            <a:custGeom>
              <a:avLst/>
              <a:pathLst>
                <a:path w="5258236" h="414484">
                  <a:moveTo>
                    <a:pt x="5258236" y="0"/>
                  </a:moveTo>
                  <a:lnTo>
                    <a:pt x="4006275" y="38789"/>
                  </a:lnTo>
                  <a:lnTo>
                    <a:pt x="2503922" y="129809"/>
                  </a:lnTo>
                  <a:lnTo>
                    <a:pt x="1302039" y="254938"/>
                  </a:lnTo>
                  <a:lnTo>
                    <a:pt x="0" y="414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2318797" y="2330000"/>
              <a:ext cx="5258236" cy="680982"/>
            </a:xfrm>
            <a:custGeom>
              <a:avLst/>
              <a:pathLst>
                <a:path w="5258236" h="680982">
                  <a:moveTo>
                    <a:pt x="0" y="365278"/>
                  </a:moveTo>
                  <a:lnTo>
                    <a:pt x="1302039" y="322361"/>
                  </a:lnTo>
                  <a:lnTo>
                    <a:pt x="2503922" y="264296"/>
                  </a:lnTo>
                  <a:lnTo>
                    <a:pt x="4006275" y="137131"/>
                  </a:lnTo>
                  <a:lnTo>
                    <a:pt x="5258236" y="0"/>
                  </a:lnTo>
                  <a:lnTo>
                    <a:pt x="5258236" y="281773"/>
                  </a:lnTo>
                  <a:lnTo>
                    <a:pt x="4006275" y="326662"/>
                  </a:lnTo>
                  <a:lnTo>
                    <a:pt x="2503922" y="417922"/>
                  </a:lnTo>
                  <a:lnTo>
                    <a:pt x="1302039" y="534597"/>
                  </a:lnTo>
                  <a:lnTo>
                    <a:pt x="0" y="680982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2318797" y="2330000"/>
              <a:ext cx="5258236" cy="365278"/>
            </a:xfrm>
            <a:custGeom>
              <a:avLst/>
              <a:pathLst>
                <a:path w="5258236" h="365278">
                  <a:moveTo>
                    <a:pt x="0" y="365278"/>
                  </a:moveTo>
                  <a:lnTo>
                    <a:pt x="1302039" y="322361"/>
                  </a:lnTo>
                  <a:lnTo>
                    <a:pt x="2503922" y="264296"/>
                  </a:lnTo>
                  <a:lnTo>
                    <a:pt x="4006275" y="137131"/>
                  </a:lnTo>
                  <a:lnTo>
                    <a:pt x="525823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2318797" y="2611773"/>
              <a:ext cx="5258236" cy="399209"/>
            </a:xfrm>
            <a:custGeom>
              <a:avLst/>
              <a:pathLst>
                <a:path w="5258236" h="399209">
                  <a:moveTo>
                    <a:pt x="5258236" y="0"/>
                  </a:moveTo>
                  <a:lnTo>
                    <a:pt x="4006275" y="44888"/>
                  </a:lnTo>
                  <a:lnTo>
                    <a:pt x="2503922" y="136149"/>
                  </a:lnTo>
                  <a:lnTo>
                    <a:pt x="1302039" y="252823"/>
                  </a:lnTo>
                  <a:lnTo>
                    <a:pt x="0" y="399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2318797" y="2341513"/>
              <a:ext cx="5258236" cy="394880"/>
            </a:xfrm>
            <a:custGeom>
              <a:avLst/>
              <a:pathLst>
                <a:path w="5258236" h="394880">
                  <a:moveTo>
                    <a:pt x="0" y="394880"/>
                  </a:moveTo>
                  <a:lnTo>
                    <a:pt x="1302039" y="297100"/>
                  </a:lnTo>
                  <a:lnTo>
                    <a:pt x="2503922" y="206842"/>
                  </a:lnTo>
                  <a:lnTo>
                    <a:pt x="4006275" y="94019"/>
                  </a:lnTo>
                  <a:lnTo>
                    <a:pt x="525823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2318797" y="2470887"/>
              <a:ext cx="5258236" cy="382243"/>
            </a:xfrm>
            <a:custGeom>
              <a:avLst/>
              <a:pathLst>
                <a:path w="5258236" h="382243">
                  <a:moveTo>
                    <a:pt x="0" y="382243"/>
                  </a:moveTo>
                  <a:lnTo>
                    <a:pt x="1302039" y="287592"/>
                  </a:lnTo>
                  <a:lnTo>
                    <a:pt x="2503922" y="200222"/>
                  </a:lnTo>
                  <a:lnTo>
                    <a:pt x="4006275" y="91010"/>
                  </a:lnTo>
                  <a:lnTo>
                    <a:pt x="525823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29"/>
            <p:cNvSpPr/>
            <p:nvPr/>
          </p:nvSpPr>
          <p:spPr>
            <a:xfrm>
              <a:off x="2318797" y="1204217"/>
              <a:ext cx="20077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Slope=0.0666, P = 0.028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318797" y="1430166"/>
              <a:ext cx="19950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Slope=0.0644, P = 0.017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3987723" y="1599628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5723310" y="1203537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7503336" y="1175974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35" name="rc934"/>
            <p:cNvSpPr/>
            <p:nvPr/>
          </p:nvSpPr>
          <p:spPr>
            <a:xfrm>
              <a:off x="1715530" y="1132253"/>
              <a:ext cx="6412849" cy="296558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1715530" y="1132253"/>
              <a:ext cx="0" cy="2965581"/>
            </a:xfrm>
            <a:custGeom>
              <a:avLst/>
              <a:pathLst>
                <a:path w="0" h="2965581">
                  <a:moveTo>
                    <a:pt x="0" y="2965581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tx936"/>
            <p:cNvSpPr/>
            <p:nvPr/>
          </p:nvSpPr>
          <p:spPr>
            <a:xfrm>
              <a:off x="1435340" y="3901936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1435340" y="3337063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435340" y="2772190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1435340" y="2207318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1435340" y="1642445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1435340" y="1077572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43" name="pl942"/>
            <p:cNvSpPr/>
            <p:nvPr/>
          </p:nvSpPr>
          <p:spPr>
            <a:xfrm>
              <a:off x="1677572" y="395661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1677572" y="339174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1677572" y="28268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5"/>
            <p:cNvSpPr/>
            <p:nvPr/>
          </p:nvSpPr>
          <p:spPr>
            <a:xfrm>
              <a:off x="1677572" y="22619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6"/>
            <p:cNvSpPr/>
            <p:nvPr/>
          </p:nvSpPr>
          <p:spPr>
            <a:xfrm>
              <a:off x="1677572" y="16971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7"/>
            <p:cNvSpPr/>
            <p:nvPr/>
          </p:nvSpPr>
          <p:spPr>
            <a:xfrm>
              <a:off x="1677572" y="11322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8"/>
            <p:cNvSpPr/>
            <p:nvPr/>
          </p:nvSpPr>
          <p:spPr>
            <a:xfrm>
              <a:off x="1715530" y="4097835"/>
              <a:ext cx="6412849" cy="0"/>
            </a:xfrm>
            <a:custGeom>
              <a:avLst/>
              <a:pathLst>
                <a:path w="6412849" h="0">
                  <a:moveTo>
                    <a:pt x="0" y="0"/>
                  </a:moveTo>
                  <a:lnTo>
                    <a:pt x="6412849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49"/>
            <p:cNvSpPr/>
            <p:nvPr/>
          </p:nvSpPr>
          <p:spPr>
            <a:xfrm>
              <a:off x="2318797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0"/>
            <p:cNvSpPr/>
            <p:nvPr/>
          </p:nvSpPr>
          <p:spPr>
            <a:xfrm>
              <a:off x="4054383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1"/>
            <p:cNvSpPr/>
            <p:nvPr/>
          </p:nvSpPr>
          <p:spPr>
            <a:xfrm>
              <a:off x="5789970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2"/>
            <p:cNvSpPr/>
            <p:nvPr/>
          </p:nvSpPr>
          <p:spPr>
            <a:xfrm>
              <a:off x="7525556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tx953"/>
            <p:cNvSpPr/>
            <p:nvPr/>
          </p:nvSpPr>
          <p:spPr>
            <a:xfrm>
              <a:off x="2276414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55" name="tx954"/>
            <p:cNvSpPr/>
            <p:nvPr/>
          </p:nvSpPr>
          <p:spPr>
            <a:xfrm>
              <a:off x="4012001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5747587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7483174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8" name="tx957"/>
            <p:cNvSpPr/>
            <p:nvPr/>
          </p:nvSpPr>
          <p:spPr>
            <a:xfrm rot="-5400000">
              <a:off x="705455" y="2555837"/>
              <a:ext cx="1119499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020466" y="984669"/>
              <a:ext cx="21717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</a:t>
              </a:r>
            </a:p>
          </p:txBody>
        </p:sp>
        <p:sp>
          <p:nvSpPr>
            <p:cNvPr id="960" name="rc959"/>
            <p:cNvSpPr/>
            <p:nvPr/>
          </p:nvSpPr>
          <p:spPr>
            <a:xfrm>
              <a:off x="965010" y="4334476"/>
              <a:ext cx="3611836" cy="386981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0"/>
            <p:cNvSpPr/>
            <p:nvPr/>
          </p:nvSpPr>
          <p:spPr>
            <a:xfrm>
              <a:off x="4576846" y="4334476"/>
              <a:ext cx="3602143" cy="386981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1"/>
            <p:cNvSpPr/>
            <p:nvPr/>
          </p:nvSpPr>
          <p:spPr>
            <a:xfrm>
              <a:off x="1715530" y="4527025"/>
              <a:ext cx="2810705" cy="29655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917467" y="69342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117064" y="72909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900340" y="71829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114605" y="68220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898080" y="63695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062991" y="66633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943372" y="70706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072402" y="70535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956983" y="71007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053992" y="71316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893318" y="71777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107038" y="71965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897042" y="72261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055221" y="72313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898366" y="72382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118018" y="72606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915004" y="6394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045590" y="57203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896464" y="70902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076858" y="71382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893755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052045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962734" y="71525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071077" y="71486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960939" y="68814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047059" y="70907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908631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062261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961546" y="68592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069239" y="7221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962234" y="7266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112616" y="72287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914873" y="65949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090107" y="72454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914543" y="70355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112806" y="7141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929349" y="71434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112954" y="71458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897951" y="69380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106668" y="70405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894480" y="6973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100969" y="70957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908195" y="72730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048980" y="71995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893152" y="68264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122494" y="69803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909179" y="69946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2086135" y="64970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905861" y="726129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116855" y="72917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961288" y="67592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103697" y="72890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937770" y="66605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070075" y="69149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912229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091765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946297" y="73315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073212" y="73136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946299" y="7214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81612" y="71419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902709" y="71857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100889" y="71658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937965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120834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966055" y="73400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081515" y="73175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959532" y="6693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04069" y="59383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890958" y="70799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083730" y="70373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957523" y="71636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101647" y="72498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962214" y="65240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2057966" y="67249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61689" y="65347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59163" y="65021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917967" y="62865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081728" y="61361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898568" y="71742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070600" y="71017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09530" y="71508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045497" y="71997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920773" y="67588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083211" y="69120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891160" y="67793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2078071" y="62470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938572" y="70825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111256" y="67068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953257" y="68612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053631" y="68955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925086" y="72695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2106626" y="68804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946583" y="72041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74467" y="65772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895074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059976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925876" y="68915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094406" y="67520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18634" y="68835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2052571" y="67994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942693" y="73393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056015" y="73297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942799" y="68255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055043" y="66052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43852" y="6817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2101392" y="70758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1946356" y="58370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80079" y="53840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1962118" y="69814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122275" y="64275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1894226" y="66656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074301" y="68769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1919057" y="61713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70952" y="69926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1891588" y="61999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2052321" y="65399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1946388" y="69099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056960" y="70650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1956011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113941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889376" y="70831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075428" y="70965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1955242" y="69733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2069664" y="69892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1908146" y="66244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120471" y="70719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1963340" y="62066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17854" y="67124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1920139" y="71495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16393" y="69381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1934218" y="71705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076064" y="70796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1892020" y="70408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65740" y="71175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1899657" y="67134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112050" y="70857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1962146" y="70810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092671" y="71716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37585" y="67099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077097" y="69660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1959156" y="68453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97612" y="70347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1890777" y="71830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046020" y="66721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1908990" y="71626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2078345" y="70076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1898004" y="72238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088713" y="72519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905650" y="71480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075187" y="70433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1913003" y="71355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113233" y="70968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1962783" y="69769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054070" y="71243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1904957" y="69495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105865" y="71697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913441" y="68783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2086206" y="71015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1913806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074432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916898" y="65822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077356" y="71881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49221" y="7322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112952" y="72637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1944102" y="71893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051839" y="71379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1938520" y="7093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093797" y="71536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1899841" y="71446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082125" y="71588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1898423" y="60319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113781" y="62378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1930210" y="68209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57188" y="66438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1915873" y="64676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12941" y="59456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1921529" y="64115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062510" y="64111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1909051" y="64370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2084442" y="61311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1909613" y="70603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2103990" y="71982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1950819" y="68539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2051199" y="71011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19251" y="5834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073666" y="68033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13938" y="73354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059836" y="72841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997572" y="6875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3183348" y="70038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991165" y="71861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3193311" y="72889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3022203" y="72879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3181244" y="72772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3034302" y="68871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3148054" y="69493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3041152" y="72372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3142336" y="72413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995639" y="72732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3177742" y="73113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975024" y="73050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3169757" y="72838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978608" y="70530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3181134" y="7175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85584" y="71977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3176168" y="72881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973132" y="72418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3163478" y="72651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979482" y="72764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3152735" y="72899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3029465" y="72740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3148121" y="72898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3018566" y="71029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3175757" y="71866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971954" y="7002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3177415" y="71861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3012059" y="70895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3200695" y="72132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977886" y="72215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3132668" y="72239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3027083" y="71068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3145052" y="70889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987032" y="72338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3169659" y="72764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3044013" y="71555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3160650" y="71721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986927" y="7262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3171365" y="73109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995931" y="72424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3190527" y="73176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972563" y="72285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3176972" y="72845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995081" y="66483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3195531" y="68425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3023828" y="72379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3131997" y="73105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3035192" y="68248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3147400" y="66587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3027400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3130977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3005210" y="69594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3191003" y="72350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3002342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3183670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2991941" y="72186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3173228" y="71890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986630" y="7334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3133143" y="73399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3000836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3148611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3031118" y="67253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3171667" y="67026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3021645" y="73389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3143647" y="73316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3030195" y="69562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3138056" y="65713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3031142" y="7123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3156248" y="70990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3044725" y="65630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3199818" y="64701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3017983" y="73398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3189154" y="73390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975262" y="70627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3189885" y="71081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979664" y="72302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3168126" y="71777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971783" y="71498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3149171" y="72611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022907" y="70341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3199543" y="72069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991595" y="71143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3137034" y="69585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3000898" y="72126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3168629" y="72488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3003852" y="6911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3159576" y="70434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3023084" y="69236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3142903" y="65097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988330" y="71200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3160201" y="71812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3034827" y="67021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3133844" y="67918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3021372" y="71050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191756" y="70660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3030012" y="66023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3165893" y="68987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041538" y="70735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3196765" y="71602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3009951" y="72174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3137841" y="72664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3020541" y="65513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3203252" y="63363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990122" y="63816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3191463" y="55968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3001128" y="66801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3142131" y="69662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980720" y="71982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3142791" y="71978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3046689" y="72074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3130982" y="71328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2991383" y="72215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3135806" y="72323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3039261" y="68464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3133101" y="67234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043587" y="72620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3203626" y="73317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3001244" y="71151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3140635" y="70921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002121" y="72259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3167296" y="72957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994012" y="6815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3203489" y="69069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013058" y="69915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3171323" y="70678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023275" y="71308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3132797" y="71361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3030696" y="69866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134496" y="70708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2987320" y="72101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3152857" y="72716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991634" y="67553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128514" y="71486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987009" y="68912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3197473" y="71984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3026587" y="71894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3178582" y="7285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990928" y="68058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3194476" y="61263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3035453" y="71580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3190700" y="72495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3008108" y="72546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3141705" y="71999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2980515" y="59496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3180398" y="59384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048887" y="71090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3152719" y="69470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3000397" y="72299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3138352" y="67758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3030249" y="72918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3140586" y="72784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3027083" y="67784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150674" y="71087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3005754" y="71659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3175780" y="71246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3022485" y="69988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3156535" y="69595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3042515" y="650819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174496" y="67274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976545" y="71196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3149047" y="69748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990606" y="72508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161282" y="71652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029472" y="69514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3188678" y="69499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994839" y="68836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3152562" y="67614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008072" y="65787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3205851" y="68931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986486" y="57468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3190327" y="51075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2987205" y="72257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3184320" y="72474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989495" y="70879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3180056" y="70044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014899" y="71461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3163072" y="69089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978992" y="68487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136762" y="63244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3014261" y="61954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3135577" y="61611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048943" y="70325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3202645" y="65355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3015910" y="71245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3144278" y="71601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989244" y="73184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142253" y="73035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994073" y="73324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3189938" y="71857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985989" y="68505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3201736" y="67736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3023723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3147619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991906" y="69185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3201713" y="70389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3020381" y="68104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3182964" y="65671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41056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3198431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3035580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3131185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4055118" y="71434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4227742" y="6999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4067225" y="72808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4248750" y="72872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4071040" y="7234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4259425" y="71994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4106703" y="71930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4226594" y="72411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4090305" y="70858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4260039" y="70298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4126884" y="69868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4279841" y="6986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4063366" y="73017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4259797" y="73206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4096820" y="72761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4241225" y="72790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4061984" y="72496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4282325" y="72178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4063665" y="72790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4226228" y="72937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4057959" y="73224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4271524" y="73396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4124254" y="73329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4274509" y="7328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4125355" y="73213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4273154" y="73303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4103236" y="72834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4229699" y="73222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4080144" y="71563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4231313" y="72169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4057554" y="73003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4282168" y="72889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4083588" y="73353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4230309" y="73271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4110922" y="73141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4259919" y="70427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4077020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4226875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4082885" y="73014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4252638" y="73278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4116805" y="7179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4251805" y="70641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4073342" y="69459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4229179" y="70096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4058501" y="73172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4260766" y="72907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4071076" y="72773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4273081" y="72998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4078104" y="73131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4245817" y="72663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4102916" y="73326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4272594" y="72998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4086675" y="7325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4262529" y="73397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4110691" y="73118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4277943" y="73348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4091365" y="73198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4273085" y="72993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4127603" y="70568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4253307" y="66894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4128098" y="72948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4243058" y="72978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4091962" y="73157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4256404" y="72860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4102090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4218785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4062756" y="72755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4267590" y="72833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4090653" y="71536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4269694" y="73093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4102771" y="73391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4283444" y="73400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4130331" y="70334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4237148" y="67520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4065963" y="73315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4269784" y="73365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4095374" y="7043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4282367" y="70558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4062250" y="72469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4283889" y="7183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4077839" y="72589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4240737" y="7177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4087690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4282242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4056155" y="72800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4269168" y="72842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4091516" y="73136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4242470" y="73194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4105661" y="72425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4260748" y="72634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4131016" y="6737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4275155" y="67595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4110536" y="6387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4283883" y="65050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4110795" y="71415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4265486" y="71975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4101870" y="70195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4271329" y="71554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4093030" y="71601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4268948" y="71506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4086013" y="64199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4256757" y="72981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4072185" y="72725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4219287" y="7323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4090132" y="73128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4288369" y="73211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4078313" y="72790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4246639" y="72457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4067417" y="73210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4282262" y="72791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4092650" y="72731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4233436" y="71453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4086282" y="72794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4211170" y="73145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4088466" y="71876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4219435" y="72246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4132083" y="72774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4268223" y="7326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4125758" y="73265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4260760" y="73220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4083840" y="73162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4235741" y="73223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4112814" y="70021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4272797" y="70270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4129826" y="71816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4238372" y="68582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4089070" y="71563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4214166" y="70516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4081848" y="73005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4277367" y="72760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4114489" y="71163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4238037" y="71935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4120158" y="73204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4222443" y="73054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4076130" y="71326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4249047" y="73275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4102495" y="71288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4278057" y="70993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4120537" y="72612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4231344" y="72975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4068495" y="73105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4231282" y="73340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4085106" y="69409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4229203" y="70904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4064520" y="7180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4242122" y="72990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4062896" y="73345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4214060" y="73388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4125188" y="68212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4226753" y="70903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4080949" y="71533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4219285" y="68790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4098108" y="68919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4255969" y="71628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4090080" y="72926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4242682" y="72579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4110452" y="73025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4225112" y="73398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4086532" y="71992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4212783" y="71794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4073448" y="73270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4212391" y="72476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4061868" y="62235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4227286" y="60170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4124914" y="7305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4261212" y="73315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4055268" y="71753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4258588" y="72952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4125149" y="69377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4249586" y="71706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4070913" y="68378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4282488" y="69284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4074376" y="71926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4271329" y="72834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4080244" y="72131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4216551" y="73158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4095257" y="71677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4217098" y="72228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4126465" y="69849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4216779" y="66596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4083363" y="68091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4237629" y="6929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4108680" y="70837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4251252" y="71483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4087305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4242763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4105140" y="73398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4270901" y="73388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4100761" y="70278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4283314" y="69675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4112555" y="69935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4277748" y="68633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4105012" y="72531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4213858" y="70846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4081739" y="73313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4251954" y="73210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4107198" y="73373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4277979" y="73398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4059168" y="72357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4237769" y="73283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4074613" y="73365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4229671" y="73368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4131593" y="73366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4237097" y="73292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4114124" y="73036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4257006" y="72324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4124532" y="72647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4255015" y="71151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4094325" y="73363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4224867" y="73399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4121702" y="69183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4245076" y="7133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4125662" y="7234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4229612" y="72350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4093421" y="73022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4211510" y="7319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4077457" y="73303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4256146" y="73161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4089504" y="71358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4233558" y="71769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4108695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4213460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4095104" y="73050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4276631" y="72872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4114566" y="68720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4217881" y="71020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4069784" y="73164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4241648" y="73278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4100660" y="7331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4217087" y="73400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4112541" y="69791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4250948" y="71078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l1584"/>
            <p:cNvSpPr/>
            <p:nvPr/>
          </p:nvSpPr>
          <p:spPr>
            <a:xfrm>
              <a:off x="1960151" y="6203337"/>
              <a:ext cx="0" cy="592919"/>
            </a:xfrm>
            <a:custGeom>
              <a:avLst/>
              <a:pathLst>
                <a:path w="0" h="592919">
                  <a:moveTo>
                    <a:pt x="0" y="59291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5"/>
            <p:cNvSpPr/>
            <p:nvPr/>
          </p:nvSpPr>
          <p:spPr>
            <a:xfrm>
              <a:off x="1960151" y="7215059"/>
              <a:ext cx="0" cy="156994"/>
            </a:xfrm>
            <a:custGeom>
              <a:avLst/>
              <a:pathLst>
                <a:path w="0" h="156994">
                  <a:moveTo>
                    <a:pt x="0" y="0"/>
                  </a:moveTo>
                  <a:lnTo>
                    <a:pt x="0" y="1569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6"/>
            <p:cNvSpPr/>
            <p:nvPr/>
          </p:nvSpPr>
          <p:spPr>
            <a:xfrm>
              <a:off x="1882055" y="6796256"/>
              <a:ext cx="156193" cy="418803"/>
            </a:xfrm>
            <a:custGeom>
              <a:avLst/>
              <a:pathLst>
                <a:path w="156193" h="418803">
                  <a:moveTo>
                    <a:pt x="0" y="0"/>
                  </a:moveTo>
                  <a:lnTo>
                    <a:pt x="0" y="418803"/>
                  </a:lnTo>
                  <a:lnTo>
                    <a:pt x="156193" y="418803"/>
                  </a:lnTo>
                  <a:lnTo>
                    <a:pt x="15619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8" name="pl1587"/>
            <p:cNvSpPr/>
            <p:nvPr/>
          </p:nvSpPr>
          <p:spPr>
            <a:xfrm>
              <a:off x="1882055" y="7070206"/>
              <a:ext cx="156193" cy="0"/>
            </a:xfrm>
            <a:custGeom>
              <a:avLst/>
              <a:pathLst>
                <a:path w="156193" h="0">
                  <a:moveTo>
                    <a:pt x="0" y="0"/>
                  </a:moveTo>
                  <a:lnTo>
                    <a:pt x="15619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9" name="pl1588"/>
            <p:cNvSpPr/>
            <p:nvPr/>
          </p:nvSpPr>
          <p:spPr>
            <a:xfrm>
              <a:off x="3042801" y="6413612"/>
              <a:ext cx="0" cy="509658"/>
            </a:xfrm>
            <a:custGeom>
              <a:avLst/>
              <a:pathLst>
                <a:path w="0" h="509658">
                  <a:moveTo>
                    <a:pt x="0" y="5096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89"/>
            <p:cNvSpPr/>
            <p:nvPr/>
          </p:nvSpPr>
          <p:spPr>
            <a:xfrm>
              <a:off x="3042801" y="7265894"/>
              <a:ext cx="0" cy="106160"/>
            </a:xfrm>
            <a:custGeom>
              <a:avLst/>
              <a:pathLst>
                <a:path w="0" h="106160">
                  <a:moveTo>
                    <a:pt x="0" y="0"/>
                  </a:moveTo>
                  <a:lnTo>
                    <a:pt x="0" y="10616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0"/>
            <p:cNvSpPr/>
            <p:nvPr/>
          </p:nvSpPr>
          <p:spPr>
            <a:xfrm>
              <a:off x="2964704" y="6923271"/>
              <a:ext cx="156193" cy="342623"/>
            </a:xfrm>
            <a:custGeom>
              <a:avLst/>
              <a:pathLst>
                <a:path w="156193" h="342623">
                  <a:moveTo>
                    <a:pt x="0" y="0"/>
                  </a:moveTo>
                  <a:lnTo>
                    <a:pt x="0" y="342623"/>
                  </a:lnTo>
                  <a:lnTo>
                    <a:pt x="156193" y="342623"/>
                  </a:lnTo>
                  <a:lnTo>
                    <a:pt x="15619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2" name="pl1591"/>
            <p:cNvSpPr/>
            <p:nvPr/>
          </p:nvSpPr>
          <p:spPr>
            <a:xfrm>
              <a:off x="2964704" y="7152039"/>
              <a:ext cx="156193" cy="0"/>
            </a:xfrm>
            <a:custGeom>
              <a:avLst/>
              <a:pathLst>
                <a:path w="156193" h="0">
                  <a:moveTo>
                    <a:pt x="0" y="0"/>
                  </a:moveTo>
                  <a:lnTo>
                    <a:pt x="15619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3" name="pl1592"/>
            <p:cNvSpPr/>
            <p:nvPr/>
          </p:nvSpPr>
          <p:spPr>
            <a:xfrm>
              <a:off x="4125450" y="6923942"/>
              <a:ext cx="0" cy="248226"/>
            </a:xfrm>
            <a:custGeom>
              <a:avLst/>
              <a:pathLst>
                <a:path w="0" h="248226">
                  <a:moveTo>
                    <a:pt x="0" y="24822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3"/>
            <p:cNvSpPr/>
            <p:nvPr/>
          </p:nvSpPr>
          <p:spPr>
            <a:xfrm>
              <a:off x="4125450" y="7348349"/>
              <a:ext cx="0" cy="23705"/>
            </a:xfrm>
            <a:custGeom>
              <a:avLst/>
              <a:pathLst>
                <a:path w="0" h="23705">
                  <a:moveTo>
                    <a:pt x="0" y="0"/>
                  </a:moveTo>
                  <a:lnTo>
                    <a:pt x="0" y="2370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4"/>
            <p:cNvSpPr/>
            <p:nvPr/>
          </p:nvSpPr>
          <p:spPr>
            <a:xfrm>
              <a:off x="4047354" y="7172169"/>
              <a:ext cx="156193" cy="176179"/>
            </a:xfrm>
            <a:custGeom>
              <a:avLst/>
              <a:pathLst>
                <a:path w="156193" h="176179">
                  <a:moveTo>
                    <a:pt x="0" y="0"/>
                  </a:moveTo>
                  <a:lnTo>
                    <a:pt x="0" y="176179"/>
                  </a:lnTo>
                  <a:lnTo>
                    <a:pt x="156193" y="176179"/>
                  </a:lnTo>
                  <a:lnTo>
                    <a:pt x="15619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6" name="pl1595"/>
            <p:cNvSpPr/>
            <p:nvPr/>
          </p:nvSpPr>
          <p:spPr>
            <a:xfrm>
              <a:off x="4047354" y="7306401"/>
              <a:ext cx="156193" cy="0"/>
            </a:xfrm>
            <a:custGeom>
              <a:avLst/>
              <a:pathLst>
                <a:path w="156193" h="0">
                  <a:moveTo>
                    <a:pt x="0" y="0"/>
                  </a:moveTo>
                  <a:lnTo>
                    <a:pt x="15619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7" name="pl1596"/>
            <p:cNvSpPr/>
            <p:nvPr/>
          </p:nvSpPr>
          <p:spPr>
            <a:xfrm>
              <a:off x="2116345" y="6269821"/>
              <a:ext cx="0" cy="570206"/>
            </a:xfrm>
            <a:custGeom>
              <a:avLst/>
              <a:pathLst>
                <a:path w="0" h="570206">
                  <a:moveTo>
                    <a:pt x="0" y="57020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7"/>
            <p:cNvSpPr/>
            <p:nvPr/>
          </p:nvSpPr>
          <p:spPr>
            <a:xfrm>
              <a:off x="2116345" y="7231257"/>
              <a:ext cx="0" cy="140797"/>
            </a:xfrm>
            <a:custGeom>
              <a:avLst/>
              <a:pathLst>
                <a:path w="0" h="140797">
                  <a:moveTo>
                    <a:pt x="0" y="0"/>
                  </a:moveTo>
                  <a:lnTo>
                    <a:pt x="0" y="14079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8"/>
            <p:cNvSpPr/>
            <p:nvPr/>
          </p:nvSpPr>
          <p:spPr>
            <a:xfrm>
              <a:off x="2038248" y="6840027"/>
              <a:ext cx="156193" cy="391230"/>
            </a:xfrm>
            <a:custGeom>
              <a:avLst/>
              <a:pathLst>
                <a:path w="156193" h="391230">
                  <a:moveTo>
                    <a:pt x="0" y="0"/>
                  </a:moveTo>
                  <a:lnTo>
                    <a:pt x="0" y="391230"/>
                  </a:lnTo>
                  <a:lnTo>
                    <a:pt x="156193" y="391230"/>
                  </a:lnTo>
                  <a:lnTo>
                    <a:pt x="15619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0" name="pl1599"/>
            <p:cNvSpPr/>
            <p:nvPr/>
          </p:nvSpPr>
          <p:spPr>
            <a:xfrm>
              <a:off x="2038248" y="7125226"/>
              <a:ext cx="156193" cy="0"/>
            </a:xfrm>
            <a:custGeom>
              <a:avLst/>
              <a:pathLst>
                <a:path w="156193" h="0">
                  <a:moveTo>
                    <a:pt x="0" y="0"/>
                  </a:moveTo>
                  <a:lnTo>
                    <a:pt x="15619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1" name="pl1600"/>
            <p:cNvSpPr/>
            <p:nvPr/>
          </p:nvSpPr>
          <p:spPr>
            <a:xfrm>
              <a:off x="3198994" y="6502183"/>
              <a:ext cx="0" cy="476845"/>
            </a:xfrm>
            <a:custGeom>
              <a:avLst/>
              <a:pathLst>
                <a:path w="0" h="476845">
                  <a:moveTo>
                    <a:pt x="0" y="47684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1"/>
            <p:cNvSpPr/>
            <p:nvPr/>
          </p:nvSpPr>
          <p:spPr>
            <a:xfrm>
              <a:off x="3198994" y="7308426"/>
              <a:ext cx="0" cy="63627"/>
            </a:xfrm>
            <a:custGeom>
              <a:avLst/>
              <a:pathLst>
                <a:path w="0" h="63627">
                  <a:moveTo>
                    <a:pt x="0" y="0"/>
                  </a:moveTo>
                  <a:lnTo>
                    <a:pt x="0" y="6362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2"/>
            <p:cNvSpPr/>
            <p:nvPr/>
          </p:nvSpPr>
          <p:spPr>
            <a:xfrm>
              <a:off x="3120897" y="6979028"/>
              <a:ext cx="156193" cy="329397"/>
            </a:xfrm>
            <a:custGeom>
              <a:avLst/>
              <a:pathLst>
                <a:path w="156193" h="329397">
                  <a:moveTo>
                    <a:pt x="0" y="0"/>
                  </a:moveTo>
                  <a:lnTo>
                    <a:pt x="0" y="329397"/>
                  </a:lnTo>
                  <a:lnTo>
                    <a:pt x="156193" y="329397"/>
                  </a:lnTo>
                  <a:lnTo>
                    <a:pt x="15619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4" name="pl1603"/>
            <p:cNvSpPr/>
            <p:nvPr/>
          </p:nvSpPr>
          <p:spPr>
            <a:xfrm>
              <a:off x="3120897" y="7197214"/>
              <a:ext cx="156193" cy="0"/>
            </a:xfrm>
            <a:custGeom>
              <a:avLst/>
              <a:pathLst>
                <a:path w="156193" h="0">
                  <a:moveTo>
                    <a:pt x="0" y="0"/>
                  </a:moveTo>
                  <a:lnTo>
                    <a:pt x="15619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5" name="pl1604"/>
            <p:cNvSpPr/>
            <p:nvPr/>
          </p:nvSpPr>
          <p:spPr>
            <a:xfrm>
              <a:off x="4281644" y="6911010"/>
              <a:ext cx="0" cy="263437"/>
            </a:xfrm>
            <a:custGeom>
              <a:avLst/>
              <a:pathLst>
                <a:path w="0" h="263437">
                  <a:moveTo>
                    <a:pt x="0" y="26343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5"/>
            <p:cNvSpPr/>
            <p:nvPr/>
          </p:nvSpPr>
          <p:spPr>
            <a:xfrm>
              <a:off x="4281644" y="7354697"/>
              <a:ext cx="0" cy="17357"/>
            </a:xfrm>
            <a:custGeom>
              <a:avLst/>
              <a:pathLst>
                <a:path w="0" h="17357">
                  <a:moveTo>
                    <a:pt x="0" y="0"/>
                  </a:moveTo>
                  <a:lnTo>
                    <a:pt x="0" y="1735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6"/>
            <p:cNvSpPr/>
            <p:nvPr/>
          </p:nvSpPr>
          <p:spPr>
            <a:xfrm>
              <a:off x="4203547" y="7174447"/>
              <a:ext cx="156193" cy="180249"/>
            </a:xfrm>
            <a:custGeom>
              <a:avLst/>
              <a:pathLst>
                <a:path w="156193" h="180249">
                  <a:moveTo>
                    <a:pt x="0" y="0"/>
                  </a:moveTo>
                  <a:lnTo>
                    <a:pt x="0" y="180249"/>
                  </a:lnTo>
                  <a:lnTo>
                    <a:pt x="156193" y="180249"/>
                  </a:lnTo>
                  <a:lnTo>
                    <a:pt x="15619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8" name="pl1607"/>
            <p:cNvSpPr/>
            <p:nvPr/>
          </p:nvSpPr>
          <p:spPr>
            <a:xfrm>
              <a:off x="4203547" y="7315396"/>
              <a:ext cx="156193" cy="0"/>
            </a:xfrm>
            <a:custGeom>
              <a:avLst/>
              <a:pathLst>
                <a:path w="156193" h="0">
                  <a:moveTo>
                    <a:pt x="0" y="0"/>
                  </a:moveTo>
                  <a:lnTo>
                    <a:pt x="15619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9" name="pg1608"/>
            <p:cNvSpPr/>
            <p:nvPr/>
          </p:nvSpPr>
          <p:spPr>
            <a:xfrm>
              <a:off x="2038248" y="6833437"/>
              <a:ext cx="2186706" cy="462837"/>
            </a:xfrm>
            <a:custGeom>
              <a:avLst/>
              <a:pathLst>
                <a:path w="2186706" h="462837">
                  <a:moveTo>
                    <a:pt x="0" y="0"/>
                  </a:moveTo>
                  <a:lnTo>
                    <a:pt x="546676" y="101300"/>
                  </a:lnTo>
                  <a:lnTo>
                    <a:pt x="1077733" y="190949"/>
                  </a:lnTo>
                  <a:lnTo>
                    <a:pt x="1561933" y="253800"/>
                  </a:lnTo>
                  <a:lnTo>
                    <a:pt x="2186706" y="305491"/>
                  </a:lnTo>
                  <a:lnTo>
                    <a:pt x="2186706" y="462837"/>
                  </a:lnTo>
                  <a:lnTo>
                    <a:pt x="1561933" y="360749"/>
                  </a:lnTo>
                  <a:lnTo>
                    <a:pt x="1077733" y="304422"/>
                  </a:lnTo>
                  <a:lnTo>
                    <a:pt x="546676" y="263359"/>
                  </a:lnTo>
                  <a:lnTo>
                    <a:pt x="0" y="230104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l1609"/>
            <p:cNvSpPr/>
            <p:nvPr/>
          </p:nvSpPr>
          <p:spPr>
            <a:xfrm>
              <a:off x="2038248" y="6833437"/>
              <a:ext cx="2186706" cy="305491"/>
            </a:xfrm>
            <a:custGeom>
              <a:avLst/>
              <a:pathLst>
                <a:path w="2186706" h="305491">
                  <a:moveTo>
                    <a:pt x="0" y="0"/>
                  </a:moveTo>
                  <a:lnTo>
                    <a:pt x="546676" y="101300"/>
                  </a:lnTo>
                  <a:lnTo>
                    <a:pt x="1077733" y="190949"/>
                  </a:lnTo>
                  <a:lnTo>
                    <a:pt x="1561933" y="253800"/>
                  </a:lnTo>
                  <a:lnTo>
                    <a:pt x="2186706" y="3054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1" name="pl1610"/>
            <p:cNvSpPr/>
            <p:nvPr/>
          </p:nvSpPr>
          <p:spPr>
            <a:xfrm>
              <a:off x="2038248" y="7063541"/>
              <a:ext cx="2186706" cy="232732"/>
            </a:xfrm>
            <a:custGeom>
              <a:avLst/>
              <a:pathLst>
                <a:path w="2186706" h="232732">
                  <a:moveTo>
                    <a:pt x="2186706" y="232732"/>
                  </a:moveTo>
                  <a:lnTo>
                    <a:pt x="1561933" y="130644"/>
                  </a:lnTo>
                  <a:lnTo>
                    <a:pt x="1077733" y="74318"/>
                  </a:lnTo>
                  <a:lnTo>
                    <a:pt x="546676" y="33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2" name="pg1611"/>
            <p:cNvSpPr/>
            <p:nvPr/>
          </p:nvSpPr>
          <p:spPr>
            <a:xfrm>
              <a:off x="2038248" y="6790954"/>
              <a:ext cx="2186706" cy="530179"/>
            </a:xfrm>
            <a:custGeom>
              <a:avLst/>
              <a:pathLst>
                <a:path w="2186706" h="530179">
                  <a:moveTo>
                    <a:pt x="0" y="0"/>
                  </a:moveTo>
                  <a:lnTo>
                    <a:pt x="546676" y="114402"/>
                  </a:lnTo>
                  <a:lnTo>
                    <a:pt x="1077733" y="214215"/>
                  </a:lnTo>
                  <a:lnTo>
                    <a:pt x="1561933" y="280089"/>
                  </a:lnTo>
                  <a:lnTo>
                    <a:pt x="2186706" y="325669"/>
                  </a:lnTo>
                  <a:lnTo>
                    <a:pt x="2186706" y="530179"/>
                  </a:lnTo>
                  <a:lnTo>
                    <a:pt x="1561933" y="417375"/>
                  </a:lnTo>
                  <a:lnTo>
                    <a:pt x="1077733" y="360501"/>
                  </a:lnTo>
                  <a:lnTo>
                    <a:pt x="546676" y="325686"/>
                  </a:lnTo>
                  <a:lnTo>
                    <a:pt x="0" y="301503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l1612"/>
            <p:cNvSpPr/>
            <p:nvPr/>
          </p:nvSpPr>
          <p:spPr>
            <a:xfrm>
              <a:off x="2038248" y="6790954"/>
              <a:ext cx="2186706" cy="325669"/>
            </a:xfrm>
            <a:custGeom>
              <a:avLst/>
              <a:pathLst>
                <a:path w="2186706" h="325669">
                  <a:moveTo>
                    <a:pt x="0" y="0"/>
                  </a:moveTo>
                  <a:lnTo>
                    <a:pt x="546676" y="114402"/>
                  </a:lnTo>
                  <a:lnTo>
                    <a:pt x="1077733" y="214215"/>
                  </a:lnTo>
                  <a:lnTo>
                    <a:pt x="1561933" y="280089"/>
                  </a:lnTo>
                  <a:lnTo>
                    <a:pt x="2186706" y="325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4" name="pl1613"/>
            <p:cNvSpPr/>
            <p:nvPr/>
          </p:nvSpPr>
          <p:spPr>
            <a:xfrm>
              <a:off x="2038248" y="7092457"/>
              <a:ext cx="2186706" cy="228676"/>
            </a:xfrm>
            <a:custGeom>
              <a:avLst/>
              <a:pathLst>
                <a:path w="2186706" h="228676">
                  <a:moveTo>
                    <a:pt x="2186706" y="228676"/>
                  </a:moveTo>
                  <a:lnTo>
                    <a:pt x="1561933" y="115872"/>
                  </a:lnTo>
                  <a:lnTo>
                    <a:pt x="1077733" y="58997"/>
                  </a:lnTo>
                  <a:lnTo>
                    <a:pt x="546676" y="241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5" name="pl1614"/>
            <p:cNvSpPr/>
            <p:nvPr/>
          </p:nvSpPr>
          <p:spPr>
            <a:xfrm>
              <a:off x="2038248" y="6948489"/>
              <a:ext cx="2186706" cy="269111"/>
            </a:xfrm>
            <a:custGeom>
              <a:avLst/>
              <a:pathLst>
                <a:path w="2186706" h="269111">
                  <a:moveTo>
                    <a:pt x="0" y="0"/>
                  </a:moveTo>
                  <a:lnTo>
                    <a:pt x="546676" y="67277"/>
                  </a:lnTo>
                  <a:lnTo>
                    <a:pt x="1077733" y="132633"/>
                  </a:lnTo>
                  <a:lnTo>
                    <a:pt x="1561933" y="192222"/>
                  </a:lnTo>
                  <a:lnTo>
                    <a:pt x="2186706" y="269111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5"/>
            <p:cNvSpPr/>
            <p:nvPr/>
          </p:nvSpPr>
          <p:spPr>
            <a:xfrm>
              <a:off x="2038248" y="6941705"/>
              <a:ext cx="2186706" cy="277172"/>
            </a:xfrm>
            <a:custGeom>
              <a:avLst/>
              <a:pathLst>
                <a:path w="2186706" h="277172">
                  <a:moveTo>
                    <a:pt x="0" y="0"/>
                  </a:moveTo>
                  <a:lnTo>
                    <a:pt x="546676" y="69293"/>
                  </a:lnTo>
                  <a:lnTo>
                    <a:pt x="1077733" y="136606"/>
                  </a:lnTo>
                  <a:lnTo>
                    <a:pt x="1561933" y="197980"/>
                  </a:lnTo>
                  <a:lnTo>
                    <a:pt x="2186706" y="277172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tx1616"/>
            <p:cNvSpPr/>
            <p:nvPr/>
          </p:nvSpPr>
          <p:spPr>
            <a:xfrm>
              <a:off x="2038248" y="5120922"/>
              <a:ext cx="204578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Slope=-1.4880, P = 0.017</a:t>
              </a:r>
            </a:p>
          </p:txBody>
        </p:sp>
        <p:sp>
          <p:nvSpPr>
            <p:cNvPr id="1618" name="tx1617"/>
            <p:cNvSpPr/>
            <p:nvPr/>
          </p:nvSpPr>
          <p:spPr>
            <a:xfrm>
              <a:off x="2038248" y="5254868"/>
              <a:ext cx="20330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Slope=-1.5325, P = 0.038</a:t>
              </a:r>
            </a:p>
          </p:txBody>
        </p:sp>
        <p:sp>
          <p:nvSpPr>
            <p:cNvPr id="1619" name="rc1618"/>
            <p:cNvSpPr/>
            <p:nvPr/>
          </p:nvSpPr>
          <p:spPr>
            <a:xfrm>
              <a:off x="1715530" y="4527025"/>
              <a:ext cx="2810705" cy="296558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20" name="pl1619"/>
            <p:cNvSpPr/>
            <p:nvPr/>
          </p:nvSpPr>
          <p:spPr>
            <a:xfrm>
              <a:off x="1715530" y="4527025"/>
              <a:ext cx="0" cy="2965581"/>
            </a:xfrm>
            <a:custGeom>
              <a:avLst/>
              <a:pathLst>
                <a:path w="0" h="2965581">
                  <a:moveTo>
                    <a:pt x="0" y="2965581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tx1620"/>
            <p:cNvSpPr/>
            <p:nvPr/>
          </p:nvSpPr>
          <p:spPr>
            <a:xfrm>
              <a:off x="1562441" y="7317373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2" name="tx1621"/>
            <p:cNvSpPr/>
            <p:nvPr/>
          </p:nvSpPr>
          <p:spPr>
            <a:xfrm>
              <a:off x="1562441" y="6671451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623" name="tx1622"/>
            <p:cNvSpPr/>
            <p:nvPr/>
          </p:nvSpPr>
          <p:spPr>
            <a:xfrm>
              <a:off x="1477676" y="6025528"/>
              <a:ext cx="1695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4" name="tx1623"/>
            <p:cNvSpPr/>
            <p:nvPr/>
          </p:nvSpPr>
          <p:spPr>
            <a:xfrm>
              <a:off x="1477676" y="5379606"/>
              <a:ext cx="1695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625" name="tx1624"/>
            <p:cNvSpPr/>
            <p:nvPr/>
          </p:nvSpPr>
          <p:spPr>
            <a:xfrm>
              <a:off x="1477676" y="4733684"/>
              <a:ext cx="1695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26" name="pl1625"/>
            <p:cNvSpPr/>
            <p:nvPr/>
          </p:nvSpPr>
          <p:spPr>
            <a:xfrm>
              <a:off x="1677572" y="737205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6"/>
            <p:cNvSpPr/>
            <p:nvPr/>
          </p:nvSpPr>
          <p:spPr>
            <a:xfrm>
              <a:off x="1677572" y="67261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7"/>
            <p:cNvSpPr/>
            <p:nvPr/>
          </p:nvSpPr>
          <p:spPr>
            <a:xfrm>
              <a:off x="1677572" y="608021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8"/>
            <p:cNvSpPr/>
            <p:nvPr/>
          </p:nvSpPr>
          <p:spPr>
            <a:xfrm>
              <a:off x="1677572" y="543428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29"/>
            <p:cNvSpPr/>
            <p:nvPr/>
          </p:nvSpPr>
          <p:spPr>
            <a:xfrm>
              <a:off x="1677572" y="47883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0"/>
            <p:cNvSpPr/>
            <p:nvPr/>
          </p:nvSpPr>
          <p:spPr>
            <a:xfrm>
              <a:off x="1715530" y="7492606"/>
              <a:ext cx="2810705" cy="0"/>
            </a:xfrm>
            <a:custGeom>
              <a:avLst/>
              <a:pathLst>
                <a:path w="2810705" h="0">
                  <a:moveTo>
                    <a:pt x="0" y="0"/>
                  </a:moveTo>
                  <a:lnTo>
                    <a:pt x="2810705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1"/>
            <p:cNvSpPr/>
            <p:nvPr/>
          </p:nvSpPr>
          <p:spPr>
            <a:xfrm>
              <a:off x="2038248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2"/>
            <p:cNvSpPr/>
            <p:nvPr/>
          </p:nvSpPr>
          <p:spPr>
            <a:xfrm>
              <a:off x="3120897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3"/>
            <p:cNvSpPr/>
            <p:nvPr/>
          </p:nvSpPr>
          <p:spPr>
            <a:xfrm>
              <a:off x="4203547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tx1634"/>
            <p:cNvSpPr/>
            <p:nvPr/>
          </p:nvSpPr>
          <p:spPr>
            <a:xfrm>
              <a:off x="1995866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36" name="tx1635"/>
            <p:cNvSpPr/>
            <p:nvPr/>
          </p:nvSpPr>
          <p:spPr>
            <a:xfrm>
              <a:off x="3078515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7" name="tx1636"/>
            <p:cNvSpPr/>
            <p:nvPr/>
          </p:nvSpPr>
          <p:spPr>
            <a:xfrm>
              <a:off x="4161164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38" name="tx1637"/>
            <p:cNvSpPr/>
            <p:nvPr/>
          </p:nvSpPr>
          <p:spPr>
            <a:xfrm>
              <a:off x="2781366" y="7785681"/>
              <a:ext cx="679033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639" name="tx1638"/>
            <p:cNvSpPr/>
            <p:nvPr/>
          </p:nvSpPr>
          <p:spPr>
            <a:xfrm rot="-5400000">
              <a:off x="72553" y="5950608"/>
              <a:ext cx="2385303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1640" name="tx1639"/>
            <p:cNvSpPr/>
            <p:nvPr/>
          </p:nvSpPr>
          <p:spPr>
            <a:xfrm>
              <a:off x="1015620" y="4379441"/>
              <a:ext cx="226862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</a:t>
              </a:r>
            </a:p>
          </p:txBody>
        </p:sp>
        <p:sp>
          <p:nvSpPr>
            <p:cNvPr id="1641" name="rc1640"/>
            <p:cNvSpPr/>
            <p:nvPr/>
          </p:nvSpPr>
          <p:spPr>
            <a:xfrm>
              <a:off x="5317673" y="4527025"/>
              <a:ext cx="2810705" cy="29655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5506111" y="5756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5691015" y="57921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5542074" y="53052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5689972" y="54180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5536262" y="52767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5689404" y="53918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5534052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5683585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5558996" y="52282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5720802" y="53249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5554672" y="52348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5696756" y="51920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5501243" y="5192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5711113" y="52822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5555862" y="54590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5697751" y="54899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5528042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5688797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5546310" y="54965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5714741" y="63060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5520258" y="52221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5709672" y="52979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5534880" y="52908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5654170" y="54642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5508821" y="56516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5683134" y="57110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5567478" y="70241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5664523" y="7024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5560425" y="59084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5665133" y="60882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5519440" y="72044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5692167" y="63996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5566169" y="59700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5699284" y="62828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5533156" y="56162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5666555" y="56353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5501353" y="54353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5709433" y="57514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5524171" y="52437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5718424" y="52281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5504826" y="54879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5705536" y="60415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5512559" y="65982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5693463" y="62693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5543472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5672051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5508526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5660057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5516085" y="65645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5708830" y="64894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553684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568492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5553827" y="65330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5711895" y="62312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553264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568920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5520029" y="65817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5684270" y="73178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5527969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5688041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5534481" y="61994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5668080" y="6180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5510508" y="51590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5719191" y="53199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5554150" y="63043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5720276" y="69814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5503902" y="57435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5667880" y="58848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5549526" y="60686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5674751" y="65889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5555939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5687791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5539816" y="56025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5647719" y="58479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5509093" y="56031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5659452" y="59081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5552186" y="59076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5657850" y="57821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5566544" y="55496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5658099" y="54683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5537232" y="61648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5675779" y="63903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5518571" y="58842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5695579" y="73183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5543861" y="73184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5686858" y="66008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5544964" y="61520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5700297" y="68612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5533844" y="65147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5701269" y="73078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5523876" y="72588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5688956" y="72112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5548035" y="57023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5666423" y="61234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5531885" y="63832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5709738" y="68154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5492145" y="57026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5685985" y="62517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5504214" y="53916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5714266" y="54887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5549384" y="72287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5698113" y="73144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5505592" y="71889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5693922" y="73109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5555593" y="66137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5702654" y="67852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5499113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5712641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5547025" y="73181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5699806" y="72924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5554882" y="52966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5680276" y="52984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5538698" y="69137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5668116" y="71971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5549588" y="54751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5646718" y="51919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5562959" y="68230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5682146" y="68022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5551006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5685077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5525832" y="66223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5686700" y="62729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5524107" y="63981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5698115" y="67952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5495835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5691684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5526364" y="59428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5705106" y="58913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5491593" y="59460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5711623" y="53441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5536667" y="71836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5662819" y="58438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5523101" y="7254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5722061" y="72371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5547721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5719879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5557487" y="71608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5654930" y="72072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5494318" y="64180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5713972" y="58015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5524014" y="70762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5709257" y="69570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5540031" y="65102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5657783" y="66311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5525562" y="61652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5690214" y="63252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5518203" y="72448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5694958" y="69661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5557896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5699387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5519963" y="67553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5722187" y="6087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5522709" y="67950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5663363" y="70792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5502223" y="6464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5708826" y="65437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5533760" y="71195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5710903" y="72396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5500103" y="6092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5662718" y="61431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5518179" y="60670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5689467" y="62926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5555164" y="665913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5708065" y="65310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5509480" y="58692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5675544" y="63214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5518337" y="58177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5723779" y="58188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5537915" y="72620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5682478" y="69241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5494894" y="54008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5702661" y="54455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5501984" y="59827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5659019" y="62948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5529959" y="58734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5681481" y="62888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5523482" y="64719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5707297" y="63790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5532354" y="64615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5708617" y="66298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5532605" y="70941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5667632" y="67280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5533606" y="69804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5718504" y="64893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5533800" y="51978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5699510" y="53449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5555895" y="5156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5650530" y="54301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5546371" y="68183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5689793" y="64860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552630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568155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5499273" y="67818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5666817" y="64394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5497035" y="71746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5649617" y="68913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6601370" y="7314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6753452" y="73135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6616374" y="52793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6788733" y="52937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6635192" y="54165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6771546" y="59543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6593440" y="53149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6779604" y="53754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6628536" y="55283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6786715" y="57188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6622317" y="58600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6750210" y="63355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6607793" y="52630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6754426" y="52101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6590898" y="54164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6755179" y="53172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6643540" y="53260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6808059" y="54627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6616086" y="55531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6735766" y="56129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6638485" y="55769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6731811" y="51702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6628104" y="51609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6786489" y="51831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6596877" y="53200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6801713" y="52330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6574400" y="52461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6762934" y="52047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6607715" y="54890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6741714" y="54139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6590785" y="52038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6797599" y="52017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6629510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6734226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6612475" y="54252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6754781" y="64848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663366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678384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6629069" y="53494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6791323" y="52731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6641210" y="60497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6745897" y="72564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6641681" y="70424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6751673" y="68094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6627713" y="59499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6804395" y="59516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6595817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6744369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6579829" y="52244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6802771" y="55302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6601911" y="51867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6750614" y="55597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6591352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6732048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6610495" y="52006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6787687" y="51597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6627724" y="51929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6780644" y="52337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6650556" y="54933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6789596" y="6249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6623487" y="52284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6770904" y="52614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6591328" y="51830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6744884" y="52548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662610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68047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6616469" y="53496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6745201" y="53649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6614756" y="53237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6801911" y="51822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6607002" y="51478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6768954" y="5146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6592570" y="55763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6752501" y="57259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6610535" y="5165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6741304" y="51598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6578877" y="54139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6739490" y="54327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6586429" y="52281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6743592" y="53386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6649364" y="52992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6745815" y="54854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658216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674317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6620389" y="52497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6759205" y="52832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6608661" y="51738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6748531" y="51853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6605556" y="52773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6767003" y="53845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6609521" y="55818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6788103" y="57460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6639579" y="59381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6749618" y="62620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6592850" y="55116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6799569" y="56290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6597842" y="55925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6801378" y="56306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6639370" y="56590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6782693" y="58872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6644840" y="61664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6775643" y="52210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6625363" y="52318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6741385" y="51842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6618760" y="52742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6755472" y="52091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6607463" y="54994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6799254" y="60144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6624426" y="5197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6773174" y="53977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6630305" y="53971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6770760" y="55028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6629567" y="53607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6738653" y="52885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6640157" y="54696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6783295" y="54305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6636134" y="53597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6737213" y="53422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6621428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6749792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6589746" y="52636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6739474" y="53206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6574866" y="58476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6800250" y="58091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6614488" y="55408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6737556" y="60679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6646357" y="58877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6803556" y="59190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6592962" y="56256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6766347" y="57932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6619394" y="62653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6750151" y="66980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6603192" y="52388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6748833" y="54634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6624981" y="57136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6762358" y="51999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6635945" y="55490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6732250" y="66384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6590551" y="52959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6731769" y="54301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6646693" y="52086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6784903" y="51765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6638400" y="55239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6776263" y="55148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6585337" y="57198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6757400" y="59196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6623327" y="51989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6780416" y="51548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6579063" y="62851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6767750" y="66874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6636246" y="54360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6747492" y="64160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6624231" y="62465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6800238" y="56772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6632018" y="57336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6757026" y="57497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6597585" y="54541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6778220" y="51505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6620105" y="54075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6775165" y="56911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6641674" y="51786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6763414" y="56542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6598399" y="64388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6736963" y="68587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6602611" y="52717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6794974" y="52388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6651245" y="54772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6736756" y="52959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6594288" y="67292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6794720" y="59973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6632241" y="69605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6739345" y="69504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6648599" y="57364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6749347" y="54883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6621317" y="55495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6780722" y="52631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6631719" y="56510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6762395" y="55589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6621240" y="64808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6753164" y="72236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6632144" y="60437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6775553" y="65821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6646658" y="56384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6777662" y="55110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663008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675450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6632923" y="51477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6802216" y="51665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6595209" y="55023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6778023" y="54951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6579770" y="60809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6786359" y="59179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6603925" y="55012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6745307" y="57917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6614226" y="62199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6800207" y="57217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6642917" y="51566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6731989" y="51483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6625891" y="57289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6769558" y="51689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6646758" y="51859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6803408" y="51775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6629009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6792018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6590017" y="56142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6775294" y="55779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6574831" y="62659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6751167" y="73193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6621144" y="51725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6734153" y="51469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6636201" y="71557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6757002" y="65436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6587186" y="54512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6803344" y="54767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6585130" y="52470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6766528" y="51930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6606462" y="52056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6770157" y="52255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6644642" y="57941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6752239" y="5546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6589943" y="54217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6791308" y="54018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6613046" y="62436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6767568" y="56679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6596452" y="59278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6749150" y="54819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6614876" y="54222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6776238" y="51468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6590355" y="62445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6803353" y="6061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765952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782068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771527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78204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770551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785919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772691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788373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766671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784366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770807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788879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772869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786032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771868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781557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772680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788427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773422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785764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773301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784000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770940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788698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769813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787059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767818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786288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769065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784978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766240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781946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771715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782032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770250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782644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767978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786682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769544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782248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767931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783588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767948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784588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766732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787942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772007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783517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769277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782505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771651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785575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765942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785102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767465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788993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772673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781754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771797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787986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769284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78650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766706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786414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770157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784295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773362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785522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771749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788199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773231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781995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766256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788292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769797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784735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772225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781540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766497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786418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773216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783161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769351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786669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7692951" y="51504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7833514" y="51503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770428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783447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766843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788062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766791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788433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773549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787809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766826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788408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7721370" y="53583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7879280" y="51965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772544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786290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768239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782873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772338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783692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767099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787586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770403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784072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768357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786864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772371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787073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773361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787471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765933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782123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771823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787535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766713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781691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766637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788397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769616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789026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773141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781775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767211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784797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770451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785619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770162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781428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773339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789043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768460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783783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767211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787700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769319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783490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767955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786139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773295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784824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770373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788378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769093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785858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769694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783357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768926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786776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773007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783508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773401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782318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772472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784669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768442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788840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769204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781885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772573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788500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770597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783235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771857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784602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772012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784324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767519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782612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766647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785761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772399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786647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767027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785146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771713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782621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767693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78863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765830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783855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771417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788831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766908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786954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771829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78708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770973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784128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770430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784775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772127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787579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766513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783045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768572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787809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771012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783697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773074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784536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769106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783855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767976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785957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769702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784065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771669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787885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768473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782534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768573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782025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773162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788781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771063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787977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771771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788062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773526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786173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773525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785857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768039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787528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766086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785824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769141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781988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772976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787136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767909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782187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766334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782017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770170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781536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767794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782451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766509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787561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767157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788744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772888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783793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770869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783307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770326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787985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769958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783015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773530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785575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768805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782384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768145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784435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766438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787365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29"/>
            <p:cNvSpPr/>
            <p:nvPr/>
          </p:nvSpPr>
          <p:spPr>
            <a:xfrm>
              <a:off x="773159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0"/>
            <p:cNvSpPr/>
            <p:nvPr/>
          </p:nvSpPr>
          <p:spPr>
            <a:xfrm>
              <a:off x="785989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1"/>
            <p:cNvSpPr/>
            <p:nvPr/>
          </p:nvSpPr>
          <p:spPr>
            <a:xfrm>
              <a:off x="769985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2"/>
            <p:cNvSpPr/>
            <p:nvPr/>
          </p:nvSpPr>
          <p:spPr>
            <a:xfrm>
              <a:off x="783933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3"/>
            <p:cNvSpPr/>
            <p:nvPr/>
          </p:nvSpPr>
          <p:spPr>
            <a:xfrm>
              <a:off x="769978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4"/>
            <p:cNvSpPr/>
            <p:nvPr/>
          </p:nvSpPr>
          <p:spPr>
            <a:xfrm>
              <a:off x="788743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5"/>
            <p:cNvSpPr/>
            <p:nvPr/>
          </p:nvSpPr>
          <p:spPr>
            <a:xfrm>
              <a:off x="766707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6"/>
            <p:cNvSpPr/>
            <p:nvPr/>
          </p:nvSpPr>
          <p:spPr>
            <a:xfrm>
              <a:off x="784305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7"/>
            <p:cNvSpPr/>
            <p:nvPr/>
          </p:nvSpPr>
          <p:spPr>
            <a:xfrm>
              <a:off x="772470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8"/>
            <p:cNvSpPr/>
            <p:nvPr/>
          </p:nvSpPr>
          <p:spPr>
            <a:xfrm>
              <a:off x="785761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39"/>
            <p:cNvSpPr/>
            <p:nvPr/>
          </p:nvSpPr>
          <p:spPr>
            <a:xfrm>
              <a:off x="772991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0"/>
            <p:cNvSpPr/>
            <p:nvPr/>
          </p:nvSpPr>
          <p:spPr>
            <a:xfrm>
              <a:off x="788668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1"/>
            <p:cNvSpPr/>
            <p:nvPr/>
          </p:nvSpPr>
          <p:spPr>
            <a:xfrm>
              <a:off x="767246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2"/>
            <p:cNvSpPr/>
            <p:nvPr/>
          </p:nvSpPr>
          <p:spPr>
            <a:xfrm>
              <a:off x="782682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3"/>
            <p:cNvSpPr/>
            <p:nvPr/>
          </p:nvSpPr>
          <p:spPr>
            <a:xfrm>
              <a:off x="768465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4"/>
            <p:cNvSpPr/>
            <p:nvPr/>
          </p:nvSpPr>
          <p:spPr>
            <a:xfrm>
              <a:off x="787021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5"/>
            <p:cNvSpPr/>
            <p:nvPr/>
          </p:nvSpPr>
          <p:spPr>
            <a:xfrm>
              <a:off x="769250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6"/>
            <p:cNvSpPr/>
            <p:nvPr/>
          </p:nvSpPr>
          <p:spPr>
            <a:xfrm>
              <a:off x="781511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7"/>
            <p:cNvSpPr/>
            <p:nvPr/>
          </p:nvSpPr>
          <p:spPr>
            <a:xfrm>
              <a:off x="770649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8"/>
            <p:cNvSpPr/>
            <p:nvPr/>
          </p:nvSpPr>
          <p:spPr>
            <a:xfrm>
              <a:off x="788498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l2349"/>
            <p:cNvSpPr/>
            <p:nvPr/>
          </p:nvSpPr>
          <p:spPr>
            <a:xfrm>
              <a:off x="5561110" y="5178801"/>
              <a:ext cx="0" cy="459602"/>
            </a:xfrm>
            <a:custGeom>
              <a:avLst/>
              <a:pathLst>
                <a:path w="0" h="459602">
                  <a:moveTo>
                    <a:pt x="0" y="45960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0"/>
            <p:cNvSpPr/>
            <p:nvPr/>
          </p:nvSpPr>
          <p:spPr>
            <a:xfrm>
              <a:off x="5561110" y="7121657"/>
              <a:ext cx="0" cy="229730"/>
            </a:xfrm>
            <a:custGeom>
              <a:avLst/>
              <a:pathLst>
                <a:path w="0" h="229730">
                  <a:moveTo>
                    <a:pt x="0" y="0"/>
                  </a:moveTo>
                  <a:lnTo>
                    <a:pt x="0" y="22973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1"/>
            <p:cNvSpPr/>
            <p:nvPr/>
          </p:nvSpPr>
          <p:spPr>
            <a:xfrm>
              <a:off x="5482940" y="5638404"/>
              <a:ext cx="156340" cy="1483253"/>
            </a:xfrm>
            <a:custGeom>
              <a:avLst/>
              <a:pathLst>
                <a:path w="156340" h="1483253">
                  <a:moveTo>
                    <a:pt x="0" y="0"/>
                  </a:moveTo>
                  <a:lnTo>
                    <a:pt x="0" y="1483253"/>
                  </a:lnTo>
                  <a:lnTo>
                    <a:pt x="156340" y="1483253"/>
                  </a:lnTo>
                  <a:lnTo>
                    <a:pt x="15634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3" name="pl2352"/>
            <p:cNvSpPr/>
            <p:nvPr/>
          </p:nvSpPr>
          <p:spPr>
            <a:xfrm>
              <a:off x="5482940" y="6375837"/>
              <a:ext cx="156340" cy="0"/>
            </a:xfrm>
            <a:custGeom>
              <a:avLst/>
              <a:pathLst>
                <a:path w="156340" h="0">
                  <a:moveTo>
                    <a:pt x="0" y="0"/>
                  </a:moveTo>
                  <a:lnTo>
                    <a:pt x="15634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4" name="pl2353"/>
            <p:cNvSpPr/>
            <p:nvPr/>
          </p:nvSpPr>
          <p:spPr>
            <a:xfrm>
              <a:off x="6644780" y="5178801"/>
              <a:ext cx="0" cy="101611"/>
            </a:xfrm>
            <a:custGeom>
              <a:avLst/>
              <a:pathLst>
                <a:path w="0" h="101611">
                  <a:moveTo>
                    <a:pt x="0" y="1016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4"/>
            <p:cNvSpPr/>
            <p:nvPr/>
          </p:nvSpPr>
          <p:spPr>
            <a:xfrm>
              <a:off x="6644780" y="5852892"/>
              <a:ext cx="0" cy="659926"/>
            </a:xfrm>
            <a:custGeom>
              <a:avLst/>
              <a:pathLst>
                <a:path w="0" h="659926">
                  <a:moveTo>
                    <a:pt x="0" y="0"/>
                  </a:moveTo>
                  <a:lnTo>
                    <a:pt x="0" y="65992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5"/>
            <p:cNvSpPr/>
            <p:nvPr/>
          </p:nvSpPr>
          <p:spPr>
            <a:xfrm>
              <a:off x="6566610" y="5280412"/>
              <a:ext cx="156340" cy="572480"/>
            </a:xfrm>
            <a:custGeom>
              <a:avLst/>
              <a:pathLst>
                <a:path w="156340" h="572480">
                  <a:moveTo>
                    <a:pt x="0" y="0"/>
                  </a:moveTo>
                  <a:lnTo>
                    <a:pt x="0" y="572480"/>
                  </a:lnTo>
                  <a:lnTo>
                    <a:pt x="156340" y="572480"/>
                  </a:lnTo>
                  <a:lnTo>
                    <a:pt x="15634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7" name="pl2356"/>
            <p:cNvSpPr/>
            <p:nvPr/>
          </p:nvSpPr>
          <p:spPr>
            <a:xfrm>
              <a:off x="6566610" y="5501646"/>
              <a:ext cx="156340" cy="0"/>
            </a:xfrm>
            <a:custGeom>
              <a:avLst/>
              <a:pathLst>
                <a:path w="156340" h="0">
                  <a:moveTo>
                    <a:pt x="0" y="0"/>
                  </a:moveTo>
                  <a:lnTo>
                    <a:pt x="15634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8" name="pl2357"/>
            <p:cNvSpPr/>
            <p:nvPr/>
          </p:nvSpPr>
          <p:spPr>
            <a:xfrm>
              <a:off x="7728450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7728450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9"/>
            <p:cNvSpPr/>
            <p:nvPr/>
          </p:nvSpPr>
          <p:spPr>
            <a:xfrm>
              <a:off x="7650280" y="5178801"/>
              <a:ext cx="156340" cy="0"/>
            </a:xfrm>
            <a:custGeom>
              <a:avLst/>
              <a:pathLst>
                <a:path w="156340" h="0">
                  <a:moveTo>
                    <a:pt x="0" y="0"/>
                  </a:moveTo>
                  <a:lnTo>
                    <a:pt x="15634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7650280" y="5178801"/>
              <a:ext cx="156340" cy="0"/>
            </a:xfrm>
            <a:custGeom>
              <a:avLst/>
              <a:pathLst>
                <a:path w="156340" h="0">
                  <a:moveTo>
                    <a:pt x="0" y="0"/>
                  </a:moveTo>
                  <a:lnTo>
                    <a:pt x="15634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5717451" y="5178801"/>
              <a:ext cx="0" cy="637897"/>
            </a:xfrm>
            <a:custGeom>
              <a:avLst/>
              <a:pathLst>
                <a:path w="0" h="637897">
                  <a:moveTo>
                    <a:pt x="0" y="6378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5717451" y="7009649"/>
              <a:ext cx="0" cy="341739"/>
            </a:xfrm>
            <a:custGeom>
              <a:avLst/>
              <a:pathLst>
                <a:path w="0" h="341739">
                  <a:moveTo>
                    <a:pt x="0" y="0"/>
                  </a:moveTo>
                  <a:lnTo>
                    <a:pt x="0" y="34173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3"/>
            <p:cNvSpPr/>
            <p:nvPr/>
          </p:nvSpPr>
          <p:spPr>
            <a:xfrm>
              <a:off x="5639280" y="5816698"/>
              <a:ext cx="156340" cy="1192950"/>
            </a:xfrm>
            <a:custGeom>
              <a:avLst/>
              <a:pathLst>
                <a:path w="156340" h="1192950">
                  <a:moveTo>
                    <a:pt x="0" y="0"/>
                  </a:moveTo>
                  <a:lnTo>
                    <a:pt x="0" y="1192950"/>
                  </a:lnTo>
                  <a:lnTo>
                    <a:pt x="156340" y="1192950"/>
                  </a:lnTo>
                  <a:lnTo>
                    <a:pt x="15634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5639280" y="6355349"/>
              <a:ext cx="156340" cy="0"/>
            </a:xfrm>
            <a:custGeom>
              <a:avLst/>
              <a:pathLst>
                <a:path w="156340" h="0">
                  <a:moveTo>
                    <a:pt x="0" y="0"/>
                  </a:moveTo>
                  <a:lnTo>
                    <a:pt x="15634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6801121" y="5178801"/>
              <a:ext cx="0" cy="82498"/>
            </a:xfrm>
            <a:custGeom>
              <a:avLst/>
              <a:pathLst>
                <a:path w="0" h="82498">
                  <a:moveTo>
                    <a:pt x="0" y="8249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6"/>
            <p:cNvSpPr/>
            <p:nvPr/>
          </p:nvSpPr>
          <p:spPr>
            <a:xfrm>
              <a:off x="6801121" y="5951363"/>
              <a:ext cx="0" cy="1031126"/>
            </a:xfrm>
            <a:custGeom>
              <a:avLst/>
              <a:pathLst>
                <a:path w="0" h="1031126">
                  <a:moveTo>
                    <a:pt x="0" y="0"/>
                  </a:moveTo>
                  <a:lnTo>
                    <a:pt x="0" y="103112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7"/>
            <p:cNvSpPr/>
            <p:nvPr/>
          </p:nvSpPr>
          <p:spPr>
            <a:xfrm>
              <a:off x="6722950" y="5261299"/>
              <a:ext cx="156340" cy="690063"/>
            </a:xfrm>
            <a:custGeom>
              <a:avLst/>
              <a:pathLst>
                <a:path w="156340" h="690063">
                  <a:moveTo>
                    <a:pt x="0" y="0"/>
                  </a:moveTo>
                  <a:lnTo>
                    <a:pt x="0" y="690063"/>
                  </a:lnTo>
                  <a:lnTo>
                    <a:pt x="156340" y="690063"/>
                  </a:lnTo>
                  <a:lnTo>
                    <a:pt x="15634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9" name="pl2368"/>
            <p:cNvSpPr/>
            <p:nvPr/>
          </p:nvSpPr>
          <p:spPr>
            <a:xfrm>
              <a:off x="6722950" y="5517413"/>
              <a:ext cx="156340" cy="0"/>
            </a:xfrm>
            <a:custGeom>
              <a:avLst/>
              <a:pathLst>
                <a:path w="156340" h="0">
                  <a:moveTo>
                    <a:pt x="0" y="0"/>
                  </a:moveTo>
                  <a:lnTo>
                    <a:pt x="15634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0" name="pl2369"/>
            <p:cNvSpPr/>
            <p:nvPr/>
          </p:nvSpPr>
          <p:spPr>
            <a:xfrm>
              <a:off x="7884790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0"/>
            <p:cNvSpPr/>
            <p:nvPr/>
          </p:nvSpPr>
          <p:spPr>
            <a:xfrm>
              <a:off x="7884790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1"/>
            <p:cNvSpPr/>
            <p:nvPr/>
          </p:nvSpPr>
          <p:spPr>
            <a:xfrm>
              <a:off x="7806620" y="5178801"/>
              <a:ext cx="156340" cy="0"/>
            </a:xfrm>
            <a:custGeom>
              <a:avLst/>
              <a:pathLst>
                <a:path w="156340" h="0">
                  <a:moveTo>
                    <a:pt x="0" y="0"/>
                  </a:moveTo>
                  <a:lnTo>
                    <a:pt x="15634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3" name="pl2372"/>
            <p:cNvSpPr/>
            <p:nvPr/>
          </p:nvSpPr>
          <p:spPr>
            <a:xfrm>
              <a:off x="7806620" y="5178801"/>
              <a:ext cx="156340" cy="0"/>
            </a:xfrm>
            <a:custGeom>
              <a:avLst/>
              <a:pathLst>
                <a:path w="156340" h="0">
                  <a:moveTo>
                    <a:pt x="0" y="0"/>
                  </a:moveTo>
                  <a:lnTo>
                    <a:pt x="15634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4" name="pg2373"/>
            <p:cNvSpPr/>
            <p:nvPr/>
          </p:nvSpPr>
          <p:spPr>
            <a:xfrm>
              <a:off x="5634360" y="4876319"/>
              <a:ext cx="2204401" cy="1610807"/>
            </a:xfrm>
            <a:custGeom>
              <a:avLst/>
              <a:pathLst>
                <a:path w="2204401" h="1610807">
                  <a:moveTo>
                    <a:pt x="0" y="1253889"/>
                  </a:moveTo>
                  <a:lnTo>
                    <a:pt x="484655" y="1034932"/>
                  </a:lnTo>
                  <a:lnTo>
                    <a:pt x="1110017" y="699745"/>
                  </a:lnTo>
                  <a:lnTo>
                    <a:pt x="1579039" y="410015"/>
                  </a:lnTo>
                  <a:lnTo>
                    <a:pt x="2204401" y="0"/>
                  </a:lnTo>
                  <a:lnTo>
                    <a:pt x="2204401" y="511978"/>
                  </a:lnTo>
                  <a:lnTo>
                    <a:pt x="1579039" y="769400"/>
                  </a:lnTo>
                  <a:lnTo>
                    <a:pt x="1110017" y="980248"/>
                  </a:lnTo>
                  <a:lnTo>
                    <a:pt x="484655" y="1312500"/>
                  </a:lnTo>
                  <a:lnTo>
                    <a:pt x="0" y="1610807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l2374"/>
            <p:cNvSpPr/>
            <p:nvPr/>
          </p:nvSpPr>
          <p:spPr>
            <a:xfrm>
              <a:off x="5634360" y="4876319"/>
              <a:ext cx="2204401" cy="1253889"/>
            </a:xfrm>
            <a:custGeom>
              <a:avLst/>
              <a:pathLst>
                <a:path w="2204401" h="1253889">
                  <a:moveTo>
                    <a:pt x="0" y="1253889"/>
                  </a:moveTo>
                  <a:lnTo>
                    <a:pt x="484655" y="1034932"/>
                  </a:lnTo>
                  <a:lnTo>
                    <a:pt x="1110017" y="699745"/>
                  </a:lnTo>
                  <a:lnTo>
                    <a:pt x="1579039" y="410015"/>
                  </a:lnTo>
                  <a:lnTo>
                    <a:pt x="220440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6" name="pl2375"/>
            <p:cNvSpPr/>
            <p:nvPr/>
          </p:nvSpPr>
          <p:spPr>
            <a:xfrm>
              <a:off x="5634360" y="5388297"/>
              <a:ext cx="2204401" cy="1098829"/>
            </a:xfrm>
            <a:custGeom>
              <a:avLst/>
              <a:pathLst>
                <a:path w="2204401" h="1098829">
                  <a:moveTo>
                    <a:pt x="2204401" y="0"/>
                  </a:moveTo>
                  <a:lnTo>
                    <a:pt x="1579039" y="257422"/>
                  </a:lnTo>
                  <a:lnTo>
                    <a:pt x="1110017" y="468270"/>
                  </a:lnTo>
                  <a:lnTo>
                    <a:pt x="484655" y="800522"/>
                  </a:lnTo>
                  <a:lnTo>
                    <a:pt x="0" y="10988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7" name="pg2376"/>
            <p:cNvSpPr/>
            <p:nvPr/>
          </p:nvSpPr>
          <p:spPr>
            <a:xfrm>
              <a:off x="5634360" y="4936876"/>
              <a:ext cx="2204401" cy="1579772"/>
            </a:xfrm>
            <a:custGeom>
              <a:avLst/>
              <a:pathLst>
                <a:path w="2204401" h="1579772">
                  <a:moveTo>
                    <a:pt x="0" y="1272262"/>
                  </a:moveTo>
                  <a:lnTo>
                    <a:pt x="484655" y="1039682"/>
                  </a:lnTo>
                  <a:lnTo>
                    <a:pt x="1110017" y="697232"/>
                  </a:lnTo>
                  <a:lnTo>
                    <a:pt x="1579039" y="407558"/>
                  </a:lnTo>
                  <a:lnTo>
                    <a:pt x="2204401" y="0"/>
                  </a:lnTo>
                  <a:lnTo>
                    <a:pt x="2204401" y="419951"/>
                  </a:lnTo>
                  <a:lnTo>
                    <a:pt x="1579039" y="702345"/>
                  </a:lnTo>
                  <a:lnTo>
                    <a:pt x="1110017" y="930136"/>
                  </a:lnTo>
                  <a:lnTo>
                    <a:pt x="484655" y="1277638"/>
                  </a:lnTo>
                  <a:lnTo>
                    <a:pt x="0" y="1579772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l2377"/>
            <p:cNvSpPr/>
            <p:nvPr/>
          </p:nvSpPr>
          <p:spPr>
            <a:xfrm>
              <a:off x="5634360" y="4936876"/>
              <a:ext cx="2204401" cy="1272262"/>
            </a:xfrm>
            <a:custGeom>
              <a:avLst/>
              <a:pathLst>
                <a:path w="2204401" h="1272262">
                  <a:moveTo>
                    <a:pt x="0" y="1272262"/>
                  </a:moveTo>
                  <a:lnTo>
                    <a:pt x="484655" y="1039682"/>
                  </a:lnTo>
                  <a:lnTo>
                    <a:pt x="1110017" y="697232"/>
                  </a:lnTo>
                  <a:lnTo>
                    <a:pt x="1579039" y="407558"/>
                  </a:lnTo>
                  <a:lnTo>
                    <a:pt x="220440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9" name="pl2378"/>
            <p:cNvSpPr/>
            <p:nvPr/>
          </p:nvSpPr>
          <p:spPr>
            <a:xfrm>
              <a:off x="5634360" y="5356828"/>
              <a:ext cx="2204401" cy="1159820"/>
            </a:xfrm>
            <a:custGeom>
              <a:avLst/>
              <a:pathLst>
                <a:path w="2204401" h="1159820">
                  <a:moveTo>
                    <a:pt x="2204401" y="0"/>
                  </a:moveTo>
                  <a:lnTo>
                    <a:pt x="1579039" y="282394"/>
                  </a:lnTo>
                  <a:lnTo>
                    <a:pt x="1110017" y="510184"/>
                  </a:lnTo>
                  <a:lnTo>
                    <a:pt x="484655" y="857686"/>
                  </a:lnTo>
                  <a:lnTo>
                    <a:pt x="0" y="1159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80" name="pl2379"/>
            <p:cNvSpPr/>
            <p:nvPr/>
          </p:nvSpPr>
          <p:spPr>
            <a:xfrm>
              <a:off x="5634360" y="5132308"/>
              <a:ext cx="2204401" cy="1176359"/>
            </a:xfrm>
            <a:custGeom>
              <a:avLst/>
              <a:pathLst>
                <a:path w="2204401" h="1176359">
                  <a:moveTo>
                    <a:pt x="0" y="1176359"/>
                  </a:moveTo>
                  <a:lnTo>
                    <a:pt x="484655" y="917727"/>
                  </a:lnTo>
                  <a:lnTo>
                    <a:pt x="1110017" y="584008"/>
                  </a:lnTo>
                  <a:lnTo>
                    <a:pt x="1579039" y="333718"/>
                  </a:lnTo>
                  <a:lnTo>
                    <a:pt x="2204401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0"/>
            <p:cNvSpPr/>
            <p:nvPr/>
          </p:nvSpPr>
          <p:spPr>
            <a:xfrm>
              <a:off x="5634360" y="5146852"/>
              <a:ext cx="2204401" cy="1216041"/>
            </a:xfrm>
            <a:custGeom>
              <a:avLst/>
              <a:pathLst>
                <a:path w="2204401" h="1216041">
                  <a:moveTo>
                    <a:pt x="0" y="1216041"/>
                  </a:moveTo>
                  <a:lnTo>
                    <a:pt x="484655" y="948684"/>
                  </a:lnTo>
                  <a:lnTo>
                    <a:pt x="1110017" y="603708"/>
                  </a:lnTo>
                  <a:lnTo>
                    <a:pt x="1579039" y="344976"/>
                  </a:lnTo>
                  <a:lnTo>
                    <a:pt x="2204401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tx2381"/>
            <p:cNvSpPr/>
            <p:nvPr/>
          </p:nvSpPr>
          <p:spPr>
            <a:xfrm>
              <a:off x="5639280" y="4514258"/>
              <a:ext cx="247445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Slope=0.3840, P &lt; 0.001 (r=2,4,8)</a:t>
              </a:r>
            </a:p>
          </p:txBody>
        </p:sp>
        <p:sp>
          <p:nvSpPr>
            <p:cNvPr id="2383" name="tx2382"/>
            <p:cNvSpPr/>
            <p:nvPr/>
          </p:nvSpPr>
          <p:spPr>
            <a:xfrm>
              <a:off x="5639280" y="4683719"/>
              <a:ext cx="246174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Slope=0.3970, P &lt; 0.001 (r=2,4,8)</a:t>
              </a:r>
            </a:p>
          </p:txBody>
        </p:sp>
        <p:sp>
          <p:nvSpPr>
            <p:cNvPr id="2384" name="rc2383"/>
            <p:cNvSpPr/>
            <p:nvPr/>
          </p:nvSpPr>
          <p:spPr>
            <a:xfrm>
              <a:off x="5317673" y="4527025"/>
              <a:ext cx="2810705" cy="296558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85" name="pl2384"/>
            <p:cNvSpPr/>
            <p:nvPr/>
          </p:nvSpPr>
          <p:spPr>
            <a:xfrm>
              <a:off x="5317673" y="4527025"/>
              <a:ext cx="0" cy="2965581"/>
            </a:xfrm>
            <a:custGeom>
              <a:avLst/>
              <a:pathLst>
                <a:path w="0" h="2965581">
                  <a:moveTo>
                    <a:pt x="0" y="2965581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tx2385"/>
            <p:cNvSpPr/>
            <p:nvPr/>
          </p:nvSpPr>
          <p:spPr>
            <a:xfrm>
              <a:off x="5037483" y="7296707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87" name="tx2386"/>
            <p:cNvSpPr/>
            <p:nvPr/>
          </p:nvSpPr>
          <p:spPr>
            <a:xfrm>
              <a:off x="5037483" y="6862189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88" name="tx2387"/>
            <p:cNvSpPr/>
            <p:nvPr/>
          </p:nvSpPr>
          <p:spPr>
            <a:xfrm>
              <a:off x="5037483" y="6427672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89" name="tx2388"/>
            <p:cNvSpPr/>
            <p:nvPr/>
          </p:nvSpPr>
          <p:spPr>
            <a:xfrm>
              <a:off x="5037483" y="5993155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390" name="tx2389"/>
            <p:cNvSpPr/>
            <p:nvPr/>
          </p:nvSpPr>
          <p:spPr>
            <a:xfrm>
              <a:off x="5037483" y="5558637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2391" name="tx2390"/>
            <p:cNvSpPr/>
            <p:nvPr/>
          </p:nvSpPr>
          <p:spPr>
            <a:xfrm>
              <a:off x="5037483" y="5124120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392" name="tx2391"/>
            <p:cNvSpPr/>
            <p:nvPr/>
          </p:nvSpPr>
          <p:spPr>
            <a:xfrm>
              <a:off x="5037483" y="4689602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2393" name="pl2392"/>
            <p:cNvSpPr/>
            <p:nvPr/>
          </p:nvSpPr>
          <p:spPr>
            <a:xfrm>
              <a:off x="5279716" y="73513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3"/>
            <p:cNvSpPr/>
            <p:nvPr/>
          </p:nvSpPr>
          <p:spPr>
            <a:xfrm>
              <a:off x="5279716" y="69168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4"/>
            <p:cNvSpPr/>
            <p:nvPr/>
          </p:nvSpPr>
          <p:spPr>
            <a:xfrm>
              <a:off x="5279716" y="64823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5"/>
            <p:cNvSpPr/>
            <p:nvPr/>
          </p:nvSpPr>
          <p:spPr>
            <a:xfrm>
              <a:off x="5279716" y="60478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6"/>
            <p:cNvSpPr/>
            <p:nvPr/>
          </p:nvSpPr>
          <p:spPr>
            <a:xfrm>
              <a:off x="5279716" y="561331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7"/>
            <p:cNvSpPr/>
            <p:nvPr/>
          </p:nvSpPr>
          <p:spPr>
            <a:xfrm>
              <a:off x="5279716" y="517880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8"/>
            <p:cNvSpPr/>
            <p:nvPr/>
          </p:nvSpPr>
          <p:spPr>
            <a:xfrm>
              <a:off x="5279716" y="474428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399"/>
            <p:cNvSpPr/>
            <p:nvPr/>
          </p:nvSpPr>
          <p:spPr>
            <a:xfrm>
              <a:off x="5317673" y="7492606"/>
              <a:ext cx="2810705" cy="0"/>
            </a:xfrm>
            <a:custGeom>
              <a:avLst/>
              <a:pathLst>
                <a:path w="2810705" h="0">
                  <a:moveTo>
                    <a:pt x="0" y="0"/>
                  </a:moveTo>
                  <a:lnTo>
                    <a:pt x="2810705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0"/>
            <p:cNvSpPr/>
            <p:nvPr/>
          </p:nvSpPr>
          <p:spPr>
            <a:xfrm>
              <a:off x="5639280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1"/>
            <p:cNvSpPr/>
            <p:nvPr/>
          </p:nvSpPr>
          <p:spPr>
            <a:xfrm>
              <a:off x="6722950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2"/>
            <p:cNvSpPr/>
            <p:nvPr/>
          </p:nvSpPr>
          <p:spPr>
            <a:xfrm>
              <a:off x="7806620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tx2403"/>
            <p:cNvSpPr/>
            <p:nvPr/>
          </p:nvSpPr>
          <p:spPr>
            <a:xfrm>
              <a:off x="5596898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405" name="tx2404"/>
            <p:cNvSpPr/>
            <p:nvPr/>
          </p:nvSpPr>
          <p:spPr>
            <a:xfrm>
              <a:off x="6680568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406" name="tx2405"/>
            <p:cNvSpPr/>
            <p:nvPr/>
          </p:nvSpPr>
          <p:spPr>
            <a:xfrm>
              <a:off x="7764238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407" name="tx2406"/>
            <p:cNvSpPr/>
            <p:nvPr/>
          </p:nvSpPr>
          <p:spPr>
            <a:xfrm>
              <a:off x="6383509" y="7785681"/>
              <a:ext cx="679033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408" name="tx2407"/>
            <p:cNvSpPr/>
            <p:nvPr/>
          </p:nvSpPr>
          <p:spPr>
            <a:xfrm rot="-5400000">
              <a:off x="3421911" y="5950608"/>
              <a:ext cx="2890875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2409" name="tx2408"/>
            <p:cNvSpPr/>
            <p:nvPr/>
          </p:nvSpPr>
          <p:spPr>
            <a:xfrm>
              <a:off x="4627456" y="4379441"/>
              <a:ext cx="21717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</a:t>
              </a:r>
            </a:p>
          </p:txBody>
        </p:sp>
        <p:sp>
          <p:nvSpPr>
            <p:cNvPr id="2410" name="rc2409"/>
            <p:cNvSpPr/>
            <p:nvPr/>
          </p:nvSpPr>
          <p:spPr>
            <a:xfrm>
              <a:off x="3502793" y="8035977"/>
              <a:ext cx="2838322" cy="1430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1" name="tx2410"/>
            <p:cNvSpPr/>
            <p:nvPr/>
          </p:nvSpPr>
          <p:spPr>
            <a:xfrm>
              <a:off x="3502793" y="8052802"/>
              <a:ext cx="92317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2412" name="rc2411"/>
            <p:cNvSpPr/>
            <p:nvPr/>
          </p:nvSpPr>
          <p:spPr>
            <a:xfrm>
              <a:off x="4501887" y="8050287"/>
              <a:ext cx="8770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4513731" y="80754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l2413"/>
            <p:cNvSpPr/>
            <p:nvPr/>
          </p:nvSpPr>
          <p:spPr>
            <a:xfrm>
              <a:off x="4545741" y="8136081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5" name="pl2414"/>
            <p:cNvSpPr/>
            <p:nvPr/>
          </p:nvSpPr>
          <p:spPr>
            <a:xfrm>
              <a:off x="4545741" y="8061727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6" name="rc2415"/>
            <p:cNvSpPr/>
            <p:nvPr/>
          </p:nvSpPr>
          <p:spPr>
            <a:xfrm>
              <a:off x="4512850" y="8078885"/>
              <a:ext cx="65781" cy="57195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7" name="pl2416"/>
            <p:cNvSpPr/>
            <p:nvPr/>
          </p:nvSpPr>
          <p:spPr>
            <a:xfrm>
              <a:off x="4512850" y="8107483"/>
              <a:ext cx="65781" cy="0"/>
            </a:xfrm>
            <a:custGeom>
              <a:avLst/>
              <a:pathLst>
                <a:path w="65781" h="0">
                  <a:moveTo>
                    <a:pt x="0" y="0"/>
                  </a:moveTo>
                  <a:lnTo>
                    <a:pt x="65781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8" name="pl2417"/>
            <p:cNvSpPr/>
            <p:nvPr/>
          </p:nvSpPr>
          <p:spPr>
            <a:xfrm>
              <a:off x="4545741" y="815324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9" name="pl2418"/>
            <p:cNvSpPr/>
            <p:nvPr/>
          </p:nvSpPr>
          <p:spPr>
            <a:xfrm>
              <a:off x="4545741" y="80617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0" name="pl2419"/>
            <p:cNvSpPr/>
            <p:nvPr/>
          </p:nvSpPr>
          <p:spPr>
            <a:xfrm>
              <a:off x="4510657" y="8107483"/>
              <a:ext cx="70167" cy="0"/>
            </a:xfrm>
            <a:custGeom>
              <a:avLst/>
              <a:pathLst>
                <a:path w="70167" h="0">
                  <a:moveTo>
                    <a:pt x="0" y="0"/>
                  </a:moveTo>
                  <a:lnTo>
                    <a:pt x="70167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rc2420"/>
            <p:cNvSpPr/>
            <p:nvPr/>
          </p:nvSpPr>
          <p:spPr>
            <a:xfrm>
              <a:off x="5466271" y="8050287"/>
              <a:ext cx="8770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478115" y="80754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l2422"/>
            <p:cNvSpPr/>
            <p:nvPr/>
          </p:nvSpPr>
          <p:spPr>
            <a:xfrm>
              <a:off x="5510126" y="8136081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4" name="pl2423"/>
            <p:cNvSpPr/>
            <p:nvPr/>
          </p:nvSpPr>
          <p:spPr>
            <a:xfrm>
              <a:off x="5510126" y="8061727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5" name="rc2424"/>
            <p:cNvSpPr/>
            <p:nvPr/>
          </p:nvSpPr>
          <p:spPr>
            <a:xfrm>
              <a:off x="5477235" y="8078885"/>
              <a:ext cx="65781" cy="57195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6" name="pl2425"/>
            <p:cNvSpPr/>
            <p:nvPr/>
          </p:nvSpPr>
          <p:spPr>
            <a:xfrm>
              <a:off x="5477235" y="8107483"/>
              <a:ext cx="65781" cy="0"/>
            </a:xfrm>
            <a:custGeom>
              <a:avLst/>
              <a:pathLst>
                <a:path w="65781" h="0">
                  <a:moveTo>
                    <a:pt x="0" y="0"/>
                  </a:moveTo>
                  <a:lnTo>
                    <a:pt x="65781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7" name="pl2426"/>
            <p:cNvSpPr/>
            <p:nvPr/>
          </p:nvSpPr>
          <p:spPr>
            <a:xfrm>
              <a:off x="5510126" y="815324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8" name="pl2427"/>
            <p:cNvSpPr/>
            <p:nvPr/>
          </p:nvSpPr>
          <p:spPr>
            <a:xfrm>
              <a:off x="5510126" y="80617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9" name="pl2428"/>
            <p:cNvSpPr/>
            <p:nvPr/>
          </p:nvSpPr>
          <p:spPr>
            <a:xfrm>
              <a:off x="5475042" y="8107483"/>
              <a:ext cx="70167" cy="0"/>
            </a:xfrm>
            <a:custGeom>
              <a:avLst/>
              <a:pathLst>
                <a:path w="70167" h="0">
                  <a:moveTo>
                    <a:pt x="0" y="0"/>
                  </a:moveTo>
                  <a:lnTo>
                    <a:pt x="70167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tx2429"/>
            <p:cNvSpPr/>
            <p:nvPr/>
          </p:nvSpPr>
          <p:spPr>
            <a:xfrm>
              <a:off x="4665511" y="8063775"/>
              <a:ext cx="72484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2431" name="tx2430"/>
            <p:cNvSpPr/>
            <p:nvPr/>
          </p:nvSpPr>
          <p:spPr>
            <a:xfrm>
              <a:off x="5629896" y="8063775"/>
              <a:ext cx="71122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2026-07-20T00:36:32Z</dcterms:modified>
  <cp:category/>
</cp:coreProperties>
</file>