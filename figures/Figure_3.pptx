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6018779" cy="283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1535706" y="1084613"/>
              <a:ext cx="5397473" cy="250872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1890588" y="14141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2110337" y="24628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938449" y="262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2108620" y="24241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870785" y="19854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138068" y="25146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855688" y="28086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2063943" y="27014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873280" y="26013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120464" y="26813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05743" y="29722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134575" y="29686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68111" y="26912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159962" y="27518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01618" y="27713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126705" y="28815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922336" y="27150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088447" y="25865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931056" y="2103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145325" y="21157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945683" y="27044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115838" y="26828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918703" y="25193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084353" y="26783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932328" y="23976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113289" y="28447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864409" y="27691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144348" y="26304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927297" y="23501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105066" y="29781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947846" y="25776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099746" y="25825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927620" y="27808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093515" y="27111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947106" y="26216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130063" y="27162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901523" y="27417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112298" y="27747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928735" y="30696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21967" y="28848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956066" y="24116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13627" y="25577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873946" y="26685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0766" y="24998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922295" y="27391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50551" y="27649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924908" y="23692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083412" y="30255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904964" y="26517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075128" y="25911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924155" y="30142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074502" y="27045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953833" y="26177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15829" y="2519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927590" y="22542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77725" y="22081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867621" y="34375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090560" y="27584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916482" y="24710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132644" y="22975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945018" y="25533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134930" y="25167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888735" y="27881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078415" y="29836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880778" y="23315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136638" y="24294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889219" y="20851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60746" y="19782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921550" y="23841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107256" y="21307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907339" y="28175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116967" y="2658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951687" y="27644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157037" y="2856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868157" y="24101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34283" y="24877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868923" y="2331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075191" y="20649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870668" y="27930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108605" y="2599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916764" y="24083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089498" y="25074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886165" y="28063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164745" y="2004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917238" y="23202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160306" y="17649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894921" y="24702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157554" y="24737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857989" y="2587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075666" y="22654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895590" y="33190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085257" y="29727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924855" y="22567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089130" y="20506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885099" y="24536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132518" y="26076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1891987" y="21636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093003" y="19214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864823" y="25617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166716" y="22331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1907492" y="22246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139474" y="24058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1876150" y="23241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162169" y="26275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1885817" y="20080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159231" y="21305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1953443" y="25812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105055" y="27287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1866284" y="26676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166629" y="27115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32504" y="25937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074570" y="26047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908436" y="12192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166260" y="16049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34789" y="16492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084554" y="19300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1897471" y="28417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129993" y="26703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1875866" y="29310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086524" y="28695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1869483" y="27143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135025" y="27971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1928009" y="22882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068930" y="26940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1902611" y="26637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132457" y="28081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929190" y="2502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065060" y="26827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1859965" y="25411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072716" y="26910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1951533" y="24658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088798" y="25955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1865113" y="28082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124776" y="25981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1899456" y="24720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093597" y="25611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1920616" y="27408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165548" y="26499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1857202" y="27701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080259" y="29440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1873335" y="2472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118733" y="27114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1897336" y="25488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112938" y="28604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1868795" y="25793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101738" y="27861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1895191" y="16569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157916" y="2869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1885106" y="30481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149393" y="2626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1873322" y="29441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096247" y="2743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1940007" y="25503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110690" y="27229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1915961" y="25707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101080" y="25328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1940248" y="20447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118003" y="20310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1890091" y="19557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131315" y="18550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1908798" y="26098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113449" y="23205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1869004" y="21468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155574" y="23796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1927324" y="19644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162295" y="1796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1894871" y="2703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068080" y="28046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1897125" y="23792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092797" y="26167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1919210" y="18910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103619" y="21360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1934488" y="31274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089098" y="2405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390709" y="17189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541510" y="18654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395653" y="20987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530090" y="25124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320144" y="24751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566523" y="2529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333727" y="21271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581688" y="2256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413330" y="20358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549997" y="21458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3352898" y="21435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3532110" y="23305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3332306" y="2308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3594036" y="23606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3325818" y="20410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3538036" y="22346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3316030" y="26873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3613963" y="29595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3344807" y="24645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3524957" y="29363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335732" y="21534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3612780" y="23568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404956" y="20264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3576792" y="25152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413923" y="21621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531012" y="24677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371056" y="26583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3587738" y="28468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363907" y="21197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597720" y="25437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355316" y="28466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617828" y="26543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405084" y="23676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3600965" y="24737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321195" y="24120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539345" y="26568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416305" y="20952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3613014" y="23201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362555" y="1949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602497" y="22882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366083" y="23750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595325" y="3089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391352" y="27710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525628" y="28920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381190" y="21955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583750" y="2172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406597" y="21119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3616569" y="26651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320709" y="21564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586295" y="23173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382336" y="30714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627851" y="29035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355625" y="2654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580686" y="27061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335631" y="27657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627656" y="26906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329521" y="2553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626809" y="2788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318842" y="31080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565161" y="33970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359030" y="21102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589880" y="20353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347988" y="25505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585472" y="26789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336968" y="20709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590562" y="19401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339760" y="23334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524956" y="23623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336005" y="20981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582505" y="22159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59153" y="33779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557258" y="32982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333321" y="2133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550635" y="23565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374194" y="23838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559860" y="23443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409011" y="22163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556916" y="25231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358848" y="18693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615250" y="20675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393954" y="20912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566277" y="21173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357935" y="25431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563945" y="29806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415394" y="24989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528900" y="2381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314032" y="21179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618686" y="23432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405388" y="24551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578767" y="27961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394168" y="22329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614012" y="24175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332082" y="21432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562109" y="23586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357235" y="17532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572905" y="21111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356975" y="19896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562657" y="25626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372728" y="167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563063" y="21557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341616" y="20364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567123" y="21708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352255" y="22616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544227" y="20643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348902" y="23216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600877" y="2586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388126" y="2620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531540" y="25115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329189" y="2764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571177" y="25681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312758" y="20845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525032" y="21379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377671" y="27190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564745" y="25408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410404" y="24527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625545" y="27891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342682" y="25162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575642" y="24912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381148" y="25972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580840" y="29248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410785" y="22371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584197" y="22228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334420" y="25236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532115" y="26585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355448" y="23071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549527" y="23264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417575" y="20151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599279" y="20814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401433" y="23613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600010" y="24278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340087" y="24750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616501" y="2408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383812" y="2099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609551" y="2677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384569" y="2475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572981" y="28733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380469" y="24554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3565669" y="22670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3411811" y="22880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3589139" y="24894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3380284" y="28597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3556958" y="26627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3369114" y="22998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3597581" y="21972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3333131" y="22566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3563750" y="21397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3341401" y="28171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3525344" y="23068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3356764" y="29137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3590951" y="28318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3341337" y="20748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3601136" y="2265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3416999" y="25697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3533852" y="25581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3393201" y="24053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3576372" y="24322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3348162" y="22586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3537224" y="24646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3329582" y="24972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3612759" y="2227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3357396" y="25742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3625395" y="23341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3333778" y="21983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3531667" y="21273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3347842" y="18855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3535610" y="18523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3370889" y="21482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3587530" y="20750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3334722" y="20372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3542572" y="19739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3361258" y="21873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3536197" y="23550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3341415" y="25942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3560967" y="25538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3376288" y="24842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3562705" y="23145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3363443" y="23483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3550309" y="21283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3333433" y="18730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3578567" y="19218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3362664" y="2731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3538492" y="21453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3403933" y="21961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3624501" y="23860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3319689" y="19854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3549415" y="20461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3357654" y="18376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3561701" y="18174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3344847" y="17831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3619809" y="16264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3312750" y="11646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3622862" y="1993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3394590" y="22106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3624779" y="22581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3384748" y="19288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3571206" y="18859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4848468" y="26874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5001385" y="24327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4824469" y="18873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5084683" y="21278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4835986" y="19350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5036351" y="24117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4844857" y="16715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5037340" y="19178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4779412" y="19780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5000077" y="21090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4809284" y="21404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5085268" y="25811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4793868" y="20167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5023161" y="20783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4775735" y="22222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5063436" y="22184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4779803" y="23008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5012386" y="23349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4854200" y="24489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5012069" y="26221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4816415" y="25766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5018708" y="2966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4819192" y="19321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5061526" y="21637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4790239" y="24410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5082302" y="26352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4870315" y="16859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5011591" y="2037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4858066" y="19307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5021898" y="21067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4878792" y="17014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5069170" y="20099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4806137" y="31237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5032003" y="29171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4795547" y="27218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5003313" y="24166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4841292" y="1711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5015398" y="22113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4815131" y="23475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5044553" y="26402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4792065" y="20053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5020262" y="21801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4795100" y="21884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5031979" y="24035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4846937" y="29675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5001438" y="27121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4803308" y="23530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5069694" y="25464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4861652" y="21678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5074966" y="25155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4834104" y="22542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5050415" y="22099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4810056" y="28939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5029604" y="33562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4832931" y="19120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4998986" y="20703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4859982" y="20321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5039594" y="21104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4863879" y="17348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5081147" y="19700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4807108" y="18233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5064096" y="18847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4811565" y="17788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5074238" y="18946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4879091" y="22580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5016060" y="21027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4877564" y="20062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5028858" y="2102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4856600" y="15879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5069259" y="19009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4797856" y="17703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5003973" y="2068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4869335" y="1896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4986867" y="19286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844810" y="19447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4999151" y="21247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824579" y="16432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4993129" y="17924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855640" y="16850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5073108" y="1643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785506" y="1945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5004053" y="19770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4839822" y="15055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5075986" y="21936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4835953" y="17583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5035817" y="20352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4851965" y="16101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5026557" y="18815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4830831" y="18351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5042553" y="20791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4819882" y="12704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5047175" y="18416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4835782" y="21633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5082538" y="22869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4850136" y="18331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4986340" y="21792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4802934" y="17822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5044863" y="22379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4857411" y="23191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5084233" y="21842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4875316" y="18664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5067602" y="21077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4832581" y="16624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5051038" y="20409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4780106" y="25011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5022558" y="23673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4823182" y="22264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5083888" y="2634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4853535" y="19079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4989361" y="20371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4840150" y="18688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5010068" y="18702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4867483" y="18235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017808" y="21012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4836333" y="19243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082426" y="21600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4834751" y="17730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5021361" y="24923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4842132" y="29065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4988009" y="28273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4796509" y="21535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5087820" y="25113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4817667" y="20736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5003043" y="20454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4774815" y="20625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5027834" y="19170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805872" y="24877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008338" y="24635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4833206" y="25715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042934" y="26950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778970" y="2037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033264" y="2501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810553" y="22174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071799" y="25887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822068" y="16019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065815" y="20784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847623" y="1812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007268" y="21829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781790" y="1816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078168" y="24110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857996" y="2102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042702" y="25929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4867773" y="14830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046022" y="18826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4841771" y="22596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081831" y="28377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4860338" y="27930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4989334" y="24711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4814897" y="18859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032204" y="24509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4862407" y="17538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003146" y="24950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4848829" y="17085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027607" y="19163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4866290" y="28472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000979" y="26651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4852443" y="2503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007518" y="29235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4788909" y="21227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029980" y="24563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4859033" y="16071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019878" y="21601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4856136" y="14910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4996620" y="17549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4826335" y="20865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050729" y="25932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4870840" y="21901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082566" y="23689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4824511" y="23602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068880" y="24262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4826575" y="18371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040364" y="21531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4841435" y="22780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004910" y="26827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4839086" y="18886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011581" y="25528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4780607" y="22578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064001" y="24390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4862210" y="25173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058898" y="22971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4842790" y="16737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075318" y="22681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4861515" y="19063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5018342" y="21051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4839130" y="12580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5066415" y="17049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4830229" y="23994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5051876" y="26288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4832862" y="23097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5004830" y="18099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4799271" y="22598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4985176" y="19136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4790202" y="23162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5081592" y="2194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4813984" y="3031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5008560" y="26371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836950" y="22579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5069022" y="23811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799467" y="18451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5081819" y="20472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836896" y="24994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5015113" y="2565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832278" y="31693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5068624" y="29619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826353" y="27483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5047496" y="23817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781748" y="24952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5010741" y="21378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785648" y="23432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5018275" y="20897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827660" y="21713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5034052" y="24029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874355" y="2383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4984928" y="24117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870973" y="23399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5074568" y="22400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821829" y="21557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4985998" y="20084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875773" y="2199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5019686" y="21832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803025" y="24474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5028825" y="20864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800831" y="19433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5060568" y="1737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859195" y="2654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5074837" y="26389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873341" y="29025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5063524" y="26478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843031" y="15640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5078621" y="17254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6286895" y="19653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6515685" y="20272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6295893" y="25977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6487405" y="29606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6247518" y="20225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6466644" y="18243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6251829" y="24028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6541749" y="21475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6339595" y="1798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6482313" y="22937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6314650" y="13830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6479271" y="17572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6316952" y="26040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6468694" y="25043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6334352" y="21011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6516179" y="2300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6262354" y="21263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488102" y="22380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6300498" y="25398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6543739" y="20127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6305318" y="12002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6453331" y="15260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6297634" y="24621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6469060" y="21985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6271430" y="22007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6461779" y="21785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6306619" y="17443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6550998" y="27811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6340943" y="22135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6548152" y="21380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272755" y="25444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6512271" y="26731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6259686" y="24530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6547071" y="26287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6293876" y="22859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6494375" y="18532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6247630" y="23660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6493229" y="2033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6277361" y="19396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511613" y="2636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6314373" y="25022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507375" y="24614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6243765" y="17635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496024" y="20895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6273093" y="25509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456027" y="29226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6317655" y="27267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6484491" y="23062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6266406" y="1636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447314" y="22484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6295922" y="18232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6490605" y="22851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6315875" y="19556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6512523" y="23082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6337582" y="25844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6450800" y="19491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6267502" y="24753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6491839" y="21345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6253448" y="18750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6510727" y="22357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6247596" y="20333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6475947" y="17170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6336507" y="23649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6548525" y="21495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6322754" y="1714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6453136" y="18087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6274101" y="23659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6463396" y="24270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6280488" y="19715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6450618" y="22910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6305436" y="29126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6468735" y="29849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6277303" y="18029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6486660" y="2416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6305481" y="20054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6551117" y="22798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6318903" y="20878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6453635" y="2460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6282660" y="1973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6483600" y="19989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6323355" y="20010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6544965" y="23278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6238061" y="22019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6476811" y="2262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6340327" y="2072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6475701" y="19381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6327273" y="23681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6536761" y="28473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6242248" y="26222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6534419" y="21665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6286828" y="21813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6505484" y="22287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6337057" y="22338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6529127" y="24541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6252070" y="22880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6519963" y="18747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6276807" y="13920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6531739" y="17500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6236409" y="19035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6448486" y="1987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6297632" y="16609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6513834" y="19132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6279455" y="2470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6480961" y="24703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6327476" y="19017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6547446" y="20097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6269888" y="20626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6481721" y="20084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6250950" y="24765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6525978" y="23091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6301547" y="16647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6509705" y="20631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6307733" y="2257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6538914" y="21636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6247692" y="21059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6499887" y="24654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6320879" y="21927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6468051" y="2382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6333445" y="1952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6454697" y="22320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6286421" y="19499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6447744" y="23957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6302164" y="22116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6498350" y="2265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6333036" y="18613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6516570" y="20757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6336404" y="23536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6522556" y="18593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6301456" y="17082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6479011" y="16999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6308327" y="21160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6505660" y="21930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6246330" y="22373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6495884" y="20720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6300363" y="16272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6515830" y="25334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6249664" y="25858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6447842" y="20985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6285517" y="2301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6456026" y="27787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6260410" y="21296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6480774" y="21410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6235863" y="2167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6453830" y="21621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6268547" y="21436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6548427" y="24117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6290122" y="21791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6482247" y="20600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6307685" y="25523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6539198" y="21771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6332777" y="24692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6529164" y="18295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6334616" y="26702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6527304" y="2816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6248907" y="24492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6524834" y="23398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6241973" y="2322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6447967" y="21540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6238767" y="22109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6462656" y="21066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6262530" y="22907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6477264" y="25073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6313635" y="2161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6472676" y="20014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6263607" y="24010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6551631" y="21656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6291519" y="24422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6481202" y="25807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6325390" y="24411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6538597" y="21079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6280808" y="2328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6452406" y="24313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6236007" y="19721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6517141" y="2081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6333372" y="21365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6493112" y="22868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6286555" y="23057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6456926" y="22389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6238176" y="2287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6495894" y="23354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6318627" y="16537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6496662" y="18364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6259962" y="17360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6510450" y="20672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6325664" y="13975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6484509" y="15328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6283495" y="20487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6448624" y="20983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6252860" y="18388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6532350" y="1918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6325525" y="20959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6495392" y="22916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6249589" y="26234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6490124" y="26634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6237252" y="229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6479993" y="21942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6329720" y="16719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6499084" y="19434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6316206" y="22010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6515781" y="22479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6256578" y="20525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6452426" y="20651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6311922" y="17988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6544386" y="1833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6289219" y="19028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6521190" y="2242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6290106" y="21526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6472262" y="24252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6311150" y="20758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6505749" y="17728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6327357" y="23433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6446869" y="19627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6296076" y="27145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6453458" y="21383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6262000" y="19297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6526440" y="23467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6258546" y="20704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6476538" y="22016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6302945" y="19416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6468975" y="2068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6278397" y="24008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6528373" y="23325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6311306" y="23575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6471682" y="23430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6256773" y="22108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6475205" y="2357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6317333" y="22955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6530951" y="24592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6277996" y="22788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6463544" y="20591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6317678" y="17987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6466152" y="22026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6297123" y="22961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6456142" y="26067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6237839" y="21958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6528509" y="20356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6256368" y="21456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6534608" y="26244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6250945" y="2373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6463522" y="19832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6291713" y="18062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6461779" y="19996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6298388" y="23280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6551308" y="23762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6331441" y="2162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6550012" y="23915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6304183" y="23354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6533857" y="20600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6312200" y="21769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6462538" y="20000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6340203" y="23360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6538225" y="21556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6283500" y="1897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6448785" y="19808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6303968" y="20877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6523356" y="24390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6310265" y="22779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6532143" y="19655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6282169" y="17512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6534284" y="19180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6328231" y="2005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6503608" y="21446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6242813" y="21527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6470967" y="22870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6254719" y="27032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6498378" y="27049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6330372" y="32795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6531300" y="30037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6236211" y="18960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6467567" y="21260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6301861" y="16033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6523292" y="1924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6245503" y="25297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6491850" y="21619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6302052" y="22930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6467845" y="20467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6320707" y="20584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6452331" y="20319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6283208" y="22662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6469543" y="21363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6287298" y="20583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6488495" y="21293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1934512" y="1921840"/>
              <a:ext cx="0" cy="449990"/>
            </a:xfrm>
            <a:custGeom>
              <a:avLst/>
              <a:pathLst>
                <a:path w="0" h="449990">
                  <a:moveTo>
                    <a:pt x="0" y="44999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0"/>
            <p:cNvSpPr/>
            <p:nvPr/>
          </p:nvSpPr>
          <p:spPr>
            <a:xfrm>
              <a:off x="1934512" y="2772094"/>
              <a:ext cx="0" cy="577701"/>
            </a:xfrm>
            <a:custGeom>
              <a:avLst/>
              <a:pathLst>
                <a:path w="0" h="577701">
                  <a:moveTo>
                    <a:pt x="0" y="0"/>
                  </a:moveTo>
                  <a:lnTo>
                    <a:pt x="0" y="57770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1829087" y="2371831"/>
              <a:ext cx="210849" cy="400263"/>
            </a:xfrm>
            <a:custGeom>
              <a:avLst/>
              <a:pathLst>
                <a:path w="210849" h="400263">
                  <a:moveTo>
                    <a:pt x="0" y="0"/>
                  </a:moveTo>
                  <a:lnTo>
                    <a:pt x="0" y="400263"/>
                  </a:lnTo>
                  <a:lnTo>
                    <a:pt x="210849" y="400263"/>
                  </a:lnTo>
                  <a:lnTo>
                    <a:pt x="210849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1829087" y="2601517"/>
              <a:ext cx="210849" cy="0"/>
            </a:xfrm>
            <a:custGeom>
              <a:avLst/>
              <a:pathLst>
                <a:path w="210849" h="0">
                  <a:moveTo>
                    <a:pt x="0" y="0"/>
                  </a:moveTo>
                  <a:lnTo>
                    <a:pt x="210849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4" name="pl893"/>
            <p:cNvSpPr/>
            <p:nvPr/>
          </p:nvSpPr>
          <p:spPr>
            <a:xfrm>
              <a:off x="3396013" y="1701895"/>
              <a:ext cx="0" cy="427148"/>
            </a:xfrm>
            <a:custGeom>
              <a:avLst/>
              <a:pathLst>
                <a:path w="0" h="427148">
                  <a:moveTo>
                    <a:pt x="0" y="42714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4"/>
            <p:cNvSpPr/>
            <p:nvPr/>
          </p:nvSpPr>
          <p:spPr>
            <a:xfrm>
              <a:off x="3396013" y="2542691"/>
              <a:ext cx="0" cy="596118"/>
            </a:xfrm>
            <a:custGeom>
              <a:avLst/>
              <a:pathLst>
                <a:path w="0" h="596118">
                  <a:moveTo>
                    <a:pt x="0" y="0"/>
                  </a:moveTo>
                  <a:lnTo>
                    <a:pt x="0" y="596118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3290588" y="2129044"/>
              <a:ext cx="210849" cy="413646"/>
            </a:xfrm>
            <a:custGeom>
              <a:avLst/>
              <a:pathLst>
                <a:path w="210849" h="413646">
                  <a:moveTo>
                    <a:pt x="0" y="0"/>
                  </a:moveTo>
                  <a:lnTo>
                    <a:pt x="0" y="413646"/>
                  </a:lnTo>
                  <a:lnTo>
                    <a:pt x="210849" y="413646"/>
                  </a:lnTo>
                  <a:lnTo>
                    <a:pt x="210849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pl896"/>
            <p:cNvSpPr/>
            <p:nvPr/>
          </p:nvSpPr>
          <p:spPr>
            <a:xfrm>
              <a:off x="3290588" y="2290966"/>
              <a:ext cx="210849" cy="0"/>
            </a:xfrm>
            <a:custGeom>
              <a:avLst/>
              <a:pathLst>
                <a:path w="210849" h="0">
                  <a:moveTo>
                    <a:pt x="0" y="0"/>
                  </a:moveTo>
                  <a:lnTo>
                    <a:pt x="210849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4857513" y="1288859"/>
              <a:ext cx="0" cy="565417"/>
            </a:xfrm>
            <a:custGeom>
              <a:avLst/>
              <a:pathLst>
                <a:path w="0" h="565417">
                  <a:moveTo>
                    <a:pt x="0" y="56541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8"/>
            <p:cNvSpPr/>
            <p:nvPr/>
          </p:nvSpPr>
          <p:spPr>
            <a:xfrm>
              <a:off x="4857513" y="2376161"/>
              <a:ext cx="0" cy="778411"/>
            </a:xfrm>
            <a:custGeom>
              <a:avLst/>
              <a:pathLst>
                <a:path w="0" h="778411">
                  <a:moveTo>
                    <a:pt x="0" y="0"/>
                  </a:moveTo>
                  <a:lnTo>
                    <a:pt x="0" y="77841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4752088" y="1854277"/>
              <a:ext cx="210849" cy="521884"/>
            </a:xfrm>
            <a:custGeom>
              <a:avLst/>
              <a:pathLst>
                <a:path w="210849" h="521884">
                  <a:moveTo>
                    <a:pt x="0" y="0"/>
                  </a:moveTo>
                  <a:lnTo>
                    <a:pt x="0" y="521884"/>
                  </a:lnTo>
                  <a:lnTo>
                    <a:pt x="210849" y="521884"/>
                  </a:lnTo>
                  <a:lnTo>
                    <a:pt x="210849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4752088" y="2104464"/>
              <a:ext cx="210849" cy="0"/>
            </a:xfrm>
            <a:custGeom>
              <a:avLst/>
              <a:pathLst>
                <a:path w="210849" h="0">
                  <a:moveTo>
                    <a:pt x="0" y="0"/>
                  </a:moveTo>
                  <a:lnTo>
                    <a:pt x="210849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6319014" y="1413795"/>
              <a:ext cx="0" cy="569892"/>
            </a:xfrm>
            <a:custGeom>
              <a:avLst/>
              <a:pathLst>
                <a:path w="0" h="569892">
                  <a:moveTo>
                    <a:pt x="0" y="56989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2"/>
            <p:cNvSpPr/>
            <p:nvPr/>
          </p:nvSpPr>
          <p:spPr>
            <a:xfrm>
              <a:off x="6319014" y="2388324"/>
              <a:ext cx="0" cy="555088"/>
            </a:xfrm>
            <a:custGeom>
              <a:avLst/>
              <a:pathLst>
                <a:path w="0" h="555088">
                  <a:moveTo>
                    <a:pt x="0" y="0"/>
                  </a:moveTo>
                  <a:lnTo>
                    <a:pt x="0" y="555088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6213589" y="1983688"/>
              <a:ext cx="210849" cy="404636"/>
            </a:xfrm>
            <a:custGeom>
              <a:avLst/>
              <a:pathLst>
                <a:path w="210849" h="404636">
                  <a:moveTo>
                    <a:pt x="0" y="0"/>
                  </a:moveTo>
                  <a:lnTo>
                    <a:pt x="0" y="404636"/>
                  </a:lnTo>
                  <a:lnTo>
                    <a:pt x="210849" y="404636"/>
                  </a:lnTo>
                  <a:lnTo>
                    <a:pt x="210849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pl904"/>
            <p:cNvSpPr/>
            <p:nvPr/>
          </p:nvSpPr>
          <p:spPr>
            <a:xfrm>
              <a:off x="6213589" y="2207704"/>
              <a:ext cx="210849" cy="0"/>
            </a:xfrm>
            <a:custGeom>
              <a:avLst/>
              <a:pathLst>
                <a:path w="210849" h="0">
                  <a:moveTo>
                    <a:pt x="0" y="0"/>
                  </a:moveTo>
                  <a:lnTo>
                    <a:pt x="210849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6" name="pl905"/>
            <p:cNvSpPr/>
            <p:nvPr/>
          </p:nvSpPr>
          <p:spPr>
            <a:xfrm>
              <a:off x="2145362" y="1952216"/>
              <a:ext cx="0" cy="484293"/>
            </a:xfrm>
            <a:custGeom>
              <a:avLst/>
              <a:pathLst>
                <a:path w="0" h="484293">
                  <a:moveTo>
                    <a:pt x="0" y="48429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6"/>
            <p:cNvSpPr/>
            <p:nvPr/>
          </p:nvSpPr>
          <p:spPr>
            <a:xfrm>
              <a:off x="2145362" y="2766690"/>
              <a:ext cx="0" cy="289672"/>
            </a:xfrm>
            <a:custGeom>
              <a:avLst/>
              <a:pathLst>
                <a:path w="0" h="289672">
                  <a:moveTo>
                    <a:pt x="0" y="0"/>
                  </a:moveTo>
                  <a:lnTo>
                    <a:pt x="0" y="289672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2039937" y="2436509"/>
              <a:ext cx="210849" cy="330181"/>
            </a:xfrm>
            <a:custGeom>
              <a:avLst/>
              <a:pathLst>
                <a:path w="210849" h="330181">
                  <a:moveTo>
                    <a:pt x="0" y="0"/>
                  </a:moveTo>
                  <a:lnTo>
                    <a:pt x="0" y="330181"/>
                  </a:lnTo>
                  <a:lnTo>
                    <a:pt x="210849" y="330181"/>
                  </a:lnTo>
                  <a:lnTo>
                    <a:pt x="210849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pl908"/>
            <p:cNvSpPr/>
            <p:nvPr/>
          </p:nvSpPr>
          <p:spPr>
            <a:xfrm>
              <a:off x="2039937" y="2638410"/>
              <a:ext cx="210849" cy="0"/>
            </a:xfrm>
            <a:custGeom>
              <a:avLst/>
              <a:pathLst>
                <a:path w="210849" h="0">
                  <a:moveTo>
                    <a:pt x="0" y="0"/>
                  </a:moveTo>
                  <a:lnTo>
                    <a:pt x="210849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0" name="pl909"/>
            <p:cNvSpPr/>
            <p:nvPr/>
          </p:nvSpPr>
          <p:spPr>
            <a:xfrm>
              <a:off x="3606862" y="1657240"/>
              <a:ext cx="0" cy="544858"/>
            </a:xfrm>
            <a:custGeom>
              <a:avLst/>
              <a:pathLst>
                <a:path w="0" h="544858">
                  <a:moveTo>
                    <a:pt x="0" y="5448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0"/>
            <p:cNvSpPr/>
            <p:nvPr/>
          </p:nvSpPr>
          <p:spPr>
            <a:xfrm>
              <a:off x="3606862" y="2612463"/>
              <a:ext cx="0" cy="507381"/>
            </a:xfrm>
            <a:custGeom>
              <a:avLst/>
              <a:pathLst>
                <a:path w="0" h="507381">
                  <a:moveTo>
                    <a:pt x="0" y="0"/>
                  </a:moveTo>
                  <a:lnTo>
                    <a:pt x="0" y="507381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3501438" y="2202098"/>
              <a:ext cx="210849" cy="410364"/>
            </a:xfrm>
            <a:custGeom>
              <a:avLst/>
              <a:pathLst>
                <a:path w="210849" h="410364">
                  <a:moveTo>
                    <a:pt x="0" y="0"/>
                  </a:moveTo>
                  <a:lnTo>
                    <a:pt x="0" y="410364"/>
                  </a:lnTo>
                  <a:lnTo>
                    <a:pt x="210849" y="410364"/>
                  </a:lnTo>
                  <a:lnTo>
                    <a:pt x="210849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pl912"/>
            <p:cNvSpPr/>
            <p:nvPr/>
          </p:nvSpPr>
          <p:spPr>
            <a:xfrm>
              <a:off x="3501438" y="2390411"/>
              <a:ext cx="210849" cy="0"/>
            </a:xfrm>
            <a:custGeom>
              <a:avLst/>
              <a:pathLst>
                <a:path w="210849" h="0">
                  <a:moveTo>
                    <a:pt x="0" y="0"/>
                  </a:moveTo>
                  <a:lnTo>
                    <a:pt x="210849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4" name="pl913"/>
            <p:cNvSpPr/>
            <p:nvPr/>
          </p:nvSpPr>
          <p:spPr>
            <a:xfrm>
              <a:off x="5068363" y="1674442"/>
              <a:ext cx="0" cy="414269"/>
            </a:xfrm>
            <a:custGeom>
              <a:avLst/>
              <a:pathLst>
                <a:path w="0" h="414269">
                  <a:moveTo>
                    <a:pt x="0" y="41426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4"/>
            <p:cNvSpPr/>
            <p:nvPr/>
          </p:nvSpPr>
          <p:spPr>
            <a:xfrm>
              <a:off x="5068363" y="2528998"/>
              <a:ext cx="0" cy="468454"/>
            </a:xfrm>
            <a:custGeom>
              <a:avLst/>
              <a:pathLst>
                <a:path w="0" h="468454">
                  <a:moveTo>
                    <a:pt x="0" y="0"/>
                  </a:moveTo>
                  <a:lnTo>
                    <a:pt x="0" y="46845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4962938" y="2088712"/>
              <a:ext cx="210849" cy="440285"/>
            </a:xfrm>
            <a:custGeom>
              <a:avLst/>
              <a:pathLst>
                <a:path w="210849" h="440285">
                  <a:moveTo>
                    <a:pt x="0" y="0"/>
                  </a:moveTo>
                  <a:lnTo>
                    <a:pt x="0" y="440285"/>
                  </a:lnTo>
                  <a:lnTo>
                    <a:pt x="210849" y="440285"/>
                  </a:lnTo>
                  <a:lnTo>
                    <a:pt x="210849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pl916"/>
            <p:cNvSpPr/>
            <p:nvPr/>
          </p:nvSpPr>
          <p:spPr>
            <a:xfrm>
              <a:off x="4962938" y="2225351"/>
              <a:ext cx="210849" cy="0"/>
            </a:xfrm>
            <a:custGeom>
              <a:avLst/>
              <a:pathLst>
                <a:path w="210849" h="0">
                  <a:moveTo>
                    <a:pt x="0" y="0"/>
                  </a:moveTo>
                  <a:lnTo>
                    <a:pt x="210849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8" name="pl917"/>
            <p:cNvSpPr/>
            <p:nvPr/>
          </p:nvSpPr>
          <p:spPr>
            <a:xfrm>
              <a:off x="6529864" y="1730775"/>
              <a:ext cx="0" cy="331962"/>
            </a:xfrm>
            <a:custGeom>
              <a:avLst/>
              <a:pathLst>
                <a:path w="0" h="331962">
                  <a:moveTo>
                    <a:pt x="0" y="33196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8"/>
            <p:cNvSpPr/>
            <p:nvPr/>
          </p:nvSpPr>
          <p:spPr>
            <a:xfrm>
              <a:off x="6529864" y="2387895"/>
              <a:ext cx="0" cy="459276"/>
            </a:xfrm>
            <a:custGeom>
              <a:avLst/>
              <a:pathLst>
                <a:path w="0" h="459276">
                  <a:moveTo>
                    <a:pt x="0" y="0"/>
                  </a:moveTo>
                  <a:lnTo>
                    <a:pt x="0" y="459276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6424439" y="2062737"/>
              <a:ext cx="210849" cy="325158"/>
            </a:xfrm>
            <a:custGeom>
              <a:avLst/>
              <a:pathLst>
                <a:path w="210849" h="325158">
                  <a:moveTo>
                    <a:pt x="0" y="0"/>
                  </a:moveTo>
                  <a:lnTo>
                    <a:pt x="0" y="325158"/>
                  </a:lnTo>
                  <a:lnTo>
                    <a:pt x="210849" y="325158"/>
                  </a:lnTo>
                  <a:lnTo>
                    <a:pt x="210849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pl920"/>
            <p:cNvSpPr/>
            <p:nvPr/>
          </p:nvSpPr>
          <p:spPr>
            <a:xfrm>
              <a:off x="6424439" y="2197336"/>
              <a:ext cx="210849" cy="0"/>
            </a:xfrm>
            <a:custGeom>
              <a:avLst/>
              <a:pathLst>
                <a:path w="210849" h="0">
                  <a:moveTo>
                    <a:pt x="0" y="0"/>
                  </a:moveTo>
                  <a:lnTo>
                    <a:pt x="210849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2039937" y="1965140"/>
              <a:ext cx="4427849" cy="635516"/>
            </a:xfrm>
            <a:custGeom>
              <a:avLst/>
              <a:pathLst>
                <a:path w="4427849" h="635516">
                  <a:moveTo>
                    <a:pt x="0" y="317465"/>
                  </a:moveTo>
                  <a:lnTo>
                    <a:pt x="1096419" y="286998"/>
                  </a:lnTo>
                  <a:lnTo>
                    <a:pt x="2108499" y="240143"/>
                  </a:lnTo>
                  <a:lnTo>
                    <a:pt x="3373599" y="126256"/>
                  </a:lnTo>
                  <a:lnTo>
                    <a:pt x="4427849" y="0"/>
                  </a:lnTo>
                  <a:lnTo>
                    <a:pt x="4427849" y="284884"/>
                  </a:lnTo>
                  <a:lnTo>
                    <a:pt x="3373599" y="317698"/>
                  </a:lnTo>
                  <a:lnTo>
                    <a:pt x="2108499" y="394697"/>
                  </a:lnTo>
                  <a:lnTo>
                    <a:pt x="1096419" y="500549"/>
                  </a:lnTo>
                  <a:lnTo>
                    <a:pt x="0" y="635516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2039937" y="1965140"/>
              <a:ext cx="4427849" cy="317465"/>
            </a:xfrm>
            <a:custGeom>
              <a:avLst/>
              <a:pathLst>
                <a:path w="4427849" h="317465">
                  <a:moveTo>
                    <a:pt x="0" y="317465"/>
                  </a:moveTo>
                  <a:lnTo>
                    <a:pt x="1096419" y="286998"/>
                  </a:lnTo>
                  <a:lnTo>
                    <a:pt x="2108499" y="240143"/>
                  </a:lnTo>
                  <a:lnTo>
                    <a:pt x="3373599" y="126256"/>
                  </a:lnTo>
                  <a:lnTo>
                    <a:pt x="44278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2039937" y="2250025"/>
              <a:ext cx="4427849" cy="350631"/>
            </a:xfrm>
            <a:custGeom>
              <a:avLst/>
              <a:pathLst>
                <a:path w="4427849" h="350631">
                  <a:moveTo>
                    <a:pt x="4427849" y="0"/>
                  </a:moveTo>
                  <a:lnTo>
                    <a:pt x="3373599" y="32813"/>
                  </a:lnTo>
                  <a:lnTo>
                    <a:pt x="2108499" y="109812"/>
                  </a:lnTo>
                  <a:lnTo>
                    <a:pt x="1096419" y="215664"/>
                  </a:lnTo>
                  <a:lnTo>
                    <a:pt x="0" y="350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2039937" y="2097843"/>
              <a:ext cx="4427849" cy="576075"/>
            </a:xfrm>
            <a:custGeom>
              <a:avLst/>
              <a:pathLst>
                <a:path w="4427849" h="576075">
                  <a:moveTo>
                    <a:pt x="0" y="309005"/>
                  </a:moveTo>
                  <a:lnTo>
                    <a:pt x="1096419" y="272701"/>
                  </a:lnTo>
                  <a:lnTo>
                    <a:pt x="2108499" y="223580"/>
                  </a:lnTo>
                  <a:lnTo>
                    <a:pt x="3373599" y="116006"/>
                  </a:lnTo>
                  <a:lnTo>
                    <a:pt x="4427849" y="0"/>
                  </a:lnTo>
                  <a:lnTo>
                    <a:pt x="4427849" y="238365"/>
                  </a:lnTo>
                  <a:lnTo>
                    <a:pt x="3373599" y="276339"/>
                  </a:lnTo>
                  <a:lnTo>
                    <a:pt x="2108499" y="353540"/>
                  </a:lnTo>
                  <a:lnTo>
                    <a:pt x="1096419" y="452241"/>
                  </a:lnTo>
                  <a:lnTo>
                    <a:pt x="0" y="576075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6" name="pl925"/>
            <p:cNvSpPr/>
            <p:nvPr/>
          </p:nvSpPr>
          <p:spPr>
            <a:xfrm>
              <a:off x="2039937" y="2097843"/>
              <a:ext cx="4427849" cy="309005"/>
            </a:xfrm>
            <a:custGeom>
              <a:avLst/>
              <a:pathLst>
                <a:path w="4427849" h="309005">
                  <a:moveTo>
                    <a:pt x="0" y="309005"/>
                  </a:moveTo>
                  <a:lnTo>
                    <a:pt x="1096419" y="272701"/>
                  </a:lnTo>
                  <a:lnTo>
                    <a:pt x="2108499" y="223580"/>
                  </a:lnTo>
                  <a:lnTo>
                    <a:pt x="3373599" y="116006"/>
                  </a:lnTo>
                  <a:lnTo>
                    <a:pt x="44278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2039937" y="2336209"/>
              <a:ext cx="4427849" cy="337710"/>
            </a:xfrm>
            <a:custGeom>
              <a:avLst/>
              <a:pathLst>
                <a:path w="4427849" h="337710">
                  <a:moveTo>
                    <a:pt x="4427849" y="0"/>
                  </a:moveTo>
                  <a:lnTo>
                    <a:pt x="3373599" y="37973"/>
                  </a:lnTo>
                  <a:lnTo>
                    <a:pt x="2108499" y="115175"/>
                  </a:lnTo>
                  <a:lnTo>
                    <a:pt x="1096419" y="213875"/>
                  </a:lnTo>
                  <a:lnTo>
                    <a:pt x="0" y="3377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2039937" y="2107583"/>
              <a:ext cx="4427849" cy="334048"/>
            </a:xfrm>
            <a:custGeom>
              <a:avLst/>
              <a:pathLst>
                <a:path w="4427849" h="334048">
                  <a:moveTo>
                    <a:pt x="0" y="334048"/>
                  </a:moveTo>
                  <a:lnTo>
                    <a:pt x="1096419" y="251331"/>
                  </a:lnTo>
                  <a:lnTo>
                    <a:pt x="2108499" y="174977"/>
                  </a:lnTo>
                  <a:lnTo>
                    <a:pt x="3373599" y="79535"/>
                  </a:lnTo>
                  <a:lnTo>
                    <a:pt x="4427849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2039937" y="2217026"/>
              <a:ext cx="4427849" cy="323358"/>
            </a:xfrm>
            <a:custGeom>
              <a:avLst/>
              <a:pathLst>
                <a:path w="4427849" h="323358">
                  <a:moveTo>
                    <a:pt x="0" y="323358"/>
                  </a:moveTo>
                  <a:lnTo>
                    <a:pt x="1096419" y="243288"/>
                  </a:lnTo>
                  <a:lnTo>
                    <a:pt x="2108499" y="169378"/>
                  </a:lnTo>
                  <a:lnTo>
                    <a:pt x="3373599" y="76990"/>
                  </a:lnTo>
                  <a:lnTo>
                    <a:pt x="4427849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tx929"/>
            <p:cNvSpPr/>
            <p:nvPr/>
          </p:nvSpPr>
          <p:spPr>
            <a:xfrm>
              <a:off x="2039937" y="1139173"/>
              <a:ext cx="20077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Slope=0.0666, P = 0.028</a:t>
              </a:r>
            </a:p>
          </p:txBody>
        </p:sp>
        <p:sp>
          <p:nvSpPr>
            <p:cNvPr id="931" name="tx930"/>
            <p:cNvSpPr/>
            <p:nvPr/>
          </p:nvSpPr>
          <p:spPr>
            <a:xfrm>
              <a:off x="2039937" y="1330314"/>
              <a:ext cx="19950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Slope=0.0644, P = 0.017</a:t>
              </a:r>
            </a:p>
          </p:txBody>
        </p:sp>
        <p:sp>
          <p:nvSpPr>
            <p:cNvPr id="932" name="tx931"/>
            <p:cNvSpPr/>
            <p:nvPr/>
          </p:nvSpPr>
          <p:spPr>
            <a:xfrm>
              <a:off x="3434778" y="1473669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4896278" y="1138597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34" name="tx933"/>
            <p:cNvSpPr/>
            <p:nvPr/>
          </p:nvSpPr>
          <p:spPr>
            <a:xfrm>
              <a:off x="6402219" y="1115280"/>
              <a:ext cx="4443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</a:t>
              </a:r>
            </a:p>
          </p:txBody>
        </p:sp>
        <p:sp>
          <p:nvSpPr>
            <p:cNvPr id="935" name="rc934"/>
            <p:cNvSpPr/>
            <p:nvPr/>
          </p:nvSpPr>
          <p:spPr>
            <a:xfrm>
              <a:off x="1535706" y="1084613"/>
              <a:ext cx="5397473" cy="250872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1535706" y="1084613"/>
              <a:ext cx="0" cy="2508724"/>
            </a:xfrm>
            <a:custGeom>
              <a:avLst/>
              <a:pathLst>
                <a:path w="0" h="2508724">
                  <a:moveTo>
                    <a:pt x="0" y="2508724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tx936"/>
            <p:cNvSpPr/>
            <p:nvPr/>
          </p:nvSpPr>
          <p:spPr>
            <a:xfrm>
              <a:off x="1325632" y="343286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938" name="tx937"/>
            <p:cNvSpPr/>
            <p:nvPr/>
          </p:nvSpPr>
          <p:spPr>
            <a:xfrm>
              <a:off x="1325632" y="295501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1325632" y="247715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1325632" y="199930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1325632" y="152145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1325632" y="104360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943" name="pl942"/>
            <p:cNvSpPr/>
            <p:nvPr/>
          </p:nvSpPr>
          <p:spPr>
            <a:xfrm>
              <a:off x="1507238" y="34738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3"/>
            <p:cNvSpPr/>
            <p:nvPr/>
          </p:nvSpPr>
          <p:spPr>
            <a:xfrm>
              <a:off x="1507238" y="29960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4"/>
            <p:cNvSpPr/>
            <p:nvPr/>
          </p:nvSpPr>
          <p:spPr>
            <a:xfrm>
              <a:off x="1507238" y="25181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5"/>
            <p:cNvSpPr/>
            <p:nvPr/>
          </p:nvSpPr>
          <p:spPr>
            <a:xfrm>
              <a:off x="1507238" y="204031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6"/>
            <p:cNvSpPr/>
            <p:nvPr/>
          </p:nvSpPr>
          <p:spPr>
            <a:xfrm>
              <a:off x="1507238" y="15624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7"/>
            <p:cNvSpPr/>
            <p:nvPr/>
          </p:nvSpPr>
          <p:spPr>
            <a:xfrm>
              <a:off x="1507238" y="10846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8"/>
            <p:cNvSpPr/>
            <p:nvPr/>
          </p:nvSpPr>
          <p:spPr>
            <a:xfrm>
              <a:off x="1535706" y="3593338"/>
              <a:ext cx="5397473" cy="0"/>
            </a:xfrm>
            <a:custGeom>
              <a:avLst/>
              <a:pathLst>
                <a:path w="5397473" h="0">
                  <a:moveTo>
                    <a:pt x="0" y="0"/>
                  </a:moveTo>
                  <a:lnTo>
                    <a:pt x="5397473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49"/>
            <p:cNvSpPr/>
            <p:nvPr/>
          </p:nvSpPr>
          <p:spPr>
            <a:xfrm>
              <a:off x="2039937" y="359333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0"/>
            <p:cNvSpPr/>
            <p:nvPr/>
          </p:nvSpPr>
          <p:spPr>
            <a:xfrm>
              <a:off x="3501438" y="359333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1"/>
            <p:cNvSpPr/>
            <p:nvPr/>
          </p:nvSpPr>
          <p:spPr>
            <a:xfrm>
              <a:off x="4962938" y="359333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2"/>
            <p:cNvSpPr/>
            <p:nvPr/>
          </p:nvSpPr>
          <p:spPr>
            <a:xfrm>
              <a:off x="6424439" y="359333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tx953"/>
            <p:cNvSpPr/>
            <p:nvPr/>
          </p:nvSpPr>
          <p:spPr>
            <a:xfrm>
              <a:off x="2008161" y="364458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55" name="tx954"/>
            <p:cNvSpPr/>
            <p:nvPr/>
          </p:nvSpPr>
          <p:spPr>
            <a:xfrm>
              <a:off x="3469662" y="364458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56" name="tx955"/>
            <p:cNvSpPr/>
            <p:nvPr/>
          </p:nvSpPr>
          <p:spPr>
            <a:xfrm>
              <a:off x="4931163" y="364458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57" name="tx956"/>
            <p:cNvSpPr/>
            <p:nvPr/>
          </p:nvSpPr>
          <p:spPr>
            <a:xfrm>
              <a:off x="6392663" y="364458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58" name="tx957"/>
            <p:cNvSpPr/>
            <p:nvPr/>
          </p:nvSpPr>
          <p:spPr>
            <a:xfrm rot="-5400000">
              <a:off x="764709" y="2293393"/>
              <a:ext cx="86109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Gini Coefficient</a:t>
              </a:r>
            </a:p>
          </p:txBody>
        </p:sp>
        <p:sp>
          <p:nvSpPr>
            <p:cNvPr id="959" name="tx958"/>
            <p:cNvSpPr/>
            <p:nvPr/>
          </p:nvSpPr>
          <p:spPr>
            <a:xfrm>
              <a:off x="1019049" y="979091"/>
              <a:ext cx="15535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</a:t>
              </a:r>
            </a:p>
          </p:txBody>
        </p:sp>
        <p:sp>
          <p:nvSpPr>
            <p:cNvPr id="960" name="rc959"/>
            <p:cNvSpPr/>
            <p:nvPr/>
          </p:nvSpPr>
          <p:spPr>
            <a:xfrm>
              <a:off x="965010" y="3777236"/>
              <a:ext cx="3012818" cy="323185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rc960"/>
            <p:cNvSpPr/>
            <p:nvPr/>
          </p:nvSpPr>
          <p:spPr>
            <a:xfrm>
              <a:off x="3977829" y="3777236"/>
              <a:ext cx="3005960" cy="323185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rc961"/>
            <p:cNvSpPr/>
            <p:nvPr/>
          </p:nvSpPr>
          <p:spPr>
            <a:xfrm>
              <a:off x="1535706" y="3922145"/>
              <a:ext cx="2391512" cy="250872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1713478" y="59547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1833719" y="62565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1743569" y="61652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1860221" y="58599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1694872" y="54770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1868307" y="57256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1743740" y="60701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1844792" y="60557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1721638" y="60956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1853641" y="61218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1712715" y="61608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1875188" y="61767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1735816" y="62017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1828873" y="62061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1735868" y="62119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1848960" y="62309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1699673" y="54986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1829908" y="49279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1697525" y="60867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1832728" y="61273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1743614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1865919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1744764" y="6139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1813032" y="61361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1732263" y="59102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1870047" y="6087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1693456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1824811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1700707" y="58913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1849828" y="61980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1704189" y="62354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1854431" y="62039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1681057" y="56677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1866186" y="62181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1730555" y="60404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1863948" y="61304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1726536" y="61318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1835220" y="61338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1698544" y="59580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1867630" y="60447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1714129" y="59882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1870228" y="60914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1685180" y="62414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1814795" y="61792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1740062" y="58636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1869161" y="59938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1702409" y="60059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1819904" y="55850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1687604" y="62314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1840029" y="62572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1741844" y="58067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1869196" y="62549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1715239" y="57232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1869932" y="59385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1740227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1824257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1745352" y="6290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1830820" y="62757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1731617" y="61922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1819718" y="6130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1723270" y="61676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1861388" y="61507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1737268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1877428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1704682" y="62981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1853937" y="62791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1741128" y="57515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1813623" y="51123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1719736" y="60780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1874860" y="60420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1717652" y="61489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1851125" y="62218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1699871" y="56078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818860" y="57777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689649" y="56168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1865984" y="55892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680093" y="54068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876440" y="52796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738598" y="61578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1815184" y="60965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714890" y="61380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1843261" y="61794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683808" y="58064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864564" y="59360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1684922" y="58237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835068" y="5373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1742334" y="60802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1862838" y="5762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1695889" y="58930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854568" y="5922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1741671" y="62384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854626" y="59092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732083" y="61831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1824373" y="56528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733916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1817795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1726735" y="59186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1845446" y="58006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739857" y="59119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820359" y="58407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1717880" y="62975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1817618" y="62894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1680155" y="5862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1872679" y="5676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744450" y="58558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823496" y="60746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1743947" y="50266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1841525" y="46434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1715643" y="59947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1839797" y="55261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1738239" y="57275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1863300" y="59063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1740507" y="53094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1826608" y="60042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1735638" y="53336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847291" y="56212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1709663" y="59342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1852165" y="60654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1720601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1843924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696170" y="60807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1834629" y="60921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1710572" y="5987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846403" y="60013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1683565" y="56927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1813514" y="60712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1719282" y="53393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1839638" y="57671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1687645" y="61369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1869179" y="59581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1718693" y="61547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1865122" y="60778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1735392" y="60450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1852291" y="61099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1744819" y="57680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1854914" y="60829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1733590" y="60789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1837618" y="61556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700432" y="57651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1839478" y="59817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1705644" y="58795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1862358" y="60398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1699273" y="61653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1824720" y="57331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1693528" y="61480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835598" y="60168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1730188" y="61998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1813705" y="62235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731805" y="61357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1835083" y="60471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1714340" y="61251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1831819" y="60923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1730176" y="5990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1848530" y="61156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1722378" y="59677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1853069" y="61540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684308" y="59075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867093" y="60963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1683862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1864050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1731169" y="56570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1858683" y="61695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698244" y="6283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1863288" y="62335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1739770" y="61706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1816597" y="61271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1728828" y="60892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1862704" y="61404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1734683" y="61328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1820725" y="61448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1711379" y="51915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1854440" y="53656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1696289" y="58589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1836206" y="57091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1729686" y="55600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1863242" y="51185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1720847" y="55126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1826130" y="55122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1730499" y="5534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819183" y="52754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1707863" y="60615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818501" y="61781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1702610" y="58868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857720" y="60960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742753" y="50242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1827435" y="58440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723208" y="62942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1833362" y="6250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621628" y="59053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747588" y="60137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618450" y="61678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2749625" y="62548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629493" y="6254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740774" y="62449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625046" y="59149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2772200" y="59676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626803" y="62111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2795749" y="62146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645319" y="62416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796359" y="62738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604241" y="62685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770458" y="62505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660039" y="60553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788191" y="6158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625869" y="61777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739108" y="6254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634934" y="62150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773963" y="62347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664033" y="62443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788931" y="62556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652954" y="62422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750675" y="62556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2633487" y="60975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754470" y="61683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639507" y="60129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2749844" y="61678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661622" y="60861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782993" y="61908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666633" y="6197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766170" y="61999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664562" y="61008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742349" y="60856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614492" y="62083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2800071" y="62442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2622520" y="6142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2797073" y="61561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654661" y="62321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738678" y="62735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635367" y="62155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756288" y="62791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644439" y="62037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760762" y="62511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623902" y="57129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2787178" y="58772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635471" y="62117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737767" y="62731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2621328" y="58622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2770305" y="57217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653824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2786726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607249" y="59761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767050" y="62092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2608857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781291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2610173" y="61954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769578" y="61703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630627" y="6293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2734649" y="62980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622983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795001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636920" y="57780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759619" y="57588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619947" y="62972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735222" y="62909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663345" y="59734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790066" y="56478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2638499" y="61146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757866" y="60942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2636229" y="56408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785738" y="55622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2665140" y="62979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734432" y="62973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643563" y="60634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748919" y="61019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651071" y="62052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773073" y="61607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644238" y="61372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754676" y="62314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2657650" y="60393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781347" y="61855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640785" y="61071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736872" y="59754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656307" y="61903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745091" y="62209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607813" y="59359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751071" y="60471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620083" y="5945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772519" y="55956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616731" y="6111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789776" y="61637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644850" y="57584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755355" y="58343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46442" y="60993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2800626" y="60663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45705" y="5674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82139" y="59247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2660525" y="60726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67827" y="61460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661959" y="61943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775370" y="62358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636292" y="5630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763087" y="54490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2634626" y="54873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791264" y="48234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647067" y="57399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763901" y="59819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621165" y="6178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756902" y="61777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604628" y="61859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735441" y="61228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2620251" y="61978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2762978" y="62070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602549" y="58805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740289" y="57764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2635435" y="62321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747384" y="62910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652574" y="61078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798501" y="60884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2623362" y="62015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735334" y="6260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2610354" y="58547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763328" y="59317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2623364" y="60033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751278" y="60678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2654573" y="61211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747234" y="61256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658123" y="59991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2794605" y="6070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2658278" y="61882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757567" y="62402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660617" y="58035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2752112" y="61361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645490" y="5918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752823" y="61783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657438" y="61707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747127" y="62522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632693" y="58462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749580" y="52713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651363" y="61441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775953" y="62215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59491" y="62258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739267" y="61796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2630101" y="51218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736989" y="51124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2665185" y="61026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769500" y="59656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07812" y="62049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775179" y="58207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656939" y="62573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796666" y="62459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607349" y="58230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2784430" y="61024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631360" y="61508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763797" y="61159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638021" y="60094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746812" y="59762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629156" y="55944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2752368" y="57799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620126" y="61116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739110" y="59891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656335" y="62226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2787009" y="61502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2607143" y="59693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790983" y="59681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618479" y="59120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788539" y="58086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2617379" y="56540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772791" y="59200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649848" y="49503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779014" y="44095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2663585" y="62013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89425" y="62197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610703" y="60848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779311" y="60142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2624124" y="6134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776830" y="5933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07652" y="58824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2798190" y="54389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656448" y="5329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748731" y="53008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2627490" y="60379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770487" y="56175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648879" y="61158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760124" y="61459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652024" y="62798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2778881" y="62672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660752" y="62916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737616" y="61675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663089" y="58840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795346" y="58189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618934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755340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666581" y="59415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757652" y="60433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661001" y="58500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750117" y="56442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2637447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2783379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627493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768537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3546374" y="61317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3705368" y="60102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523239" y="62480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3712763" y="62534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3531084" y="6208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3700360" y="61791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3527052" y="61737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3657476" y="62144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3578896" y="60830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3673736" y="60356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3551105" y="59993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3686671" y="59994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528585" y="62656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3662485" y="62817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3584763" y="62440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705811" y="62464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540451" y="62216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3693872" y="6194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3573706" y="62464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3686308" y="62589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544813" y="6283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3677430" y="62977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3584971" y="62920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664227" y="62884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552011" y="62822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3687749" y="6289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3587358" y="62502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3673746" y="62830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3534709" y="61426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3688372" y="61939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3535577" y="62645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711050" y="62548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3534931" y="62941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3673870" y="62871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3586407" y="62761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659737" y="60465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3536239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3690331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3552321" y="62654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3691150" y="62877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3552626" y="61625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3702814" y="60647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3537371" y="59647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3658452" y="60185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555754" y="62787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3679633" y="6256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3548370" y="62450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3714629" y="62640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586745" y="62753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3693205" y="62357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3528168" y="62918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3694643" y="62640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533573" y="62861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3696389" y="62978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3544274" y="62742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3656121" y="62936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3527093" y="62809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3687684" y="62636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3563313" y="60585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3680366" y="57477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3585069" y="62599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3662520" y="62624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3528195" y="62775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3716026" y="62524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3569018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3720437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3567665" y="62435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3660242" y="62501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3529522" y="61403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713912" y="62721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3574223" y="62973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3690367" y="62980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3537048" y="60387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3667083" y="58007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3535902" y="62908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3688726" y="62951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3566408" y="60472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3682438" y="60577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3586396" y="62193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3665470" y="61658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3546199" y="62294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3672925" y="61605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3552816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3708034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3548883" y="6247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3701423" y="62508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3527156" y="62758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3685439" y="62807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3587084" y="62156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714184" y="62333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3565434" y="5787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3702363" y="58070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3524141" y="54926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3672776" y="55917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3552530" y="61302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3670768" y="61775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3538601" y="6027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3656417" y="61419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3549438" y="61459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3694491" y="61379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3542677" y="55197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698964" y="62626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3573255" y="62410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3696281" y="62842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3561766" y="62751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3660065" y="62820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3529894" y="62465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3720836" y="62183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3538425" y="62820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667998" y="6246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3571594" y="62415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3721181" y="6133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538395" y="62468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3682145" y="6276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3572286" y="61692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3699393" y="62004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3577430" y="62451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3655943" y="62867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3587667" y="62866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3674100" y="62829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547193" y="62780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3712474" y="62831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3528470" y="6012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3669476" y="60333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3527935" y="61641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3692659" y="58904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3579301" y="6142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3687105" y="60541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3552312" y="62646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3667485" y="62439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3581500" y="61088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3694902" y="61741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3523316" y="62815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3710396" y="62688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3570178" y="61226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3721265" y="62875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3584832" y="61194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3658984" y="6094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3552819" y="62314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713667" y="62621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3567073" y="62731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3700678" y="62930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3579662" y="59604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3702762" y="60870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3579589" y="61634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3680663" y="6263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3568510" y="62934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3701787" y="62970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3572925" y="58592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704503" y="60868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3575020" y="61401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3683278" y="59080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3575806" y="59190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689475" y="61482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3535232" y="62580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3697322" y="62286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3568414" y="62664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3662070" y="62979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3559568" y="61790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681725" y="61622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3546813" y="62871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3712714" y="62199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3525915" y="53536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3668859" y="5178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3557858" y="62687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3710875" y="62909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3552451" y="61588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3718562" y="62602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3569792" y="59577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3698292" y="61547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3540844" y="58733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3710918" y="59499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3546231" y="61734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3697508" y="62502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3552339" y="6190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3682188" y="62776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3540091" y="61523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3697245" y="61989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554817" y="59977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3694954" y="57225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3572832" y="58489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3676145" y="59509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3562028" y="60813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3666291" y="61359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3561340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3709928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3557526" y="62979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3718254" y="62970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562187" y="60340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3657089" y="59829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3534046" y="60050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677099" y="58948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564357" y="62245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3662201" y="60820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3568798" y="62907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3720132" y="62820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540566" y="6295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3688495" y="62979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3577273" y="6209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3692321" y="62882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3582957" y="62951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695753" y="62954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3553735" y="62952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3701171" y="62889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3573960" y="62673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3675267" y="62071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3538115" y="62343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3719571" y="61078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3525652" y="62949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3661076" y="62980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3562420" y="59414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3711696" y="6123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3551357" y="62085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3673430" y="62093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3556733" y="62661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3665853" y="6280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3573295" y="62899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3671076" y="62778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544261" y="61253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3687611" y="6160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3561107" y="6298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3682724" y="6298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3539544" y="62685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3674711" y="62534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3583584" y="59022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3661188" y="60968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3579082" y="62781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686162" y="62877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3533719" y="62904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700044" y="62980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3565322" y="5992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3720429" y="61016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5" name="pl1584"/>
            <p:cNvSpPr/>
            <p:nvPr/>
          </p:nvSpPr>
          <p:spPr>
            <a:xfrm>
              <a:off x="1743886" y="5340216"/>
              <a:ext cx="0" cy="501578"/>
            </a:xfrm>
            <a:custGeom>
              <a:avLst/>
              <a:pathLst>
                <a:path w="0" h="501578">
                  <a:moveTo>
                    <a:pt x="0" y="5015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5"/>
            <p:cNvSpPr/>
            <p:nvPr/>
          </p:nvSpPr>
          <p:spPr>
            <a:xfrm>
              <a:off x="1743886" y="6196080"/>
              <a:ext cx="0" cy="132809"/>
            </a:xfrm>
            <a:custGeom>
              <a:avLst/>
              <a:pathLst>
                <a:path w="0" h="132809">
                  <a:moveTo>
                    <a:pt x="0" y="0"/>
                  </a:moveTo>
                  <a:lnTo>
                    <a:pt x="0" y="132809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6"/>
            <p:cNvSpPr/>
            <p:nvPr/>
          </p:nvSpPr>
          <p:spPr>
            <a:xfrm>
              <a:off x="1677421" y="5841794"/>
              <a:ext cx="132929" cy="354285"/>
            </a:xfrm>
            <a:custGeom>
              <a:avLst/>
              <a:pathLst>
                <a:path w="132929" h="354285">
                  <a:moveTo>
                    <a:pt x="0" y="0"/>
                  </a:moveTo>
                  <a:lnTo>
                    <a:pt x="0" y="354285"/>
                  </a:lnTo>
                  <a:lnTo>
                    <a:pt x="132929" y="354285"/>
                  </a:lnTo>
                  <a:lnTo>
                    <a:pt x="132929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8" name="pl1587"/>
            <p:cNvSpPr/>
            <p:nvPr/>
          </p:nvSpPr>
          <p:spPr>
            <a:xfrm>
              <a:off x="1677421" y="6073542"/>
              <a:ext cx="132929" cy="0"/>
            </a:xfrm>
            <a:custGeom>
              <a:avLst/>
              <a:pathLst>
                <a:path w="132929" h="0">
                  <a:moveTo>
                    <a:pt x="0" y="0"/>
                  </a:moveTo>
                  <a:lnTo>
                    <a:pt x="132929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9" name="pl1588"/>
            <p:cNvSpPr/>
            <p:nvPr/>
          </p:nvSpPr>
          <p:spPr>
            <a:xfrm>
              <a:off x="2665283" y="5518098"/>
              <a:ext cx="0" cy="431144"/>
            </a:xfrm>
            <a:custGeom>
              <a:avLst/>
              <a:pathLst>
                <a:path w="0" h="431144">
                  <a:moveTo>
                    <a:pt x="0" y="43114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89"/>
            <p:cNvSpPr/>
            <p:nvPr/>
          </p:nvSpPr>
          <p:spPr>
            <a:xfrm>
              <a:off x="2665283" y="6239083"/>
              <a:ext cx="0" cy="89805"/>
            </a:xfrm>
            <a:custGeom>
              <a:avLst/>
              <a:pathLst>
                <a:path w="0" h="89805">
                  <a:moveTo>
                    <a:pt x="0" y="0"/>
                  </a:moveTo>
                  <a:lnTo>
                    <a:pt x="0" y="89805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0"/>
            <p:cNvSpPr/>
            <p:nvPr/>
          </p:nvSpPr>
          <p:spPr>
            <a:xfrm>
              <a:off x="2598818" y="5949242"/>
              <a:ext cx="132929" cy="289840"/>
            </a:xfrm>
            <a:custGeom>
              <a:avLst/>
              <a:pathLst>
                <a:path w="132929" h="289840">
                  <a:moveTo>
                    <a:pt x="0" y="0"/>
                  </a:moveTo>
                  <a:lnTo>
                    <a:pt x="0" y="289840"/>
                  </a:lnTo>
                  <a:lnTo>
                    <a:pt x="132929" y="289840"/>
                  </a:lnTo>
                  <a:lnTo>
                    <a:pt x="132929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2" name="pl1591"/>
            <p:cNvSpPr/>
            <p:nvPr/>
          </p:nvSpPr>
          <p:spPr>
            <a:xfrm>
              <a:off x="2598818" y="6142768"/>
              <a:ext cx="132929" cy="0"/>
            </a:xfrm>
            <a:custGeom>
              <a:avLst/>
              <a:pathLst>
                <a:path w="132929" h="0">
                  <a:moveTo>
                    <a:pt x="0" y="0"/>
                  </a:moveTo>
                  <a:lnTo>
                    <a:pt x="132929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3" name="pl1592"/>
            <p:cNvSpPr/>
            <p:nvPr/>
          </p:nvSpPr>
          <p:spPr>
            <a:xfrm>
              <a:off x="3586681" y="5949810"/>
              <a:ext cx="0" cy="209986"/>
            </a:xfrm>
            <a:custGeom>
              <a:avLst/>
              <a:pathLst>
                <a:path w="0" h="209986">
                  <a:moveTo>
                    <a:pt x="0" y="20998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3"/>
            <p:cNvSpPr/>
            <p:nvPr/>
          </p:nvSpPr>
          <p:spPr>
            <a:xfrm>
              <a:off x="3586681" y="6308836"/>
              <a:ext cx="0" cy="20053"/>
            </a:xfrm>
            <a:custGeom>
              <a:avLst/>
              <a:pathLst>
                <a:path w="0" h="20053">
                  <a:moveTo>
                    <a:pt x="0" y="0"/>
                  </a:moveTo>
                  <a:lnTo>
                    <a:pt x="0" y="20053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4"/>
            <p:cNvSpPr/>
            <p:nvPr/>
          </p:nvSpPr>
          <p:spPr>
            <a:xfrm>
              <a:off x="3520216" y="6159797"/>
              <a:ext cx="132929" cy="149038"/>
            </a:xfrm>
            <a:custGeom>
              <a:avLst/>
              <a:pathLst>
                <a:path w="132929" h="149038">
                  <a:moveTo>
                    <a:pt x="0" y="0"/>
                  </a:moveTo>
                  <a:lnTo>
                    <a:pt x="0" y="149038"/>
                  </a:lnTo>
                  <a:lnTo>
                    <a:pt x="132929" y="149038"/>
                  </a:lnTo>
                  <a:lnTo>
                    <a:pt x="132929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6" name="pl1595"/>
            <p:cNvSpPr/>
            <p:nvPr/>
          </p:nvSpPr>
          <p:spPr>
            <a:xfrm>
              <a:off x="3520216" y="6273350"/>
              <a:ext cx="132929" cy="0"/>
            </a:xfrm>
            <a:custGeom>
              <a:avLst/>
              <a:pathLst>
                <a:path w="132929" h="0">
                  <a:moveTo>
                    <a:pt x="0" y="0"/>
                  </a:moveTo>
                  <a:lnTo>
                    <a:pt x="132929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7" name="pl1596"/>
            <p:cNvSpPr/>
            <p:nvPr/>
          </p:nvSpPr>
          <p:spPr>
            <a:xfrm>
              <a:off x="1876815" y="5396458"/>
              <a:ext cx="0" cy="482364"/>
            </a:xfrm>
            <a:custGeom>
              <a:avLst/>
              <a:pathLst>
                <a:path w="0" h="482364">
                  <a:moveTo>
                    <a:pt x="0" y="48236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7"/>
            <p:cNvSpPr/>
            <p:nvPr/>
          </p:nvSpPr>
          <p:spPr>
            <a:xfrm>
              <a:off x="1876815" y="6209782"/>
              <a:ext cx="0" cy="119106"/>
            </a:xfrm>
            <a:custGeom>
              <a:avLst/>
              <a:pathLst>
                <a:path w="0" h="119106">
                  <a:moveTo>
                    <a:pt x="0" y="0"/>
                  </a:moveTo>
                  <a:lnTo>
                    <a:pt x="0" y="119106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8"/>
            <p:cNvSpPr/>
            <p:nvPr/>
          </p:nvSpPr>
          <p:spPr>
            <a:xfrm>
              <a:off x="1810350" y="5878822"/>
              <a:ext cx="132929" cy="330959"/>
            </a:xfrm>
            <a:custGeom>
              <a:avLst/>
              <a:pathLst>
                <a:path w="132929" h="330959">
                  <a:moveTo>
                    <a:pt x="0" y="0"/>
                  </a:moveTo>
                  <a:lnTo>
                    <a:pt x="0" y="330959"/>
                  </a:lnTo>
                  <a:lnTo>
                    <a:pt x="132929" y="330959"/>
                  </a:lnTo>
                  <a:lnTo>
                    <a:pt x="132929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0" name="pl1599"/>
            <p:cNvSpPr/>
            <p:nvPr/>
          </p:nvSpPr>
          <p:spPr>
            <a:xfrm>
              <a:off x="1810350" y="6120086"/>
              <a:ext cx="132929" cy="0"/>
            </a:xfrm>
            <a:custGeom>
              <a:avLst/>
              <a:pathLst>
                <a:path w="132929" h="0">
                  <a:moveTo>
                    <a:pt x="0" y="0"/>
                  </a:moveTo>
                  <a:lnTo>
                    <a:pt x="132929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1" name="pl1600"/>
            <p:cNvSpPr/>
            <p:nvPr/>
          </p:nvSpPr>
          <p:spPr>
            <a:xfrm>
              <a:off x="2798213" y="5593024"/>
              <a:ext cx="0" cy="403386"/>
            </a:xfrm>
            <a:custGeom>
              <a:avLst/>
              <a:pathLst>
                <a:path w="0" h="403386">
                  <a:moveTo>
                    <a:pt x="0" y="40338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1"/>
            <p:cNvSpPr/>
            <p:nvPr/>
          </p:nvSpPr>
          <p:spPr>
            <a:xfrm>
              <a:off x="2798213" y="6275063"/>
              <a:ext cx="0" cy="53825"/>
            </a:xfrm>
            <a:custGeom>
              <a:avLst/>
              <a:pathLst>
                <a:path w="0" h="53825">
                  <a:moveTo>
                    <a:pt x="0" y="0"/>
                  </a:moveTo>
                  <a:lnTo>
                    <a:pt x="0" y="53825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2"/>
            <p:cNvSpPr/>
            <p:nvPr/>
          </p:nvSpPr>
          <p:spPr>
            <a:xfrm>
              <a:off x="2731748" y="5996410"/>
              <a:ext cx="132929" cy="278652"/>
            </a:xfrm>
            <a:custGeom>
              <a:avLst/>
              <a:pathLst>
                <a:path w="132929" h="278652">
                  <a:moveTo>
                    <a:pt x="0" y="0"/>
                  </a:moveTo>
                  <a:lnTo>
                    <a:pt x="0" y="278652"/>
                  </a:lnTo>
                  <a:lnTo>
                    <a:pt x="132929" y="278652"/>
                  </a:lnTo>
                  <a:lnTo>
                    <a:pt x="132929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4" name="pl1603"/>
            <p:cNvSpPr/>
            <p:nvPr/>
          </p:nvSpPr>
          <p:spPr>
            <a:xfrm>
              <a:off x="2731748" y="6180984"/>
              <a:ext cx="132929" cy="0"/>
            </a:xfrm>
            <a:custGeom>
              <a:avLst/>
              <a:pathLst>
                <a:path w="132929" h="0">
                  <a:moveTo>
                    <a:pt x="0" y="0"/>
                  </a:moveTo>
                  <a:lnTo>
                    <a:pt x="132929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5" name="pl1604"/>
            <p:cNvSpPr/>
            <p:nvPr/>
          </p:nvSpPr>
          <p:spPr>
            <a:xfrm>
              <a:off x="3719610" y="5938871"/>
              <a:ext cx="0" cy="222853"/>
            </a:xfrm>
            <a:custGeom>
              <a:avLst/>
              <a:pathLst>
                <a:path w="0" h="222853">
                  <a:moveTo>
                    <a:pt x="0" y="22285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5"/>
            <p:cNvSpPr/>
            <p:nvPr/>
          </p:nvSpPr>
          <p:spPr>
            <a:xfrm>
              <a:off x="3719610" y="6314206"/>
              <a:ext cx="0" cy="14683"/>
            </a:xfrm>
            <a:custGeom>
              <a:avLst/>
              <a:pathLst>
                <a:path w="0" h="14683">
                  <a:moveTo>
                    <a:pt x="0" y="0"/>
                  </a:moveTo>
                  <a:lnTo>
                    <a:pt x="0" y="1468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6"/>
            <p:cNvSpPr/>
            <p:nvPr/>
          </p:nvSpPr>
          <p:spPr>
            <a:xfrm>
              <a:off x="3653145" y="6161724"/>
              <a:ext cx="132929" cy="152481"/>
            </a:xfrm>
            <a:custGeom>
              <a:avLst/>
              <a:pathLst>
                <a:path w="132929" h="152481">
                  <a:moveTo>
                    <a:pt x="0" y="0"/>
                  </a:moveTo>
                  <a:lnTo>
                    <a:pt x="0" y="152481"/>
                  </a:lnTo>
                  <a:lnTo>
                    <a:pt x="132929" y="152481"/>
                  </a:lnTo>
                  <a:lnTo>
                    <a:pt x="132929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8" name="pl1607"/>
            <p:cNvSpPr/>
            <p:nvPr/>
          </p:nvSpPr>
          <p:spPr>
            <a:xfrm>
              <a:off x="3653145" y="6280959"/>
              <a:ext cx="132929" cy="0"/>
            </a:xfrm>
            <a:custGeom>
              <a:avLst/>
              <a:pathLst>
                <a:path w="132929" h="0">
                  <a:moveTo>
                    <a:pt x="0" y="0"/>
                  </a:moveTo>
                  <a:lnTo>
                    <a:pt x="132929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9" name="pg1608"/>
            <p:cNvSpPr/>
            <p:nvPr/>
          </p:nvSpPr>
          <p:spPr>
            <a:xfrm>
              <a:off x="1810350" y="5873247"/>
              <a:ext cx="1861013" cy="391535"/>
            </a:xfrm>
            <a:custGeom>
              <a:avLst/>
              <a:pathLst>
                <a:path w="1861013" h="391535">
                  <a:moveTo>
                    <a:pt x="0" y="0"/>
                  </a:moveTo>
                  <a:lnTo>
                    <a:pt x="465253" y="85695"/>
                  </a:lnTo>
                  <a:lnTo>
                    <a:pt x="917213" y="161532"/>
                  </a:lnTo>
                  <a:lnTo>
                    <a:pt x="1329295" y="214702"/>
                  </a:lnTo>
                  <a:lnTo>
                    <a:pt x="1861013" y="258429"/>
                  </a:lnTo>
                  <a:lnTo>
                    <a:pt x="1861013" y="391535"/>
                  </a:lnTo>
                  <a:lnTo>
                    <a:pt x="1329295" y="305174"/>
                  </a:lnTo>
                  <a:lnTo>
                    <a:pt x="917213" y="257525"/>
                  </a:lnTo>
                  <a:lnTo>
                    <a:pt x="465253" y="222788"/>
                  </a:lnTo>
                  <a:lnTo>
                    <a:pt x="0" y="194656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10" name="pl1609"/>
            <p:cNvSpPr/>
            <p:nvPr/>
          </p:nvSpPr>
          <p:spPr>
            <a:xfrm>
              <a:off x="1810350" y="5873247"/>
              <a:ext cx="1861013" cy="258429"/>
            </a:xfrm>
            <a:custGeom>
              <a:avLst/>
              <a:pathLst>
                <a:path w="1861013" h="258429">
                  <a:moveTo>
                    <a:pt x="0" y="0"/>
                  </a:moveTo>
                  <a:lnTo>
                    <a:pt x="465253" y="85695"/>
                  </a:lnTo>
                  <a:lnTo>
                    <a:pt x="917213" y="161532"/>
                  </a:lnTo>
                  <a:lnTo>
                    <a:pt x="1329295" y="214702"/>
                  </a:lnTo>
                  <a:lnTo>
                    <a:pt x="1861013" y="258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1" name="pl1610"/>
            <p:cNvSpPr/>
            <p:nvPr/>
          </p:nvSpPr>
          <p:spPr>
            <a:xfrm>
              <a:off x="1810350" y="6067904"/>
              <a:ext cx="1861013" cy="196879"/>
            </a:xfrm>
            <a:custGeom>
              <a:avLst/>
              <a:pathLst>
                <a:path w="1861013" h="196879">
                  <a:moveTo>
                    <a:pt x="1861013" y="196879"/>
                  </a:moveTo>
                  <a:lnTo>
                    <a:pt x="1329295" y="110518"/>
                  </a:lnTo>
                  <a:lnTo>
                    <a:pt x="917213" y="62869"/>
                  </a:lnTo>
                  <a:lnTo>
                    <a:pt x="465253" y="281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2" name="pg1611"/>
            <p:cNvSpPr/>
            <p:nvPr/>
          </p:nvSpPr>
          <p:spPr>
            <a:xfrm>
              <a:off x="1810350" y="5837309"/>
              <a:ext cx="1861013" cy="448503"/>
            </a:xfrm>
            <a:custGeom>
              <a:avLst/>
              <a:pathLst>
                <a:path w="1861013" h="448503">
                  <a:moveTo>
                    <a:pt x="0" y="0"/>
                  </a:moveTo>
                  <a:lnTo>
                    <a:pt x="465253" y="96778"/>
                  </a:lnTo>
                  <a:lnTo>
                    <a:pt x="917213" y="181214"/>
                  </a:lnTo>
                  <a:lnTo>
                    <a:pt x="1329295" y="236940"/>
                  </a:lnTo>
                  <a:lnTo>
                    <a:pt x="1861013" y="275499"/>
                  </a:lnTo>
                  <a:lnTo>
                    <a:pt x="1861013" y="448503"/>
                  </a:lnTo>
                  <a:lnTo>
                    <a:pt x="1329295" y="353077"/>
                  </a:lnTo>
                  <a:lnTo>
                    <a:pt x="917213" y="304964"/>
                  </a:lnTo>
                  <a:lnTo>
                    <a:pt x="465253" y="275513"/>
                  </a:lnTo>
                  <a:lnTo>
                    <a:pt x="0" y="255055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13" name="pl1612"/>
            <p:cNvSpPr/>
            <p:nvPr/>
          </p:nvSpPr>
          <p:spPr>
            <a:xfrm>
              <a:off x="1810350" y="5837309"/>
              <a:ext cx="1861013" cy="275499"/>
            </a:xfrm>
            <a:custGeom>
              <a:avLst/>
              <a:pathLst>
                <a:path w="1861013" h="275499">
                  <a:moveTo>
                    <a:pt x="0" y="0"/>
                  </a:moveTo>
                  <a:lnTo>
                    <a:pt x="465253" y="96778"/>
                  </a:lnTo>
                  <a:lnTo>
                    <a:pt x="917213" y="181214"/>
                  </a:lnTo>
                  <a:lnTo>
                    <a:pt x="1329295" y="236940"/>
                  </a:lnTo>
                  <a:lnTo>
                    <a:pt x="1861013" y="275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4" name="pl1613"/>
            <p:cNvSpPr/>
            <p:nvPr/>
          </p:nvSpPr>
          <p:spPr>
            <a:xfrm>
              <a:off x="1810350" y="6092365"/>
              <a:ext cx="1861013" cy="193448"/>
            </a:xfrm>
            <a:custGeom>
              <a:avLst/>
              <a:pathLst>
                <a:path w="1861013" h="193448">
                  <a:moveTo>
                    <a:pt x="1861013" y="193448"/>
                  </a:moveTo>
                  <a:lnTo>
                    <a:pt x="1329295" y="98021"/>
                  </a:lnTo>
                  <a:lnTo>
                    <a:pt x="917213" y="49909"/>
                  </a:lnTo>
                  <a:lnTo>
                    <a:pt x="465253" y="2045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5" name="pl1614"/>
            <p:cNvSpPr/>
            <p:nvPr/>
          </p:nvSpPr>
          <p:spPr>
            <a:xfrm>
              <a:off x="1810350" y="5970575"/>
              <a:ext cx="1861013" cy="227654"/>
            </a:xfrm>
            <a:custGeom>
              <a:avLst/>
              <a:pathLst>
                <a:path w="1861013" h="227654">
                  <a:moveTo>
                    <a:pt x="0" y="0"/>
                  </a:moveTo>
                  <a:lnTo>
                    <a:pt x="465253" y="56913"/>
                  </a:lnTo>
                  <a:lnTo>
                    <a:pt x="917213" y="112201"/>
                  </a:lnTo>
                  <a:lnTo>
                    <a:pt x="1329295" y="162610"/>
                  </a:lnTo>
                  <a:lnTo>
                    <a:pt x="1861013" y="227654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5"/>
            <p:cNvSpPr/>
            <p:nvPr/>
          </p:nvSpPr>
          <p:spPr>
            <a:xfrm>
              <a:off x="1810350" y="5964837"/>
              <a:ext cx="1861013" cy="234473"/>
            </a:xfrm>
            <a:custGeom>
              <a:avLst/>
              <a:pathLst>
                <a:path w="1861013" h="234473">
                  <a:moveTo>
                    <a:pt x="0" y="0"/>
                  </a:moveTo>
                  <a:lnTo>
                    <a:pt x="465253" y="58618"/>
                  </a:lnTo>
                  <a:lnTo>
                    <a:pt x="917213" y="115561"/>
                  </a:lnTo>
                  <a:lnTo>
                    <a:pt x="1329295" y="167481"/>
                  </a:lnTo>
                  <a:lnTo>
                    <a:pt x="1861013" y="234473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tx1616"/>
            <p:cNvSpPr/>
            <p:nvPr/>
          </p:nvSpPr>
          <p:spPr>
            <a:xfrm>
              <a:off x="1810350" y="4418232"/>
              <a:ext cx="204578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Slope=-1.4880, P = 0.017</a:t>
              </a:r>
            </a:p>
          </p:txBody>
        </p:sp>
        <p:sp>
          <p:nvSpPr>
            <p:cNvPr id="1618" name="tx1617"/>
            <p:cNvSpPr/>
            <p:nvPr/>
          </p:nvSpPr>
          <p:spPr>
            <a:xfrm>
              <a:off x="1810350" y="4531544"/>
              <a:ext cx="20330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Slope=-1.5325, P = 0.038</a:t>
              </a:r>
            </a:p>
          </p:txBody>
        </p:sp>
        <p:sp>
          <p:nvSpPr>
            <p:cNvPr id="1619" name="rc1618"/>
            <p:cNvSpPr/>
            <p:nvPr/>
          </p:nvSpPr>
          <p:spPr>
            <a:xfrm>
              <a:off x="1535706" y="3922145"/>
              <a:ext cx="2391512" cy="250872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620" name="pl1619"/>
            <p:cNvSpPr/>
            <p:nvPr/>
          </p:nvSpPr>
          <p:spPr>
            <a:xfrm>
              <a:off x="1535706" y="3922145"/>
              <a:ext cx="0" cy="2508724"/>
            </a:xfrm>
            <a:custGeom>
              <a:avLst/>
              <a:pathLst>
                <a:path w="0" h="2508724">
                  <a:moveTo>
                    <a:pt x="0" y="2508724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tx1620"/>
            <p:cNvSpPr/>
            <p:nvPr/>
          </p:nvSpPr>
          <p:spPr>
            <a:xfrm>
              <a:off x="1420912" y="6287878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22" name="tx1621"/>
            <p:cNvSpPr/>
            <p:nvPr/>
          </p:nvSpPr>
          <p:spPr>
            <a:xfrm>
              <a:off x="1420912" y="5741462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623" name="tx1622"/>
            <p:cNvSpPr/>
            <p:nvPr/>
          </p:nvSpPr>
          <p:spPr>
            <a:xfrm>
              <a:off x="1357362" y="5195046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4" name="tx1623"/>
            <p:cNvSpPr/>
            <p:nvPr/>
          </p:nvSpPr>
          <p:spPr>
            <a:xfrm>
              <a:off x="1357362" y="4648630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1625" name="tx1624"/>
            <p:cNvSpPr/>
            <p:nvPr/>
          </p:nvSpPr>
          <p:spPr>
            <a:xfrm>
              <a:off x="1357362" y="4102214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26" name="pl1625"/>
            <p:cNvSpPr/>
            <p:nvPr/>
          </p:nvSpPr>
          <p:spPr>
            <a:xfrm>
              <a:off x="1507238" y="632888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6"/>
            <p:cNvSpPr/>
            <p:nvPr/>
          </p:nvSpPr>
          <p:spPr>
            <a:xfrm>
              <a:off x="1507238" y="57824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7"/>
            <p:cNvSpPr/>
            <p:nvPr/>
          </p:nvSpPr>
          <p:spPr>
            <a:xfrm>
              <a:off x="1507238" y="52360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8"/>
            <p:cNvSpPr/>
            <p:nvPr/>
          </p:nvSpPr>
          <p:spPr>
            <a:xfrm>
              <a:off x="1507238" y="46896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29"/>
            <p:cNvSpPr/>
            <p:nvPr/>
          </p:nvSpPr>
          <p:spPr>
            <a:xfrm>
              <a:off x="1507238" y="41432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0"/>
            <p:cNvSpPr/>
            <p:nvPr/>
          </p:nvSpPr>
          <p:spPr>
            <a:xfrm>
              <a:off x="1535706" y="6430870"/>
              <a:ext cx="2391512" cy="0"/>
            </a:xfrm>
            <a:custGeom>
              <a:avLst/>
              <a:pathLst>
                <a:path w="2391512" h="0">
                  <a:moveTo>
                    <a:pt x="0" y="0"/>
                  </a:moveTo>
                  <a:lnTo>
                    <a:pt x="2391512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1"/>
            <p:cNvSpPr/>
            <p:nvPr/>
          </p:nvSpPr>
          <p:spPr>
            <a:xfrm>
              <a:off x="1810350" y="64308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2"/>
            <p:cNvSpPr/>
            <p:nvPr/>
          </p:nvSpPr>
          <p:spPr>
            <a:xfrm>
              <a:off x="2731748" y="64308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3"/>
            <p:cNvSpPr/>
            <p:nvPr/>
          </p:nvSpPr>
          <p:spPr>
            <a:xfrm>
              <a:off x="3653145" y="64308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tx1634"/>
            <p:cNvSpPr/>
            <p:nvPr/>
          </p:nvSpPr>
          <p:spPr>
            <a:xfrm>
              <a:off x="1778575" y="64821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636" name="tx1635"/>
            <p:cNvSpPr/>
            <p:nvPr/>
          </p:nvSpPr>
          <p:spPr>
            <a:xfrm>
              <a:off x="2699973" y="64821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37" name="tx1636"/>
            <p:cNvSpPr/>
            <p:nvPr/>
          </p:nvSpPr>
          <p:spPr>
            <a:xfrm>
              <a:off x="3621370" y="64821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38" name="tx1637"/>
            <p:cNvSpPr/>
            <p:nvPr/>
          </p:nvSpPr>
          <p:spPr>
            <a:xfrm>
              <a:off x="2470401" y="6651728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639" name="tx1638"/>
            <p:cNvSpPr/>
            <p:nvPr/>
          </p:nvSpPr>
          <p:spPr>
            <a:xfrm rot="-5400000">
              <a:off x="277882" y="5130925"/>
              <a:ext cx="183474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Within-species SS (log-biomass)</a:t>
              </a:r>
            </a:p>
          </p:txBody>
        </p:sp>
        <p:sp>
          <p:nvSpPr>
            <p:cNvPr id="1640" name="tx1639"/>
            <p:cNvSpPr/>
            <p:nvPr/>
          </p:nvSpPr>
          <p:spPr>
            <a:xfrm>
              <a:off x="1015620" y="3816623"/>
              <a:ext cx="16221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</a:t>
              </a:r>
            </a:p>
          </p:txBody>
        </p:sp>
        <p:sp>
          <p:nvSpPr>
            <p:cNvPr id="1641" name="rc1640"/>
            <p:cNvSpPr/>
            <p:nvPr/>
          </p:nvSpPr>
          <p:spPr>
            <a:xfrm>
              <a:off x="4541667" y="3922145"/>
              <a:ext cx="2391512" cy="250872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4704700" y="49581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4875053" y="49886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4739749" y="45767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4874502" y="46721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4738474" y="45526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4837697" y="46500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4713865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4865351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4730875" y="45116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4872131" y="45934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4703638" y="45172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4831371" y="4481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4717532" y="44811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4823835" y="45573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4747691" y="4706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4838380" y="47330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4721009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4855963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4707474" y="4738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4857905" y="54234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4742387" y="45065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4857182" y="45705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4709649" y="45646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4830713" y="47113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4726885" y="4869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4863973" y="49200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4701589" y="60308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4867530" y="6031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4739224" y="50870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4857469" y="52391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4742215" y="61834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4837025" y="55025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4691233" y="51391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4857836" y="54037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4750725" y="48398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4878994" y="48560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4719166" y="46868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4848473" y="49542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4709949" y="45247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4857255" y="45115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4714218" y="47313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4840289" y="51996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4702201" y="56706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4858594" y="53923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4708454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4839206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4732266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4863961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4699309" y="5642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4850691" y="55785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473655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487281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4737369" y="56154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4821528" y="5360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472154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487910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4710126" y="56566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4866853" y="62793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4749450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4832543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4751814" y="53332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4831877" y="53172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4714652" y="44531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4833509" y="45892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4725880" y="5421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4860128" y="59947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4740445" y="49475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4828883" y="5067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4720826" y="52225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4825743" y="56627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4738050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4820268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4739159" y="48283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4835949" y="50359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4700498" y="48287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4867663" y="50868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4731110" y="50863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4843544" y="4980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4729539" y="4783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4841176" y="47147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4732625" y="53039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4864365" y="54946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4687859" y="50665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4835359" y="62797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4730748" y="62798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4864875" y="56728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4718636" y="52931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4843842" y="58931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4693290" y="55999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4837967" y="6270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4691510" y="62294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4836705" y="61891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4742731" y="49126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4844696" y="52689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4710105" y="54887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4875634" y="58543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4721734" y="4912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4822363" y="53774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4708048" y="46498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4877564" y="47320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4686545" y="6203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4845523" y="62764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4738534" y="61703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4865608" y="62735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4749147" y="56836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4835558" y="58287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4687797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4858511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4727078" y="62796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4869533" y="62578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4717355" y="45695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4852160" y="45709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4738283" y="59374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4865735" y="61772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4686061" y="47204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4873454" y="44809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4724049" y="58607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4875103" y="58431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4699877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4832085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4752078" y="56909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4820798" y="53953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4741050" y="55013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4876620" y="58372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4700991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4869727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4722662" y="51161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4874223" y="50725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4718035" y="51189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4861300" y="46096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4714828" y="61657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4864631" y="50323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4741572" y="6225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4820568" y="62110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4711581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4861562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4726456" y="61465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4876330" y="61857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4700770" y="55181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4878431" y="49965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4748545" y="60749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4824266" y="5974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4718456" y="55961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4843222" y="56984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4750813" y="53042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4828014" y="54396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4705563" y="62175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4866517" y="59818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4731187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4840508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4696581" y="58034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4839086" y="52386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4701455" y="58370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4867816" y="60775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4717843" y="55577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4833029" y="56244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4730077" y="61115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4852557" y="6213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4721691" y="52424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4821302" y="52856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4740575" y="52212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4857724" y="54120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4729387" y="57220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4845144" y="56137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4707369" y="50538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4882038" y="54364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4688353" y="50103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4854253" y="50112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4686348" y="62321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4855226" y="59462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4732389" y="46576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4860766" y="46954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4721648" y="51498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4873549" y="54138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4741246" y="50574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4844795" y="54088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4749887" y="55637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4874206" y="54851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4695883" y="5554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4857810" y="56973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4713827" y="60900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4833295" y="57803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4738925" y="5993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4868622" y="55784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4738940" y="44859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4857514" y="4610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4746475" y="44508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4847895" y="4682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4720174" y="58567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4882817" y="55756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469015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482417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4725267" y="5825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4873549" y="55362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4733837" y="61581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4855946" y="59185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5668418" y="62768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5779124" y="62756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5659140" y="45548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5772730" y="45670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5662583" y="4670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5752858" y="51258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5630062" y="45849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5777893" y="46361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5655776" y="47654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5761371" y="49266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5667185" y="50461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5742184" y="54483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5637381" y="45411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5768468" y="44963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5646550" y="46708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5759225" y="45869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5609536" y="45944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5742883" y="47100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5631101" y="47864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5765034" y="48370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5639479" y="48066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5754607" y="44625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5636448" y="44547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5747460" y="4473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5659012" y="45892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5759885" y="45156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5621172" y="45267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5799360" y="44917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5652660" y="47322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5770933" y="46687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5634967" y="44910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5776717" y="44892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5607981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5780089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5623368" y="46782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5788628" y="55746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561620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574235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5625840" y="46141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5794723" y="45496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5650509" y="52065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5781673" y="6227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5615858" y="60463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5771947" y="58492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5630706" y="51221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5763114" y="5123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5657131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5777575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5634823" y="45084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5790810" y="47671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5619266" y="44764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5766997" y="47920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5614934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5806346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5670252" y="44883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5772261" y="44536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5643211" y="44817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5764999" y="45163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5648216" y="47358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5741951" y="53756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5641415" y="45117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5796261" y="45397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5655771" y="44734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5762151" y="45341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567089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580344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5671117" y="46143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5768484" y="4627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5608123" y="45924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5750785" y="44727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5622326" y="44436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5805840" y="44428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5656112" y="48060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5759666" y="49326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5637632" y="44581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5750434" y="44538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5626558" y="46686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5784165" y="46846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5629252" y="45115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5757448" y="46050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5637761" y="45717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5740110" y="47291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564538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578368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5626572" y="45298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5777936" y="45581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5655288" y="44656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5771227" y="44753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5633338" y="45531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5794276" y="46438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5666006" y="48107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5743610" y="49496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5620718" y="51121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5798378" y="53862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5634991" y="4751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5786783" y="48506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5609044" y="48198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5750651" y="48520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5638388" y="48760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5794689" y="50691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5671861" y="53052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5754962" y="45055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5655133" y="45146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5742188" y="44744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5619125" y="45505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5773914" y="44954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5640726" y="47410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5783462" y="51767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5610863" y="44856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5741322" y="46550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5617526" y="46545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5782029" y="47439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5629105" y="46236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5784202" y="45626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5627150" y="47158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5796634" y="46827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5654664" y="46229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5793720" y="46080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5664069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5756532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5658700" y="45416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5754940" y="45898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5629446" y="50355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5759292" y="5003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5657220" y="47761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5803720" y="52219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5671631" y="50695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5753918" y="50959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5641801" y="48477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5800383" y="49895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5607941" y="53889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5794618" y="57549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5626016" y="45206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5764555" y="47106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5617896" y="49222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5751866" y="44877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5614555" y="4783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5772762" y="57046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5648102" y="45689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5776728" y="46824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5658545" y="44950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5752109" y="44678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5672577" y="47618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5804705" y="47541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5612009" y="49275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5790690" y="50965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5627144" y="44868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5742499" y="44495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5672277" y="54057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5773069" y="57460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5613934" y="46874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5753332" y="55164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5664865" y="53730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5758674" y="48914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5668353" y="49391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5784966" y="49527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5671429" y="470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5760918" y="44458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5672245" y="46633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5765348" y="49032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5646929" y="44696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5799185" y="48719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5639358" y="55357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5805019" y="58909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5652532" y="45484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5803748" y="45206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5637067" y="4722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5791351" y="45689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5655843" y="57813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5789739" y="5162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5614702" y="59770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5796225" y="5968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5620608" y="49415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5779631" y="47316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5656494" y="47834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5786108" y="45411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5639781" y="48693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5799010" y="47914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5640298" y="55712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5750564" y="61996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5631101" y="52015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5791667" y="56570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5639079" y="4858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5775802" y="47508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561300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578051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5648138" y="44435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5779810" y="44594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5636263" y="47434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5744116" y="47374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5640912" y="52329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5759247" y="50950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5642993" y="47425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5763547" y="49883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5624820" y="5350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5783394" y="49291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5629921" y="44511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5798356" y="44440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5627340" y="4935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5798849" y="44614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5654921" y="44758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5805052" y="44687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5657534" y="6280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5781132" y="62806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5652548" y="48381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5757540" y="48075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5626994" y="53894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5783749" y="62806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5644841" y="44645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5803764" y="4442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5651770" y="61421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5756686" y="56244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5610143" y="47002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5793837" y="47218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5630612" y="45275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5742484" y="4481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5663862" y="44925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5800518" y="45093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5660528" y="49903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5785983" y="47811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5620485" y="46753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5778384" y="46585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5647821" y="53706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5799266" y="48836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5645243" y="51034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5788561" y="47262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5655812" y="46757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5749032" y="44428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5614506" y="53713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5802095" y="52165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653849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668520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656710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670551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654912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670943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655628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672006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657571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669729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659422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667035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654065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668257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657780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670613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657274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672693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657573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672453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658872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670970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657063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670927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659382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672277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658339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672553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657597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667592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657564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671081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658772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672337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657892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671676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654804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671856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654690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666892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653991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669960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659305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669338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655314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667181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659234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668521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656477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672302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656957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672247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655798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672117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653938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671798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658873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670025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656759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666890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658781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672350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658874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668025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659184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670567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657847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672251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656170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668687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656857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670061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658495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669552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653973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672564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655447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666879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655468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671382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658574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669858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654419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672198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6578992" y="44458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6713844" y="44457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656725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666291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652928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669164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657499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670147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654779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667626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655508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667359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6581482" y="46217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6664404" y="44848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656048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666636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656342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669399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656776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669526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658465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666612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657163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666412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657568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671407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656194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670617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653944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672328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653648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670558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654135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672341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658773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668733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656648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669594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653860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670589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654640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670626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654649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667649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654394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670448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656462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668329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655488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670969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658650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670720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654321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671761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656724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667346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656822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671115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655332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672365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653425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670362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657456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668737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658115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669436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656452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671350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653063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671701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658087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667218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657255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667572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657143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670853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656851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671346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657050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672595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655617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667993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656400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670875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653748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671052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659316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670151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659047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670705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657307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672098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656161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670131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654574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671413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654037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671445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658633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672062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653968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670364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659259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671306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653761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666669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658477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667805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658677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667945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659064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668025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658303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669405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652990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669695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653776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667763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657338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671866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653728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667104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658080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6717166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657853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672174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658992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669919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653275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670247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656251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671342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654250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671467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656790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668097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653145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668807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653890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669060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6551241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669726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655713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672721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658652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672459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656525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672264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6552725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666938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654898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671233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655570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670551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653573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667723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654859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671673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657579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671127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656642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666787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659221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668228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6573359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672570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655295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669811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6548833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6685329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656297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669476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652959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671170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657724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6716542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6575388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667886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0" name="pt2329"/>
            <p:cNvSpPr/>
            <p:nvPr/>
          </p:nvSpPr>
          <p:spPr>
            <a:xfrm>
              <a:off x="657362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1" name="pt2330"/>
            <p:cNvSpPr/>
            <p:nvPr/>
          </p:nvSpPr>
          <p:spPr>
            <a:xfrm>
              <a:off x="6719403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2" name="pt2331"/>
            <p:cNvSpPr/>
            <p:nvPr/>
          </p:nvSpPr>
          <p:spPr>
            <a:xfrm>
              <a:off x="6578766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3" name="pt2332"/>
            <p:cNvSpPr/>
            <p:nvPr/>
          </p:nvSpPr>
          <p:spPr>
            <a:xfrm>
              <a:off x="669260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4" name="pt2333"/>
            <p:cNvSpPr/>
            <p:nvPr/>
          </p:nvSpPr>
          <p:spPr>
            <a:xfrm>
              <a:off x="654067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5" name="pt2334"/>
            <p:cNvSpPr/>
            <p:nvPr/>
          </p:nvSpPr>
          <p:spPr>
            <a:xfrm>
              <a:off x="670794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6" name="pt2335"/>
            <p:cNvSpPr/>
            <p:nvPr/>
          </p:nvSpPr>
          <p:spPr>
            <a:xfrm>
              <a:off x="6554942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7" name="pt2336"/>
            <p:cNvSpPr/>
            <p:nvPr/>
          </p:nvSpPr>
          <p:spPr>
            <a:xfrm>
              <a:off x="6669880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8" name="pt2337"/>
            <p:cNvSpPr/>
            <p:nvPr/>
          </p:nvSpPr>
          <p:spPr>
            <a:xfrm>
              <a:off x="657242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9" name="pt2338"/>
            <p:cNvSpPr/>
            <p:nvPr/>
          </p:nvSpPr>
          <p:spPr>
            <a:xfrm>
              <a:off x="6681788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0" name="pt2339"/>
            <p:cNvSpPr/>
            <p:nvPr/>
          </p:nvSpPr>
          <p:spPr>
            <a:xfrm>
              <a:off x="655960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1" name="pt2340"/>
            <p:cNvSpPr/>
            <p:nvPr/>
          </p:nvSpPr>
          <p:spPr>
            <a:xfrm>
              <a:off x="6693431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2" name="pt2341"/>
            <p:cNvSpPr/>
            <p:nvPr/>
          </p:nvSpPr>
          <p:spPr>
            <a:xfrm>
              <a:off x="654573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3" name="pt2342"/>
            <p:cNvSpPr/>
            <p:nvPr/>
          </p:nvSpPr>
          <p:spPr>
            <a:xfrm>
              <a:off x="6667404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4" name="pt2343"/>
            <p:cNvSpPr/>
            <p:nvPr/>
          </p:nvSpPr>
          <p:spPr>
            <a:xfrm>
              <a:off x="6587787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5" name="pt2344"/>
            <p:cNvSpPr/>
            <p:nvPr/>
          </p:nvSpPr>
          <p:spPr>
            <a:xfrm>
              <a:off x="6670525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6" name="pt2345"/>
            <p:cNvSpPr/>
            <p:nvPr/>
          </p:nvSpPr>
          <p:spPr>
            <a:xfrm>
              <a:off x="6579630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7" name="pt2346"/>
            <p:cNvSpPr/>
            <p:nvPr/>
          </p:nvSpPr>
          <p:spPr>
            <a:xfrm>
              <a:off x="672457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8" name="pt2347"/>
            <p:cNvSpPr/>
            <p:nvPr/>
          </p:nvSpPr>
          <p:spPr>
            <a:xfrm>
              <a:off x="6553204" y="4442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9" name="pt2348"/>
            <p:cNvSpPr/>
            <p:nvPr/>
          </p:nvSpPr>
          <p:spPr>
            <a:xfrm>
              <a:off x="6663727" y="4442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0" name="pl2349"/>
            <p:cNvSpPr/>
            <p:nvPr/>
          </p:nvSpPr>
          <p:spPr>
            <a:xfrm>
              <a:off x="4749665" y="4473513"/>
              <a:ext cx="0" cy="388799"/>
            </a:xfrm>
            <a:custGeom>
              <a:avLst/>
              <a:pathLst>
                <a:path w="0" h="388799">
                  <a:moveTo>
                    <a:pt x="0" y="3887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0"/>
            <p:cNvSpPr/>
            <p:nvPr/>
          </p:nvSpPr>
          <p:spPr>
            <a:xfrm>
              <a:off x="4749665" y="6117067"/>
              <a:ext cx="0" cy="194339"/>
            </a:xfrm>
            <a:custGeom>
              <a:avLst/>
              <a:pathLst>
                <a:path w="0" h="194339">
                  <a:moveTo>
                    <a:pt x="0" y="0"/>
                  </a:moveTo>
                  <a:lnTo>
                    <a:pt x="0" y="194339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1"/>
            <p:cNvSpPr/>
            <p:nvPr/>
          </p:nvSpPr>
          <p:spPr>
            <a:xfrm>
              <a:off x="4683193" y="4862313"/>
              <a:ext cx="132943" cy="1254754"/>
            </a:xfrm>
            <a:custGeom>
              <a:avLst/>
              <a:pathLst>
                <a:path w="132943" h="1254754">
                  <a:moveTo>
                    <a:pt x="0" y="0"/>
                  </a:moveTo>
                  <a:lnTo>
                    <a:pt x="0" y="1254754"/>
                  </a:lnTo>
                  <a:lnTo>
                    <a:pt x="132943" y="1254754"/>
                  </a:lnTo>
                  <a:lnTo>
                    <a:pt x="13294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3" name="pl2352"/>
            <p:cNvSpPr/>
            <p:nvPr/>
          </p:nvSpPr>
          <p:spPr>
            <a:xfrm>
              <a:off x="4683193" y="5486142"/>
              <a:ext cx="132943" cy="0"/>
            </a:xfrm>
            <a:custGeom>
              <a:avLst/>
              <a:pathLst>
                <a:path w="132943" h="0">
                  <a:moveTo>
                    <a:pt x="0" y="0"/>
                  </a:moveTo>
                  <a:lnTo>
                    <a:pt x="13294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4" name="pl2353"/>
            <p:cNvSpPr/>
            <p:nvPr/>
          </p:nvSpPr>
          <p:spPr>
            <a:xfrm>
              <a:off x="5671160" y="4473513"/>
              <a:ext cx="0" cy="85957"/>
            </a:xfrm>
            <a:custGeom>
              <a:avLst/>
              <a:pathLst>
                <a:path w="0" h="85957">
                  <a:moveTo>
                    <a:pt x="0" y="85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4"/>
            <p:cNvSpPr/>
            <p:nvPr/>
          </p:nvSpPr>
          <p:spPr>
            <a:xfrm>
              <a:off x="5671160" y="5043758"/>
              <a:ext cx="0" cy="558263"/>
            </a:xfrm>
            <a:custGeom>
              <a:avLst/>
              <a:pathLst>
                <a:path w="0" h="558263">
                  <a:moveTo>
                    <a:pt x="0" y="0"/>
                  </a:moveTo>
                  <a:lnTo>
                    <a:pt x="0" y="558263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5"/>
            <p:cNvSpPr/>
            <p:nvPr/>
          </p:nvSpPr>
          <p:spPr>
            <a:xfrm>
              <a:off x="5604688" y="4559471"/>
              <a:ext cx="132943" cy="484287"/>
            </a:xfrm>
            <a:custGeom>
              <a:avLst/>
              <a:pathLst>
                <a:path w="132943" h="484287">
                  <a:moveTo>
                    <a:pt x="0" y="0"/>
                  </a:moveTo>
                  <a:lnTo>
                    <a:pt x="0" y="484287"/>
                  </a:lnTo>
                  <a:lnTo>
                    <a:pt x="132943" y="484287"/>
                  </a:lnTo>
                  <a:lnTo>
                    <a:pt x="13294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7" name="pl2356"/>
            <p:cNvSpPr/>
            <p:nvPr/>
          </p:nvSpPr>
          <p:spPr>
            <a:xfrm>
              <a:off x="5604688" y="4746623"/>
              <a:ext cx="132943" cy="0"/>
            </a:xfrm>
            <a:custGeom>
              <a:avLst/>
              <a:pathLst>
                <a:path w="132943" h="0">
                  <a:moveTo>
                    <a:pt x="0" y="0"/>
                  </a:moveTo>
                  <a:lnTo>
                    <a:pt x="13294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8" name="pl2357"/>
            <p:cNvSpPr/>
            <p:nvPr/>
          </p:nvSpPr>
          <p:spPr>
            <a:xfrm>
              <a:off x="6592654" y="447351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6592654" y="447351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59"/>
            <p:cNvSpPr/>
            <p:nvPr/>
          </p:nvSpPr>
          <p:spPr>
            <a:xfrm>
              <a:off x="6526183" y="4473513"/>
              <a:ext cx="132943" cy="0"/>
            </a:xfrm>
            <a:custGeom>
              <a:avLst/>
              <a:pathLst>
                <a:path w="132943" h="0">
                  <a:moveTo>
                    <a:pt x="0" y="0"/>
                  </a:moveTo>
                  <a:lnTo>
                    <a:pt x="13294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6526183" y="4473513"/>
              <a:ext cx="132943" cy="0"/>
            </a:xfrm>
            <a:custGeom>
              <a:avLst/>
              <a:pathLst>
                <a:path w="132943" h="0">
                  <a:moveTo>
                    <a:pt x="0" y="0"/>
                  </a:moveTo>
                  <a:lnTo>
                    <a:pt x="13294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4882609" y="4473513"/>
              <a:ext cx="0" cy="539627"/>
            </a:xfrm>
            <a:custGeom>
              <a:avLst/>
              <a:pathLst>
                <a:path w="0" h="539627">
                  <a:moveTo>
                    <a:pt x="0" y="53962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4882609" y="6022313"/>
              <a:ext cx="0" cy="289093"/>
            </a:xfrm>
            <a:custGeom>
              <a:avLst/>
              <a:pathLst>
                <a:path w="0" h="289093">
                  <a:moveTo>
                    <a:pt x="0" y="0"/>
                  </a:moveTo>
                  <a:lnTo>
                    <a:pt x="0" y="28909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3"/>
            <p:cNvSpPr/>
            <p:nvPr/>
          </p:nvSpPr>
          <p:spPr>
            <a:xfrm>
              <a:off x="4816137" y="5013140"/>
              <a:ext cx="132943" cy="1009173"/>
            </a:xfrm>
            <a:custGeom>
              <a:avLst/>
              <a:pathLst>
                <a:path w="132943" h="1009173">
                  <a:moveTo>
                    <a:pt x="0" y="0"/>
                  </a:moveTo>
                  <a:lnTo>
                    <a:pt x="0" y="1009173"/>
                  </a:lnTo>
                  <a:lnTo>
                    <a:pt x="132943" y="1009173"/>
                  </a:lnTo>
                  <a:lnTo>
                    <a:pt x="13294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4816137" y="5468811"/>
              <a:ext cx="132943" cy="0"/>
            </a:xfrm>
            <a:custGeom>
              <a:avLst/>
              <a:pathLst>
                <a:path w="132943" h="0">
                  <a:moveTo>
                    <a:pt x="0" y="0"/>
                  </a:moveTo>
                  <a:lnTo>
                    <a:pt x="13294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5804103" y="4473513"/>
              <a:ext cx="0" cy="69789"/>
            </a:xfrm>
            <a:custGeom>
              <a:avLst/>
              <a:pathLst>
                <a:path w="0" h="69789">
                  <a:moveTo>
                    <a:pt x="0" y="6978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6"/>
            <p:cNvSpPr/>
            <p:nvPr/>
          </p:nvSpPr>
          <p:spPr>
            <a:xfrm>
              <a:off x="5804103" y="5127060"/>
              <a:ext cx="0" cy="872278"/>
            </a:xfrm>
            <a:custGeom>
              <a:avLst/>
              <a:pathLst>
                <a:path w="0" h="872278">
                  <a:moveTo>
                    <a:pt x="0" y="0"/>
                  </a:moveTo>
                  <a:lnTo>
                    <a:pt x="0" y="872278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7"/>
            <p:cNvSpPr/>
            <p:nvPr/>
          </p:nvSpPr>
          <p:spPr>
            <a:xfrm>
              <a:off x="5737632" y="4543302"/>
              <a:ext cx="132943" cy="583757"/>
            </a:xfrm>
            <a:custGeom>
              <a:avLst/>
              <a:pathLst>
                <a:path w="132943" h="583757">
                  <a:moveTo>
                    <a:pt x="0" y="0"/>
                  </a:moveTo>
                  <a:lnTo>
                    <a:pt x="0" y="583757"/>
                  </a:lnTo>
                  <a:lnTo>
                    <a:pt x="132943" y="583757"/>
                  </a:lnTo>
                  <a:lnTo>
                    <a:pt x="13294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9" name="pl2368"/>
            <p:cNvSpPr/>
            <p:nvPr/>
          </p:nvSpPr>
          <p:spPr>
            <a:xfrm>
              <a:off x="5737632" y="4759961"/>
              <a:ext cx="132943" cy="0"/>
            </a:xfrm>
            <a:custGeom>
              <a:avLst/>
              <a:pathLst>
                <a:path w="132943" h="0">
                  <a:moveTo>
                    <a:pt x="0" y="0"/>
                  </a:moveTo>
                  <a:lnTo>
                    <a:pt x="13294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0" name="pl2369"/>
            <p:cNvSpPr/>
            <p:nvPr/>
          </p:nvSpPr>
          <p:spPr>
            <a:xfrm>
              <a:off x="6725598" y="447351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0"/>
            <p:cNvSpPr/>
            <p:nvPr/>
          </p:nvSpPr>
          <p:spPr>
            <a:xfrm>
              <a:off x="6725598" y="447351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1"/>
            <p:cNvSpPr/>
            <p:nvPr/>
          </p:nvSpPr>
          <p:spPr>
            <a:xfrm>
              <a:off x="6659126" y="4473513"/>
              <a:ext cx="132943" cy="0"/>
            </a:xfrm>
            <a:custGeom>
              <a:avLst/>
              <a:pathLst>
                <a:path w="132943" h="0">
                  <a:moveTo>
                    <a:pt x="0" y="0"/>
                  </a:moveTo>
                  <a:lnTo>
                    <a:pt x="13294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3" name="pl2372"/>
            <p:cNvSpPr/>
            <p:nvPr/>
          </p:nvSpPr>
          <p:spPr>
            <a:xfrm>
              <a:off x="6659126" y="4473513"/>
              <a:ext cx="132943" cy="0"/>
            </a:xfrm>
            <a:custGeom>
              <a:avLst/>
              <a:pathLst>
                <a:path w="132943" h="0">
                  <a:moveTo>
                    <a:pt x="0" y="0"/>
                  </a:moveTo>
                  <a:lnTo>
                    <a:pt x="13294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4" name="pg2373"/>
            <p:cNvSpPr/>
            <p:nvPr/>
          </p:nvSpPr>
          <p:spPr>
            <a:xfrm>
              <a:off x="4811953" y="4217630"/>
              <a:ext cx="1874504" cy="1362657"/>
            </a:xfrm>
            <a:custGeom>
              <a:avLst/>
              <a:pathLst>
                <a:path w="1874504" h="1362657">
                  <a:moveTo>
                    <a:pt x="0" y="1060724"/>
                  </a:moveTo>
                  <a:lnTo>
                    <a:pt x="412125" y="875497"/>
                  </a:lnTo>
                  <a:lnTo>
                    <a:pt x="943899" y="591947"/>
                  </a:lnTo>
                  <a:lnTo>
                    <a:pt x="1342729" y="346851"/>
                  </a:lnTo>
                  <a:lnTo>
                    <a:pt x="1874504" y="0"/>
                  </a:lnTo>
                  <a:lnTo>
                    <a:pt x="1874504" y="433106"/>
                  </a:lnTo>
                  <a:lnTo>
                    <a:pt x="1342729" y="650871"/>
                  </a:lnTo>
                  <a:lnTo>
                    <a:pt x="943899" y="829238"/>
                  </a:lnTo>
                  <a:lnTo>
                    <a:pt x="412125" y="1110305"/>
                  </a:lnTo>
                  <a:lnTo>
                    <a:pt x="0" y="1362657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75" name="pl2374"/>
            <p:cNvSpPr/>
            <p:nvPr/>
          </p:nvSpPr>
          <p:spPr>
            <a:xfrm>
              <a:off x="4811953" y="4217630"/>
              <a:ext cx="1874504" cy="1060724"/>
            </a:xfrm>
            <a:custGeom>
              <a:avLst/>
              <a:pathLst>
                <a:path w="1874504" h="1060724">
                  <a:moveTo>
                    <a:pt x="0" y="1060724"/>
                  </a:moveTo>
                  <a:lnTo>
                    <a:pt x="412125" y="875497"/>
                  </a:lnTo>
                  <a:lnTo>
                    <a:pt x="943899" y="591947"/>
                  </a:lnTo>
                  <a:lnTo>
                    <a:pt x="1342729" y="346851"/>
                  </a:lnTo>
                  <a:lnTo>
                    <a:pt x="18745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6" name="pl2375"/>
            <p:cNvSpPr/>
            <p:nvPr/>
          </p:nvSpPr>
          <p:spPr>
            <a:xfrm>
              <a:off x="4811953" y="4650736"/>
              <a:ext cx="1874504" cy="929551"/>
            </a:xfrm>
            <a:custGeom>
              <a:avLst/>
              <a:pathLst>
                <a:path w="1874504" h="929551">
                  <a:moveTo>
                    <a:pt x="1874504" y="0"/>
                  </a:moveTo>
                  <a:lnTo>
                    <a:pt x="1342729" y="217765"/>
                  </a:lnTo>
                  <a:lnTo>
                    <a:pt x="943899" y="396132"/>
                  </a:lnTo>
                  <a:lnTo>
                    <a:pt x="412125" y="677199"/>
                  </a:lnTo>
                  <a:lnTo>
                    <a:pt x="0" y="929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7" name="pg2376"/>
            <p:cNvSpPr/>
            <p:nvPr/>
          </p:nvSpPr>
          <p:spPr>
            <a:xfrm>
              <a:off x="4811953" y="4268858"/>
              <a:ext cx="1874504" cy="1336403"/>
            </a:xfrm>
            <a:custGeom>
              <a:avLst/>
              <a:pathLst>
                <a:path w="1874504" h="1336403">
                  <a:moveTo>
                    <a:pt x="0" y="1076266"/>
                  </a:moveTo>
                  <a:lnTo>
                    <a:pt x="412125" y="879516"/>
                  </a:lnTo>
                  <a:lnTo>
                    <a:pt x="943899" y="589821"/>
                  </a:lnTo>
                  <a:lnTo>
                    <a:pt x="1342729" y="344772"/>
                  </a:lnTo>
                  <a:lnTo>
                    <a:pt x="1874504" y="0"/>
                  </a:lnTo>
                  <a:lnTo>
                    <a:pt x="1874504" y="355256"/>
                  </a:lnTo>
                  <a:lnTo>
                    <a:pt x="1342729" y="594147"/>
                  </a:lnTo>
                  <a:lnTo>
                    <a:pt x="943899" y="786845"/>
                  </a:lnTo>
                  <a:lnTo>
                    <a:pt x="412125" y="1080814"/>
                  </a:lnTo>
                  <a:lnTo>
                    <a:pt x="0" y="1336403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78" name="pl2377"/>
            <p:cNvSpPr/>
            <p:nvPr/>
          </p:nvSpPr>
          <p:spPr>
            <a:xfrm>
              <a:off x="4811953" y="4268858"/>
              <a:ext cx="1874504" cy="1076266"/>
            </a:xfrm>
            <a:custGeom>
              <a:avLst/>
              <a:pathLst>
                <a:path w="1874504" h="1076266">
                  <a:moveTo>
                    <a:pt x="0" y="1076266"/>
                  </a:moveTo>
                  <a:lnTo>
                    <a:pt x="412125" y="879516"/>
                  </a:lnTo>
                  <a:lnTo>
                    <a:pt x="943899" y="589821"/>
                  </a:lnTo>
                  <a:lnTo>
                    <a:pt x="1342729" y="344772"/>
                  </a:lnTo>
                  <a:lnTo>
                    <a:pt x="18745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9" name="pl2378"/>
            <p:cNvSpPr/>
            <p:nvPr/>
          </p:nvSpPr>
          <p:spPr>
            <a:xfrm>
              <a:off x="4811953" y="4624115"/>
              <a:ext cx="1874504" cy="981146"/>
            </a:xfrm>
            <a:custGeom>
              <a:avLst/>
              <a:pathLst>
                <a:path w="1874504" h="981146">
                  <a:moveTo>
                    <a:pt x="1874504" y="0"/>
                  </a:moveTo>
                  <a:lnTo>
                    <a:pt x="1342729" y="238890"/>
                  </a:lnTo>
                  <a:lnTo>
                    <a:pt x="943899" y="431589"/>
                  </a:lnTo>
                  <a:lnTo>
                    <a:pt x="412125" y="725557"/>
                  </a:lnTo>
                  <a:lnTo>
                    <a:pt x="0" y="9811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80" name="pl2379"/>
            <p:cNvSpPr/>
            <p:nvPr/>
          </p:nvSpPr>
          <p:spPr>
            <a:xfrm>
              <a:off x="4811953" y="4434183"/>
              <a:ext cx="1874504" cy="995137"/>
            </a:xfrm>
            <a:custGeom>
              <a:avLst/>
              <a:pathLst>
                <a:path w="1874504" h="995137">
                  <a:moveTo>
                    <a:pt x="0" y="995137"/>
                  </a:moveTo>
                  <a:lnTo>
                    <a:pt x="412125" y="776348"/>
                  </a:lnTo>
                  <a:lnTo>
                    <a:pt x="943899" y="494040"/>
                  </a:lnTo>
                  <a:lnTo>
                    <a:pt x="1342729" y="282308"/>
                  </a:lnTo>
                  <a:lnTo>
                    <a:pt x="1874504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0"/>
            <p:cNvSpPr/>
            <p:nvPr/>
          </p:nvSpPr>
          <p:spPr>
            <a:xfrm>
              <a:off x="4811953" y="4446486"/>
              <a:ext cx="1874504" cy="1028706"/>
            </a:xfrm>
            <a:custGeom>
              <a:avLst/>
              <a:pathLst>
                <a:path w="1874504" h="1028706">
                  <a:moveTo>
                    <a:pt x="0" y="1028706"/>
                  </a:moveTo>
                  <a:lnTo>
                    <a:pt x="412125" y="802537"/>
                  </a:lnTo>
                  <a:lnTo>
                    <a:pt x="943899" y="510705"/>
                  </a:lnTo>
                  <a:lnTo>
                    <a:pt x="1342729" y="291831"/>
                  </a:lnTo>
                  <a:lnTo>
                    <a:pt x="1874504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tx2381"/>
            <p:cNvSpPr/>
            <p:nvPr/>
          </p:nvSpPr>
          <p:spPr>
            <a:xfrm>
              <a:off x="4816137" y="3905027"/>
              <a:ext cx="247445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Slope=0.3840, P &lt; 0.001 (r=2,4,8)</a:t>
              </a:r>
            </a:p>
          </p:txBody>
        </p:sp>
        <p:sp>
          <p:nvSpPr>
            <p:cNvPr id="2383" name="tx2382"/>
            <p:cNvSpPr/>
            <p:nvPr/>
          </p:nvSpPr>
          <p:spPr>
            <a:xfrm>
              <a:off x="4816137" y="4048383"/>
              <a:ext cx="246174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Slope=0.3970, P &lt; 0.001 (r=2,4,8)</a:t>
              </a:r>
            </a:p>
          </p:txBody>
        </p:sp>
        <p:sp>
          <p:nvSpPr>
            <p:cNvPr id="2384" name="rc2383"/>
            <p:cNvSpPr/>
            <p:nvPr/>
          </p:nvSpPr>
          <p:spPr>
            <a:xfrm>
              <a:off x="4541667" y="3922145"/>
              <a:ext cx="2391512" cy="250872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85" name="pl2384"/>
            <p:cNvSpPr/>
            <p:nvPr/>
          </p:nvSpPr>
          <p:spPr>
            <a:xfrm>
              <a:off x="4541667" y="3922145"/>
              <a:ext cx="0" cy="2508724"/>
            </a:xfrm>
            <a:custGeom>
              <a:avLst/>
              <a:pathLst>
                <a:path w="0" h="2508724">
                  <a:moveTo>
                    <a:pt x="0" y="2508724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tx2385"/>
            <p:cNvSpPr/>
            <p:nvPr/>
          </p:nvSpPr>
          <p:spPr>
            <a:xfrm>
              <a:off x="4331593" y="627039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87" name="tx2386"/>
            <p:cNvSpPr/>
            <p:nvPr/>
          </p:nvSpPr>
          <p:spPr>
            <a:xfrm>
              <a:off x="4331593" y="590281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88" name="tx2387"/>
            <p:cNvSpPr/>
            <p:nvPr/>
          </p:nvSpPr>
          <p:spPr>
            <a:xfrm>
              <a:off x="4331593" y="553523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89" name="tx2388"/>
            <p:cNvSpPr/>
            <p:nvPr/>
          </p:nvSpPr>
          <p:spPr>
            <a:xfrm>
              <a:off x="4331593" y="516766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390" name="tx2389"/>
            <p:cNvSpPr/>
            <p:nvPr/>
          </p:nvSpPr>
          <p:spPr>
            <a:xfrm>
              <a:off x="4331593" y="480008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2391" name="tx2390"/>
            <p:cNvSpPr/>
            <p:nvPr/>
          </p:nvSpPr>
          <p:spPr>
            <a:xfrm>
              <a:off x="4331593" y="443250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392" name="tx2391"/>
            <p:cNvSpPr/>
            <p:nvPr/>
          </p:nvSpPr>
          <p:spPr>
            <a:xfrm>
              <a:off x="4331593" y="406492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2393" name="pl2392"/>
            <p:cNvSpPr/>
            <p:nvPr/>
          </p:nvSpPr>
          <p:spPr>
            <a:xfrm>
              <a:off x="4513199" y="631140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3"/>
            <p:cNvSpPr/>
            <p:nvPr/>
          </p:nvSpPr>
          <p:spPr>
            <a:xfrm>
              <a:off x="4513199" y="59438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4"/>
            <p:cNvSpPr/>
            <p:nvPr/>
          </p:nvSpPr>
          <p:spPr>
            <a:xfrm>
              <a:off x="4513199" y="55762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5"/>
            <p:cNvSpPr/>
            <p:nvPr/>
          </p:nvSpPr>
          <p:spPr>
            <a:xfrm>
              <a:off x="4513199" y="52086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6"/>
            <p:cNvSpPr/>
            <p:nvPr/>
          </p:nvSpPr>
          <p:spPr>
            <a:xfrm>
              <a:off x="4513199" y="48410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7"/>
            <p:cNvSpPr/>
            <p:nvPr/>
          </p:nvSpPr>
          <p:spPr>
            <a:xfrm>
              <a:off x="4513199" y="44735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8"/>
            <p:cNvSpPr/>
            <p:nvPr/>
          </p:nvSpPr>
          <p:spPr>
            <a:xfrm>
              <a:off x="4513199" y="410593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399"/>
            <p:cNvSpPr/>
            <p:nvPr/>
          </p:nvSpPr>
          <p:spPr>
            <a:xfrm>
              <a:off x="4541667" y="6430870"/>
              <a:ext cx="2391512" cy="0"/>
            </a:xfrm>
            <a:custGeom>
              <a:avLst/>
              <a:pathLst>
                <a:path w="2391512" h="0">
                  <a:moveTo>
                    <a:pt x="0" y="0"/>
                  </a:moveTo>
                  <a:lnTo>
                    <a:pt x="2391512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0"/>
            <p:cNvSpPr/>
            <p:nvPr/>
          </p:nvSpPr>
          <p:spPr>
            <a:xfrm>
              <a:off x="4816137" y="64308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1"/>
            <p:cNvSpPr/>
            <p:nvPr/>
          </p:nvSpPr>
          <p:spPr>
            <a:xfrm>
              <a:off x="5737632" y="64308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2"/>
            <p:cNvSpPr/>
            <p:nvPr/>
          </p:nvSpPr>
          <p:spPr>
            <a:xfrm>
              <a:off x="6659126" y="643087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tx2403"/>
            <p:cNvSpPr/>
            <p:nvPr/>
          </p:nvSpPr>
          <p:spPr>
            <a:xfrm>
              <a:off x="4784362" y="64821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405" name="tx2404"/>
            <p:cNvSpPr/>
            <p:nvPr/>
          </p:nvSpPr>
          <p:spPr>
            <a:xfrm>
              <a:off x="5705856" y="64821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406" name="tx2405"/>
            <p:cNvSpPr/>
            <p:nvPr/>
          </p:nvSpPr>
          <p:spPr>
            <a:xfrm>
              <a:off x="6627351" y="64821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407" name="tx2406"/>
            <p:cNvSpPr/>
            <p:nvPr/>
          </p:nvSpPr>
          <p:spPr>
            <a:xfrm>
              <a:off x="5476362" y="6651728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2408" name="tx2407"/>
            <p:cNvSpPr/>
            <p:nvPr/>
          </p:nvSpPr>
          <p:spPr>
            <a:xfrm rot="-5400000">
              <a:off x="3089624" y="5130925"/>
              <a:ext cx="222318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Proportion of variance between species</a:t>
              </a:r>
            </a:p>
          </p:txBody>
        </p:sp>
        <p:sp>
          <p:nvSpPr>
            <p:cNvPr id="2409" name="tx2408"/>
            <p:cNvSpPr/>
            <p:nvPr/>
          </p:nvSpPr>
          <p:spPr>
            <a:xfrm>
              <a:off x="4028439" y="3816623"/>
              <a:ext cx="15535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</a:t>
              </a:r>
            </a:p>
          </p:txBody>
        </p:sp>
        <p:sp>
          <p:nvSpPr>
            <p:cNvPr id="2410" name="rc2409"/>
            <p:cNvSpPr/>
            <p:nvPr/>
          </p:nvSpPr>
          <p:spPr>
            <a:xfrm>
              <a:off x="3163683" y="6876439"/>
              <a:ext cx="2141519" cy="1073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1" name="tx2410"/>
            <p:cNvSpPr/>
            <p:nvPr/>
          </p:nvSpPr>
          <p:spPr>
            <a:xfrm>
              <a:off x="3163683" y="6889103"/>
              <a:ext cx="6922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2412" name="rc2411"/>
            <p:cNvSpPr/>
            <p:nvPr/>
          </p:nvSpPr>
          <p:spPr>
            <a:xfrm>
              <a:off x="3912820" y="6887229"/>
              <a:ext cx="72981" cy="857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3918528" y="68993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4" name="pl2413"/>
            <p:cNvSpPr/>
            <p:nvPr/>
          </p:nvSpPr>
          <p:spPr>
            <a:xfrm>
              <a:off x="3949311" y="6951557"/>
              <a:ext cx="0" cy="12865"/>
            </a:xfrm>
            <a:custGeom>
              <a:avLst/>
              <a:pathLst>
                <a:path w="0" h="12865">
                  <a:moveTo>
                    <a:pt x="0" y="1286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5" name="pl2414"/>
            <p:cNvSpPr/>
            <p:nvPr/>
          </p:nvSpPr>
          <p:spPr>
            <a:xfrm>
              <a:off x="3949311" y="6895806"/>
              <a:ext cx="0" cy="12865"/>
            </a:xfrm>
            <a:custGeom>
              <a:avLst/>
              <a:pathLst>
                <a:path w="0" h="12865">
                  <a:moveTo>
                    <a:pt x="0" y="1286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6" name="rc2415"/>
            <p:cNvSpPr/>
            <p:nvPr/>
          </p:nvSpPr>
          <p:spPr>
            <a:xfrm>
              <a:off x="3921943" y="6908671"/>
              <a:ext cx="54736" cy="42885"/>
            </a:xfrm>
            <a:prstGeom prst="rect">
              <a:avLst/>
            </a:pr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7" name="pl2416"/>
            <p:cNvSpPr/>
            <p:nvPr/>
          </p:nvSpPr>
          <p:spPr>
            <a:xfrm>
              <a:off x="3921943" y="6930114"/>
              <a:ext cx="54736" cy="0"/>
            </a:xfrm>
            <a:custGeom>
              <a:avLst/>
              <a:pathLst>
                <a:path w="54736" h="0">
                  <a:moveTo>
                    <a:pt x="0" y="0"/>
                  </a:moveTo>
                  <a:lnTo>
                    <a:pt x="54736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8" name="pl2417"/>
            <p:cNvSpPr/>
            <p:nvPr/>
          </p:nvSpPr>
          <p:spPr>
            <a:xfrm>
              <a:off x="3949311" y="696442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9" name="pl2418"/>
            <p:cNvSpPr/>
            <p:nvPr/>
          </p:nvSpPr>
          <p:spPr>
            <a:xfrm>
              <a:off x="3949311" y="68958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0" name="pl2419"/>
            <p:cNvSpPr/>
            <p:nvPr/>
          </p:nvSpPr>
          <p:spPr>
            <a:xfrm>
              <a:off x="3920118" y="6930114"/>
              <a:ext cx="58385" cy="0"/>
            </a:xfrm>
            <a:custGeom>
              <a:avLst/>
              <a:pathLst>
                <a:path w="58385" h="0">
                  <a:moveTo>
                    <a:pt x="0" y="0"/>
                  </a:moveTo>
                  <a:lnTo>
                    <a:pt x="58385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rc2420"/>
            <p:cNvSpPr/>
            <p:nvPr/>
          </p:nvSpPr>
          <p:spPr>
            <a:xfrm>
              <a:off x="4642554" y="6887229"/>
              <a:ext cx="72981" cy="857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4648262" y="68993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3" name="pl2422"/>
            <p:cNvSpPr/>
            <p:nvPr/>
          </p:nvSpPr>
          <p:spPr>
            <a:xfrm>
              <a:off x="4679045" y="6951557"/>
              <a:ext cx="0" cy="12865"/>
            </a:xfrm>
            <a:custGeom>
              <a:avLst/>
              <a:pathLst>
                <a:path w="0" h="12865">
                  <a:moveTo>
                    <a:pt x="0" y="1286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4" name="pl2423"/>
            <p:cNvSpPr/>
            <p:nvPr/>
          </p:nvSpPr>
          <p:spPr>
            <a:xfrm>
              <a:off x="4679045" y="6895806"/>
              <a:ext cx="0" cy="12865"/>
            </a:xfrm>
            <a:custGeom>
              <a:avLst/>
              <a:pathLst>
                <a:path w="0" h="12865">
                  <a:moveTo>
                    <a:pt x="0" y="1286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5" name="rc2424"/>
            <p:cNvSpPr/>
            <p:nvPr/>
          </p:nvSpPr>
          <p:spPr>
            <a:xfrm>
              <a:off x="4651677" y="6908671"/>
              <a:ext cx="54736" cy="42885"/>
            </a:xfrm>
            <a:prstGeom prst="rect">
              <a:avLst/>
            </a:pr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6" name="pl2425"/>
            <p:cNvSpPr/>
            <p:nvPr/>
          </p:nvSpPr>
          <p:spPr>
            <a:xfrm>
              <a:off x="4651677" y="6930114"/>
              <a:ext cx="54736" cy="0"/>
            </a:xfrm>
            <a:custGeom>
              <a:avLst/>
              <a:pathLst>
                <a:path w="54736" h="0">
                  <a:moveTo>
                    <a:pt x="0" y="0"/>
                  </a:moveTo>
                  <a:lnTo>
                    <a:pt x="54736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7" name="pl2426"/>
            <p:cNvSpPr/>
            <p:nvPr/>
          </p:nvSpPr>
          <p:spPr>
            <a:xfrm>
              <a:off x="4679045" y="696442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8" name="pl2427"/>
            <p:cNvSpPr/>
            <p:nvPr/>
          </p:nvSpPr>
          <p:spPr>
            <a:xfrm>
              <a:off x="4679045" y="68958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9" name="pl2428"/>
            <p:cNvSpPr/>
            <p:nvPr/>
          </p:nvSpPr>
          <p:spPr>
            <a:xfrm>
              <a:off x="4649853" y="6930114"/>
              <a:ext cx="58385" cy="0"/>
            </a:xfrm>
            <a:custGeom>
              <a:avLst/>
              <a:pathLst>
                <a:path w="58385" h="0">
                  <a:moveTo>
                    <a:pt x="0" y="0"/>
                  </a:moveTo>
                  <a:lnTo>
                    <a:pt x="58385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tx2429"/>
            <p:cNvSpPr/>
            <p:nvPr/>
          </p:nvSpPr>
          <p:spPr>
            <a:xfrm>
              <a:off x="4042739" y="6897333"/>
              <a:ext cx="542879" cy="65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2431" name="tx2430"/>
            <p:cNvSpPr/>
            <p:nvPr/>
          </p:nvSpPr>
          <p:spPr>
            <a:xfrm>
              <a:off x="4772473" y="6897333"/>
              <a:ext cx="532729" cy="65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2026-07-20T11:03:30Z</dcterms:modified>
  <cp:category/>
</cp:coreProperties>
</file>