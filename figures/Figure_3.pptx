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4320000" cy="3600000"/>
            <a:chOff x="914400" y="914400"/>
            <a:chExt cx="4320000" cy="360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4320000" cy="360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4320000" cy="360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343534" y="952357"/>
              <a:ext cx="3840255" cy="289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t6"/>
            <p:cNvSpPr/>
            <p:nvPr/>
          </p:nvSpPr>
          <p:spPr>
            <a:xfrm>
              <a:off x="1586394" y="18038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1752055" y="27705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1594805" y="29228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772669" y="27348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1595998" y="233048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768030" y="28182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580100" y="30892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775856" y="29904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573115" y="28981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721360" y="29718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569723" y="32400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750298" y="32367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571388" y="29810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741961" y="30369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630338" y="30548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717488" y="31564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609362" y="30029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773810" y="28845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617399" y="24396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726835" y="24505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628620" y="29932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26857" y="29732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604752" y="28226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745777" y="29691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627502" y="27104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725982" y="31224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590467" y="30528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775984" y="29249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616892" y="26666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54945" y="32454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606056" y="28763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785139" y="28808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587761" y="30635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733441" y="29993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563013" y="29168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749467" y="30040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566528" y="30275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25183" y="30580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575163" y="33298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744137" y="31594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601677" y="27232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767203" y="28579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1606099" y="296008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741472" y="28046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1600682" y="30252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769772" y="30489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579256" y="26842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1746339" y="32891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1570644" y="29446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1731106" y="28887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1603397" y="32787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764757" y="29933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1565790" y="29132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1779359" y="28224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1595377" y="25782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721975" y="25357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1585586" y="36689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1781826" y="30429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1618194" y="27780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1750785" y="26180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1605964" y="28538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724677" y="28201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1627467" y="30703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735856" y="32505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1561861" y="26494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772600" y="27397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1624363" y="24223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783017" y="23238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1615385" y="26979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1732337" y="24644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1607624" y="30974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1784207" y="29504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1620366" y="30485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1768044" y="31329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1578772" y="27219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1766438" y="27934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1583527" y="26498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783147" y="24037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1584936" y="30748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1771694" y="28964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1621143" y="27203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1778987" y="28116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1595209" y="30871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1720008" y="23478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1603326" y="26390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1727757" y="21272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1617119" y="27773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1748514" y="27805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1599342" y="28854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1730686" y="25885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1623798" y="35596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1743789" y="32404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1572152" y="25805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1755061" y="23905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1565529" y="27620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1774401" y="29039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1621752" y="24947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1711390" y="22714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1592734" y="28616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1743823" y="25588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1580266" y="25509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1749041" y="27179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1608441" y="26426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1752610" y="29222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1591214" y="23512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1739832" y="246418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1635637" y="28795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1711300" y="30156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1589783" y="29592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1768228" y="29997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1569865" y="28911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1723447" y="29012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1632503" y="16241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1755232" y="19797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1626901" y="20205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1777693" y="22793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1608542" y="31197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1743913" y="29617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1581602" y="32020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1731500" y="31453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1612864" y="30023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1717700" y="30786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1581909" y="26095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1737507" y="29836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1612655" y="295568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1781189" y="30887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1623280" y="28074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1765196" y="29731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1579738" y="28426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1763965" y="298088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1616620" y="27732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1721052" y="28928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1581829" y="30888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1748700" y="28951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1613107" y="27789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1774147" y="28610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1582081" y="30267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1757152" y="29429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1591929" y="30537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1770415" y="32140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1628868" y="27794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1710853" y="29996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1607861" y="28497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1734721" y="31369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1586834" y="28778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1746546" y="306846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1581734" y="20276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1764671" y="31454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1605640" y="33100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1743749" y="29209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1575269" y="32141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1734430" y="302878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1597509" y="28511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1757099" y="30102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1625552" y="28699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1741527" y="28350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1634968" y="23850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1769468" y="23724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1631330" y="23030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1759978" y="22102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1590193" y="29060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1750890" y="26393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1625925" y="24792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1766931" y="26937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1609822" y="23110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1740336" y="21558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1591860" y="29921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1720942" y="30855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1629694" y="26933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1772031" y="29124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1605263" y="22434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1760678" y="24692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1613545" y="33830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1784230" y="27177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657553" y="20848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2824489" y="22198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2605467" y="24348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2775403" y="28162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2653116" y="27818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2801396" y="28322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2610807" y="24610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2787180" y="25806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2619112" y="23769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2773209" y="24782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2633748" y="24762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2798398" y="26485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2664218" y="26283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2783192" y="26762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2641143" y="23817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2779663" y="25601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2672106" y="29774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2823278" y="32283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2641774" y="27721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2774204" y="32069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2625050" y="24853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2778182" y="26728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2668056" y="23682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2800159" y="28188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2667430" y="24932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2794956" y="27750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2622974" y="29507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2818251" y="31244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2669132" y="24542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2807538" y="28450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2605921" y="31242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2753781" y="294703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2667260" y="26827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2767012" y="27805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2660573" y="27237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785465" y="29492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609171" y="24316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794922" y="26389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673395" y="22969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779882" y="26095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616901" y="26895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822979" y="33477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640924" y="30545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810963" y="31660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602738" y="25240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785932" y="25029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614252" y="24470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763466" y="29570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636020" y="24881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809836" y="26363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628972" y="33314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759393" y="31767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641884" y="29469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778607" y="29947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623533" y="30497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802248" y="29804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2620746" y="28537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2812623" y="30702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2604283" y="33651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2757406" y="36315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2668352" y="24454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2805945" y="23764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2630583" y="28513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2752938" y="29696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2654238" y="24092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2754011" y="22886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2670164" y="26512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2794083" y="26778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2640143" y="24343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2824038" y="25429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2643104" y="36139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2771205" y="35405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2607274" y="24673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2815314" y="267253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2626881" y="26976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2779572" y="26612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2645006" y="25432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2806158" y="28260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2603489" y="22234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2788483" y="24061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2610892" y="24279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2803156" y="24520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2613649" y="28445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2801635" y="32478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2621807" y="28037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2803872" y="26954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2617856" y="24525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2758606" y="26603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2666386" y="27633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2807828" y="307776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2648230" y="25585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2799585" y="27287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2656396" y="24759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2759677" y="26744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2603000" y="21164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2785436" y="24463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2673053" y="23343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2781054" y="28625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2658903" y="204071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2796591" y="24873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2646770" y="23774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2811615" y="25013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2656465" y="25850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2755533" y="24031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2654922" y="26403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2817471" y="28841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2665973" y="29160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2778523" y="28154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2673182" y="30483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2759193" y="28675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2628615" y="24217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2752428" y="24710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2638829" y="30066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2754631" y="28423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2667867" y="27611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2755122" y="30712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2632709" y="28197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2788236" y="27967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2630037" y="28943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2790143" y="31963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2606976" y="25624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2782972" y="25493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2656148" y="28265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2752437" y="29508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2666580" y="26269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2790348" y="26448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2620380" y="23578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2767929" y="241895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2622439" y="26769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2768329" y="27382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2673924" y="27817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2763107" y="27201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2606162" y="24354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2784187" y="29679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2625596" y="27823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2812584" y="31488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2600280" y="27636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2813058" y="25900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2652969" y="26093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2821139" y="27950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2629597" y="31363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2819662" y="29547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2604655" y="26202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2778151" y="25257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2618767" y="25803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2771049" y="24726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2661781" y="30970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2780167" y="26266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2614764" y="31860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2792054" y="311065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2628313" y="24129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2786518" y="25886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2638104" y="28689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2814869" y="28583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2669820" y="27175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2788421" y="27422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2604118" y="25823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2760800" y="27721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2633272" y="28022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2762343" y="25532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2660052" y="28732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2757221" y="26518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2626140" y="25266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2768276" y="24612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2650999" y="223833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2762756" y="22077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2610537" y="24805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2794228" y="24130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2661916" y="23782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2769182" y="23198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2668695" y="25165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2791765" y="26711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2658006" y="28915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2779246" y="28543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2610573" y="27901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2791173" y="26338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2610475" y="26649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2772914" y="24621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2630553" y="22268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2769924" y="22718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2664042" y="30185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2769809" y="24778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2673639" y="25247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2787292" y="26996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2644747" y="23304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2778186" y="23864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2654205" y="21942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2805816" y="21755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2608202" y="21439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2784177" y="19995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2653520" y="15738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2786910" y="23382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2653249" y="25379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2817697" y="25818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2609070" y="22782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2812804" y="223871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3644122" y="29775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3811965" y="27427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3643337" y="22400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3855661" y="24616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3707780" y="22839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3860030" y="27233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3688152" y="20410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3801914" y="22681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3687734" y="23236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3802829" y="24444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3709111" y="247333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3858426" y="287952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3647322" y="23592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3850897" y="24160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3699114" y="25487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3820369" y="25451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3643809" y="26211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3850410" y="26525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3673975" y="27576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3812847" y="29173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3687057" y="28753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3821563" y="32348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3670076" y="22813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3859084" y="24948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3682318" y="27504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3798941" y="29294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3656403" y="20544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3862686" y="23780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3697924" y="22800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3817728" y="24423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3711532" y="20686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3806153" y="23530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3707141" y="33797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3834154" y="31892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3655683" y="30092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3836846" y="27279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3701091" y="20780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3861198" y="25386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3713864" y="26642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3827058" y="29339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3680065" y="23488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3862976" y="25099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3652396" y="25175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3853616" y="27158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3676379" y="32356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3814819" y="30002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3705942" y="26693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3848193" y="28475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3701975" y="24986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3796727" y="28190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3694782" y="25782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3860656" y="25373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3686889" y="31678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3861852" y="35939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3702161" y="22628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3803745" y="24087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3672317" y="23734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3830602" y="24457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3683529" y="20994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3830853" y="231625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3673085" y="21810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3789881" y="22375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3711852" y="21400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3844086" y="22467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3686458" y="25816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855248" y="24386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3643070" y="23495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3810514" y="24379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3686443" y="19640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3795094" y="22525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3658157" y="21321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3808535" y="240712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3646863" y="22485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3823917" y="22781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3701758" y="22929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3849582" y="24588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666546" y="20150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836065" y="21525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646778" y="20535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860356" y="20154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646222" y="22932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820886" y="23227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655739" y="18880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793878" y="25223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663184" y="21211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842960" y="23763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649938" y="19844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811839" y="22346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673740" y="21919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810946" y="24168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703636" y="16713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853708" y="21979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663545" y="24944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853719" y="26084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646632" y="219006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829121" y="25091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671996" y="21431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798334" y="25631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3648051" y="26380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3805929" y="25137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3672460" y="22208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3802520" y="24431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3687536" y="20326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3849292" y="23815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3639643" y="28058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3819828" y="26825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3708786" y="25526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3789214" y="29282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3667950" y="22590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3830239" y="23781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3696392" y="22230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3821193" y="22242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3644326" y="21812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3817673" y="24372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3700576" y="22741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3847625" y="249138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3648311" y="21347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3809848" y="27976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3707630" y="31794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3823064" y="31064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3662338" y="24853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3815386" y="28152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3658075" y="24117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3812768" y="23857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3707537" y="24015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3828113" y="22674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3660711" y="27934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3811036" y="27711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3680374" y="28707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3796329" y="29844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3680063" y="23782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3850536" y="28059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3678877" y="25442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3839045" y="28865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3695847" y="19769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3829931" y="241614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3690187" y="21712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808055" y="251248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3699986" y="21749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3805301" y="27227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641929" y="24379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3817777" y="28904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705464" y="18673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856081" y="22357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3673558" y="25831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3856702" y="31160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3704586" y="30748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3863233" y="27781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3641069" y="22387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3857456" y="27595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3713731" y="21169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3803240" y="28001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3698258" y="20752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3843105" y="22667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3700105" y="312483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3826502" y="29569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3702402" y="280806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3806699" y="31951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3698258" y="24570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3851234" y="27645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3646349" y="19817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3802024" y="24915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3708230" y="18747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3862649" y="21179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3707034" y="24236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3831802" y="28907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3700914" y="25191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3796882" y="26839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3712197" y="26758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3851081" y="27367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3659287" y="21937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3833340" y="24849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3705704" y="26001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3833950" y="29731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3689090" y="22411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3856480" y="28534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3670830" y="25815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3842009" y="27486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3691783" y="28207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3842119" y="26177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3696766" y="20431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3807255" y="25910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3670552" y="22575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3853830" y="244076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3708436" y="16600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3851610" y="20718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3675424" y="27120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3823097" y="29235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3653211" y="26293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3797620" y="21686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3676604" y="25833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3851542" y="226428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3679965" y="26353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3858468" y="25232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3640842" y="32948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3848823" y="29311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3645976" y="25816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3795267" y="26952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3669754" y="22011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3843581" y="23874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3692689" y="28042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3795072" y="28649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3694493" y="34217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3816595" y="32305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3687646" y="30336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3803624" y="26957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3707290" y="28003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3791853" y="24708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3644959" y="26602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3844705" y="24266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3677369" y="25018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3790900" y="27152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3641004" y="26977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3845118" y="27233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3696957" y="26572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3791848" y="25650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3704498" y="24873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3800786" y="23516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3672370" y="25274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3815654" y="25128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3650394" y="27563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3826639" y="24235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3666174" y="22916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3848094" y="21017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3654533" y="29467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3858311" y="29328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3709486" y="31758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3848198" y="29409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3693336" y="19420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3843976" y="20908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4684537" y="23119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4848440" y="23690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4685595" y="28948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4848005" y="32293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4688840" y="23646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4903078" y="21819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4709323" y="27151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4849391" y="24799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706154" y="21585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4843378" y="26145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4740976" y="17751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4902797" y="21200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4744342" y="29006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4847549" y="280875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4727154" y="24370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4839154" y="26205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4719619" y="24603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4838169" y="25633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4723055" y="28414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4837869" y="23555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4704170" y="16066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4829914" y="19070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4720841" y="27698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4890985" y="25269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4710447" y="25288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4879390" y="25084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4734876" y="21082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4847731" y="30638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4704328" y="25407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4851850" y="24711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4738371" y="28456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4853834" y="29643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4732402" y="27614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4846032" y="292345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4687784" y="26074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4870030" y="22086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4701324" y="268123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4834576" y="23747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4697063" y="22882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4861838" y="29307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4702284" y="28067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4867221" y="27691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4695543" y="21258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4848749" y="24264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4706950" y="28517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4834156" y="31943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4750903" y="30137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4856993" y="26261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4716505" y="20091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4880484" y="25728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4720539" y="21809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4832882" y="26066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4725681" y="23029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4899093" y="26280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4739228" y="28825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4884946" y="22970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4731960" y="27819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4869265" y="24679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4714410" y="22287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4881690" y="25612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4750819" y="23746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4849135" y="20830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4717473" y="268021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4899481" y="24817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4747762" y="20811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4882609" y="21675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4684774" y="26811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4852160" y="27374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4742184" y="23176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4893936" y="26121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4715212" y="31850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4900710" y="32517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4720287" y="216223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4868425" y="27276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4697614" y="23488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4861231" y="26018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4682236" y="24248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4839117" y="27685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4736076" y="23190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4846545" y="23428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4691426" y="23448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4861693" y="264609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4740428" y="25300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4893544" y="25855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4720959" y="24110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4834763" y="228684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4745419" y="26832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4852990" y="3124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4728718" y="29173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4899921" y="24973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4728660" y="25110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4884126" y="25546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4732963" y="25594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4858145" y="27624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4689612" y="26093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4852380" y="22284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4697283" y="17834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4840823" y="21134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4690244" y="22549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4891214" y="23323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4697412" y="20313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4883522" y="22639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4722070" y="27773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4881770" y="27774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4717874" y="22533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4829655" y="23528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4683871" y="24016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4846761" y="23516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4687784" y="27831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4871511" y="26288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4734512" y="20348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4879426" y="24020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4722252" y="25808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4884541" y="24946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4722559" y="24415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4840598" y="27729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4678922" y="25215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4878800" y="26962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4735889" y="23004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4848832" y="25577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4695735" y="22977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4887246" y="27086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4679151" y="25389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4871398" y="25882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4728589" y="22160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4870154" y="24137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4749221" y="26698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4828756" y="22142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4718945" y="20749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4859192" y="20673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4680627" y="24508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4863673" y="25218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4710287" y="25626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4838867" y="24102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4709795" y="20003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4838221" y="28356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4735853" y="28838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4881030" y="24346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4696556" y="26213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4832428" y="30616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4700701" y="24634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4856234" y="24738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4735985" y="24982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4871751" y="24933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4744426" y="24762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4857517" y="27234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4724995" y="25089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4897042" y="23992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4696978" y="28529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4880222" y="25071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4687878" y="27763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4887423" y="21867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4747668" y="29617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4896075" y="30963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4710074" y="27579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4861543" y="26571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4731705" y="26414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4857873" y="248585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4730676" y="25383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4884437" y="24421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4701869" y="26119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4894249" y="28115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4735741" y="24925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4892997" y="23452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4680587" y="27135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4856612" y="24965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4731950" y="27514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4848605" y="28792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4746465" y="27505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4841933" y="244341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4702188" y="26462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4891527" y="27414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4746773" y="23182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4829775" y="24191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4735833" y="24697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4869429" y="26082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4752432" y="26256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4853933" y="25640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4716510" y="260913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4896885" y="26530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4746203" y="20247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4847213" y="21930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4691868" y="21005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4848936" y="24058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4744899" y="17885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4887059" y="19132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4730561" y="23888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4861819" y="24344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4748573" y="21953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4865798" y="22687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4705997" y="24323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4865056" y="26127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4687955" y="29185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4883128" y="29553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4712238" y="26117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4902635" y="25229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4744015" y="20414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4835277" y="22917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4705775" y="25292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4851772" y="25723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4751267" y="23923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4830626" y="24039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4700924" y="21584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4843760" y="219075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4742416" y="22543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4894863" y="25670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4681043" y="24846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4839531" y="27358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4741893" y="24137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4862636" y="21344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4739962" y="26603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4902110" y="23094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4738872" y="30025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4879667" y="24713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4702918" y="22790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4883764" y="26634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4751680" y="24088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4852000" y="25297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4680443" y="22900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4865057" y="24070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4704535" y="27133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4875355" y="26503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4732703" y="26734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4889357" y="26600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4684720" y="25382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4861849" y="26730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4689531" y="26163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4852113" y="27671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4689851" y="26008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4890042" y="23983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4702453" y="21583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4854953" y="25307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4750327" y="26168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4864980" y="29031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4731265" y="25244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4895769" y="23767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4752767" y="24780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4845339" y="29194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4706850" y="26879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4893247" y="23284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4750349" y="21653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4841914" y="234354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4693631" y="26462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4829260" y="26906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4725318" y="24938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4886623" y="27048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4697694" y="26531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4854851" y="23992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4680448" y="25069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4835971" y="23439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4735248" y="26535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4857810" y="24873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4727379" y="22497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4894808" y="23262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4717130" y="24247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4835073" y="27485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4716861" y="26000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4830909" y="23120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4733867" y="21145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4864814" y="22683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4715666" y="23492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4887728" y="24772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4680622" y="24846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4869139" y="26084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4705586" y="29920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4876094" y="29936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4679251" y="35232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4876670" y="32691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4752068" y="22480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4875168" y="24600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4744543" y="19782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4891864" y="22746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4711131" y="28321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4848770" y="24931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4742723" y="26139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4839839" y="23869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4691155" y="23977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4897745" y="23733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4716798" y="25892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4873879" y="24695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4686683" y="23976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4852729" y="24631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l888"/>
            <p:cNvSpPr/>
            <p:nvPr/>
          </p:nvSpPr>
          <p:spPr>
            <a:xfrm>
              <a:off x="1629374" y="2274644"/>
              <a:ext cx="0" cy="414778"/>
            </a:xfrm>
            <a:custGeom>
              <a:avLst/>
              <a:pathLst>
                <a:path w="0" h="414778">
                  <a:moveTo>
                    <a:pt x="0" y="41477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l889"/>
            <p:cNvSpPr/>
            <p:nvPr/>
          </p:nvSpPr>
          <p:spPr>
            <a:xfrm>
              <a:off x="1629374" y="3058364"/>
              <a:ext cx="0" cy="532494"/>
            </a:xfrm>
            <a:custGeom>
              <a:avLst/>
              <a:pathLst>
                <a:path w="0" h="532494">
                  <a:moveTo>
                    <a:pt x="0" y="0"/>
                  </a:moveTo>
                  <a:lnTo>
                    <a:pt x="0" y="532494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1554412" y="2689422"/>
              <a:ext cx="149923" cy="368941"/>
            </a:xfrm>
            <a:custGeom>
              <a:avLst/>
              <a:pathLst>
                <a:path w="149923" h="368941">
                  <a:moveTo>
                    <a:pt x="0" y="0"/>
                  </a:moveTo>
                  <a:lnTo>
                    <a:pt x="0" y="368941"/>
                  </a:lnTo>
                  <a:lnTo>
                    <a:pt x="149923" y="368941"/>
                  </a:lnTo>
                  <a:lnTo>
                    <a:pt x="14992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2" name="pl891"/>
            <p:cNvSpPr/>
            <p:nvPr/>
          </p:nvSpPr>
          <p:spPr>
            <a:xfrm>
              <a:off x="1554412" y="2901135"/>
              <a:ext cx="149923" cy="0"/>
            </a:xfrm>
            <a:custGeom>
              <a:avLst/>
              <a:pathLst>
                <a:path w="149923" h="0">
                  <a:moveTo>
                    <a:pt x="0" y="0"/>
                  </a:moveTo>
                  <a:lnTo>
                    <a:pt x="14992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3" name="pl892"/>
            <p:cNvSpPr/>
            <p:nvPr/>
          </p:nvSpPr>
          <p:spPr>
            <a:xfrm>
              <a:off x="2668565" y="2071910"/>
              <a:ext cx="0" cy="393723"/>
            </a:xfrm>
            <a:custGeom>
              <a:avLst/>
              <a:pathLst>
                <a:path w="0" h="393723">
                  <a:moveTo>
                    <a:pt x="0" y="39372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l893"/>
            <p:cNvSpPr/>
            <p:nvPr/>
          </p:nvSpPr>
          <p:spPr>
            <a:xfrm>
              <a:off x="2668565" y="2846912"/>
              <a:ext cx="0" cy="549470"/>
            </a:xfrm>
            <a:custGeom>
              <a:avLst/>
              <a:pathLst>
                <a:path w="0" h="549470">
                  <a:moveTo>
                    <a:pt x="0" y="0"/>
                  </a:moveTo>
                  <a:lnTo>
                    <a:pt x="0" y="54947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593604" y="2465634"/>
              <a:ext cx="149923" cy="381278"/>
            </a:xfrm>
            <a:custGeom>
              <a:avLst/>
              <a:pathLst>
                <a:path w="149923" h="381278">
                  <a:moveTo>
                    <a:pt x="0" y="0"/>
                  </a:moveTo>
                  <a:lnTo>
                    <a:pt x="0" y="381278"/>
                  </a:lnTo>
                  <a:lnTo>
                    <a:pt x="149923" y="381278"/>
                  </a:lnTo>
                  <a:lnTo>
                    <a:pt x="14992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6" name="pl895"/>
            <p:cNvSpPr/>
            <p:nvPr/>
          </p:nvSpPr>
          <p:spPr>
            <a:xfrm>
              <a:off x="2593604" y="2614885"/>
              <a:ext cx="149923" cy="0"/>
            </a:xfrm>
            <a:custGeom>
              <a:avLst/>
              <a:pathLst>
                <a:path w="149923" h="0">
                  <a:moveTo>
                    <a:pt x="0" y="0"/>
                  </a:moveTo>
                  <a:lnTo>
                    <a:pt x="14992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7" name="pl896"/>
            <p:cNvSpPr/>
            <p:nvPr/>
          </p:nvSpPr>
          <p:spPr>
            <a:xfrm>
              <a:off x="3707757" y="1691195"/>
              <a:ext cx="0" cy="521172"/>
            </a:xfrm>
            <a:custGeom>
              <a:avLst/>
              <a:pathLst>
                <a:path w="0" h="521172">
                  <a:moveTo>
                    <a:pt x="0" y="52117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l897"/>
            <p:cNvSpPr/>
            <p:nvPr/>
          </p:nvSpPr>
          <p:spPr>
            <a:xfrm>
              <a:off x="3707757" y="2693413"/>
              <a:ext cx="0" cy="717499"/>
            </a:xfrm>
            <a:custGeom>
              <a:avLst/>
              <a:pathLst>
                <a:path w="0" h="717499">
                  <a:moveTo>
                    <a:pt x="0" y="0"/>
                  </a:moveTo>
                  <a:lnTo>
                    <a:pt x="0" y="717499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3632795" y="2212367"/>
              <a:ext cx="149923" cy="481045"/>
            </a:xfrm>
            <a:custGeom>
              <a:avLst/>
              <a:pathLst>
                <a:path w="149923" h="481045">
                  <a:moveTo>
                    <a:pt x="0" y="0"/>
                  </a:moveTo>
                  <a:lnTo>
                    <a:pt x="0" y="481045"/>
                  </a:lnTo>
                  <a:lnTo>
                    <a:pt x="149923" y="481045"/>
                  </a:lnTo>
                  <a:lnTo>
                    <a:pt x="14992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0" name="pl899"/>
            <p:cNvSpPr/>
            <p:nvPr/>
          </p:nvSpPr>
          <p:spPr>
            <a:xfrm>
              <a:off x="3632795" y="2442977"/>
              <a:ext cx="149923" cy="0"/>
            </a:xfrm>
            <a:custGeom>
              <a:avLst/>
              <a:pathLst>
                <a:path w="149923" h="0">
                  <a:moveTo>
                    <a:pt x="0" y="0"/>
                  </a:moveTo>
                  <a:lnTo>
                    <a:pt x="14992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1" name="pl900"/>
            <p:cNvSpPr/>
            <p:nvPr/>
          </p:nvSpPr>
          <p:spPr>
            <a:xfrm>
              <a:off x="4746948" y="1806354"/>
              <a:ext cx="0" cy="525297"/>
            </a:xfrm>
            <a:custGeom>
              <a:avLst/>
              <a:pathLst>
                <a:path w="0" h="525297">
                  <a:moveTo>
                    <a:pt x="0" y="52529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l901"/>
            <p:cNvSpPr/>
            <p:nvPr/>
          </p:nvSpPr>
          <p:spPr>
            <a:xfrm>
              <a:off x="4746948" y="2704625"/>
              <a:ext cx="0" cy="511652"/>
            </a:xfrm>
            <a:custGeom>
              <a:avLst/>
              <a:pathLst>
                <a:path w="0" h="511652">
                  <a:moveTo>
                    <a:pt x="0" y="0"/>
                  </a:moveTo>
                  <a:lnTo>
                    <a:pt x="0" y="511652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4671987" y="2331652"/>
              <a:ext cx="149923" cy="372972"/>
            </a:xfrm>
            <a:custGeom>
              <a:avLst/>
              <a:pathLst>
                <a:path w="149923" h="372972">
                  <a:moveTo>
                    <a:pt x="0" y="0"/>
                  </a:moveTo>
                  <a:lnTo>
                    <a:pt x="0" y="372972"/>
                  </a:lnTo>
                  <a:lnTo>
                    <a:pt x="149923" y="372972"/>
                  </a:lnTo>
                  <a:lnTo>
                    <a:pt x="14992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4" name="pl903"/>
            <p:cNvSpPr/>
            <p:nvPr/>
          </p:nvSpPr>
          <p:spPr>
            <a:xfrm>
              <a:off x="4671987" y="2538138"/>
              <a:ext cx="149923" cy="0"/>
            </a:xfrm>
            <a:custGeom>
              <a:avLst/>
              <a:pathLst>
                <a:path w="149923" h="0">
                  <a:moveTo>
                    <a:pt x="0" y="0"/>
                  </a:moveTo>
                  <a:lnTo>
                    <a:pt x="14992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5" name="pl904"/>
            <p:cNvSpPr/>
            <p:nvPr/>
          </p:nvSpPr>
          <p:spPr>
            <a:xfrm>
              <a:off x="1779297" y="2302643"/>
              <a:ext cx="0" cy="446396"/>
            </a:xfrm>
            <a:custGeom>
              <a:avLst/>
              <a:pathLst>
                <a:path w="0" h="446396">
                  <a:moveTo>
                    <a:pt x="0" y="44639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l905"/>
            <p:cNvSpPr/>
            <p:nvPr/>
          </p:nvSpPr>
          <p:spPr>
            <a:xfrm>
              <a:off x="1779297" y="3053383"/>
              <a:ext cx="0" cy="267004"/>
            </a:xfrm>
            <a:custGeom>
              <a:avLst/>
              <a:pathLst>
                <a:path w="0" h="267004">
                  <a:moveTo>
                    <a:pt x="0" y="0"/>
                  </a:moveTo>
                  <a:lnTo>
                    <a:pt x="0" y="267004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1704336" y="2749039"/>
              <a:ext cx="149923" cy="304344"/>
            </a:xfrm>
            <a:custGeom>
              <a:avLst/>
              <a:pathLst>
                <a:path w="149923" h="304344">
                  <a:moveTo>
                    <a:pt x="0" y="0"/>
                  </a:moveTo>
                  <a:lnTo>
                    <a:pt x="0" y="304344"/>
                  </a:lnTo>
                  <a:lnTo>
                    <a:pt x="149923" y="304344"/>
                  </a:lnTo>
                  <a:lnTo>
                    <a:pt x="14992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8" name="pl907"/>
            <p:cNvSpPr/>
            <p:nvPr/>
          </p:nvSpPr>
          <p:spPr>
            <a:xfrm>
              <a:off x="1704336" y="2935141"/>
              <a:ext cx="149923" cy="0"/>
            </a:xfrm>
            <a:custGeom>
              <a:avLst/>
              <a:pathLst>
                <a:path w="149923" h="0">
                  <a:moveTo>
                    <a:pt x="0" y="0"/>
                  </a:moveTo>
                  <a:lnTo>
                    <a:pt x="14992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9" name="pl908"/>
            <p:cNvSpPr/>
            <p:nvPr/>
          </p:nvSpPr>
          <p:spPr>
            <a:xfrm>
              <a:off x="2818489" y="2030749"/>
              <a:ext cx="0" cy="502222"/>
            </a:xfrm>
            <a:custGeom>
              <a:avLst/>
              <a:pathLst>
                <a:path w="0" h="502222">
                  <a:moveTo>
                    <a:pt x="0" y="50222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l909"/>
            <p:cNvSpPr/>
            <p:nvPr/>
          </p:nvSpPr>
          <p:spPr>
            <a:xfrm>
              <a:off x="2818489" y="2911224"/>
              <a:ext cx="0" cy="467677"/>
            </a:xfrm>
            <a:custGeom>
              <a:avLst/>
              <a:pathLst>
                <a:path w="0" h="467677">
                  <a:moveTo>
                    <a:pt x="0" y="0"/>
                  </a:moveTo>
                  <a:lnTo>
                    <a:pt x="0" y="467677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743527" y="2532971"/>
              <a:ext cx="149923" cy="378253"/>
            </a:xfrm>
            <a:custGeom>
              <a:avLst/>
              <a:pathLst>
                <a:path w="149923" h="378253">
                  <a:moveTo>
                    <a:pt x="0" y="0"/>
                  </a:moveTo>
                  <a:lnTo>
                    <a:pt x="0" y="378253"/>
                  </a:lnTo>
                  <a:lnTo>
                    <a:pt x="149923" y="378253"/>
                  </a:lnTo>
                  <a:lnTo>
                    <a:pt x="14992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2" name="pl911"/>
            <p:cNvSpPr/>
            <p:nvPr/>
          </p:nvSpPr>
          <p:spPr>
            <a:xfrm>
              <a:off x="2743527" y="2706548"/>
              <a:ext cx="149923" cy="0"/>
            </a:xfrm>
            <a:custGeom>
              <a:avLst/>
              <a:pathLst>
                <a:path w="149923" h="0">
                  <a:moveTo>
                    <a:pt x="0" y="0"/>
                  </a:moveTo>
                  <a:lnTo>
                    <a:pt x="14992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3" name="pl912"/>
            <p:cNvSpPr/>
            <p:nvPr/>
          </p:nvSpPr>
          <p:spPr>
            <a:xfrm>
              <a:off x="3857680" y="2046605"/>
              <a:ext cx="0" cy="381852"/>
            </a:xfrm>
            <a:custGeom>
              <a:avLst/>
              <a:pathLst>
                <a:path w="0" h="381852">
                  <a:moveTo>
                    <a:pt x="0" y="38185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l913"/>
            <p:cNvSpPr/>
            <p:nvPr/>
          </p:nvSpPr>
          <p:spPr>
            <a:xfrm>
              <a:off x="3857680" y="2834290"/>
              <a:ext cx="0" cy="431796"/>
            </a:xfrm>
            <a:custGeom>
              <a:avLst/>
              <a:pathLst>
                <a:path w="0" h="431796">
                  <a:moveTo>
                    <a:pt x="0" y="0"/>
                  </a:moveTo>
                  <a:lnTo>
                    <a:pt x="0" y="431796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3782719" y="2428458"/>
              <a:ext cx="149923" cy="405832"/>
            </a:xfrm>
            <a:custGeom>
              <a:avLst/>
              <a:pathLst>
                <a:path w="149923" h="405832">
                  <a:moveTo>
                    <a:pt x="0" y="0"/>
                  </a:moveTo>
                  <a:lnTo>
                    <a:pt x="0" y="405832"/>
                  </a:lnTo>
                  <a:lnTo>
                    <a:pt x="149923" y="405832"/>
                  </a:lnTo>
                  <a:lnTo>
                    <a:pt x="14992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6" name="pl915"/>
            <p:cNvSpPr/>
            <p:nvPr/>
          </p:nvSpPr>
          <p:spPr>
            <a:xfrm>
              <a:off x="3782719" y="2554405"/>
              <a:ext cx="149923" cy="0"/>
            </a:xfrm>
            <a:custGeom>
              <a:avLst/>
              <a:pathLst>
                <a:path w="149923" h="0">
                  <a:moveTo>
                    <a:pt x="0" y="0"/>
                  </a:moveTo>
                  <a:lnTo>
                    <a:pt x="14992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7" name="pl916"/>
            <p:cNvSpPr/>
            <p:nvPr/>
          </p:nvSpPr>
          <p:spPr>
            <a:xfrm>
              <a:off x="4896872" y="2098530"/>
              <a:ext cx="0" cy="305986"/>
            </a:xfrm>
            <a:custGeom>
              <a:avLst/>
              <a:pathLst>
                <a:path w="0" h="305986">
                  <a:moveTo>
                    <a:pt x="0" y="30598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l917"/>
            <p:cNvSpPr/>
            <p:nvPr/>
          </p:nvSpPr>
          <p:spPr>
            <a:xfrm>
              <a:off x="4896872" y="2704230"/>
              <a:ext cx="0" cy="423337"/>
            </a:xfrm>
            <a:custGeom>
              <a:avLst/>
              <a:pathLst>
                <a:path w="0" h="423337">
                  <a:moveTo>
                    <a:pt x="0" y="0"/>
                  </a:moveTo>
                  <a:lnTo>
                    <a:pt x="0" y="423337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4821910" y="2404516"/>
              <a:ext cx="149923" cy="299713"/>
            </a:xfrm>
            <a:custGeom>
              <a:avLst/>
              <a:pathLst>
                <a:path w="149923" h="299713">
                  <a:moveTo>
                    <a:pt x="0" y="0"/>
                  </a:moveTo>
                  <a:lnTo>
                    <a:pt x="0" y="299713"/>
                  </a:lnTo>
                  <a:lnTo>
                    <a:pt x="149923" y="299713"/>
                  </a:lnTo>
                  <a:lnTo>
                    <a:pt x="14992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0" name="pl919"/>
            <p:cNvSpPr/>
            <p:nvPr/>
          </p:nvSpPr>
          <p:spPr>
            <a:xfrm>
              <a:off x="4821910" y="2528582"/>
              <a:ext cx="149923" cy="0"/>
            </a:xfrm>
            <a:custGeom>
              <a:avLst/>
              <a:pathLst>
                <a:path w="149923" h="0">
                  <a:moveTo>
                    <a:pt x="0" y="0"/>
                  </a:moveTo>
                  <a:lnTo>
                    <a:pt x="14992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1704336" y="2314556"/>
              <a:ext cx="3148396" cy="585786"/>
            </a:xfrm>
            <a:custGeom>
              <a:avLst/>
              <a:pathLst>
                <a:path w="3148396" h="585786">
                  <a:moveTo>
                    <a:pt x="0" y="292622"/>
                  </a:moveTo>
                  <a:lnTo>
                    <a:pt x="779602" y="264540"/>
                  </a:lnTo>
                  <a:lnTo>
                    <a:pt x="1499236" y="221351"/>
                  </a:lnTo>
                  <a:lnTo>
                    <a:pt x="2398778" y="116377"/>
                  </a:lnTo>
                  <a:lnTo>
                    <a:pt x="3148396" y="0"/>
                  </a:lnTo>
                  <a:lnTo>
                    <a:pt x="3148396" y="262592"/>
                  </a:lnTo>
                  <a:lnTo>
                    <a:pt x="2398778" y="292838"/>
                  </a:lnTo>
                  <a:lnTo>
                    <a:pt x="1499236" y="363811"/>
                  </a:lnTo>
                  <a:lnTo>
                    <a:pt x="779602" y="461380"/>
                  </a:lnTo>
                  <a:lnTo>
                    <a:pt x="0" y="585786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2" name="pl921"/>
            <p:cNvSpPr/>
            <p:nvPr/>
          </p:nvSpPr>
          <p:spPr>
            <a:xfrm>
              <a:off x="1704336" y="2314556"/>
              <a:ext cx="3148396" cy="292622"/>
            </a:xfrm>
            <a:custGeom>
              <a:avLst/>
              <a:pathLst>
                <a:path w="3148396" h="292622">
                  <a:moveTo>
                    <a:pt x="0" y="292622"/>
                  </a:moveTo>
                  <a:lnTo>
                    <a:pt x="779602" y="264540"/>
                  </a:lnTo>
                  <a:lnTo>
                    <a:pt x="1499236" y="221351"/>
                  </a:lnTo>
                  <a:lnTo>
                    <a:pt x="2398778" y="116377"/>
                  </a:lnTo>
                  <a:lnTo>
                    <a:pt x="314839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3" name="pl922"/>
            <p:cNvSpPr/>
            <p:nvPr/>
          </p:nvSpPr>
          <p:spPr>
            <a:xfrm>
              <a:off x="1704336" y="2577148"/>
              <a:ext cx="3148396" cy="323194"/>
            </a:xfrm>
            <a:custGeom>
              <a:avLst/>
              <a:pathLst>
                <a:path w="3148396" h="323194">
                  <a:moveTo>
                    <a:pt x="3148396" y="0"/>
                  </a:moveTo>
                  <a:lnTo>
                    <a:pt x="2398778" y="30245"/>
                  </a:lnTo>
                  <a:lnTo>
                    <a:pt x="1499236" y="101219"/>
                  </a:lnTo>
                  <a:lnTo>
                    <a:pt x="779602" y="198788"/>
                  </a:lnTo>
                  <a:lnTo>
                    <a:pt x="0" y="3231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1704336" y="2436875"/>
              <a:ext cx="3148396" cy="530996"/>
            </a:xfrm>
            <a:custGeom>
              <a:avLst/>
              <a:pathLst>
                <a:path w="3148396" h="530996">
                  <a:moveTo>
                    <a:pt x="0" y="284825"/>
                  </a:moveTo>
                  <a:lnTo>
                    <a:pt x="779602" y="251361"/>
                  </a:lnTo>
                  <a:lnTo>
                    <a:pt x="1499236" y="206085"/>
                  </a:lnTo>
                  <a:lnTo>
                    <a:pt x="2398778" y="106928"/>
                  </a:lnTo>
                  <a:lnTo>
                    <a:pt x="3148396" y="0"/>
                  </a:lnTo>
                  <a:lnTo>
                    <a:pt x="3148396" y="219712"/>
                  </a:lnTo>
                  <a:lnTo>
                    <a:pt x="2398778" y="254714"/>
                  </a:lnTo>
                  <a:lnTo>
                    <a:pt x="1499236" y="325875"/>
                  </a:lnTo>
                  <a:lnTo>
                    <a:pt x="779602" y="416852"/>
                  </a:lnTo>
                  <a:lnTo>
                    <a:pt x="0" y="530996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5" name="pl924"/>
            <p:cNvSpPr/>
            <p:nvPr/>
          </p:nvSpPr>
          <p:spPr>
            <a:xfrm>
              <a:off x="1704336" y="2436875"/>
              <a:ext cx="3148396" cy="284825"/>
            </a:xfrm>
            <a:custGeom>
              <a:avLst/>
              <a:pathLst>
                <a:path w="3148396" h="284825">
                  <a:moveTo>
                    <a:pt x="0" y="284825"/>
                  </a:moveTo>
                  <a:lnTo>
                    <a:pt x="779602" y="251361"/>
                  </a:lnTo>
                  <a:lnTo>
                    <a:pt x="1499236" y="206085"/>
                  </a:lnTo>
                  <a:lnTo>
                    <a:pt x="2398778" y="106928"/>
                  </a:lnTo>
                  <a:lnTo>
                    <a:pt x="314839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6" name="pl925"/>
            <p:cNvSpPr/>
            <p:nvPr/>
          </p:nvSpPr>
          <p:spPr>
            <a:xfrm>
              <a:off x="1704336" y="2656588"/>
              <a:ext cx="3148396" cy="311283"/>
            </a:xfrm>
            <a:custGeom>
              <a:avLst/>
              <a:pathLst>
                <a:path w="3148396" h="311283">
                  <a:moveTo>
                    <a:pt x="3148396" y="0"/>
                  </a:moveTo>
                  <a:lnTo>
                    <a:pt x="2398778" y="35002"/>
                  </a:lnTo>
                  <a:lnTo>
                    <a:pt x="1499236" y="106162"/>
                  </a:lnTo>
                  <a:lnTo>
                    <a:pt x="779602" y="197139"/>
                  </a:lnTo>
                  <a:lnTo>
                    <a:pt x="0" y="3112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7" name="pl926"/>
            <p:cNvSpPr/>
            <p:nvPr/>
          </p:nvSpPr>
          <p:spPr>
            <a:xfrm>
              <a:off x="1704336" y="2445852"/>
              <a:ext cx="3148396" cy="307908"/>
            </a:xfrm>
            <a:custGeom>
              <a:avLst/>
              <a:pathLst>
                <a:path w="3148396" h="307908">
                  <a:moveTo>
                    <a:pt x="0" y="307908"/>
                  </a:moveTo>
                  <a:lnTo>
                    <a:pt x="779602" y="231664"/>
                  </a:lnTo>
                  <a:lnTo>
                    <a:pt x="1499236" y="161285"/>
                  </a:lnTo>
                  <a:lnTo>
                    <a:pt x="2398778" y="73311"/>
                  </a:lnTo>
                  <a:lnTo>
                    <a:pt x="3148396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7"/>
            <p:cNvSpPr/>
            <p:nvPr/>
          </p:nvSpPr>
          <p:spPr>
            <a:xfrm>
              <a:off x="1704336" y="2546731"/>
              <a:ext cx="3148396" cy="298054"/>
            </a:xfrm>
            <a:custGeom>
              <a:avLst/>
              <a:pathLst>
                <a:path w="3148396" h="298054">
                  <a:moveTo>
                    <a:pt x="0" y="298054"/>
                  </a:moveTo>
                  <a:lnTo>
                    <a:pt x="779602" y="224250"/>
                  </a:lnTo>
                  <a:lnTo>
                    <a:pt x="1499236" y="156123"/>
                  </a:lnTo>
                  <a:lnTo>
                    <a:pt x="2398778" y="70965"/>
                  </a:lnTo>
                  <a:lnTo>
                    <a:pt x="3148396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tx928"/>
            <p:cNvSpPr/>
            <p:nvPr/>
          </p:nvSpPr>
          <p:spPr>
            <a:xfrm>
              <a:off x="1704336" y="1047951"/>
              <a:ext cx="82579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</a:t>
              </a:r>
            </a:p>
          </p:txBody>
        </p:sp>
        <p:sp>
          <p:nvSpPr>
            <p:cNvPr id="930" name="tx929"/>
            <p:cNvSpPr/>
            <p:nvPr/>
          </p:nvSpPr>
          <p:spPr>
            <a:xfrm>
              <a:off x="2530130" y="1048042"/>
              <a:ext cx="84673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931" name="tx930"/>
            <p:cNvSpPr/>
            <p:nvPr/>
          </p:nvSpPr>
          <p:spPr>
            <a:xfrm>
              <a:off x="2628808" y="1048042"/>
              <a:ext cx="28254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932" name="tx931"/>
            <p:cNvSpPr/>
            <p:nvPr/>
          </p:nvSpPr>
          <p:spPr>
            <a:xfrm>
              <a:off x="2670724" y="104804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933" name="tx932"/>
            <p:cNvSpPr/>
            <p:nvPr/>
          </p:nvSpPr>
          <p:spPr>
            <a:xfrm>
              <a:off x="2751561" y="104804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34" name="tx933"/>
            <p:cNvSpPr/>
            <p:nvPr/>
          </p:nvSpPr>
          <p:spPr>
            <a:xfrm>
              <a:off x="2832358" y="104804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935" name="tx934"/>
            <p:cNvSpPr/>
            <p:nvPr/>
          </p:nvSpPr>
          <p:spPr>
            <a:xfrm>
              <a:off x="2913140" y="1047951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0.067</a:t>
              </a:r>
            </a:p>
          </p:txBody>
        </p:sp>
        <p:sp>
          <p:nvSpPr>
            <p:cNvPr id="936" name="tx935"/>
            <p:cNvSpPr/>
            <p:nvPr/>
          </p:nvSpPr>
          <p:spPr>
            <a:xfrm>
              <a:off x="3375553" y="1047951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937" name="tx936"/>
            <p:cNvSpPr/>
            <p:nvPr/>
          </p:nvSpPr>
          <p:spPr>
            <a:xfrm>
              <a:off x="3446144" y="104804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38" name="tx937"/>
            <p:cNvSpPr/>
            <p:nvPr/>
          </p:nvSpPr>
          <p:spPr>
            <a:xfrm>
              <a:off x="3526941" y="1047951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0.028</a:t>
              </a:r>
            </a:p>
          </p:txBody>
        </p:sp>
        <p:sp>
          <p:nvSpPr>
            <p:cNvPr id="939" name="tx938"/>
            <p:cNvSpPr/>
            <p:nvPr/>
          </p:nvSpPr>
          <p:spPr>
            <a:xfrm>
              <a:off x="1704336" y="1224134"/>
              <a:ext cx="8117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</a:t>
              </a:r>
            </a:p>
          </p:txBody>
        </p:sp>
        <p:sp>
          <p:nvSpPr>
            <p:cNvPr id="940" name="tx939"/>
            <p:cNvSpPr/>
            <p:nvPr/>
          </p:nvSpPr>
          <p:spPr>
            <a:xfrm>
              <a:off x="2516049" y="1224226"/>
              <a:ext cx="84673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941" name="tx940"/>
            <p:cNvSpPr/>
            <p:nvPr/>
          </p:nvSpPr>
          <p:spPr>
            <a:xfrm>
              <a:off x="2614726" y="1224226"/>
              <a:ext cx="28254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942" name="tx941"/>
            <p:cNvSpPr/>
            <p:nvPr/>
          </p:nvSpPr>
          <p:spPr>
            <a:xfrm>
              <a:off x="2656642" y="1224226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943" name="tx942"/>
            <p:cNvSpPr/>
            <p:nvPr/>
          </p:nvSpPr>
          <p:spPr>
            <a:xfrm>
              <a:off x="2737480" y="1224226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44" name="tx943"/>
            <p:cNvSpPr/>
            <p:nvPr/>
          </p:nvSpPr>
          <p:spPr>
            <a:xfrm>
              <a:off x="2818276" y="1224226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945" name="tx944"/>
            <p:cNvSpPr/>
            <p:nvPr/>
          </p:nvSpPr>
          <p:spPr>
            <a:xfrm>
              <a:off x="2899059" y="1224134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0.064</a:t>
              </a:r>
            </a:p>
          </p:txBody>
        </p:sp>
        <p:sp>
          <p:nvSpPr>
            <p:cNvPr id="946" name="tx945"/>
            <p:cNvSpPr/>
            <p:nvPr/>
          </p:nvSpPr>
          <p:spPr>
            <a:xfrm>
              <a:off x="3361471" y="1224134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947" name="tx946"/>
            <p:cNvSpPr/>
            <p:nvPr/>
          </p:nvSpPr>
          <p:spPr>
            <a:xfrm>
              <a:off x="3432062" y="1224226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48" name="tx947"/>
            <p:cNvSpPr/>
            <p:nvPr/>
          </p:nvSpPr>
          <p:spPr>
            <a:xfrm>
              <a:off x="3512859" y="1224134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0.017</a:t>
              </a:r>
            </a:p>
          </p:txBody>
        </p:sp>
        <p:sp>
          <p:nvSpPr>
            <p:cNvPr id="949" name="tx948"/>
            <p:cNvSpPr/>
            <p:nvPr/>
          </p:nvSpPr>
          <p:spPr>
            <a:xfrm>
              <a:off x="1637310" y="1507292"/>
              <a:ext cx="13405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ns</a:t>
              </a:r>
            </a:p>
          </p:txBody>
        </p:sp>
        <p:sp>
          <p:nvSpPr>
            <p:cNvPr id="950" name="tx949"/>
            <p:cNvSpPr/>
            <p:nvPr/>
          </p:nvSpPr>
          <p:spPr>
            <a:xfrm>
              <a:off x="2669324" y="1454476"/>
              <a:ext cx="148407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51" name="tx950"/>
            <p:cNvSpPr/>
            <p:nvPr/>
          </p:nvSpPr>
          <p:spPr>
            <a:xfrm>
              <a:off x="3708515" y="1544910"/>
              <a:ext cx="148407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52" name="tx951"/>
            <p:cNvSpPr/>
            <p:nvPr/>
          </p:nvSpPr>
          <p:spPr>
            <a:xfrm>
              <a:off x="4797176" y="1488902"/>
              <a:ext cx="49469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</a:t>
              </a:r>
            </a:p>
          </p:txBody>
        </p:sp>
        <p:sp>
          <p:nvSpPr>
            <p:cNvPr id="953" name="rc952"/>
            <p:cNvSpPr/>
            <p:nvPr/>
          </p:nvSpPr>
          <p:spPr>
            <a:xfrm>
              <a:off x="1343534" y="952357"/>
              <a:ext cx="3840255" cy="289051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54" name="pl953"/>
            <p:cNvSpPr/>
            <p:nvPr/>
          </p:nvSpPr>
          <p:spPr>
            <a:xfrm>
              <a:off x="1343534" y="952357"/>
              <a:ext cx="0" cy="2890515"/>
            </a:xfrm>
            <a:custGeom>
              <a:avLst/>
              <a:pathLst>
                <a:path w="0" h="2890515">
                  <a:moveTo>
                    <a:pt x="0" y="2890515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tx954"/>
            <p:cNvSpPr/>
            <p:nvPr/>
          </p:nvSpPr>
          <p:spPr>
            <a:xfrm>
              <a:off x="1127766" y="366421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956" name="tx955"/>
            <p:cNvSpPr/>
            <p:nvPr/>
          </p:nvSpPr>
          <p:spPr>
            <a:xfrm>
              <a:off x="1127766" y="322375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57" name="tx956"/>
            <p:cNvSpPr/>
            <p:nvPr/>
          </p:nvSpPr>
          <p:spPr>
            <a:xfrm>
              <a:off x="1127766" y="278329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958" name="tx957"/>
            <p:cNvSpPr/>
            <p:nvPr/>
          </p:nvSpPr>
          <p:spPr>
            <a:xfrm>
              <a:off x="1127766" y="234284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959" name="tx958"/>
            <p:cNvSpPr/>
            <p:nvPr/>
          </p:nvSpPr>
          <p:spPr>
            <a:xfrm>
              <a:off x="1127766" y="190238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960" name="tx959"/>
            <p:cNvSpPr/>
            <p:nvPr/>
          </p:nvSpPr>
          <p:spPr>
            <a:xfrm>
              <a:off x="1127766" y="146192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961" name="pl960"/>
            <p:cNvSpPr/>
            <p:nvPr/>
          </p:nvSpPr>
          <p:spPr>
            <a:xfrm>
              <a:off x="1311902" y="370522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1"/>
            <p:cNvSpPr/>
            <p:nvPr/>
          </p:nvSpPr>
          <p:spPr>
            <a:xfrm>
              <a:off x="1311902" y="326477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2"/>
            <p:cNvSpPr/>
            <p:nvPr/>
          </p:nvSpPr>
          <p:spPr>
            <a:xfrm>
              <a:off x="1311902" y="282431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l963"/>
            <p:cNvSpPr/>
            <p:nvPr/>
          </p:nvSpPr>
          <p:spPr>
            <a:xfrm>
              <a:off x="1311902" y="238385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l964"/>
            <p:cNvSpPr/>
            <p:nvPr/>
          </p:nvSpPr>
          <p:spPr>
            <a:xfrm>
              <a:off x="1311902" y="194339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5"/>
            <p:cNvSpPr/>
            <p:nvPr/>
          </p:nvSpPr>
          <p:spPr>
            <a:xfrm>
              <a:off x="1311902" y="150293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l966"/>
            <p:cNvSpPr/>
            <p:nvPr/>
          </p:nvSpPr>
          <p:spPr>
            <a:xfrm>
              <a:off x="1343534" y="3842873"/>
              <a:ext cx="3840255" cy="0"/>
            </a:xfrm>
            <a:custGeom>
              <a:avLst/>
              <a:pathLst>
                <a:path w="3840255" h="0">
                  <a:moveTo>
                    <a:pt x="0" y="0"/>
                  </a:moveTo>
                  <a:lnTo>
                    <a:pt x="3840255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7"/>
            <p:cNvSpPr/>
            <p:nvPr/>
          </p:nvSpPr>
          <p:spPr>
            <a:xfrm>
              <a:off x="1704336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8"/>
            <p:cNvSpPr/>
            <p:nvPr/>
          </p:nvSpPr>
          <p:spPr>
            <a:xfrm>
              <a:off x="2743527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69"/>
            <p:cNvSpPr/>
            <p:nvPr/>
          </p:nvSpPr>
          <p:spPr>
            <a:xfrm>
              <a:off x="3782719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l970"/>
            <p:cNvSpPr/>
            <p:nvPr/>
          </p:nvSpPr>
          <p:spPr>
            <a:xfrm>
              <a:off x="4821910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tx971"/>
            <p:cNvSpPr/>
            <p:nvPr/>
          </p:nvSpPr>
          <p:spPr>
            <a:xfrm>
              <a:off x="1672560" y="389980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73" name="tx972"/>
            <p:cNvSpPr/>
            <p:nvPr/>
          </p:nvSpPr>
          <p:spPr>
            <a:xfrm>
              <a:off x="2711752" y="389980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74" name="tx973"/>
            <p:cNvSpPr/>
            <p:nvPr/>
          </p:nvSpPr>
          <p:spPr>
            <a:xfrm>
              <a:off x="3750943" y="389980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75" name="tx974"/>
            <p:cNvSpPr/>
            <p:nvPr/>
          </p:nvSpPr>
          <p:spPr>
            <a:xfrm>
              <a:off x="4790135" y="389980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76" name="tx975"/>
            <p:cNvSpPr/>
            <p:nvPr/>
          </p:nvSpPr>
          <p:spPr>
            <a:xfrm>
              <a:off x="2976357" y="407587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77" name="tx976"/>
            <p:cNvSpPr/>
            <p:nvPr/>
          </p:nvSpPr>
          <p:spPr>
            <a:xfrm rot="-5400000">
              <a:off x="-145482" y="2347506"/>
              <a:ext cx="225939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Gini coefficient of biomass inequality</a:t>
              </a:r>
            </a:p>
          </p:txBody>
        </p:sp>
        <p:sp>
          <p:nvSpPr>
            <p:cNvPr id="978" name="rc977"/>
            <p:cNvSpPr/>
            <p:nvPr/>
          </p:nvSpPr>
          <p:spPr>
            <a:xfrm>
              <a:off x="1870783" y="4296442"/>
              <a:ext cx="2785756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tx978"/>
            <p:cNvSpPr/>
            <p:nvPr/>
          </p:nvSpPr>
          <p:spPr>
            <a:xfrm>
              <a:off x="1870783" y="4340722"/>
              <a:ext cx="8257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980" name="rc979"/>
            <p:cNvSpPr/>
            <p:nvPr/>
          </p:nvSpPr>
          <p:spPr>
            <a:xfrm>
              <a:off x="2759749" y="4296442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2818557" y="43552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l981"/>
            <p:cNvSpPr/>
            <p:nvPr/>
          </p:nvSpPr>
          <p:spPr>
            <a:xfrm>
              <a:off x="2849749" y="4431442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3" name="pl982"/>
            <p:cNvSpPr/>
            <p:nvPr/>
          </p:nvSpPr>
          <p:spPr>
            <a:xfrm>
              <a:off x="2849749" y="4314442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4" name="rc983"/>
            <p:cNvSpPr/>
            <p:nvPr/>
          </p:nvSpPr>
          <p:spPr>
            <a:xfrm>
              <a:off x="2782249" y="4341442"/>
              <a:ext cx="135000" cy="89999"/>
            </a:xfrm>
            <a:prstGeom prst="rect">
              <a:avLst/>
            </a:pr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5" name="pl984"/>
            <p:cNvSpPr/>
            <p:nvPr/>
          </p:nvSpPr>
          <p:spPr>
            <a:xfrm>
              <a:off x="2782249" y="4386442"/>
              <a:ext cx="134999" cy="0"/>
            </a:xfrm>
            <a:custGeom>
              <a:avLst/>
              <a:pathLst>
                <a:path w="134999" h="0">
                  <a:moveTo>
                    <a:pt x="0" y="0"/>
                  </a:moveTo>
                  <a:lnTo>
                    <a:pt x="134999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6" name="pl985"/>
            <p:cNvSpPr/>
            <p:nvPr/>
          </p:nvSpPr>
          <p:spPr>
            <a:xfrm>
              <a:off x="2849749" y="44584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7" name="pl986"/>
            <p:cNvSpPr/>
            <p:nvPr/>
          </p:nvSpPr>
          <p:spPr>
            <a:xfrm>
              <a:off x="2849749" y="43144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8" name="pl987"/>
            <p:cNvSpPr/>
            <p:nvPr/>
          </p:nvSpPr>
          <p:spPr>
            <a:xfrm>
              <a:off x="2777749" y="4386442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rc988"/>
            <p:cNvSpPr/>
            <p:nvPr/>
          </p:nvSpPr>
          <p:spPr>
            <a:xfrm>
              <a:off x="3746131" y="4296442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3804939" y="43552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l990"/>
            <p:cNvSpPr/>
            <p:nvPr/>
          </p:nvSpPr>
          <p:spPr>
            <a:xfrm>
              <a:off x="3836131" y="4431442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2" name="pl991"/>
            <p:cNvSpPr/>
            <p:nvPr/>
          </p:nvSpPr>
          <p:spPr>
            <a:xfrm>
              <a:off x="3836131" y="4314442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3" name="rc992"/>
            <p:cNvSpPr/>
            <p:nvPr/>
          </p:nvSpPr>
          <p:spPr>
            <a:xfrm>
              <a:off x="3768631" y="4341442"/>
              <a:ext cx="135000" cy="89999"/>
            </a:xfrm>
            <a:prstGeom prst="rect">
              <a:avLst/>
            </a:pr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4" name="pl993"/>
            <p:cNvSpPr/>
            <p:nvPr/>
          </p:nvSpPr>
          <p:spPr>
            <a:xfrm>
              <a:off x="3768631" y="4386442"/>
              <a:ext cx="134999" cy="0"/>
            </a:xfrm>
            <a:custGeom>
              <a:avLst/>
              <a:pathLst>
                <a:path w="134999" h="0">
                  <a:moveTo>
                    <a:pt x="0" y="0"/>
                  </a:moveTo>
                  <a:lnTo>
                    <a:pt x="134999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5" name="pl994"/>
            <p:cNvSpPr/>
            <p:nvPr/>
          </p:nvSpPr>
          <p:spPr>
            <a:xfrm>
              <a:off x="3836131" y="44584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6" name="pl995"/>
            <p:cNvSpPr/>
            <p:nvPr/>
          </p:nvSpPr>
          <p:spPr>
            <a:xfrm>
              <a:off x="3836131" y="43144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7" name="pl996"/>
            <p:cNvSpPr/>
            <p:nvPr/>
          </p:nvSpPr>
          <p:spPr>
            <a:xfrm>
              <a:off x="3764131" y="4386442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tx997"/>
            <p:cNvSpPr/>
            <p:nvPr/>
          </p:nvSpPr>
          <p:spPr>
            <a:xfrm>
              <a:off x="3003012" y="4345431"/>
              <a:ext cx="67985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999" name="tx998"/>
            <p:cNvSpPr/>
            <p:nvPr/>
          </p:nvSpPr>
          <p:spPr>
            <a:xfrm>
              <a:off x="3989394" y="4345431"/>
              <a:ext cx="66714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2026-07-20T15:32:22Z</dcterms:modified>
  <cp:category/>
</cp:coreProperties>
</file>