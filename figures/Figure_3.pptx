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7315200" cy="7315200"/>
            <a:chOff x="914400" y="914400"/>
            <a:chExt cx="7315200" cy="73152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73152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7315200" cy="73151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39705"/>
              <a:ext cx="7213979" cy="339477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1715530" y="1132253"/>
              <a:ext cx="6412849" cy="29655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t7"/>
            <p:cNvSpPr/>
            <p:nvPr/>
          </p:nvSpPr>
          <p:spPr>
            <a:xfrm>
              <a:off x="2156566" y="152613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2354774" y="27658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2150008" y="296120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2390025" y="27200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2132642" y="22015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2366563" y="282711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2141590" y="317466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2389325" y="30479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169960" y="29295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349415" y="302411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2149697" y="33679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443449" y="336374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138565" y="303582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2422192" y="310751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121342" y="313057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55927" y="326076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127460" y="30639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356272" y="291205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110309" y="234152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425321" y="23555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13850" y="30515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6171" y="302589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135528" y="283267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440613" y="302058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191232" y="268879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435941" y="321724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152935" y="31279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431857" y="296393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204745" y="263266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371780" y="33749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187949" y="290154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380123" y="29073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180503" y="314171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451474" y="305933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220760" y="295358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373039" y="30654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2124806" y="30955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352577" y="313456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2191501" y="34831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2387072" y="32646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190627" y="27052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378795" y="287800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124621" y="30089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55015" y="280962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153673" y="309249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448849" y="31229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162534" y="26551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391295" y="343106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120714" y="29892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368821" y="291752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107792" y="34176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442544" y="305162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168232" y="29489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456342" y="283251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2140810" y="25192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425326" y="246482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150384" y="391811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462171" y="311528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140703" y="27755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412803" y="257040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2212063" y="287281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460372" y="282955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2119336" y="31504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406693" y="338143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2123019" y="261061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2375773" y="272642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2214846" y="231935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405561" y="219298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190026" y="267277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450120" y="237332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148686" y="31851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394055" y="299660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144228" y="31224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406083" y="32306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167088" y="27035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465440" y="279528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2180250" y="261108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395499" y="229554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171731" y="31561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437072" y="29273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192538" y="27014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413590" y="28185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2164033" y="317196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2425425" y="222379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2207717" y="25972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2368073" y="19409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2178303" y="27746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2424709" y="277872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2134029" y="29133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2350821" y="25325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2120047" y="37779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2423357" y="336856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2199146" y="25222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2446873" y="22786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2185326" y="27549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2456542" y="29369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2210285" y="241221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457425" y="21258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2171103" y="288276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374616" y="249438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2110639" y="24842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360921" y="269841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2217537" y="260193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2463729" y="29605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2167531" y="22282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427591" y="237301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2205945" y="290576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410783" y="308018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117903" y="300795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461587" y="305989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2181509" y="292064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2396596" y="29335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2147487" y="129573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403762" y="175169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2156452" y="18041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2431792" y="21359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185780" y="321371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373465" y="301113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112280" y="331926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417195" y="324660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166274" y="30631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2397774" y="31609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2174614" y="255948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2449600" y="303920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2101657" y="30033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2398073" y="317400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2103979" y="28131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2470474" y="30257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2205015" y="285843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2466894" y="303565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2110534" y="27694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2374794" y="292277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2115930" y="317415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2352894" y="292575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2195448" y="277671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2472259" y="288203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2160491" y="30944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2391852" y="29869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2197076" y="31291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2428528" y="333471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2180902" y="277730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2450544" y="30597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2216834" y="28675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2422011" y="323581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2174732" y="290356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2349230" y="31479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2209320" y="18131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2358844" y="324675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2200020" y="34577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2430039" y="295885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2214426" y="33348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2461307" y="309708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2168059" y="28693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2412527" y="30733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2188682" y="28933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2351624" y="284865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2141076" y="227156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2368020" y="22554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2135968" y="21664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2463773" y="204733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2190778" y="293963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2361057" y="259761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2205294" y="239230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2408051" y="266748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2192067" y="21766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2406677" y="197763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2112607" y="30501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2422503" y="31698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2100234" y="266697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2357842" y="294783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2124030" y="20899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2368674" y="237957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2191600" y="355142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2466469" y="26982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3938754" y="188653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4124535" y="20597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3907929" y="23353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4110145" y="282448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3930386" y="27804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4178306" y="28450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3935596" y="236905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4094924" y="252240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3860697" y="22611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4091324" y="23910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3950677" y="238845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4103824" y="260946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3854580" y="25835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4146777" y="26449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3905462" y="22672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4190871" y="249606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3947484" y="303127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4151189" y="33529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3929683" y="276791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4169601" y="332555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3875643" y="24001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4094248" y="264056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3887575" y="22499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4092750" y="282782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3907485" y="241033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4191738" y="27716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3928084" y="299701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4156546" y="321975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3940834" y="23602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4197219" y="286145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3948894" y="321955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4197700" y="299225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3851651" y="26533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4099151" y="27787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3933052" y="27058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4173428" y="299513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3849651" y="23313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4201496" y="25971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3943145" y="215856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4186853" y="25594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3908963" y="266202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4206934" y="350610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3896152" y="313016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4182116" y="32731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3931515" y="244985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4153755" y="242271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3924256" y="23510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4113999" y="300504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3890267" y="240370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4164642" y="259380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3914806" y="348526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4114584" y="328684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848289" y="299214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4200098" y="305343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842872" y="312396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4165412" y="303516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848372" y="28725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4084864" y="31503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936415" y="35285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4184168" y="38701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893985" y="2349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4144479" y="226053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933072" y="286953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4124248" y="302125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892403" y="230258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4140095" y="214793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892756" y="261288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4130127" y="26470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889944" y="23346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4102126" y="247398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955038" y="38475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4116525" y="375343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905647" y="237705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4142825" y="26402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951630" y="267246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4130098" y="26257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912687" y="24744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4124142" y="283713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948045" y="206427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4088629" y="229855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879892" y="232658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4086908" y="235747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946940" y="286082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4089507" y="33779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957566" y="28085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4103230" y="26695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835072" y="235812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4176039" y="262453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870205" y="27567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4146595" y="315990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905524" y="249406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4193652" y="27122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884199" y="238806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4119316" y="26426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860382" y="192707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4152880" y="235009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933102" y="22065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4183446" y="288384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3868103" y="182993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4146530" y="240278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936274" y="226174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4094135" y="242073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922259" y="252805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4136112" y="22947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3946609" y="25988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4146904" y="291166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3895786" y="295247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4085968" y="282346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3940662" y="312222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4199858" y="289030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3952470" y="23186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4091351" y="23817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3949779" y="30687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4086926" y="285801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3912416" y="27539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4097652" y="315156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3928293" y="282895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4113192" y="279946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3855486" y="29247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4129082" y="331198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3871261" y="24991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4159224" y="248220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3862616" y="283771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4148607" y="299716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3903716" y="258174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4092260" y="260465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3918349" y="22365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4135591" y="23150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3860374" y="26459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4092282" y="272445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3858086" y="278027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4100610" y="270131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3877569" y="23361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4206062" y="30191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3929271" y="27810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4160990" y="325108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3846544" y="27571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4117803" y="253441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3856312" y="255917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4108147" y="27972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3929274" y="32349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4165993" y="300214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3917980" y="257320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4107512" y="24519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3928223" y="25220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4128776" y="23839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3885070" y="31846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4144368" y="258143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3950571" y="32988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4156983" y="32020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3839386" y="230725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4188130" y="253257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3943155" y="28921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4198808" y="287848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3836168" y="26978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4094171" y="27296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3945682" y="252451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4122677" y="276802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3929030" y="280651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4162702" y="248718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3898294" y="289756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4131899" y="261370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3945248" y="24531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4172400" y="236922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3920211" y="20833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4143327" y="204418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3891816" y="23940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4146610" y="230740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3911534" y="226275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4146901" y="21879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3844819" y="24401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4170378" y="26384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3843880" y="29211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4175052" y="287345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3861408" y="27910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4165895" y="259054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3849436" y="26305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4140547" y="23704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3928611" y="20686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4187020" y="21262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3955852" y="308391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4158351" y="23905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3879089" y="24506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4157724" y="26750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3954419" y="22015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4114445" y="227326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3934009" y="202680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4168891" y="200289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3867423" y="196236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4087349" y="177714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3833972" y="12312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4160483" y="221146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3868562" y="246767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4187048" y="25239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3925581" y="213456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4181722" y="208386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5589518" y="303138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5943545" y="273028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5609290" y="208560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5869004" y="2369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5687451" y="21419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5935865" y="270541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5615540" y="183041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5894828" y="212156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5580198" y="21927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5843411" y="23476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5609869" y="238475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5897283" y="290567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5577251" y="22384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5854747" y="23113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5628302" y="24814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5885912" y="24768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5634908" y="25743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5844367" y="261462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5613356" y="27494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5899366" y="295415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5589409" y="290034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5896944" y="336142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5680841" y="21385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5936337" y="241234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5660233" y="274009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5882015" y="296968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5686406" y="18474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5850511" y="226256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5612044" y="21368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5892063" y="234495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5685478" y="186580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5902526" y="223053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5687558" y="35471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5822130" y="33028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5616215" y="30720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5889401" y="271122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5659938" y="187780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5868463" y="246856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5626279" y="26295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5838699" y="297553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5685093" y="222508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5820022" y="24316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5581648" y="244149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5898965" y="26957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5627932" y="336244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5886931" y="306054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5603098" y="263609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5831867" y="286465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5633713" y="241718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5826208" y="28281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5593598" y="25193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5908531" y="246687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5669348" y="32754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5862942" y="382190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5644833" y="211475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5907307" y="230193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5687546" y="22566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5910743" y="234932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5595525" y="190530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5919349" y="21832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5647152" y="20099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5827579" y="20824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5594288" y="19573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5865498" y="209414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5636418" y="25237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5902201" y="234020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5624555" y="222605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5834238" y="23394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5581269" y="173159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5883271" y="210160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5612613" y="19472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5825618" y="22998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5589681" y="209650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5877649" y="213438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5630354" y="21534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5880599" y="23661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5596346" y="179704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5836303" y="19733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5609285" y="18464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5853592" y="17974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5669170" y="215375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5934634" y="21916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5650084" y="16342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5904778" y="244758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5576854" y="19330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5852727" y="226039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5632604" y="175783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5910326" y="207863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5596575" y="202383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5878152" y="231228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5600823" y="135626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5831996" y="203157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5594534" y="24117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5864097" y="25579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5591520" y="20214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5856162" y="24306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5654303" y="196129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5860410" y="249996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5635387" y="25959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5831753" y="243657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5682211" y="206089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5900120" y="23460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5609988" y="181963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5863830" y="226707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5691994" y="281115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5935883" y="265300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5605719" y="24864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5877572" y="29681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5600188" y="210990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5899037" y="22626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5677656" y="20637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5908309" y="20653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5574737" y="201018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5911562" y="23384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5628396" y="21292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5930705" y="24078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5642770" y="195048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5830205" y="28007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5617586" y="329035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5876481" y="31966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5675657" y="24002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5901532" y="28232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5590005" y="23058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5895647" y="227248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5632311" y="229268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5921313" y="212064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5664591" y="279523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5871830" y="27666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5624133" y="28943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5930998" y="30402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5594027" y="22627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5876990" y="2811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5610147" y="24757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5912707" y="29147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5574231" y="17481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5942265" y="231141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5692669" y="199736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5904610" y="243495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5673424" y="20020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5898605" y="270466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5608551" y="23393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5843032" y="291967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5692202" y="16075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850751" y="208003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690684" y="252561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851120" y="320903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5633147" y="315614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924308" y="27756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626389" y="20838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863519" y="275182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5651470" y="19277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939607" y="280394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573980" y="187420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878951" y="21198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664822" y="322027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926127" y="300495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645860" y="28140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936773" y="33104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603471" y="236386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907766" y="275820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660750" y="17543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840919" y="240808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658405" y="16170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825393" y="192902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634672" y="23210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928899" y="292001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595769" y="24435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931287" y="265486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636998" y="264453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920363" y="27226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656318" y="202621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864529" y="239970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638315" y="254742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884819" y="30257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5589463" y="20870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843801" y="287220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5575468" y="25235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5881358" y="27377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5580343" y="28303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5923564" y="256995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5568996" y="183300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5928392" y="25356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5687556" y="21079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5919148" y="234297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5582094" y="13416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5849136" y="18698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5611732" y="26909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5877625" y="296210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5572857" y="25848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5852115" y="199400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5619636" y="252587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5934472" y="211665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5649471" y="259250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5902747" y="24487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5612087" y="343831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5907015" y="29718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5639458" y="25237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5834178" y="266933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5596632" y="203565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5931924" y="227455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5628123" y="28091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5835537" y="28870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5645157" y="360099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5891125" y="33558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5620125" y="31033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5924974" y="267003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5575887" y="280415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5937132" y="238161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5633674" y="26244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5885272" y="23248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5618985" y="24212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5937227" y="269503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5627419" y="26725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5887571" y="270544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5639397" y="262060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5883965" y="250242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5639991" y="240277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5857408" y="22287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5683869" y="245408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5932741" y="24353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5630330" y="27476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5881967" y="232085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5605440" y="215171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5865098" y="190820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5636669" y="29919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5926820" y="297404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5631627" y="32856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5906780" y="29845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5648517" y="17033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5881463" y="18942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7366083" y="217777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7612691" y="22509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7345446" y="29253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7675408" y="33543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7373067" y="224538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7647471" y="201107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7407955" y="269487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7589846" y="239317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7314596" y="198109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7622816" y="25659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7327684" y="148937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7580511" y="19317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7316822" y="293277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7571801" y="28149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7400530" y="23382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7578629" y="257358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7418385" y="236811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7611421" y="250013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7415799" y="285689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7578468" y="22337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7396095" y="127327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7588453" y="165845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7332177" y="276501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7649785" y="245344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7327951" y="24559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7659689" y="242982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7369823" y="191651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7678105" y="31420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7388679" y="247119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7664653" y="238188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7407072" y="28622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7655607" y="301448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7383167" y="275427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7607470" y="296201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7345717" y="255674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7558221" y="20452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7425861" y="26513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7669879" y="22583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7373897" y="214737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7573152" y="297142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7359684" y="281239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7555588" y="276415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7381482" y="193916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7618104" y="232456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7376454" y="287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7557304" y="330936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7366920" y="30778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7596903" y="258078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7416989" y="17894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7671980" y="251242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7407295" y="200977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7640886" y="25557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7311636" y="216624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7595058" y="25831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7395574" y="290956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7603112" y="21586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7408504" y="278057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7666118" y="23778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7315891" y="207104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7591484" y="249744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7317835" y="225816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7614949" y="18842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7354712" y="265007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7609118" y="239552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7404516" y="188180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7620792" y="199263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7307144" y="26512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7606490" y="27235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7331034" y="21850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7569506" y="256271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7352823" y="32975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7615681" y="338302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7360644" y="198577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7575359" y="271092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7378842" y="22251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7676167" y="254952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7371978" y="232251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7601796" y="276335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7391722" y="218688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7653525" y="22174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7310923" y="221998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7651060" y="260630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7330678" y="245746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7570463" y="25286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7384285" y="23049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7677941" y="214558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7416169" y="265395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7656056" y="32203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7328554" y="295424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7608500" y="241560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7366615" y="243309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7650974" y="24890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7419918" y="24951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7555800" y="27555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7357064" y="255923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7627878" y="207064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7349517" y="15000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7569358" y="19232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7371374" y="210465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7612508" y="220392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7400786" y="18179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7577711" y="211622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7399958" y="27746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7623554" y="277471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7327898" y="21025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7657066" y="223028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7310928" y="229277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7631629" y="222875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7388563" y="27820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7609715" y="258415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7370780" y="182246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7662874" y="22933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7319385" y="252266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7637470" y="241212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7407200" y="234397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7649850" y="276895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7319030" y="244659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7564781" y="267057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7406523" y="21630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7563109" y="249299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7391368" y="215956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7648227" y="268652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7406535" y="246890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7622411" y="253211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7336749" y="20548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7656681" y="23082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7334872" y="26368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7653358" y="205250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7391894" y="187383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7663544" y="186407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7389715" y="235586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7599171" y="24469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7419926" y="24992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7569737" y="23038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7332553" y="177814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7661629" y="284936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7424224" y="29112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7577734" y="233518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7411693" y="257455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7659590" y="313923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7328402" y="237203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7566236" y="238543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7428996" y="241676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7574367" y="241035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7344011" y="23885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7586129" y="270546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7409673" y="24304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7603158" y="22897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7389791" y="287164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7594472" y="242813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7323161" y="27733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7603558" y="20172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7322813" y="301106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7605011" y="31837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7348115" y="27498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7594909" y="26204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7311679" y="26003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7607129" y="240080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7428346" y="246811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7676009" y="234473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7382672" y="25624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7612412" y="28184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7407357" y="24093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7658218" y="222048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7423559" y="269281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7675748" y="241458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7319203" y="274144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7583367" y="290526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7339107" y="274021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7588060" y="234638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7384442" y="260653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7628811" y="272863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7352659" y="218584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7678276" y="23152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7310826" y="23801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7647009" y="255779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7416531" y="25801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7636289" y="250112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7330058" y="25589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7590043" y="26152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7393377" y="18094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7679654" y="202535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7386816" y="19067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7569368" y="229818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7369335" y="15064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7609719" y="166650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7361067" y="22763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7642989" y="233493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7392821" y="202819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7613477" y="212244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7343745" y="233216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7572846" y="256352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7405885" y="295573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7613537" y="30029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7350055" y="256226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7673595" y="24483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7335554" y="183090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7621054" y="215188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7310844" y="245640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7561123" y="25117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7330860" y="228089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7663771" y="229575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7364407" y="19809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7678819" y="202235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7360797" y="210391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7599749" y="25049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7360701" y="239920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7598064" y="272136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7421750" y="23083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7600016" y="19501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7340441" y="26245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7631017" y="217462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7371118" y="306340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7570560" y="238222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7428869" y="21356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7656263" y="26285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7396740" y="23020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7556771" y="245713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7347354" y="214970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7675534" y="229972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7322520" y="269259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7602356" y="26117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7385324" y="26413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7563261" y="26241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7313178" y="246795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7649792" y="264086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7424195" y="25681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7629638" y="27615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7319605" y="254834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7670236" y="228861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7340938" y="19807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7618196" y="245832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7336724" y="25688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7573668" y="29359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7425809" y="245025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7614824" y="22608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7414165" y="239083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7597344" y="295693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7402826" y="26600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7665232" y="21989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7389015" y="19897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7611041" y="221830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7408641" y="26065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7588388" y="26634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7325372" y="241108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7613216" y="26816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7386175" y="261530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7654269" y="22896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7395402" y="24278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7625377" y="22187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7386430" y="26159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7660187" y="240267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7395131" y="209803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7592478" y="219606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7350545" y="23224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7590645" y="27376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7351396" y="254729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7598267" y="21779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7349098" y="19246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7593466" y="212187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7388904" y="222567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7574776" y="23897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7388261" y="239924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7608302" y="255803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7349951" y="305003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7668408" y="305208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7331001" y="37312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7618557" y="340530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7429927" y="209585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7607721" y="23676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7394343" y="17498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7587850" y="21299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7353996" y="28449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7665064" y="241021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7337593" y="256511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7567016" y="227397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7340831" y="22877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7576370" y="225649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7404324" y="253340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7576590" y="237988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7410726" y="228765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7624717" y="23716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890" name="pl889"/>
            <p:cNvSpPr/>
            <p:nvPr/>
          </p:nvSpPr>
          <p:spPr>
            <a:xfrm>
              <a:off x="2191722" y="2121945"/>
              <a:ext cx="0" cy="531937"/>
            </a:xfrm>
            <a:custGeom>
              <a:avLst/>
              <a:pathLst>
                <a:path w="0" h="531937">
                  <a:moveTo>
                    <a:pt x="0" y="53193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l890"/>
            <p:cNvSpPr/>
            <p:nvPr/>
          </p:nvSpPr>
          <p:spPr>
            <a:xfrm>
              <a:off x="2191722" y="3127036"/>
              <a:ext cx="0" cy="682904"/>
            </a:xfrm>
            <a:custGeom>
              <a:avLst/>
              <a:pathLst>
                <a:path w="0" h="682904">
                  <a:moveTo>
                    <a:pt x="0" y="0"/>
                  </a:moveTo>
                  <a:lnTo>
                    <a:pt x="0" y="682904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2066500" y="2653882"/>
              <a:ext cx="250443" cy="473153"/>
            </a:xfrm>
            <a:custGeom>
              <a:avLst/>
              <a:pathLst>
                <a:path w="250443" h="473153">
                  <a:moveTo>
                    <a:pt x="0" y="0"/>
                  </a:moveTo>
                  <a:lnTo>
                    <a:pt x="0" y="473153"/>
                  </a:lnTo>
                  <a:lnTo>
                    <a:pt x="250443" y="473153"/>
                  </a:lnTo>
                  <a:lnTo>
                    <a:pt x="25044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3" name="pl892"/>
            <p:cNvSpPr/>
            <p:nvPr/>
          </p:nvSpPr>
          <p:spPr>
            <a:xfrm>
              <a:off x="2066500" y="2925396"/>
              <a:ext cx="250443" cy="0"/>
            </a:xfrm>
            <a:custGeom>
              <a:avLst/>
              <a:pathLst>
                <a:path w="250443" h="0">
                  <a:moveTo>
                    <a:pt x="0" y="0"/>
                  </a:moveTo>
                  <a:lnTo>
                    <a:pt x="25044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4" name="pl893"/>
            <p:cNvSpPr/>
            <p:nvPr/>
          </p:nvSpPr>
          <p:spPr>
            <a:xfrm>
              <a:off x="3927661" y="1861947"/>
              <a:ext cx="0" cy="504935"/>
            </a:xfrm>
            <a:custGeom>
              <a:avLst/>
              <a:pathLst>
                <a:path w="0" h="504935">
                  <a:moveTo>
                    <a:pt x="0" y="50493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l894"/>
            <p:cNvSpPr/>
            <p:nvPr/>
          </p:nvSpPr>
          <p:spPr>
            <a:xfrm>
              <a:off x="3927661" y="2855857"/>
              <a:ext cx="0" cy="704675"/>
            </a:xfrm>
            <a:custGeom>
              <a:avLst/>
              <a:pathLst>
                <a:path w="0" h="704675">
                  <a:moveTo>
                    <a:pt x="0" y="0"/>
                  </a:moveTo>
                  <a:lnTo>
                    <a:pt x="0" y="704675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3802440" y="2366882"/>
              <a:ext cx="250443" cy="488975"/>
            </a:xfrm>
            <a:custGeom>
              <a:avLst/>
              <a:pathLst>
                <a:path w="250443" h="488975">
                  <a:moveTo>
                    <a:pt x="0" y="0"/>
                  </a:moveTo>
                  <a:lnTo>
                    <a:pt x="0" y="488975"/>
                  </a:lnTo>
                  <a:lnTo>
                    <a:pt x="250443" y="488975"/>
                  </a:lnTo>
                  <a:lnTo>
                    <a:pt x="25044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7" name="pl896"/>
            <p:cNvSpPr/>
            <p:nvPr/>
          </p:nvSpPr>
          <p:spPr>
            <a:xfrm>
              <a:off x="3802440" y="2558291"/>
              <a:ext cx="250443" cy="0"/>
            </a:xfrm>
            <a:custGeom>
              <a:avLst/>
              <a:pathLst>
                <a:path w="250443" h="0">
                  <a:moveTo>
                    <a:pt x="0" y="0"/>
                  </a:moveTo>
                  <a:lnTo>
                    <a:pt x="25044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8" name="pl897"/>
            <p:cNvSpPr/>
            <p:nvPr/>
          </p:nvSpPr>
          <p:spPr>
            <a:xfrm>
              <a:off x="5663601" y="1373694"/>
              <a:ext cx="0" cy="668384"/>
            </a:xfrm>
            <a:custGeom>
              <a:avLst/>
              <a:pathLst>
                <a:path w="0" h="668384">
                  <a:moveTo>
                    <a:pt x="0" y="66838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l898"/>
            <p:cNvSpPr/>
            <p:nvPr/>
          </p:nvSpPr>
          <p:spPr>
            <a:xfrm>
              <a:off x="5663601" y="2659001"/>
              <a:ext cx="0" cy="920166"/>
            </a:xfrm>
            <a:custGeom>
              <a:avLst/>
              <a:pathLst>
                <a:path w="0" h="920166">
                  <a:moveTo>
                    <a:pt x="0" y="0"/>
                  </a:moveTo>
                  <a:lnTo>
                    <a:pt x="0" y="920166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5538380" y="2042078"/>
              <a:ext cx="250443" cy="616922"/>
            </a:xfrm>
            <a:custGeom>
              <a:avLst/>
              <a:pathLst>
                <a:path w="250443" h="616922">
                  <a:moveTo>
                    <a:pt x="0" y="0"/>
                  </a:moveTo>
                  <a:lnTo>
                    <a:pt x="0" y="616922"/>
                  </a:lnTo>
                  <a:lnTo>
                    <a:pt x="250443" y="616922"/>
                  </a:lnTo>
                  <a:lnTo>
                    <a:pt x="25044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1" name="pl900"/>
            <p:cNvSpPr/>
            <p:nvPr/>
          </p:nvSpPr>
          <p:spPr>
            <a:xfrm>
              <a:off x="5538380" y="2337826"/>
              <a:ext cx="250443" cy="0"/>
            </a:xfrm>
            <a:custGeom>
              <a:avLst/>
              <a:pathLst>
                <a:path w="250443" h="0">
                  <a:moveTo>
                    <a:pt x="0" y="0"/>
                  </a:moveTo>
                  <a:lnTo>
                    <a:pt x="25044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2" name="pl901"/>
            <p:cNvSpPr/>
            <p:nvPr/>
          </p:nvSpPr>
          <p:spPr>
            <a:xfrm>
              <a:off x="7399541" y="1521382"/>
              <a:ext cx="0" cy="673674"/>
            </a:xfrm>
            <a:custGeom>
              <a:avLst/>
              <a:pathLst>
                <a:path w="0" h="673674">
                  <a:moveTo>
                    <a:pt x="0" y="673674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l902"/>
            <p:cNvSpPr/>
            <p:nvPr/>
          </p:nvSpPr>
          <p:spPr>
            <a:xfrm>
              <a:off x="7399541" y="2673379"/>
              <a:ext cx="0" cy="656174"/>
            </a:xfrm>
            <a:custGeom>
              <a:avLst/>
              <a:pathLst>
                <a:path w="0" h="656174">
                  <a:moveTo>
                    <a:pt x="0" y="0"/>
                  </a:moveTo>
                  <a:lnTo>
                    <a:pt x="0" y="656174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7274320" y="2195056"/>
              <a:ext cx="250443" cy="478323"/>
            </a:xfrm>
            <a:custGeom>
              <a:avLst/>
              <a:pathLst>
                <a:path w="250443" h="478323">
                  <a:moveTo>
                    <a:pt x="0" y="0"/>
                  </a:moveTo>
                  <a:lnTo>
                    <a:pt x="0" y="478323"/>
                  </a:lnTo>
                  <a:lnTo>
                    <a:pt x="250443" y="478323"/>
                  </a:lnTo>
                  <a:lnTo>
                    <a:pt x="25044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5" name="pl904"/>
            <p:cNvSpPr/>
            <p:nvPr/>
          </p:nvSpPr>
          <p:spPr>
            <a:xfrm>
              <a:off x="7274320" y="2459867"/>
              <a:ext cx="250443" cy="0"/>
            </a:xfrm>
            <a:custGeom>
              <a:avLst/>
              <a:pathLst>
                <a:path w="250443" h="0">
                  <a:moveTo>
                    <a:pt x="0" y="0"/>
                  </a:moveTo>
                  <a:lnTo>
                    <a:pt x="25044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6" name="pl905"/>
            <p:cNvSpPr/>
            <p:nvPr/>
          </p:nvSpPr>
          <p:spPr>
            <a:xfrm>
              <a:off x="2442165" y="2157853"/>
              <a:ext cx="0" cy="572486"/>
            </a:xfrm>
            <a:custGeom>
              <a:avLst/>
              <a:pathLst>
                <a:path w="0" h="572486">
                  <a:moveTo>
                    <a:pt x="0" y="57248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l906"/>
            <p:cNvSpPr/>
            <p:nvPr/>
          </p:nvSpPr>
          <p:spPr>
            <a:xfrm>
              <a:off x="2442165" y="3120649"/>
              <a:ext cx="0" cy="342423"/>
            </a:xfrm>
            <a:custGeom>
              <a:avLst/>
              <a:pathLst>
                <a:path w="0" h="342423">
                  <a:moveTo>
                    <a:pt x="0" y="0"/>
                  </a:moveTo>
                  <a:lnTo>
                    <a:pt x="0" y="342423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2316943" y="2730339"/>
              <a:ext cx="250443" cy="390309"/>
            </a:xfrm>
            <a:custGeom>
              <a:avLst/>
              <a:pathLst>
                <a:path w="250443" h="390309">
                  <a:moveTo>
                    <a:pt x="0" y="0"/>
                  </a:moveTo>
                  <a:lnTo>
                    <a:pt x="0" y="390309"/>
                  </a:lnTo>
                  <a:lnTo>
                    <a:pt x="250443" y="390309"/>
                  </a:lnTo>
                  <a:lnTo>
                    <a:pt x="25044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9" name="pl908"/>
            <p:cNvSpPr/>
            <p:nvPr/>
          </p:nvSpPr>
          <p:spPr>
            <a:xfrm>
              <a:off x="2316943" y="2969007"/>
              <a:ext cx="250443" cy="0"/>
            </a:xfrm>
            <a:custGeom>
              <a:avLst/>
              <a:pathLst>
                <a:path w="250443" h="0">
                  <a:moveTo>
                    <a:pt x="0" y="0"/>
                  </a:moveTo>
                  <a:lnTo>
                    <a:pt x="25044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0" name="pl909"/>
            <p:cNvSpPr/>
            <p:nvPr/>
          </p:nvSpPr>
          <p:spPr>
            <a:xfrm>
              <a:off x="4178105" y="1809159"/>
              <a:ext cx="0" cy="644080"/>
            </a:xfrm>
            <a:custGeom>
              <a:avLst/>
              <a:pathLst>
                <a:path w="0" h="644080">
                  <a:moveTo>
                    <a:pt x="0" y="64408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l910"/>
            <p:cNvSpPr/>
            <p:nvPr/>
          </p:nvSpPr>
          <p:spPr>
            <a:xfrm>
              <a:off x="4178105" y="2938335"/>
              <a:ext cx="0" cy="599779"/>
            </a:xfrm>
            <a:custGeom>
              <a:avLst/>
              <a:pathLst>
                <a:path w="0" h="599779">
                  <a:moveTo>
                    <a:pt x="0" y="0"/>
                  </a:moveTo>
                  <a:lnTo>
                    <a:pt x="0" y="599779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4052883" y="2453240"/>
              <a:ext cx="250443" cy="485095"/>
            </a:xfrm>
            <a:custGeom>
              <a:avLst/>
              <a:pathLst>
                <a:path w="250443" h="485095">
                  <a:moveTo>
                    <a:pt x="0" y="0"/>
                  </a:moveTo>
                  <a:lnTo>
                    <a:pt x="0" y="485095"/>
                  </a:lnTo>
                  <a:lnTo>
                    <a:pt x="250443" y="485095"/>
                  </a:lnTo>
                  <a:lnTo>
                    <a:pt x="25044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3" name="pl912"/>
            <p:cNvSpPr/>
            <p:nvPr/>
          </p:nvSpPr>
          <p:spPr>
            <a:xfrm>
              <a:off x="4052883" y="2675846"/>
              <a:ext cx="250443" cy="0"/>
            </a:xfrm>
            <a:custGeom>
              <a:avLst/>
              <a:pathLst>
                <a:path w="250443" h="0">
                  <a:moveTo>
                    <a:pt x="0" y="0"/>
                  </a:moveTo>
                  <a:lnTo>
                    <a:pt x="25044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4" name="pl913"/>
            <p:cNvSpPr/>
            <p:nvPr/>
          </p:nvSpPr>
          <p:spPr>
            <a:xfrm>
              <a:off x="5914045" y="1829494"/>
              <a:ext cx="0" cy="489711"/>
            </a:xfrm>
            <a:custGeom>
              <a:avLst/>
              <a:pathLst>
                <a:path w="0" h="489711">
                  <a:moveTo>
                    <a:pt x="0" y="48971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l914"/>
            <p:cNvSpPr/>
            <p:nvPr/>
          </p:nvSpPr>
          <p:spPr>
            <a:xfrm>
              <a:off x="5914045" y="2839671"/>
              <a:ext cx="0" cy="553763"/>
            </a:xfrm>
            <a:custGeom>
              <a:avLst/>
              <a:pathLst>
                <a:path w="0" h="553763">
                  <a:moveTo>
                    <a:pt x="0" y="0"/>
                  </a:moveTo>
                  <a:lnTo>
                    <a:pt x="0" y="553763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5788823" y="2319205"/>
              <a:ext cx="250443" cy="520465"/>
            </a:xfrm>
            <a:custGeom>
              <a:avLst/>
              <a:pathLst>
                <a:path w="250443" h="520465">
                  <a:moveTo>
                    <a:pt x="0" y="0"/>
                  </a:moveTo>
                  <a:lnTo>
                    <a:pt x="0" y="520465"/>
                  </a:lnTo>
                  <a:lnTo>
                    <a:pt x="250443" y="520465"/>
                  </a:lnTo>
                  <a:lnTo>
                    <a:pt x="25044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7" name="pl916"/>
            <p:cNvSpPr/>
            <p:nvPr/>
          </p:nvSpPr>
          <p:spPr>
            <a:xfrm>
              <a:off x="5788823" y="2480728"/>
              <a:ext cx="250443" cy="0"/>
            </a:xfrm>
            <a:custGeom>
              <a:avLst/>
              <a:pathLst>
                <a:path w="250443" h="0">
                  <a:moveTo>
                    <a:pt x="0" y="0"/>
                  </a:moveTo>
                  <a:lnTo>
                    <a:pt x="25044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8" name="pl917"/>
            <p:cNvSpPr/>
            <p:nvPr/>
          </p:nvSpPr>
          <p:spPr>
            <a:xfrm>
              <a:off x="7649984" y="1896085"/>
              <a:ext cx="0" cy="392415"/>
            </a:xfrm>
            <a:custGeom>
              <a:avLst/>
              <a:pathLst>
                <a:path w="0" h="392415">
                  <a:moveTo>
                    <a:pt x="0" y="39241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l918"/>
            <p:cNvSpPr/>
            <p:nvPr/>
          </p:nvSpPr>
          <p:spPr>
            <a:xfrm>
              <a:off x="7649984" y="2672873"/>
              <a:ext cx="0" cy="542913"/>
            </a:xfrm>
            <a:custGeom>
              <a:avLst/>
              <a:pathLst>
                <a:path w="0" h="542913">
                  <a:moveTo>
                    <a:pt x="0" y="0"/>
                  </a:moveTo>
                  <a:lnTo>
                    <a:pt x="0" y="542913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7524763" y="2288501"/>
              <a:ext cx="250443" cy="384371"/>
            </a:xfrm>
            <a:custGeom>
              <a:avLst/>
              <a:pathLst>
                <a:path w="250443" h="384371">
                  <a:moveTo>
                    <a:pt x="0" y="0"/>
                  </a:moveTo>
                  <a:lnTo>
                    <a:pt x="0" y="384371"/>
                  </a:lnTo>
                  <a:lnTo>
                    <a:pt x="250443" y="384371"/>
                  </a:lnTo>
                  <a:lnTo>
                    <a:pt x="25044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1" name="pl920"/>
            <p:cNvSpPr/>
            <p:nvPr/>
          </p:nvSpPr>
          <p:spPr>
            <a:xfrm>
              <a:off x="7524763" y="2447611"/>
              <a:ext cx="250443" cy="0"/>
            </a:xfrm>
            <a:custGeom>
              <a:avLst/>
              <a:pathLst>
                <a:path w="250443" h="0">
                  <a:moveTo>
                    <a:pt x="0" y="0"/>
                  </a:moveTo>
                  <a:lnTo>
                    <a:pt x="25044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2316943" y="2173131"/>
              <a:ext cx="5259306" cy="751248"/>
            </a:xfrm>
            <a:custGeom>
              <a:avLst/>
              <a:pathLst>
                <a:path w="5259306" h="751248">
                  <a:moveTo>
                    <a:pt x="0" y="375277"/>
                  </a:moveTo>
                  <a:lnTo>
                    <a:pt x="1302304" y="339263"/>
                  </a:lnTo>
                  <a:lnTo>
                    <a:pt x="2504431" y="283874"/>
                  </a:lnTo>
                  <a:lnTo>
                    <a:pt x="4007090" y="149249"/>
                  </a:lnTo>
                  <a:lnTo>
                    <a:pt x="5259306" y="0"/>
                  </a:lnTo>
                  <a:lnTo>
                    <a:pt x="5259306" y="336764"/>
                  </a:lnTo>
                  <a:lnTo>
                    <a:pt x="4007090" y="375553"/>
                  </a:lnTo>
                  <a:lnTo>
                    <a:pt x="2504431" y="466574"/>
                  </a:lnTo>
                  <a:lnTo>
                    <a:pt x="1302304" y="591703"/>
                  </a:lnTo>
                  <a:lnTo>
                    <a:pt x="0" y="751248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3" name="pl922"/>
            <p:cNvSpPr/>
            <p:nvPr/>
          </p:nvSpPr>
          <p:spPr>
            <a:xfrm>
              <a:off x="2316943" y="2173131"/>
              <a:ext cx="5259306" cy="375277"/>
            </a:xfrm>
            <a:custGeom>
              <a:avLst/>
              <a:pathLst>
                <a:path w="5259306" h="375277">
                  <a:moveTo>
                    <a:pt x="0" y="375277"/>
                  </a:moveTo>
                  <a:lnTo>
                    <a:pt x="1302304" y="339263"/>
                  </a:lnTo>
                  <a:lnTo>
                    <a:pt x="2504431" y="283874"/>
                  </a:lnTo>
                  <a:lnTo>
                    <a:pt x="4007090" y="149249"/>
                  </a:lnTo>
                  <a:lnTo>
                    <a:pt x="525930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4" name="pl923"/>
            <p:cNvSpPr/>
            <p:nvPr/>
          </p:nvSpPr>
          <p:spPr>
            <a:xfrm>
              <a:off x="2316943" y="2509895"/>
              <a:ext cx="5259306" cy="414484"/>
            </a:xfrm>
            <a:custGeom>
              <a:avLst/>
              <a:pathLst>
                <a:path w="5259306" h="414484">
                  <a:moveTo>
                    <a:pt x="5259306" y="0"/>
                  </a:moveTo>
                  <a:lnTo>
                    <a:pt x="4007090" y="38789"/>
                  </a:lnTo>
                  <a:lnTo>
                    <a:pt x="2504431" y="129809"/>
                  </a:lnTo>
                  <a:lnTo>
                    <a:pt x="1302304" y="254938"/>
                  </a:lnTo>
                  <a:lnTo>
                    <a:pt x="0" y="4144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2316943" y="2330000"/>
              <a:ext cx="5259306" cy="680982"/>
            </a:xfrm>
            <a:custGeom>
              <a:avLst/>
              <a:pathLst>
                <a:path w="5259306" h="680982">
                  <a:moveTo>
                    <a:pt x="0" y="365278"/>
                  </a:moveTo>
                  <a:lnTo>
                    <a:pt x="1302304" y="322361"/>
                  </a:lnTo>
                  <a:lnTo>
                    <a:pt x="2504431" y="264296"/>
                  </a:lnTo>
                  <a:lnTo>
                    <a:pt x="4007090" y="137131"/>
                  </a:lnTo>
                  <a:lnTo>
                    <a:pt x="5259306" y="0"/>
                  </a:lnTo>
                  <a:lnTo>
                    <a:pt x="5259306" y="281773"/>
                  </a:lnTo>
                  <a:lnTo>
                    <a:pt x="4007090" y="326662"/>
                  </a:lnTo>
                  <a:lnTo>
                    <a:pt x="2504431" y="417922"/>
                  </a:lnTo>
                  <a:lnTo>
                    <a:pt x="1302304" y="534597"/>
                  </a:lnTo>
                  <a:lnTo>
                    <a:pt x="0" y="680982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26" name="pl925"/>
            <p:cNvSpPr/>
            <p:nvPr/>
          </p:nvSpPr>
          <p:spPr>
            <a:xfrm>
              <a:off x="2316943" y="2330000"/>
              <a:ext cx="5259306" cy="365278"/>
            </a:xfrm>
            <a:custGeom>
              <a:avLst/>
              <a:pathLst>
                <a:path w="5259306" h="365278">
                  <a:moveTo>
                    <a:pt x="0" y="365278"/>
                  </a:moveTo>
                  <a:lnTo>
                    <a:pt x="1302304" y="322361"/>
                  </a:lnTo>
                  <a:lnTo>
                    <a:pt x="2504431" y="264296"/>
                  </a:lnTo>
                  <a:lnTo>
                    <a:pt x="4007090" y="137131"/>
                  </a:lnTo>
                  <a:lnTo>
                    <a:pt x="525930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7" name="pl926"/>
            <p:cNvSpPr/>
            <p:nvPr/>
          </p:nvSpPr>
          <p:spPr>
            <a:xfrm>
              <a:off x="2316943" y="2611773"/>
              <a:ext cx="5259306" cy="399209"/>
            </a:xfrm>
            <a:custGeom>
              <a:avLst/>
              <a:pathLst>
                <a:path w="5259306" h="399209">
                  <a:moveTo>
                    <a:pt x="5259306" y="0"/>
                  </a:moveTo>
                  <a:lnTo>
                    <a:pt x="4007090" y="44888"/>
                  </a:lnTo>
                  <a:lnTo>
                    <a:pt x="2504431" y="136149"/>
                  </a:lnTo>
                  <a:lnTo>
                    <a:pt x="1302304" y="252823"/>
                  </a:lnTo>
                  <a:lnTo>
                    <a:pt x="0" y="3992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28" name="pl927"/>
            <p:cNvSpPr/>
            <p:nvPr/>
          </p:nvSpPr>
          <p:spPr>
            <a:xfrm>
              <a:off x="2316943" y="2341513"/>
              <a:ext cx="5259306" cy="394880"/>
            </a:xfrm>
            <a:custGeom>
              <a:avLst/>
              <a:pathLst>
                <a:path w="5259306" h="394880">
                  <a:moveTo>
                    <a:pt x="0" y="394880"/>
                  </a:moveTo>
                  <a:lnTo>
                    <a:pt x="1302304" y="297100"/>
                  </a:lnTo>
                  <a:lnTo>
                    <a:pt x="2504431" y="206842"/>
                  </a:lnTo>
                  <a:lnTo>
                    <a:pt x="4007090" y="94019"/>
                  </a:lnTo>
                  <a:lnTo>
                    <a:pt x="5259306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8"/>
            <p:cNvSpPr/>
            <p:nvPr/>
          </p:nvSpPr>
          <p:spPr>
            <a:xfrm>
              <a:off x="2316943" y="2470887"/>
              <a:ext cx="5259306" cy="382243"/>
            </a:xfrm>
            <a:custGeom>
              <a:avLst/>
              <a:pathLst>
                <a:path w="5259306" h="382243">
                  <a:moveTo>
                    <a:pt x="0" y="382243"/>
                  </a:moveTo>
                  <a:lnTo>
                    <a:pt x="1302304" y="287592"/>
                  </a:lnTo>
                  <a:lnTo>
                    <a:pt x="2504431" y="200222"/>
                  </a:lnTo>
                  <a:lnTo>
                    <a:pt x="4007090" y="91010"/>
                  </a:lnTo>
                  <a:lnTo>
                    <a:pt x="5259306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tx929"/>
            <p:cNvSpPr/>
            <p:nvPr/>
          </p:nvSpPr>
          <p:spPr>
            <a:xfrm>
              <a:off x="2316943" y="1204217"/>
              <a:ext cx="200774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Aboveground: Slope=0.0666, P = 0.028</a:t>
              </a:r>
            </a:p>
          </p:txBody>
        </p:sp>
        <p:sp>
          <p:nvSpPr>
            <p:cNvPr id="931" name="tx930"/>
            <p:cNvSpPr/>
            <p:nvPr/>
          </p:nvSpPr>
          <p:spPr>
            <a:xfrm>
              <a:off x="2316943" y="1430166"/>
              <a:ext cx="199503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Belowground: Slope=0.0644, P = 0.017</a:t>
              </a:r>
            </a:p>
          </p:txBody>
        </p:sp>
        <p:sp>
          <p:nvSpPr>
            <p:cNvPr id="932" name="tx931"/>
            <p:cNvSpPr/>
            <p:nvPr/>
          </p:nvSpPr>
          <p:spPr>
            <a:xfrm>
              <a:off x="3986223" y="1599628"/>
              <a:ext cx="13331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***</a:t>
              </a:r>
            </a:p>
          </p:txBody>
        </p:sp>
        <p:sp>
          <p:nvSpPr>
            <p:cNvPr id="933" name="tx932"/>
            <p:cNvSpPr/>
            <p:nvPr/>
          </p:nvSpPr>
          <p:spPr>
            <a:xfrm>
              <a:off x="5722163" y="1203537"/>
              <a:ext cx="13331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***</a:t>
              </a:r>
            </a:p>
          </p:txBody>
        </p:sp>
        <p:sp>
          <p:nvSpPr>
            <p:cNvPr id="934" name="tx933"/>
            <p:cNvSpPr/>
            <p:nvPr/>
          </p:nvSpPr>
          <p:spPr>
            <a:xfrm>
              <a:off x="7502543" y="1175974"/>
              <a:ext cx="4443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*</a:t>
              </a:r>
            </a:p>
          </p:txBody>
        </p:sp>
        <p:sp>
          <p:nvSpPr>
            <p:cNvPr id="935" name="rc934"/>
            <p:cNvSpPr/>
            <p:nvPr/>
          </p:nvSpPr>
          <p:spPr>
            <a:xfrm>
              <a:off x="1715530" y="1132253"/>
              <a:ext cx="6412849" cy="296558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36" name="pl935"/>
            <p:cNvSpPr/>
            <p:nvPr/>
          </p:nvSpPr>
          <p:spPr>
            <a:xfrm>
              <a:off x="1715530" y="1132253"/>
              <a:ext cx="0" cy="2965581"/>
            </a:xfrm>
            <a:custGeom>
              <a:avLst/>
              <a:pathLst>
                <a:path w="0" h="2965581">
                  <a:moveTo>
                    <a:pt x="0" y="2965581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tx936"/>
            <p:cNvSpPr/>
            <p:nvPr/>
          </p:nvSpPr>
          <p:spPr>
            <a:xfrm>
              <a:off x="1435340" y="3901936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938" name="tx937"/>
            <p:cNvSpPr/>
            <p:nvPr/>
          </p:nvSpPr>
          <p:spPr>
            <a:xfrm>
              <a:off x="1435340" y="3337063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939" name="tx938"/>
            <p:cNvSpPr/>
            <p:nvPr/>
          </p:nvSpPr>
          <p:spPr>
            <a:xfrm>
              <a:off x="1435340" y="2772190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940" name="tx939"/>
            <p:cNvSpPr/>
            <p:nvPr/>
          </p:nvSpPr>
          <p:spPr>
            <a:xfrm>
              <a:off x="1435340" y="2207318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941" name="tx940"/>
            <p:cNvSpPr/>
            <p:nvPr/>
          </p:nvSpPr>
          <p:spPr>
            <a:xfrm>
              <a:off x="1435340" y="1642445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942" name="tx941"/>
            <p:cNvSpPr/>
            <p:nvPr/>
          </p:nvSpPr>
          <p:spPr>
            <a:xfrm>
              <a:off x="1435340" y="1077572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943" name="pl942"/>
            <p:cNvSpPr/>
            <p:nvPr/>
          </p:nvSpPr>
          <p:spPr>
            <a:xfrm>
              <a:off x="1677572" y="395661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3"/>
            <p:cNvSpPr/>
            <p:nvPr/>
          </p:nvSpPr>
          <p:spPr>
            <a:xfrm>
              <a:off x="1677572" y="339174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l944"/>
            <p:cNvSpPr/>
            <p:nvPr/>
          </p:nvSpPr>
          <p:spPr>
            <a:xfrm>
              <a:off x="1677572" y="282687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l945"/>
            <p:cNvSpPr/>
            <p:nvPr/>
          </p:nvSpPr>
          <p:spPr>
            <a:xfrm>
              <a:off x="1677572" y="226199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l946"/>
            <p:cNvSpPr/>
            <p:nvPr/>
          </p:nvSpPr>
          <p:spPr>
            <a:xfrm>
              <a:off x="1677572" y="169712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l947"/>
            <p:cNvSpPr/>
            <p:nvPr/>
          </p:nvSpPr>
          <p:spPr>
            <a:xfrm>
              <a:off x="1677572" y="113225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l948"/>
            <p:cNvSpPr/>
            <p:nvPr/>
          </p:nvSpPr>
          <p:spPr>
            <a:xfrm>
              <a:off x="1715530" y="4097835"/>
              <a:ext cx="6412849" cy="0"/>
            </a:xfrm>
            <a:custGeom>
              <a:avLst/>
              <a:pathLst>
                <a:path w="6412849" h="0">
                  <a:moveTo>
                    <a:pt x="0" y="0"/>
                  </a:moveTo>
                  <a:lnTo>
                    <a:pt x="6412849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l949"/>
            <p:cNvSpPr/>
            <p:nvPr/>
          </p:nvSpPr>
          <p:spPr>
            <a:xfrm>
              <a:off x="2316943" y="40978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l950"/>
            <p:cNvSpPr/>
            <p:nvPr/>
          </p:nvSpPr>
          <p:spPr>
            <a:xfrm>
              <a:off x="4052883" y="40978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l951"/>
            <p:cNvSpPr/>
            <p:nvPr/>
          </p:nvSpPr>
          <p:spPr>
            <a:xfrm>
              <a:off x="5788823" y="40978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l952"/>
            <p:cNvSpPr/>
            <p:nvPr/>
          </p:nvSpPr>
          <p:spPr>
            <a:xfrm>
              <a:off x="7524763" y="4097835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tx953"/>
            <p:cNvSpPr/>
            <p:nvPr/>
          </p:nvSpPr>
          <p:spPr>
            <a:xfrm>
              <a:off x="2274561" y="4166159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955" name="tx954"/>
            <p:cNvSpPr/>
            <p:nvPr/>
          </p:nvSpPr>
          <p:spPr>
            <a:xfrm>
              <a:off x="4010501" y="4166159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956" name="tx955"/>
            <p:cNvSpPr/>
            <p:nvPr/>
          </p:nvSpPr>
          <p:spPr>
            <a:xfrm>
              <a:off x="5746440" y="4166159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957" name="tx956"/>
            <p:cNvSpPr/>
            <p:nvPr/>
          </p:nvSpPr>
          <p:spPr>
            <a:xfrm>
              <a:off x="7482380" y="4166159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958" name="tx957"/>
            <p:cNvSpPr/>
            <p:nvPr/>
          </p:nvSpPr>
          <p:spPr>
            <a:xfrm rot="-5400000">
              <a:off x="705455" y="2555837"/>
              <a:ext cx="1119499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Gini Coefficient</a:t>
              </a:r>
            </a:p>
          </p:txBody>
        </p:sp>
        <p:sp>
          <p:nvSpPr>
            <p:cNvPr id="959" name="tx958"/>
            <p:cNvSpPr/>
            <p:nvPr/>
          </p:nvSpPr>
          <p:spPr>
            <a:xfrm>
              <a:off x="1020466" y="984669"/>
              <a:ext cx="217170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</a:t>
              </a:r>
            </a:p>
          </p:txBody>
        </p:sp>
        <p:sp>
          <p:nvSpPr>
            <p:cNvPr id="960" name="rc959"/>
            <p:cNvSpPr/>
            <p:nvPr/>
          </p:nvSpPr>
          <p:spPr>
            <a:xfrm>
              <a:off x="965010" y="4334476"/>
              <a:ext cx="3611836" cy="386981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1" name="rc960"/>
            <p:cNvSpPr/>
            <p:nvPr/>
          </p:nvSpPr>
          <p:spPr>
            <a:xfrm>
              <a:off x="4576846" y="4334476"/>
              <a:ext cx="3602143" cy="386981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2" name="rc961"/>
            <p:cNvSpPr/>
            <p:nvPr/>
          </p:nvSpPr>
          <p:spPr>
            <a:xfrm>
              <a:off x="1715530" y="4527025"/>
              <a:ext cx="2810705" cy="29655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1926288" y="693420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2108788" y="729094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1902036" y="71829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2107972" y="682205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1953038" y="63695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2094024" y="66633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1951765" y="707061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2101189" y="70535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1893448" y="71007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2116089" y="713168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1913714" y="717774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2121159" y="719655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1931983" y="72261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2069808" y="72313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1894587" y="72382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2065750" y="726063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1903776" y="63949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2117703" y="572038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1905229" y="70902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2077911" y="71382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1916418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2084352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1954820" y="715250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2114627" y="714863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1952406" y="68814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2076240" y="70907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1933267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2119650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1922088" y="685926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2101799" y="72217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1908887" y="72660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2106205" y="72287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1912170" y="65949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2069689" y="724548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1953254" y="703551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2114783" y="71419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1915750" y="714347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2073868" y="714586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1912394" y="693801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2121204" y="70405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1952877" y="69738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2093939" y="709570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1940435" y="72730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2051033" y="719956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1898086" y="682645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2121402" y="698034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1900311" y="699464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2109092" y="64970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1937121" y="726129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2057047" y="729173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1901640" y="675921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2106578" y="728901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1945319" y="66605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2097644" y="691495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1899410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2098818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1901039" y="733153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2085975" y="731366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1917814" y="72148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2079767" y="71419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1944343" y="718578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2080964" y="71658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1917861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2082382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1905242" y="73400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2069164" y="731758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1913859" y="66939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2059054" y="59383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1905646" y="707996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2100289" y="703730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1948403" y="716367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2050879" y="72498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1925249" y="65240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2118066" y="672498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1911536" y="65347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2059622" y="65021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1913141" y="628650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2073165" y="613612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1958162" y="71742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2111836" y="710176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1923553" y="715085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2115685" y="719973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1944601" y="675888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2066990" y="691202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1933215" y="67793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2050586" y="62470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1891405" y="708257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2058067" y="670681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1907261" y="68612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2067028" y="68955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1956526" y="72695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2069956" y="688042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1917402" y="720411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2075000" y="657722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1916527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2110276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1904856" y="689151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2117104" y="675202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1948583" y="688356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2095011" y="67994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1936855" y="73393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2081582" y="732976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1916536" y="68255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2075627" y="660521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7" name="pt1066"/>
            <p:cNvSpPr/>
            <p:nvPr/>
          </p:nvSpPr>
          <p:spPr>
            <a:xfrm>
              <a:off x="1908388" y="681720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2082951" y="70758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69" name="pt1068"/>
            <p:cNvSpPr/>
            <p:nvPr/>
          </p:nvSpPr>
          <p:spPr>
            <a:xfrm>
              <a:off x="1960441" y="583700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0" name="pt1069"/>
            <p:cNvSpPr/>
            <p:nvPr/>
          </p:nvSpPr>
          <p:spPr>
            <a:xfrm>
              <a:off x="2111817" y="538404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1" name="pt1070"/>
            <p:cNvSpPr/>
            <p:nvPr/>
          </p:nvSpPr>
          <p:spPr>
            <a:xfrm>
              <a:off x="1952043" y="69814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2" name="pt1071"/>
            <p:cNvSpPr/>
            <p:nvPr/>
          </p:nvSpPr>
          <p:spPr>
            <a:xfrm>
              <a:off x="2073740" y="642752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3" name="pt1072"/>
            <p:cNvSpPr/>
            <p:nvPr/>
          </p:nvSpPr>
          <p:spPr>
            <a:xfrm>
              <a:off x="1907868" y="666561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4" name="pt1073"/>
            <p:cNvSpPr/>
            <p:nvPr/>
          </p:nvSpPr>
          <p:spPr>
            <a:xfrm>
              <a:off x="2077561" y="687692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5" name="pt1074"/>
            <p:cNvSpPr/>
            <p:nvPr/>
          </p:nvSpPr>
          <p:spPr>
            <a:xfrm>
              <a:off x="1922304" y="61713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6" name="pt1075"/>
            <p:cNvSpPr/>
            <p:nvPr/>
          </p:nvSpPr>
          <p:spPr>
            <a:xfrm>
              <a:off x="2047059" y="699262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7" name="pt1076"/>
            <p:cNvSpPr/>
            <p:nvPr/>
          </p:nvSpPr>
          <p:spPr>
            <a:xfrm>
              <a:off x="1910860" y="619995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8" name="pt1077"/>
            <p:cNvSpPr/>
            <p:nvPr/>
          </p:nvSpPr>
          <p:spPr>
            <a:xfrm>
              <a:off x="2089377" y="65399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79" name="pt1078"/>
            <p:cNvSpPr/>
            <p:nvPr/>
          </p:nvSpPr>
          <p:spPr>
            <a:xfrm>
              <a:off x="1935442" y="69099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0" name="pt1079"/>
            <p:cNvSpPr/>
            <p:nvPr/>
          </p:nvSpPr>
          <p:spPr>
            <a:xfrm>
              <a:off x="2094973" y="706505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1" name="pt1080"/>
            <p:cNvSpPr/>
            <p:nvPr/>
          </p:nvSpPr>
          <p:spPr>
            <a:xfrm>
              <a:off x="1889371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2" name="pt1081"/>
            <p:cNvSpPr/>
            <p:nvPr/>
          </p:nvSpPr>
          <p:spPr>
            <a:xfrm>
              <a:off x="2045400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3" name="pt1082"/>
            <p:cNvSpPr/>
            <p:nvPr/>
          </p:nvSpPr>
          <p:spPr>
            <a:xfrm>
              <a:off x="1942736" y="70831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4" name="pt1083"/>
            <p:cNvSpPr/>
            <p:nvPr/>
          </p:nvSpPr>
          <p:spPr>
            <a:xfrm>
              <a:off x="2080688" y="709657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5" name="pt1084"/>
            <p:cNvSpPr/>
            <p:nvPr/>
          </p:nvSpPr>
          <p:spPr>
            <a:xfrm>
              <a:off x="1930995" y="69733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6" name="pt1085"/>
            <p:cNvSpPr/>
            <p:nvPr/>
          </p:nvSpPr>
          <p:spPr>
            <a:xfrm>
              <a:off x="2097925" y="69892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7" name="pt1086"/>
            <p:cNvSpPr/>
            <p:nvPr/>
          </p:nvSpPr>
          <p:spPr>
            <a:xfrm>
              <a:off x="1901652" y="662445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8" name="pt1087"/>
            <p:cNvSpPr/>
            <p:nvPr/>
          </p:nvSpPr>
          <p:spPr>
            <a:xfrm>
              <a:off x="2121826" y="707190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89" name="pt1088"/>
            <p:cNvSpPr/>
            <p:nvPr/>
          </p:nvSpPr>
          <p:spPr>
            <a:xfrm>
              <a:off x="1928830" y="620667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0" name="pt1089"/>
            <p:cNvSpPr/>
            <p:nvPr/>
          </p:nvSpPr>
          <p:spPr>
            <a:xfrm>
              <a:off x="2085321" y="671242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1" name="pt1090"/>
            <p:cNvSpPr/>
            <p:nvPr/>
          </p:nvSpPr>
          <p:spPr>
            <a:xfrm>
              <a:off x="1936786" y="71495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2" name="pt1091"/>
            <p:cNvSpPr/>
            <p:nvPr/>
          </p:nvSpPr>
          <p:spPr>
            <a:xfrm>
              <a:off x="2099033" y="69381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3" name="pt1092"/>
            <p:cNvSpPr/>
            <p:nvPr/>
          </p:nvSpPr>
          <p:spPr>
            <a:xfrm>
              <a:off x="1924976" y="71705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4" name="pt1093"/>
            <p:cNvSpPr/>
            <p:nvPr/>
          </p:nvSpPr>
          <p:spPr>
            <a:xfrm>
              <a:off x="2065546" y="70796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5" name="pt1094"/>
            <p:cNvSpPr/>
            <p:nvPr/>
          </p:nvSpPr>
          <p:spPr>
            <a:xfrm>
              <a:off x="1908502" y="70408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2064684" y="71175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7" name="pt1096"/>
            <p:cNvSpPr/>
            <p:nvPr/>
          </p:nvSpPr>
          <p:spPr>
            <a:xfrm>
              <a:off x="1908830" y="67134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8" name="pt1097"/>
            <p:cNvSpPr/>
            <p:nvPr/>
          </p:nvSpPr>
          <p:spPr>
            <a:xfrm>
              <a:off x="2093992" y="708572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099" name="pt1098"/>
            <p:cNvSpPr/>
            <p:nvPr/>
          </p:nvSpPr>
          <p:spPr>
            <a:xfrm>
              <a:off x="1908219" y="70810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0" name="pt1099"/>
            <p:cNvSpPr/>
            <p:nvPr/>
          </p:nvSpPr>
          <p:spPr>
            <a:xfrm>
              <a:off x="2116860" y="717168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1" name="pt1100"/>
            <p:cNvSpPr/>
            <p:nvPr/>
          </p:nvSpPr>
          <p:spPr>
            <a:xfrm>
              <a:off x="1917726" y="670998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2" name="pt1101"/>
            <p:cNvSpPr/>
            <p:nvPr/>
          </p:nvSpPr>
          <p:spPr>
            <a:xfrm>
              <a:off x="2097052" y="69660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3" name="pt1102"/>
            <p:cNvSpPr/>
            <p:nvPr/>
          </p:nvSpPr>
          <p:spPr>
            <a:xfrm>
              <a:off x="1903448" y="684531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4" name="pt1103"/>
            <p:cNvSpPr/>
            <p:nvPr/>
          </p:nvSpPr>
          <p:spPr>
            <a:xfrm>
              <a:off x="2076606" y="70347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5" name="pt1104"/>
            <p:cNvSpPr/>
            <p:nvPr/>
          </p:nvSpPr>
          <p:spPr>
            <a:xfrm>
              <a:off x="1910605" y="71830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6" name="pt1105"/>
            <p:cNvSpPr/>
            <p:nvPr/>
          </p:nvSpPr>
          <p:spPr>
            <a:xfrm>
              <a:off x="2103403" y="667215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7" name="pt1106"/>
            <p:cNvSpPr/>
            <p:nvPr/>
          </p:nvSpPr>
          <p:spPr>
            <a:xfrm>
              <a:off x="1929317" y="71626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8" name="pt1107"/>
            <p:cNvSpPr/>
            <p:nvPr/>
          </p:nvSpPr>
          <p:spPr>
            <a:xfrm>
              <a:off x="2064203" y="700760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09" name="pt1108"/>
            <p:cNvSpPr/>
            <p:nvPr/>
          </p:nvSpPr>
          <p:spPr>
            <a:xfrm>
              <a:off x="1895575" y="722389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0" name="pt1109"/>
            <p:cNvSpPr/>
            <p:nvPr/>
          </p:nvSpPr>
          <p:spPr>
            <a:xfrm>
              <a:off x="2100515" y="725195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1" name="pt1110"/>
            <p:cNvSpPr/>
            <p:nvPr/>
          </p:nvSpPr>
          <p:spPr>
            <a:xfrm>
              <a:off x="1952786" y="714809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2" name="pt1111"/>
            <p:cNvSpPr/>
            <p:nvPr/>
          </p:nvSpPr>
          <p:spPr>
            <a:xfrm>
              <a:off x="2087289" y="704338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3" name="pt1112"/>
            <p:cNvSpPr/>
            <p:nvPr/>
          </p:nvSpPr>
          <p:spPr>
            <a:xfrm>
              <a:off x="1904514" y="71355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4" name="pt1113"/>
            <p:cNvSpPr/>
            <p:nvPr/>
          </p:nvSpPr>
          <p:spPr>
            <a:xfrm>
              <a:off x="2061737" y="709682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5" name="pt1114"/>
            <p:cNvSpPr/>
            <p:nvPr/>
          </p:nvSpPr>
          <p:spPr>
            <a:xfrm>
              <a:off x="1901540" y="69769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6" name="pt1115"/>
            <p:cNvSpPr/>
            <p:nvPr/>
          </p:nvSpPr>
          <p:spPr>
            <a:xfrm>
              <a:off x="2122759" y="71243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1897811" y="694953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2122421" y="716972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19" name="pt1118"/>
            <p:cNvSpPr/>
            <p:nvPr/>
          </p:nvSpPr>
          <p:spPr>
            <a:xfrm>
              <a:off x="1893828" y="687836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2050170" y="71015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1927823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2" name="pt1121"/>
            <p:cNvSpPr/>
            <p:nvPr/>
          </p:nvSpPr>
          <p:spPr>
            <a:xfrm>
              <a:off x="2046327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1939292" y="65822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4" name="pt1123"/>
            <p:cNvSpPr/>
            <p:nvPr/>
          </p:nvSpPr>
          <p:spPr>
            <a:xfrm>
              <a:off x="2080849" y="718811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5" name="pt1124"/>
            <p:cNvSpPr/>
            <p:nvPr/>
          </p:nvSpPr>
          <p:spPr>
            <a:xfrm>
              <a:off x="1964739" y="732290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6" name="pt1125"/>
            <p:cNvSpPr/>
            <p:nvPr/>
          </p:nvSpPr>
          <p:spPr>
            <a:xfrm>
              <a:off x="2075253" y="72637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7" name="pt1126"/>
            <p:cNvSpPr/>
            <p:nvPr/>
          </p:nvSpPr>
          <p:spPr>
            <a:xfrm>
              <a:off x="1913150" y="71893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8" name="pt1127"/>
            <p:cNvSpPr/>
            <p:nvPr/>
          </p:nvSpPr>
          <p:spPr>
            <a:xfrm>
              <a:off x="2082737" y="713797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29" name="pt1128"/>
            <p:cNvSpPr/>
            <p:nvPr/>
          </p:nvSpPr>
          <p:spPr>
            <a:xfrm>
              <a:off x="1954577" y="70931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0" name="pt1129"/>
            <p:cNvSpPr/>
            <p:nvPr/>
          </p:nvSpPr>
          <p:spPr>
            <a:xfrm>
              <a:off x="2106518" y="715365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1" name="pt1130"/>
            <p:cNvSpPr/>
            <p:nvPr/>
          </p:nvSpPr>
          <p:spPr>
            <a:xfrm>
              <a:off x="1945497" y="714465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2" name="pt1131"/>
            <p:cNvSpPr/>
            <p:nvPr/>
          </p:nvSpPr>
          <p:spPr>
            <a:xfrm>
              <a:off x="2048647" y="715886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3" name="pt1132"/>
            <p:cNvSpPr/>
            <p:nvPr/>
          </p:nvSpPr>
          <p:spPr>
            <a:xfrm>
              <a:off x="1957948" y="60319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4" name="pt1133"/>
            <p:cNvSpPr/>
            <p:nvPr/>
          </p:nvSpPr>
          <p:spPr>
            <a:xfrm>
              <a:off x="2076266" y="623781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5" name="pt1134"/>
            <p:cNvSpPr/>
            <p:nvPr/>
          </p:nvSpPr>
          <p:spPr>
            <a:xfrm>
              <a:off x="1941086" y="68209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6" name="pt1135"/>
            <p:cNvSpPr/>
            <p:nvPr/>
          </p:nvSpPr>
          <p:spPr>
            <a:xfrm>
              <a:off x="2055819" y="66438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7" name="pt1136"/>
            <p:cNvSpPr/>
            <p:nvPr/>
          </p:nvSpPr>
          <p:spPr>
            <a:xfrm>
              <a:off x="1908481" y="646760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8" name="pt1137"/>
            <p:cNvSpPr/>
            <p:nvPr/>
          </p:nvSpPr>
          <p:spPr>
            <a:xfrm>
              <a:off x="2086592" y="59456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39" name="pt1138"/>
            <p:cNvSpPr/>
            <p:nvPr/>
          </p:nvSpPr>
          <p:spPr>
            <a:xfrm>
              <a:off x="1913000" y="641153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0" name="pt1139"/>
            <p:cNvSpPr/>
            <p:nvPr/>
          </p:nvSpPr>
          <p:spPr>
            <a:xfrm>
              <a:off x="2085586" y="641113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1" name="pt1140"/>
            <p:cNvSpPr/>
            <p:nvPr/>
          </p:nvSpPr>
          <p:spPr>
            <a:xfrm>
              <a:off x="1896297" y="64370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2" name="pt1141"/>
            <p:cNvSpPr/>
            <p:nvPr/>
          </p:nvSpPr>
          <p:spPr>
            <a:xfrm>
              <a:off x="2048571" y="613117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3" name="pt1142"/>
            <p:cNvSpPr/>
            <p:nvPr/>
          </p:nvSpPr>
          <p:spPr>
            <a:xfrm>
              <a:off x="1917447" y="706035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4" name="pt1143"/>
            <p:cNvSpPr/>
            <p:nvPr/>
          </p:nvSpPr>
          <p:spPr>
            <a:xfrm>
              <a:off x="2088827" y="71982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5" name="pt1144"/>
            <p:cNvSpPr/>
            <p:nvPr/>
          </p:nvSpPr>
          <p:spPr>
            <a:xfrm>
              <a:off x="1901639" y="68539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6" name="pt1145"/>
            <p:cNvSpPr/>
            <p:nvPr/>
          </p:nvSpPr>
          <p:spPr>
            <a:xfrm>
              <a:off x="2062840" y="71011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7" name="pt1146"/>
            <p:cNvSpPr/>
            <p:nvPr/>
          </p:nvSpPr>
          <p:spPr>
            <a:xfrm>
              <a:off x="1964387" y="58341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8" name="pt1147"/>
            <p:cNvSpPr/>
            <p:nvPr/>
          </p:nvSpPr>
          <p:spPr>
            <a:xfrm>
              <a:off x="2103317" y="680333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49" name="pt1148"/>
            <p:cNvSpPr/>
            <p:nvPr/>
          </p:nvSpPr>
          <p:spPr>
            <a:xfrm>
              <a:off x="1919696" y="73354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0" name="pt1149"/>
            <p:cNvSpPr/>
            <p:nvPr/>
          </p:nvSpPr>
          <p:spPr>
            <a:xfrm>
              <a:off x="2111953" y="728416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1" name="pt1150"/>
            <p:cNvSpPr/>
            <p:nvPr/>
          </p:nvSpPr>
          <p:spPr>
            <a:xfrm>
              <a:off x="3006342" y="68758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2" name="pt1151"/>
            <p:cNvSpPr/>
            <p:nvPr/>
          </p:nvSpPr>
          <p:spPr>
            <a:xfrm>
              <a:off x="3167709" y="700386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3" name="pt1152"/>
            <p:cNvSpPr/>
            <p:nvPr/>
          </p:nvSpPr>
          <p:spPr>
            <a:xfrm>
              <a:off x="3031551" y="71861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4" name="pt1153"/>
            <p:cNvSpPr/>
            <p:nvPr/>
          </p:nvSpPr>
          <p:spPr>
            <a:xfrm>
              <a:off x="3192988" y="728892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5" name="pt1154"/>
            <p:cNvSpPr/>
            <p:nvPr/>
          </p:nvSpPr>
          <p:spPr>
            <a:xfrm>
              <a:off x="3044453" y="72879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6" name="pt1155"/>
            <p:cNvSpPr/>
            <p:nvPr/>
          </p:nvSpPr>
          <p:spPr>
            <a:xfrm>
              <a:off x="3191962" y="72772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7" name="pt1156"/>
            <p:cNvSpPr/>
            <p:nvPr/>
          </p:nvSpPr>
          <p:spPr>
            <a:xfrm>
              <a:off x="3016156" y="68871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8" name="pt1157"/>
            <p:cNvSpPr/>
            <p:nvPr/>
          </p:nvSpPr>
          <p:spPr>
            <a:xfrm>
              <a:off x="3170516" y="694936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59" name="pt1158"/>
            <p:cNvSpPr/>
            <p:nvPr/>
          </p:nvSpPr>
          <p:spPr>
            <a:xfrm>
              <a:off x="3006992" y="723723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0" name="pt1159"/>
            <p:cNvSpPr/>
            <p:nvPr/>
          </p:nvSpPr>
          <p:spPr>
            <a:xfrm>
              <a:off x="3135069" y="72413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1" name="pt1160"/>
            <p:cNvSpPr/>
            <p:nvPr/>
          </p:nvSpPr>
          <p:spPr>
            <a:xfrm>
              <a:off x="3043864" y="727326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2" name="pt1161"/>
            <p:cNvSpPr/>
            <p:nvPr/>
          </p:nvSpPr>
          <p:spPr>
            <a:xfrm>
              <a:off x="3194396" y="731135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3" name="pt1162"/>
            <p:cNvSpPr/>
            <p:nvPr/>
          </p:nvSpPr>
          <p:spPr>
            <a:xfrm>
              <a:off x="2982103" y="730505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4" name="pt1163"/>
            <p:cNvSpPr/>
            <p:nvPr/>
          </p:nvSpPr>
          <p:spPr>
            <a:xfrm>
              <a:off x="3134938" y="728380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5" name="pt1164"/>
            <p:cNvSpPr/>
            <p:nvPr/>
          </p:nvSpPr>
          <p:spPr>
            <a:xfrm>
              <a:off x="2986307" y="705308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6" name="pt1165"/>
            <p:cNvSpPr/>
            <p:nvPr/>
          </p:nvSpPr>
          <p:spPr>
            <a:xfrm>
              <a:off x="3203033" y="71754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7" name="pt1166"/>
            <p:cNvSpPr/>
            <p:nvPr/>
          </p:nvSpPr>
          <p:spPr>
            <a:xfrm>
              <a:off x="3038622" y="71977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8" name="pt1167"/>
            <p:cNvSpPr/>
            <p:nvPr/>
          </p:nvSpPr>
          <p:spPr>
            <a:xfrm>
              <a:off x="3203144" y="72881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69" name="pt1168"/>
            <p:cNvSpPr/>
            <p:nvPr/>
          </p:nvSpPr>
          <p:spPr>
            <a:xfrm>
              <a:off x="3011478" y="72418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0" name="pt1169"/>
            <p:cNvSpPr/>
            <p:nvPr/>
          </p:nvSpPr>
          <p:spPr>
            <a:xfrm>
              <a:off x="3153410" y="72651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1" name="pt1170"/>
            <p:cNvSpPr/>
            <p:nvPr/>
          </p:nvSpPr>
          <p:spPr>
            <a:xfrm>
              <a:off x="3012537" y="727648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2" name="pt1171"/>
            <p:cNvSpPr/>
            <p:nvPr/>
          </p:nvSpPr>
          <p:spPr>
            <a:xfrm>
              <a:off x="3186502" y="728991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3" name="pt1172"/>
            <p:cNvSpPr/>
            <p:nvPr/>
          </p:nvSpPr>
          <p:spPr>
            <a:xfrm>
              <a:off x="3016634" y="72740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4" name="pt1173"/>
            <p:cNvSpPr/>
            <p:nvPr/>
          </p:nvSpPr>
          <p:spPr>
            <a:xfrm>
              <a:off x="3157044" y="728984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5" name="pt1174"/>
            <p:cNvSpPr/>
            <p:nvPr/>
          </p:nvSpPr>
          <p:spPr>
            <a:xfrm>
              <a:off x="2975549" y="71029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6" name="pt1175"/>
            <p:cNvSpPr/>
            <p:nvPr/>
          </p:nvSpPr>
          <p:spPr>
            <a:xfrm>
              <a:off x="3140907" y="718666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7" name="pt1176"/>
            <p:cNvSpPr/>
            <p:nvPr/>
          </p:nvSpPr>
          <p:spPr>
            <a:xfrm>
              <a:off x="3006394" y="700290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8" name="pt1177"/>
            <p:cNvSpPr/>
            <p:nvPr/>
          </p:nvSpPr>
          <p:spPr>
            <a:xfrm>
              <a:off x="3128592" y="718611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79" name="pt1178"/>
            <p:cNvSpPr/>
            <p:nvPr/>
          </p:nvSpPr>
          <p:spPr>
            <a:xfrm>
              <a:off x="3026484" y="70895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0" name="pt1179"/>
            <p:cNvSpPr/>
            <p:nvPr/>
          </p:nvSpPr>
          <p:spPr>
            <a:xfrm>
              <a:off x="3128863" y="721320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1" name="pt1180"/>
            <p:cNvSpPr/>
            <p:nvPr/>
          </p:nvSpPr>
          <p:spPr>
            <a:xfrm>
              <a:off x="3024599" y="72215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2" name="pt1181"/>
            <p:cNvSpPr/>
            <p:nvPr/>
          </p:nvSpPr>
          <p:spPr>
            <a:xfrm>
              <a:off x="3203214" y="722395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3" name="pt1182"/>
            <p:cNvSpPr/>
            <p:nvPr/>
          </p:nvSpPr>
          <p:spPr>
            <a:xfrm>
              <a:off x="2972049" y="71068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4" name="pt1183"/>
            <p:cNvSpPr/>
            <p:nvPr/>
          </p:nvSpPr>
          <p:spPr>
            <a:xfrm>
              <a:off x="3169593" y="708893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5" name="pt1184"/>
            <p:cNvSpPr/>
            <p:nvPr/>
          </p:nvSpPr>
          <p:spPr>
            <a:xfrm>
              <a:off x="3011121" y="723388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6" name="pt1185"/>
            <p:cNvSpPr/>
            <p:nvPr/>
          </p:nvSpPr>
          <p:spPr>
            <a:xfrm>
              <a:off x="3203082" y="72764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7" name="pt1186"/>
            <p:cNvSpPr/>
            <p:nvPr/>
          </p:nvSpPr>
          <p:spPr>
            <a:xfrm>
              <a:off x="2972450" y="71555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8" name="pt1187"/>
            <p:cNvSpPr/>
            <p:nvPr/>
          </p:nvSpPr>
          <p:spPr>
            <a:xfrm>
              <a:off x="3195103" y="71721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89" name="pt1188"/>
            <p:cNvSpPr/>
            <p:nvPr/>
          </p:nvSpPr>
          <p:spPr>
            <a:xfrm>
              <a:off x="3041128" y="72620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0" name="pt1189"/>
            <p:cNvSpPr/>
            <p:nvPr/>
          </p:nvSpPr>
          <p:spPr>
            <a:xfrm>
              <a:off x="3157469" y="73109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1" name="pt1190"/>
            <p:cNvSpPr/>
            <p:nvPr/>
          </p:nvSpPr>
          <p:spPr>
            <a:xfrm>
              <a:off x="2995255" y="724242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2" name="pt1191"/>
            <p:cNvSpPr/>
            <p:nvPr/>
          </p:nvSpPr>
          <p:spPr>
            <a:xfrm>
              <a:off x="3177104" y="731768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3" name="pt1192"/>
            <p:cNvSpPr/>
            <p:nvPr/>
          </p:nvSpPr>
          <p:spPr>
            <a:xfrm>
              <a:off x="3024224" y="722850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4" name="pt1193"/>
            <p:cNvSpPr/>
            <p:nvPr/>
          </p:nvSpPr>
          <p:spPr>
            <a:xfrm>
              <a:off x="3195005" y="72845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5" name="pt1194"/>
            <p:cNvSpPr/>
            <p:nvPr/>
          </p:nvSpPr>
          <p:spPr>
            <a:xfrm>
              <a:off x="3019204" y="66483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6" name="pt1195"/>
            <p:cNvSpPr/>
            <p:nvPr/>
          </p:nvSpPr>
          <p:spPr>
            <a:xfrm>
              <a:off x="3203800" y="68425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7" name="pt1196"/>
            <p:cNvSpPr/>
            <p:nvPr/>
          </p:nvSpPr>
          <p:spPr>
            <a:xfrm>
              <a:off x="2994396" y="72379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8" name="pt1197"/>
            <p:cNvSpPr/>
            <p:nvPr/>
          </p:nvSpPr>
          <p:spPr>
            <a:xfrm>
              <a:off x="3193175" y="73105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199" name="pt1198"/>
            <p:cNvSpPr/>
            <p:nvPr/>
          </p:nvSpPr>
          <p:spPr>
            <a:xfrm>
              <a:off x="3019424" y="68248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0" name="pt1199"/>
            <p:cNvSpPr/>
            <p:nvPr/>
          </p:nvSpPr>
          <p:spPr>
            <a:xfrm>
              <a:off x="3177858" y="665875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1" name="pt1200"/>
            <p:cNvSpPr/>
            <p:nvPr/>
          </p:nvSpPr>
          <p:spPr>
            <a:xfrm>
              <a:off x="3031350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2" name="pt1201"/>
            <p:cNvSpPr/>
            <p:nvPr/>
          </p:nvSpPr>
          <p:spPr>
            <a:xfrm>
              <a:off x="3161301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3" name="pt1202"/>
            <p:cNvSpPr/>
            <p:nvPr/>
          </p:nvSpPr>
          <p:spPr>
            <a:xfrm>
              <a:off x="3011329" y="695940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4" name="pt1203"/>
            <p:cNvSpPr/>
            <p:nvPr/>
          </p:nvSpPr>
          <p:spPr>
            <a:xfrm>
              <a:off x="3145712" y="72350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5" name="pt1204"/>
            <p:cNvSpPr/>
            <p:nvPr/>
          </p:nvSpPr>
          <p:spPr>
            <a:xfrm>
              <a:off x="3009721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6" name="pt1205"/>
            <p:cNvSpPr/>
            <p:nvPr/>
          </p:nvSpPr>
          <p:spPr>
            <a:xfrm>
              <a:off x="3148484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7" name="pt1206"/>
            <p:cNvSpPr/>
            <p:nvPr/>
          </p:nvSpPr>
          <p:spPr>
            <a:xfrm>
              <a:off x="3039346" y="72186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8" name="pt1207"/>
            <p:cNvSpPr/>
            <p:nvPr/>
          </p:nvSpPr>
          <p:spPr>
            <a:xfrm>
              <a:off x="3153024" y="718900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09" name="pt1208"/>
            <p:cNvSpPr/>
            <p:nvPr/>
          </p:nvSpPr>
          <p:spPr>
            <a:xfrm>
              <a:off x="2990591" y="73348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0" name="pt1209"/>
            <p:cNvSpPr/>
            <p:nvPr/>
          </p:nvSpPr>
          <p:spPr>
            <a:xfrm>
              <a:off x="3155441" y="73399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1" name="pt1210"/>
            <p:cNvSpPr/>
            <p:nvPr/>
          </p:nvSpPr>
          <p:spPr>
            <a:xfrm>
              <a:off x="2997268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2" name="pt1211"/>
            <p:cNvSpPr/>
            <p:nvPr/>
          </p:nvSpPr>
          <p:spPr>
            <a:xfrm>
              <a:off x="3152873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3" name="pt1212"/>
            <p:cNvSpPr/>
            <p:nvPr/>
          </p:nvSpPr>
          <p:spPr>
            <a:xfrm>
              <a:off x="3031562" y="67253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4" name="pt1213"/>
            <p:cNvSpPr/>
            <p:nvPr/>
          </p:nvSpPr>
          <p:spPr>
            <a:xfrm>
              <a:off x="3137845" y="67026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5" name="pt1214"/>
            <p:cNvSpPr/>
            <p:nvPr/>
          </p:nvSpPr>
          <p:spPr>
            <a:xfrm>
              <a:off x="2983350" y="73389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6" name="pt1215"/>
            <p:cNvSpPr/>
            <p:nvPr/>
          </p:nvSpPr>
          <p:spPr>
            <a:xfrm>
              <a:off x="3199708" y="73316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7" name="pt1216"/>
            <p:cNvSpPr/>
            <p:nvPr/>
          </p:nvSpPr>
          <p:spPr>
            <a:xfrm>
              <a:off x="2981136" y="69562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8" name="pt1217"/>
            <p:cNvSpPr/>
            <p:nvPr/>
          </p:nvSpPr>
          <p:spPr>
            <a:xfrm>
              <a:off x="3180163" y="657136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19" name="pt1218"/>
            <p:cNvSpPr/>
            <p:nvPr/>
          </p:nvSpPr>
          <p:spPr>
            <a:xfrm>
              <a:off x="3036290" y="71231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0" name="pt1219"/>
            <p:cNvSpPr/>
            <p:nvPr/>
          </p:nvSpPr>
          <p:spPr>
            <a:xfrm>
              <a:off x="3171050" y="709905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1" name="pt1220"/>
            <p:cNvSpPr/>
            <p:nvPr/>
          </p:nvSpPr>
          <p:spPr>
            <a:xfrm>
              <a:off x="3022876" y="65630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2" name="pt1221"/>
            <p:cNvSpPr/>
            <p:nvPr/>
          </p:nvSpPr>
          <p:spPr>
            <a:xfrm>
              <a:off x="3152735" y="647017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3" name="pt1222"/>
            <p:cNvSpPr/>
            <p:nvPr/>
          </p:nvSpPr>
          <p:spPr>
            <a:xfrm>
              <a:off x="3006359" y="73398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4" name="pt1223"/>
            <p:cNvSpPr/>
            <p:nvPr/>
          </p:nvSpPr>
          <p:spPr>
            <a:xfrm>
              <a:off x="3136746" y="73390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5" name="pt1224"/>
            <p:cNvSpPr/>
            <p:nvPr/>
          </p:nvSpPr>
          <p:spPr>
            <a:xfrm>
              <a:off x="2975417" y="706271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6" name="pt1225"/>
            <p:cNvSpPr/>
            <p:nvPr/>
          </p:nvSpPr>
          <p:spPr>
            <a:xfrm>
              <a:off x="3174021" y="710818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7" name="pt1226"/>
            <p:cNvSpPr/>
            <p:nvPr/>
          </p:nvSpPr>
          <p:spPr>
            <a:xfrm>
              <a:off x="2984730" y="723023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8" name="pt1227"/>
            <p:cNvSpPr/>
            <p:nvPr/>
          </p:nvSpPr>
          <p:spPr>
            <a:xfrm>
              <a:off x="3160665" y="717772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29" name="pt1228"/>
            <p:cNvSpPr/>
            <p:nvPr/>
          </p:nvSpPr>
          <p:spPr>
            <a:xfrm>
              <a:off x="2995376" y="714983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0" name="pt1229"/>
            <p:cNvSpPr/>
            <p:nvPr/>
          </p:nvSpPr>
          <p:spPr>
            <a:xfrm>
              <a:off x="3149467" y="72611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1" name="pt1230"/>
            <p:cNvSpPr/>
            <p:nvPr/>
          </p:nvSpPr>
          <p:spPr>
            <a:xfrm>
              <a:off x="3019979" y="703416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2" name="pt1231"/>
            <p:cNvSpPr/>
            <p:nvPr/>
          </p:nvSpPr>
          <p:spPr>
            <a:xfrm>
              <a:off x="3193750" y="72069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3" name="pt1232"/>
            <p:cNvSpPr/>
            <p:nvPr/>
          </p:nvSpPr>
          <p:spPr>
            <a:xfrm>
              <a:off x="3010887" y="711432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4" name="pt1233"/>
            <p:cNvSpPr/>
            <p:nvPr/>
          </p:nvSpPr>
          <p:spPr>
            <a:xfrm>
              <a:off x="3165748" y="695858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5" name="pt1234"/>
            <p:cNvSpPr/>
            <p:nvPr/>
          </p:nvSpPr>
          <p:spPr>
            <a:xfrm>
              <a:off x="3002490" y="72126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6" name="pt1235"/>
            <p:cNvSpPr/>
            <p:nvPr/>
          </p:nvSpPr>
          <p:spPr>
            <a:xfrm>
              <a:off x="3131156" y="724888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7" name="pt1236"/>
            <p:cNvSpPr/>
            <p:nvPr/>
          </p:nvSpPr>
          <p:spPr>
            <a:xfrm>
              <a:off x="3049350" y="69119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8" name="pt1237"/>
            <p:cNvSpPr/>
            <p:nvPr/>
          </p:nvSpPr>
          <p:spPr>
            <a:xfrm>
              <a:off x="3177973" y="704340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39" name="pt1238"/>
            <p:cNvSpPr/>
            <p:nvPr/>
          </p:nvSpPr>
          <p:spPr>
            <a:xfrm>
              <a:off x="3031718" y="692364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0" name="pt1239"/>
            <p:cNvSpPr/>
            <p:nvPr/>
          </p:nvSpPr>
          <p:spPr>
            <a:xfrm>
              <a:off x="3161376" y="650971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1" name="pt1240"/>
            <p:cNvSpPr/>
            <p:nvPr/>
          </p:nvSpPr>
          <p:spPr>
            <a:xfrm>
              <a:off x="3030237" y="712002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2" name="pt1241"/>
            <p:cNvSpPr/>
            <p:nvPr/>
          </p:nvSpPr>
          <p:spPr>
            <a:xfrm>
              <a:off x="3191101" y="71812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3" name="pt1242"/>
            <p:cNvSpPr/>
            <p:nvPr/>
          </p:nvSpPr>
          <p:spPr>
            <a:xfrm>
              <a:off x="3012823" y="67021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4" name="pt1243"/>
            <p:cNvSpPr/>
            <p:nvPr/>
          </p:nvSpPr>
          <p:spPr>
            <a:xfrm>
              <a:off x="3129477" y="67918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5" name="pt1244"/>
            <p:cNvSpPr/>
            <p:nvPr/>
          </p:nvSpPr>
          <p:spPr>
            <a:xfrm>
              <a:off x="3046429" y="710508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6" name="pt1245"/>
            <p:cNvSpPr/>
            <p:nvPr/>
          </p:nvSpPr>
          <p:spPr>
            <a:xfrm>
              <a:off x="3146266" y="706602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7" name="pt1246"/>
            <p:cNvSpPr/>
            <p:nvPr/>
          </p:nvSpPr>
          <p:spPr>
            <a:xfrm>
              <a:off x="3011072" y="660234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8" name="pt1247"/>
            <p:cNvSpPr/>
            <p:nvPr/>
          </p:nvSpPr>
          <p:spPr>
            <a:xfrm>
              <a:off x="3158104" y="68987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49" name="pt1248"/>
            <p:cNvSpPr/>
            <p:nvPr/>
          </p:nvSpPr>
          <p:spPr>
            <a:xfrm>
              <a:off x="3032926" y="70735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0" name="pt1249"/>
            <p:cNvSpPr/>
            <p:nvPr/>
          </p:nvSpPr>
          <p:spPr>
            <a:xfrm>
              <a:off x="3191356" y="716024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1" name="pt1250"/>
            <p:cNvSpPr/>
            <p:nvPr/>
          </p:nvSpPr>
          <p:spPr>
            <a:xfrm>
              <a:off x="3005993" y="721743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2" name="pt1251"/>
            <p:cNvSpPr/>
            <p:nvPr/>
          </p:nvSpPr>
          <p:spPr>
            <a:xfrm>
              <a:off x="3158598" y="726648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3" name="pt1252"/>
            <p:cNvSpPr/>
            <p:nvPr/>
          </p:nvSpPr>
          <p:spPr>
            <a:xfrm>
              <a:off x="3006945" y="655134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4" name="pt1253"/>
            <p:cNvSpPr/>
            <p:nvPr/>
          </p:nvSpPr>
          <p:spPr>
            <a:xfrm>
              <a:off x="3194927" y="633632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5" name="pt1254"/>
            <p:cNvSpPr/>
            <p:nvPr/>
          </p:nvSpPr>
          <p:spPr>
            <a:xfrm>
              <a:off x="3029827" y="63816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6" name="pt1255"/>
            <p:cNvSpPr/>
            <p:nvPr/>
          </p:nvSpPr>
          <p:spPr>
            <a:xfrm>
              <a:off x="3200047" y="559683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7" name="pt1256"/>
            <p:cNvSpPr/>
            <p:nvPr/>
          </p:nvSpPr>
          <p:spPr>
            <a:xfrm>
              <a:off x="3015158" y="66801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8" name="pt1257"/>
            <p:cNvSpPr/>
            <p:nvPr/>
          </p:nvSpPr>
          <p:spPr>
            <a:xfrm>
              <a:off x="3162691" y="696627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59" name="pt1258"/>
            <p:cNvSpPr/>
            <p:nvPr/>
          </p:nvSpPr>
          <p:spPr>
            <a:xfrm>
              <a:off x="3015306" y="71982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0" name="pt1259"/>
            <p:cNvSpPr/>
            <p:nvPr/>
          </p:nvSpPr>
          <p:spPr>
            <a:xfrm>
              <a:off x="3145909" y="719782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1" name="pt1260"/>
            <p:cNvSpPr/>
            <p:nvPr/>
          </p:nvSpPr>
          <p:spPr>
            <a:xfrm>
              <a:off x="3037386" y="720741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2" name="pt1261"/>
            <p:cNvSpPr/>
            <p:nvPr/>
          </p:nvSpPr>
          <p:spPr>
            <a:xfrm>
              <a:off x="3183205" y="71328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3" name="pt1262"/>
            <p:cNvSpPr/>
            <p:nvPr/>
          </p:nvSpPr>
          <p:spPr>
            <a:xfrm>
              <a:off x="3043167" y="722151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4" name="pt1263"/>
            <p:cNvSpPr/>
            <p:nvPr/>
          </p:nvSpPr>
          <p:spPr>
            <a:xfrm>
              <a:off x="3189735" y="723237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5" name="pt1264"/>
            <p:cNvSpPr/>
            <p:nvPr/>
          </p:nvSpPr>
          <p:spPr>
            <a:xfrm>
              <a:off x="3027498" y="684645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6" name="pt1265"/>
            <p:cNvSpPr/>
            <p:nvPr/>
          </p:nvSpPr>
          <p:spPr>
            <a:xfrm>
              <a:off x="3186769" y="672343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7" name="pt1266"/>
            <p:cNvSpPr/>
            <p:nvPr/>
          </p:nvSpPr>
          <p:spPr>
            <a:xfrm>
              <a:off x="3009058" y="72620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8" name="pt1267"/>
            <p:cNvSpPr/>
            <p:nvPr/>
          </p:nvSpPr>
          <p:spPr>
            <a:xfrm>
              <a:off x="3152214" y="733174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69" name="pt1268"/>
            <p:cNvSpPr/>
            <p:nvPr/>
          </p:nvSpPr>
          <p:spPr>
            <a:xfrm>
              <a:off x="2985203" y="71151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0" name="pt1269"/>
            <p:cNvSpPr/>
            <p:nvPr/>
          </p:nvSpPr>
          <p:spPr>
            <a:xfrm>
              <a:off x="3150408" y="70921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1" name="pt1270"/>
            <p:cNvSpPr/>
            <p:nvPr/>
          </p:nvSpPr>
          <p:spPr>
            <a:xfrm>
              <a:off x="3034584" y="722592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2" name="pt1271"/>
            <p:cNvSpPr/>
            <p:nvPr/>
          </p:nvSpPr>
          <p:spPr>
            <a:xfrm>
              <a:off x="3204667" y="72957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3" name="pt1272"/>
            <p:cNvSpPr/>
            <p:nvPr/>
          </p:nvSpPr>
          <p:spPr>
            <a:xfrm>
              <a:off x="3030979" y="681590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4" name="pt1273"/>
            <p:cNvSpPr/>
            <p:nvPr/>
          </p:nvSpPr>
          <p:spPr>
            <a:xfrm>
              <a:off x="3177762" y="69069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5" name="pt1274"/>
            <p:cNvSpPr/>
            <p:nvPr/>
          </p:nvSpPr>
          <p:spPr>
            <a:xfrm>
              <a:off x="2992725" y="69915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6" name="pt1275"/>
            <p:cNvSpPr/>
            <p:nvPr/>
          </p:nvSpPr>
          <p:spPr>
            <a:xfrm>
              <a:off x="3200050" y="706782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7" name="pt1276"/>
            <p:cNvSpPr/>
            <p:nvPr/>
          </p:nvSpPr>
          <p:spPr>
            <a:xfrm>
              <a:off x="3043422" y="71308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8" name="pt1277"/>
            <p:cNvSpPr/>
            <p:nvPr/>
          </p:nvSpPr>
          <p:spPr>
            <a:xfrm>
              <a:off x="3198203" y="713615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79" name="pt1278"/>
            <p:cNvSpPr/>
            <p:nvPr/>
          </p:nvSpPr>
          <p:spPr>
            <a:xfrm>
              <a:off x="3002691" y="69866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0" name="pt1279"/>
            <p:cNvSpPr/>
            <p:nvPr/>
          </p:nvSpPr>
          <p:spPr>
            <a:xfrm>
              <a:off x="3165631" y="707087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1" name="pt1280"/>
            <p:cNvSpPr/>
            <p:nvPr/>
          </p:nvSpPr>
          <p:spPr>
            <a:xfrm>
              <a:off x="2998997" y="721015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2" name="pt1281"/>
            <p:cNvSpPr/>
            <p:nvPr/>
          </p:nvSpPr>
          <p:spPr>
            <a:xfrm>
              <a:off x="3155571" y="72716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3" name="pt1282"/>
            <p:cNvSpPr/>
            <p:nvPr/>
          </p:nvSpPr>
          <p:spPr>
            <a:xfrm>
              <a:off x="3039997" y="675538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4" name="pt1283"/>
            <p:cNvSpPr/>
            <p:nvPr/>
          </p:nvSpPr>
          <p:spPr>
            <a:xfrm>
              <a:off x="3165040" y="714861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5" name="pt1284"/>
            <p:cNvSpPr/>
            <p:nvPr/>
          </p:nvSpPr>
          <p:spPr>
            <a:xfrm>
              <a:off x="3012633" y="689126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6" name="pt1285"/>
            <p:cNvSpPr/>
            <p:nvPr/>
          </p:nvSpPr>
          <p:spPr>
            <a:xfrm>
              <a:off x="3137544" y="71984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7" name="pt1286"/>
            <p:cNvSpPr/>
            <p:nvPr/>
          </p:nvSpPr>
          <p:spPr>
            <a:xfrm>
              <a:off x="3022039" y="71894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8" name="pt1287"/>
            <p:cNvSpPr/>
            <p:nvPr/>
          </p:nvSpPr>
          <p:spPr>
            <a:xfrm>
              <a:off x="3183923" y="72857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89" name="pt1288"/>
            <p:cNvSpPr/>
            <p:nvPr/>
          </p:nvSpPr>
          <p:spPr>
            <a:xfrm>
              <a:off x="3032637" y="68058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0" name="pt1289"/>
            <p:cNvSpPr/>
            <p:nvPr/>
          </p:nvSpPr>
          <p:spPr>
            <a:xfrm>
              <a:off x="3131312" y="61263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1" name="pt1290"/>
            <p:cNvSpPr/>
            <p:nvPr/>
          </p:nvSpPr>
          <p:spPr>
            <a:xfrm>
              <a:off x="3026358" y="715805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2" name="pt1291"/>
            <p:cNvSpPr/>
            <p:nvPr/>
          </p:nvSpPr>
          <p:spPr>
            <a:xfrm>
              <a:off x="3139882" y="72495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3" name="pt1292"/>
            <p:cNvSpPr/>
            <p:nvPr/>
          </p:nvSpPr>
          <p:spPr>
            <a:xfrm>
              <a:off x="3005654" y="725460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4" name="pt1293"/>
            <p:cNvSpPr/>
            <p:nvPr/>
          </p:nvSpPr>
          <p:spPr>
            <a:xfrm>
              <a:off x="3130303" y="719998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5" name="pt1294"/>
            <p:cNvSpPr/>
            <p:nvPr/>
          </p:nvSpPr>
          <p:spPr>
            <a:xfrm>
              <a:off x="2984569" y="59496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6" name="pt1295"/>
            <p:cNvSpPr/>
            <p:nvPr/>
          </p:nvSpPr>
          <p:spPr>
            <a:xfrm>
              <a:off x="3163589" y="593845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7" name="pt1296"/>
            <p:cNvSpPr/>
            <p:nvPr/>
          </p:nvSpPr>
          <p:spPr>
            <a:xfrm>
              <a:off x="3043929" y="71090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8" name="pt1297"/>
            <p:cNvSpPr/>
            <p:nvPr/>
          </p:nvSpPr>
          <p:spPr>
            <a:xfrm>
              <a:off x="3133656" y="694701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299" name="pt1298"/>
            <p:cNvSpPr/>
            <p:nvPr/>
          </p:nvSpPr>
          <p:spPr>
            <a:xfrm>
              <a:off x="2992158" y="722991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0" name="pt1299"/>
            <p:cNvSpPr/>
            <p:nvPr/>
          </p:nvSpPr>
          <p:spPr>
            <a:xfrm>
              <a:off x="3168635" y="677580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1" name="pt1300"/>
            <p:cNvSpPr/>
            <p:nvPr/>
          </p:nvSpPr>
          <p:spPr>
            <a:xfrm>
              <a:off x="3011775" y="729184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2" name="pt1301"/>
            <p:cNvSpPr/>
            <p:nvPr/>
          </p:nvSpPr>
          <p:spPr>
            <a:xfrm>
              <a:off x="3187149" y="72784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3" name="pt1302"/>
            <p:cNvSpPr/>
            <p:nvPr/>
          </p:nvSpPr>
          <p:spPr>
            <a:xfrm>
              <a:off x="3029314" y="677841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4" name="pt1303"/>
            <p:cNvSpPr/>
            <p:nvPr/>
          </p:nvSpPr>
          <p:spPr>
            <a:xfrm>
              <a:off x="3153400" y="710873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5" name="pt1304"/>
            <p:cNvSpPr/>
            <p:nvPr/>
          </p:nvSpPr>
          <p:spPr>
            <a:xfrm>
              <a:off x="3017913" y="71659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6" name="pt1305"/>
            <p:cNvSpPr/>
            <p:nvPr/>
          </p:nvSpPr>
          <p:spPr>
            <a:xfrm>
              <a:off x="3155996" y="712465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7" name="pt1306"/>
            <p:cNvSpPr/>
            <p:nvPr/>
          </p:nvSpPr>
          <p:spPr>
            <a:xfrm>
              <a:off x="3040211" y="69988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8" name="pt1307"/>
            <p:cNvSpPr/>
            <p:nvPr/>
          </p:nvSpPr>
          <p:spPr>
            <a:xfrm>
              <a:off x="3130580" y="69595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09" name="pt1308"/>
            <p:cNvSpPr/>
            <p:nvPr/>
          </p:nvSpPr>
          <p:spPr>
            <a:xfrm>
              <a:off x="3021236" y="650819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0" name="pt1309"/>
            <p:cNvSpPr/>
            <p:nvPr/>
          </p:nvSpPr>
          <p:spPr>
            <a:xfrm>
              <a:off x="3159752" y="67274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1" name="pt1310"/>
            <p:cNvSpPr/>
            <p:nvPr/>
          </p:nvSpPr>
          <p:spPr>
            <a:xfrm>
              <a:off x="3035657" y="711963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2" name="pt1311"/>
            <p:cNvSpPr/>
            <p:nvPr/>
          </p:nvSpPr>
          <p:spPr>
            <a:xfrm>
              <a:off x="3194429" y="697486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3" name="pt1312"/>
            <p:cNvSpPr/>
            <p:nvPr/>
          </p:nvSpPr>
          <p:spPr>
            <a:xfrm>
              <a:off x="3001985" y="725085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4" name="pt1313"/>
            <p:cNvSpPr/>
            <p:nvPr/>
          </p:nvSpPr>
          <p:spPr>
            <a:xfrm>
              <a:off x="3152042" y="716520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5" name="pt1314"/>
            <p:cNvSpPr/>
            <p:nvPr/>
          </p:nvSpPr>
          <p:spPr>
            <a:xfrm>
              <a:off x="2983562" y="69514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6" name="pt1315"/>
            <p:cNvSpPr/>
            <p:nvPr/>
          </p:nvSpPr>
          <p:spPr>
            <a:xfrm>
              <a:off x="3182433" y="694998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7" name="pt1316"/>
            <p:cNvSpPr/>
            <p:nvPr/>
          </p:nvSpPr>
          <p:spPr>
            <a:xfrm>
              <a:off x="3033830" y="688366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8" name="pt1317"/>
            <p:cNvSpPr/>
            <p:nvPr/>
          </p:nvSpPr>
          <p:spPr>
            <a:xfrm>
              <a:off x="3146074" y="676145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19" name="pt1318"/>
            <p:cNvSpPr/>
            <p:nvPr/>
          </p:nvSpPr>
          <p:spPr>
            <a:xfrm>
              <a:off x="3022325" y="65787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0" name="pt1319"/>
            <p:cNvSpPr/>
            <p:nvPr/>
          </p:nvSpPr>
          <p:spPr>
            <a:xfrm>
              <a:off x="3154265" y="68931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1" name="pt1320"/>
            <p:cNvSpPr/>
            <p:nvPr/>
          </p:nvSpPr>
          <p:spPr>
            <a:xfrm>
              <a:off x="2982902" y="57468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2" name="pt1321"/>
            <p:cNvSpPr/>
            <p:nvPr/>
          </p:nvSpPr>
          <p:spPr>
            <a:xfrm>
              <a:off x="3171425" y="51075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3" name="pt1322"/>
            <p:cNvSpPr/>
            <p:nvPr/>
          </p:nvSpPr>
          <p:spPr>
            <a:xfrm>
              <a:off x="3015371" y="722571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4" name="pt1323"/>
            <p:cNvSpPr/>
            <p:nvPr/>
          </p:nvSpPr>
          <p:spPr>
            <a:xfrm>
              <a:off x="3154550" y="724747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5" name="pt1324"/>
            <p:cNvSpPr/>
            <p:nvPr/>
          </p:nvSpPr>
          <p:spPr>
            <a:xfrm>
              <a:off x="2991749" y="708796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6" name="pt1325"/>
            <p:cNvSpPr/>
            <p:nvPr/>
          </p:nvSpPr>
          <p:spPr>
            <a:xfrm>
              <a:off x="3170537" y="70044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7" name="pt1326"/>
            <p:cNvSpPr/>
            <p:nvPr/>
          </p:nvSpPr>
          <p:spPr>
            <a:xfrm>
              <a:off x="3033232" y="714619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8" name="pt1327"/>
            <p:cNvSpPr/>
            <p:nvPr/>
          </p:nvSpPr>
          <p:spPr>
            <a:xfrm>
              <a:off x="3130664" y="69089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29" name="pt1328"/>
            <p:cNvSpPr/>
            <p:nvPr/>
          </p:nvSpPr>
          <p:spPr>
            <a:xfrm>
              <a:off x="3046034" y="68487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0" name="pt1329"/>
            <p:cNvSpPr/>
            <p:nvPr/>
          </p:nvSpPr>
          <p:spPr>
            <a:xfrm>
              <a:off x="3201849" y="632443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1" name="pt1330"/>
            <p:cNvSpPr/>
            <p:nvPr/>
          </p:nvSpPr>
          <p:spPr>
            <a:xfrm>
              <a:off x="2998872" y="61954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2" name="pt1331"/>
            <p:cNvSpPr/>
            <p:nvPr/>
          </p:nvSpPr>
          <p:spPr>
            <a:xfrm>
              <a:off x="3154111" y="61611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3" name="pt1332"/>
            <p:cNvSpPr/>
            <p:nvPr/>
          </p:nvSpPr>
          <p:spPr>
            <a:xfrm>
              <a:off x="3020238" y="70325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4" name="pt1333"/>
            <p:cNvSpPr/>
            <p:nvPr/>
          </p:nvSpPr>
          <p:spPr>
            <a:xfrm>
              <a:off x="3133972" y="653558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5" name="pt1334"/>
            <p:cNvSpPr/>
            <p:nvPr/>
          </p:nvSpPr>
          <p:spPr>
            <a:xfrm>
              <a:off x="2996414" y="712455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6" name="pt1335"/>
            <p:cNvSpPr/>
            <p:nvPr/>
          </p:nvSpPr>
          <p:spPr>
            <a:xfrm>
              <a:off x="3181482" y="716012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7" name="pt1336"/>
            <p:cNvSpPr/>
            <p:nvPr/>
          </p:nvSpPr>
          <p:spPr>
            <a:xfrm>
              <a:off x="2989500" y="731843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8" name="pt1337"/>
            <p:cNvSpPr/>
            <p:nvPr/>
          </p:nvSpPr>
          <p:spPr>
            <a:xfrm>
              <a:off x="3179806" y="730357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39" name="pt1338"/>
            <p:cNvSpPr/>
            <p:nvPr/>
          </p:nvSpPr>
          <p:spPr>
            <a:xfrm>
              <a:off x="3023265" y="73324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0" name="pt1339"/>
            <p:cNvSpPr/>
            <p:nvPr/>
          </p:nvSpPr>
          <p:spPr>
            <a:xfrm>
              <a:off x="3198067" y="718573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1" name="pt1340"/>
            <p:cNvSpPr/>
            <p:nvPr/>
          </p:nvSpPr>
          <p:spPr>
            <a:xfrm>
              <a:off x="3049291" y="68505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2" name="pt1341"/>
            <p:cNvSpPr/>
            <p:nvPr/>
          </p:nvSpPr>
          <p:spPr>
            <a:xfrm>
              <a:off x="3193784" y="677365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3" name="pt1342"/>
            <p:cNvSpPr/>
            <p:nvPr/>
          </p:nvSpPr>
          <p:spPr>
            <a:xfrm>
              <a:off x="3004451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4" name="pt1343"/>
            <p:cNvSpPr/>
            <p:nvPr/>
          </p:nvSpPr>
          <p:spPr>
            <a:xfrm>
              <a:off x="3163192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5" name="pt1344"/>
            <p:cNvSpPr/>
            <p:nvPr/>
          </p:nvSpPr>
          <p:spPr>
            <a:xfrm>
              <a:off x="3034398" y="691859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6" name="pt1345"/>
            <p:cNvSpPr/>
            <p:nvPr/>
          </p:nvSpPr>
          <p:spPr>
            <a:xfrm>
              <a:off x="3157348" y="703890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7" name="pt1346"/>
            <p:cNvSpPr/>
            <p:nvPr/>
          </p:nvSpPr>
          <p:spPr>
            <a:xfrm>
              <a:off x="2982427" y="68104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8" name="pt1347"/>
            <p:cNvSpPr/>
            <p:nvPr/>
          </p:nvSpPr>
          <p:spPr>
            <a:xfrm>
              <a:off x="3172700" y="656710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49" name="pt1348"/>
            <p:cNvSpPr/>
            <p:nvPr/>
          </p:nvSpPr>
          <p:spPr>
            <a:xfrm>
              <a:off x="2978799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0" name="pt1349"/>
            <p:cNvSpPr/>
            <p:nvPr/>
          </p:nvSpPr>
          <p:spPr>
            <a:xfrm>
              <a:off x="3133244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1" name="pt1350"/>
            <p:cNvSpPr/>
            <p:nvPr/>
          </p:nvSpPr>
          <p:spPr>
            <a:xfrm>
              <a:off x="3040173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2" name="pt1351"/>
            <p:cNvSpPr/>
            <p:nvPr/>
          </p:nvSpPr>
          <p:spPr>
            <a:xfrm>
              <a:off x="3157989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3" name="pt1352"/>
            <p:cNvSpPr/>
            <p:nvPr/>
          </p:nvSpPr>
          <p:spPr>
            <a:xfrm>
              <a:off x="4089626" y="714343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4" name="pt1353"/>
            <p:cNvSpPr/>
            <p:nvPr/>
          </p:nvSpPr>
          <p:spPr>
            <a:xfrm>
              <a:off x="4248082" y="69997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5" name="pt1354"/>
            <p:cNvSpPr/>
            <p:nvPr/>
          </p:nvSpPr>
          <p:spPr>
            <a:xfrm>
              <a:off x="4105607" y="728085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6" name="pt1355"/>
            <p:cNvSpPr/>
            <p:nvPr/>
          </p:nvSpPr>
          <p:spPr>
            <a:xfrm>
              <a:off x="4238716" y="728728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7" name="pt1356"/>
            <p:cNvSpPr/>
            <p:nvPr/>
          </p:nvSpPr>
          <p:spPr>
            <a:xfrm>
              <a:off x="4108697" y="723437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8" name="pt1357"/>
            <p:cNvSpPr/>
            <p:nvPr/>
          </p:nvSpPr>
          <p:spPr>
            <a:xfrm>
              <a:off x="4249583" y="719945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59" name="pt1358"/>
            <p:cNvSpPr/>
            <p:nvPr/>
          </p:nvSpPr>
          <p:spPr>
            <a:xfrm>
              <a:off x="4059295" y="719305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0" name="pt1359"/>
            <p:cNvSpPr/>
            <p:nvPr/>
          </p:nvSpPr>
          <p:spPr>
            <a:xfrm>
              <a:off x="4281441" y="724115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1" name="pt1360"/>
            <p:cNvSpPr/>
            <p:nvPr/>
          </p:nvSpPr>
          <p:spPr>
            <a:xfrm>
              <a:off x="4069475" y="70858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2" name="pt1361"/>
            <p:cNvSpPr/>
            <p:nvPr/>
          </p:nvSpPr>
          <p:spPr>
            <a:xfrm>
              <a:off x="4218897" y="70298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3" name="pt1362"/>
            <p:cNvSpPr/>
            <p:nvPr/>
          </p:nvSpPr>
          <p:spPr>
            <a:xfrm>
              <a:off x="4127333" y="698686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4" name="pt1363"/>
            <p:cNvSpPr/>
            <p:nvPr/>
          </p:nvSpPr>
          <p:spPr>
            <a:xfrm>
              <a:off x="4270805" y="69869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5" name="pt1364"/>
            <p:cNvSpPr/>
            <p:nvPr/>
          </p:nvSpPr>
          <p:spPr>
            <a:xfrm>
              <a:off x="4131794" y="73017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6" name="pt1365"/>
            <p:cNvSpPr/>
            <p:nvPr/>
          </p:nvSpPr>
          <p:spPr>
            <a:xfrm>
              <a:off x="4231487" y="732068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7" name="pt1366"/>
            <p:cNvSpPr/>
            <p:nvPr/>
          </p:nvSpPr>
          <p:spPr>
            <a:xfrm>
              <a:off x="4111424" y="727619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8" name="pt1367"/>
            <p:cNvSpPr/>
            <p:nvPr/>
          </p:nvSpPr>
          <p:spPr>
            <a:xfrm>
              <a:off x="4214529" y="72790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69" name="pt1368"/>
            <p:cNvSpPr/>
            <p:nvPr/>
          </p:nvSpPr>
          <p:spPr>
            <a:xfrm>
              <a:off x="4079872" y="724964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0" name="pt1369"/>
            <p:cNvSpPr/>
            <p:nvPr/>
          </p:nvSpPr>
          <p:spPr>
            <a:xfrm>
              <a:off x="4219887" y="72178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1" name="pt1370"/>
            <p:cNvSpPr/>
            <p:nvPr/>
          </p:nvSpPr>
          <p:spPr>
            <a:xfrm>
              <a:off x="4068012" y="72790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2" name="pt1371"/>
            <p:cNvSpPr/>
            <p:nvPr/>
          </p:nvSpPr>
          <p:spPr>
            <a:xfrm>
              <a:off x="4258946" y="729378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3" name="pt1372"/>
            <p:cNvSpPr/>
            <p:nvPr/>
          </p:nvSpPr>
          <p:spPr>
            <a:xfrm>
              <a:off x="4055403" y="73224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4" name="pt1373"/>
            <p:cNvSpPr/>
            <p:nvPr/>
          </p:nvSpPr>
          <p:spPr>
            <a:xfrm>
              <a:off x="4227767" y="733967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5" name="pt1374"/>
            <p:cNvSpPr/>
            <p:nvPr/>
          </p:nvSpPr>
          <p:spPr>
            <a:xfrm>
              <a:off x="4080068" y="73329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6" name="pt1375"/>
            <p:cNvSpPr/>
            <p:nvPr/>
          </p:nvSpPr>
          <p:spPr>
            <a:xfrm>
              <a:off x="4244210" y="73286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7" name="pt1376"/>
            <p:cNvSpPr/>
            <p:nvPr/>
          </p:nvSpPr>
          <p:spPr>
            <a:xfrm>
              <a:off x="4072055" y="732134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8" name="pt1377"/>
            <p:cNvSpPr/>
            <p:nvPr/>
          </p:nvSpPr>
          <p:spPr>
            <a:xfrm>
              <a:off x="4225968" y="73303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79" name="pt1378"/>
            <p:cNvSpPr/>
            <p:nvPr/>
          </p:nvSpPr>
          <p:spPr>
            <a:xfrm>
              <a:off x="4130206" y="72834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0" name="pt1379"/>
            <p:cNvSpPr/>
            <p:nvPr/>
          </p:nvSpPr>
          <p:spPr>
            <a:xfrm>
              <a:off x="4261669" y="732228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1" name="pt1380"/>
            <p:cNvSpPr/>
            <p:nvPr/>
          </p:nvSpPr>
          <p:spPr>
            <a:xfrm>
              <a:off x="4101244" y="715630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2" name="pt1381"/>
            <p:cNvSpPr/>
            <p:nvPr/>
          </p:nvSpPr>
          <p:spPr>
            <a:xfrm>
              <a:off x="4255488" y="72169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3" name="pt1382"/>
            <p:cNvSpPr/>
            <p:nvPr/>
          </p:nvSpPr>
          <p:spPr>
            <a:xfrm>
              <a:off x="4092691" y="73003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4" name="pt1383"/>
            <p:cNvSpPr/>
            <p:nvPr/>
          </p:nvSpPr>
          <p:spPr>
            <a:xfrm>
              <a:off x="4253806" y="728894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5" name="pt1384"/>
            <p:cNvSpPr/>
            <p:nvPr/>
          </p:nvSpPr>
          <p:spPr>
            <a:xfrm>
              <a:off x="4100011" y="733537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6" name="pt1385"/>
            <p:cNvSpPr/>
            <p:nvPr/>
          </p:nvSpPr>
          <p:spPr>
            <a:xfrm>
              <a:off x="4283533" y="732710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7" name="pt1386"/>
            <p:cNvSpPr/>
            <p:nvPr/>
          </p:nvSpPr>
          <p:spPr>
            <a:xfrm>
              <a:off x="4127443" y="73141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8" name="pt1387"/>
            <p:cNvSpPr/>
            <p:nvPr/>
          </p:nvSpPr>
          <p:spPr>
            <a:xfrm>
              <a:off x="4263115" y="704271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89" name="pt1388"/>
            <p:cNvSpPr/>
            <p:nvPr/>
          </p:nvSpPr>
          <p:spPr>
            <a:xfrm>
              <a:off x="4095404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0" name="pt1389"/>
            <p:cNvSpPr/>
            <p:nvPr/>
          </p:nvSpPr>
          <p:spPr>
            <a:xfrm>
              <a:off x="4231428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1" name="pt1390"/>
            <p:cNvSpPr/>
            <p:nvPr/>
          </p:nvSpPr>
          <p:spPr>
            <a:xfrm>
              <a:off x="4086052" y="73014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2" name="pt1391"/>
            <p:cNvSpPr/>
            <p:nvPr/>
          </p:nvSpPr>
          <p:spPr>
            <a:xfrm>
              <a:off x="4224755" y="73278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3" name="pt1392"/>
            <p:cNvSpPr/>
            <p:nvPr/>
          </p:nvSpPr>
          <p:spPr>
            <a:xfrm>
              <a:off x="4080129" y="71798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4" name="pt1393"/>
            <p:cNvSpPr/>
            <p:nvPr/>
          </p:nvSpPr>
          <p:spPr>
            <a:xfrm>
              <a:off x="4228335" y="70641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5" name="pt1394"/>
            <p:cNvSpPr/>
            <p:nvPr/>
          </p:nvSpPr>
          <p:spPr>
            <a:xfrm>
              <a:off x="4118337" y="69459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6" name="pt1395"/>
            <p:cNvSpPr/>
            <p:nvPr/>
          </p:nvSpPr>
          <p:spPr>
            <a:xfrm>
              <a:off x="4223077" y="70096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7" name="pt1396"/>
            <p:cNvSpPr/>
            <p:nvPr/>
          </p:nvSpPr>
          <p:spPr>
            <a:xfrm>
              <a:off x="4118929" y="731721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8" name="pt1397"/>
            <p:cNvSpPr/>
            <p:nvPr/>
          </p:nvSpPr>
          <p:spPr>
            <a:xfrm>
              <a:off x="4281482" y="729076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399" name="pt1398"/>
            <p:cNvSpPr/>
            <p:nvPr/>
          </p:nvSpPr>
          <p:spPr>
            <a:xfrm>
              <a:off x="4088659" y="72773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0" name="pt1399"/>
            <p:cNvSpPr/>
            <p:nvPr/>
          </p:nvSpPr>
          <p:spPr>
            <a:xfrm>
              <a:off x="4258018" y="729982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1" name="pt1400"/>
            <p:cNvSpPr/>
            <p:nvPr/>
          </p:nvSpPr>
          <p:spPr>
            <a:xfrm>
              <a:off x="4060795" y="73131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2" name="pt1401"/>
            <p:cNvSpPr/>
            <p:nvPr/>
          </p:nvSpPr>
          <p:spPr>
            <a:xfrm>
              <a:off x="4283843" y="726631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3" name="pt1402"/>
            <p:cNvSpPr/>
            <p:nvPr/>
          </p:nvSpPr>
          <p:spPr>
            <a:xfrm>
              <a:off x="4123396" y="733262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4" name="pt1403"/>
            <p:cNvSpPr/>
            <p:nvPr/>
          </p:nvSpPr>
          <p:spPr>
            <a:xfrm>
              <a:off x="4228095" y="72998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5" name="pt1404"/>
            <p:cNvSpPr/>
            <p:nvPr/>
          </p:nvSpPr>
          <p:spPr>
            <a:xfrm>
              <a:off x="4109239" y="73258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6" name="pt1405"/>
            <p:cNvSpPr/>
            <p:nvPr/>
          </p:nvSpPr>
          <p:spPr>
            <a:xfrm>
              <a:off x="4266061" y="733970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7" name="pt1406"/>
            <p:cNvSpPr/>
            <p:nvPr/>
          </p:nvSpPr>
          <p:spPr>
            <a:xfrm>
              <a:off x="4126159" y="73118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8" name="pt1407"/>
            <p:cNvSpPr/>
            <p:nvPr/>
          </p:nvSpPr>
          <p:spPr>
            <a:xfrm>
              <a:off x="4268738" y="733481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09" name="pt1408"/>
            <p:cNvSpPr/>
            <p:nvPr/>
          </p:nvSpPr>
          <p:spPr>
            <a:xfrm>
              <a:off x="4096667" y="73198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0" name="pt1409"/>
            <p:cNvSpPr/>
            <p:nvPr/>
          </p:nvSpPr>
          <p:spPr>
            <a:xfrm>
              <a:off x="4279432" y="729930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1" name="pt1410"/>
            <p:cNvSpPr/>
            <p:nvPr/>
          </p:nvSpPr>
          <p:spPr>
            <a:xfrm>
              <a:off x="4068297" y="705681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2" name="pt1411"/>
            <p:cNvSpPr/>
            <p:nvPr/>
          </p:nvSpPr>
          <p:spPr>
            <a:xfrm>
              <a:off x="4284255" y="66894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3" name="pt1412"/>
            <p:cNvSpPr/>
            <p:nvPr/>
          </p:nvSpPr>
          <p:spPr>
            <a:xfrm>
              <a:off x="4120252" y="729488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4" name="pt1413"/>
            <p:cNvSpPr/>
            <p:nvPr/>
          </p:nvSpPr>
          <p:spPr>
            <a:xfrm>
              <a:off x="4257228" y="729788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5" name="pt1414"/>
            <p:cNvSpPr/>
            <p:nvPr/>
          </p:nvSpPr>
          <p:spPr>
            <a:xfrm>
              <a:off x="4080643" y="73157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6" name="pt1415"/>
            <p:cNvSpPr/>
            <p:nvPr/>
          </p:nvSpPr>
          <p:spPr>
            <a:xfrm>
              <a:off x="4275085" y="728606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7" name="pt1416"/>
            <p:cNvSpPr/>
            <p:nvPr/>
          </p:nvSpPr>
          <p:spPr>
            <a:xfrm>
              <a:off x="4066522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8" name="pt1417"/>
            <p:cNvSpPr/>
            <p:nvPr/>
          </p:nvSpPr>
          <p:spPr>
            <a:xfrm>
              <a:off x="4233550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19" name="pt1418"/>
            <p:cNvSpPr/>
            <p:nvPr/>
          </p:nvSpPr>
          <p:spPr>
            <a:xfrm>
              <a:off x="4067188" y="727558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0" name="pt1419"/>
            <p:cNvSpPr/>
            <p:nvPr/>
          </p:nvSpPr>
          <p:spPr>
            <a:xfrm>
              <a:off x="4279573" y="728335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1" name="pt1420"/>
            <p:cNvSpPr/>
            <p:nvPr/>
          </p:nvSpPr>
          <p:spPr>
            <a:xfrm>
              <a:off x="4056119" y="715361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2" name="pt1421"/>
            <p:cNvSpPr/>
            <p:nvPr/>
          </p:nvSpPr>
          <p:spPr>
            <a:xfrm>
              <a:off x="4272290" y="730933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3" name="pt1422"/>
            <p:cNvSpPr/>
            <p:nvPr/>
          </p:nvSpPr>
          <p:spPr>
            <a:xfrm>
              <a:off x="4112112" y="733917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4" name="pt1423"/>
            <p:cNvSpPr/>
            <p:nvPr/>
          </p:nvSpPr>
          <p:spPr>
            <a:xfrm>
              <a:off x="4242345" y="73400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5" name="pt1424"/>
            <p:cNvSpPr/>
            <p:nvPr/>
          </p:nvSpPr>
          <p:spPr>
            <a:xfrm>
              <a:off x="4090479" y="70334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6" name="pt1425"/>
            <p:cNvSpPr/>
            <p:nvPr/>
          </p:nvSpPr>
          <p:spPr>
            <a:xfrm>
              <a:off x="4231156" y="675206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7" name="pt1426"/>
            <p:cNvSpPr/>
            <p:nvPr/>
          </p:nvSpPr>
          <p:spPr>
            <a:xfrm>
              <a:off x="4128622" y="733150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8" name="pt1427"/>
            <p:cNvSpPr/>
            <p:nvPr/>
          </p:nvSpPr>
          <p:spPr>
            <a:xfrm>
              <a:off x="4285908" y="73365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29" name="pt1428"/>
            <p:cNvSpPr/>
            <p:nvPr/>
          </p:nvSpPr>
          <p:spPr>
            <a:xfrm>
              <a:off x="4094326" y="70434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0" name="pt1429"/>
            <p:cNvSpPr/>
            <p:nvPr/>
          </p:nvSpPr>
          <p:spPr>
            <a:xfrm>
              <a:off x="4287365" y="70558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1" name="pt1430"/>
            <p:cNvSpPr/>
            <p:nvPr/>
          </p:nvSpPr>
          <p:spPr>
            <a:xfrm>
              <a:off x="4079689" y="724690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2" name="pt1431"/>
            <p:cNvSpPr/>
            <p:nvPr/>
          </p:nvSpPr>
          <p:spPr>
            <a:xfrm>
              <a:off x="4283582" y="71836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3" name="pt1432"/>
            <p:cNvSpPr/>
            <p:nvPr/>
          </p:nvSpPr>
          <p:spPr>
            <a:xfrm>
              <a:off x="4066859" y="725894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4" name="pt1433"/>
            <p:cNvSpPr/>
            <p:nvPr/>
          </p:nvSpPr>
          <p:spPr>
            <a:xfrm>
              <a:off x="4227579" y="71774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5" name="pt1434"/>
            <p:cNvSpPr/>
            <p:nvPr/>
          </p:nvSpPr>
          <p:spPr>
            <a:xfrm>
              <a:off x="4084392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6" name="pt1435"/>
            <p:cNvSpPr/>
            <p:nvPr/>
          </p:nvSpPr>
          <p:spPr>
            <a:xfrm>
              <a:off x="4271037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7" name="pt1436"/>
            <p:cNvSpPr/>
            <p:nvPr/>
          </p:nvSpPr>
          <p:spPr>
            <a:xfrm>
              <a:off x="4119762" y="72800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8" name="pt1437"/>
            <p:cNvSpPr/>
            <p:nvPr/>
          </p:nvSpPr>
          <p:spPr>
            <a:xfrm>
              <a:off x="4236849" y="728423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39" name="pt1438"/>
            <p:cNvSpPr/>
            <p:nvPr/>
          </p:nvSpPr>
          <p:spPr>
            <a:xfrm>
              <a:off x="4112807" y="73136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0" name="pt1439"/>
            <p:cNvSpPr/>
            <p:nvPr/>
          </p:nvSpPr>
          <p:spPr>
            <a:xfrm>
              <a:off x="4230497" y="73194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1" name="pt1440"/>
            <p:cNvSpPr/>
            <p:nvPr/>
          </p:nvSpPr>
          <p:spPr>
            <a:xfrm>
              <a:off x="4093661" y="724253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2" name="pt1441"/>
            <p:cNvSpPr/>
            <p:nvPr/>
          </p:nvSpPr>
          <p:spPr>
            <a:xfrm>
              <a:off x="4246053" y="72634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3" name="pt1442"/>
            <p:cNvSpPr/>
            <p:nvPr/>
          </p:nvSpPr>
          <p:spPr>
            <a:xfrm>
              <a:off x="4061910" y="67370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4" name="pt1443"/>
            <p:cNvSpPr/>
            <p:nvPr/>
          </p:nvSpPr>
          <p:spPr>
            <a:xfrm>
              <a:off x="4211713" y="67595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5" name="pt1444"/>
            <p:cNvSpPr/>
            <p:nvPr/>
          </p:nvSpPr>
          <p:spPr>
            <a:xfrm>
              <a:off x="4108640" y="638787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6" name="pt1445"/>
            <p:cNvSpPr/>
            <p:nvPr/>
          </p:nvSpPr>
          <p:spPr>
            <a:xfrm>
              <a:off x="4286384" y="650501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7" name="pt1446"/>
            <p:cNvSpPr/>
            <p:nvPr/>
          </p:nvSpPr>
          <p:spPr>
            <a:xfrm>
              <a:off x="4126337" y="714159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8" name="pt1447"/>
            <p:cNvSpPr/>
            <p:nvPr/>
          </p:nvSpPr>
          <p:spPr>
            <a:xfrm>
              <a:off x="4238541" y="719752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49" name="pt1448"/>
            <p:cNvSpPr/>
            <p:nvPr/>
          </p:nvSpPr>
          <p:spPr>
            <a:xfrm>
              <a:off x="4119910" y="701958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0" name="pt1449"/>
            <p:cNvSpPr/>
            <p:nvPr/>
          </p:nvSpPr>
          <p:spPr>
            <a:xfrm>
              <a:off x="4219578" y="715548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1" name="pt1450"/>
            <p:cNvSpPr/>
            <p:nvPr/>
          </p:nvSpPr>
          <p:spPr>
            <a:xfrm>
              <a:off x="4102578" y="71601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2" name="pt1451"/>
            <p:cNvSpPr/>
            <p:nvPr/>
          </p:nvSpPr>
          <p:spPr>
            <a:xfrm>
              <a:off x="4265423" y="71506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3" name="pt1452"/>
            <p:cNvSpPr/>
            <p:nvPr/>
          </p:nvSpPr>
          <p:spPr>
            <a:xfrm>
              <a:off x="4109890" y="64199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4" name="pt1453"/>
            <p:cNvSpPr/>
            <p:nvPr/>
          </p:nvSpPr>
          <p:spPr>
            <a:xfrm>
              <a:off x="4258492" y="72981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5" name="pt1454"/>
            <p:cNvSpPr/>
            <p:nvPr/>
          </p:nvSpPr>
          <p:spPr>
            <a:xfrm>
              <a:off x="4078830" y="72725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6" name="pt1455"/>
            <p:cNvSpPr/>
            <p:nvPr/>
          </p:nvSpPr>
          <p:spPr>
            <a:xfrm>
              <a:off x="4240872" y="732360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7" name="pt1456"/>
            <p:cNvSpPr/>
            <p:nvPr/>
          </p:nvSpPr>
          <p:spPr>
            <a:xfrm>
              <a:off x="4063102" y="731289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8" name="pt1457"/>
            <p:cNvSpPr/>
            <p:nvPr/>
          </p:nvSpPr>
          <p:spPr>
            <a:xfrm>
              <a:off x="4228382" y="732111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59" name="pt1458"/>
            <p:cNvSpPr/>
            <p:nvPr/>
          </p:nvSpPr>
          <p:spPr>
            <a:xfrm>
              <a:off x="4073775" y="727906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0" name="pt1459"/>
            <p:cNvSpPr/>
            <p:nvPr/>
          </p:nvSpPr>
          <p:spPr>
            <a:xfrm>
              <a:off x="4241997" y="724579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1" name="pt1460"/>
            <p:cNvSpPr/>
            <p:nvPr/>
          </p:nvSpPr>
          <p:spPr>
            <a:xfrm>
              <a:off x="4106402" y="732101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2" name="pt1461"/>
            <p:cNvSpPr/>
            <p:nvPr/>
          </p:nvSpPr>
          <p:spPr>
            <a:xfrm>
              <a:off x="4276110" y="72791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3" name="pt1462"/>
            <p:cNvSpPr/>
            <p:nvPr/>
          </p:nvSpPr>
          <p:spPr>
            <a:xfrm>
              <a:off x="4129329" y="727319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4" name="pt1463"/>
            <p:cNvSpPr/>
            <p:nvPr/>
          </p:nvSpPr>
          <p:spPr>
            <a:xfrm>
              <a:off x="4224857" y="71453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5" name="pt1464"/>
            <p:cNvSpPr/>
            <p:nvPr/>
          </p:nvSpPr>
          <p:spPr>
            <a:xfrm>
              <a:off x="4110054" y="727940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6" name="pt1465"/>
            <p:cNvSpPr/>
            <p:nvPr/>
          </p:nvSpPr>
          <p:spPr>
            <a:xfrm>
              <a:off x="4253763" y="73145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7" name="pt1466"/>
            <p:cNvSpPr/>
            <p:nvPr/>
          </p:nvSpPr>
          <p:spPr>
            <a:xfrm>
              <a:off x="4114262" y="718768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8" name="pt1467"/>
            <p:cNvSpPr/>
            <p:nvPr/>
          </p:nvSpPr>
          <p:spPr>
            <a:xfrm>
              <a:off x="4255954" y="72246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69" name="pt1468"/>
            <p:cNvSpPr/>
            <p:nvPr/>
          </p:nvSpPr>
          <p:spPr>
            <a:xfrm>
              <a:off x="4067617" y="727743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0" name="pt1469"/>
            <p:cNvSpPr/>
            <p:nvPr/>
          </p:nvSpPr>
          <p:spPr>
            <a:xfrm>
              <a:off x="4231635" y="73266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1" name="pt1470"/>
            <p:cNvSpPr/>
            <p:nvPr/>
          </p:nvSpPr>
          <p:spPr>
            <a:xfrm>
              <a:off x="4103047" y="732655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2" name="pt1471"/>
            <p:cNvSpPr/>
            <p:nvPr/>
          </p:nvSpPr>
          <p:spPr>
            <a:xfrm>
              <a:off x="4245504" y="732208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3" name="pt1472"/>
            <p:cNvSpPr/>
            <p:nvPr/>
          </p:nvSpPr>
          <p:spPr>
            <a:xfrm>
              <a:off x="4071258" y="731629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4" name="pt1473"/>
            <p:cNvSpPr/>
            <p:nvPr/>
          </p:nvSpPr>
          <p:spPr>
            <a:xfrm>
              <a:off x="4244679" y="732238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5" name="pt1474"/>
            <p:cNvSpPr/>
            <p:nvPr/>
          </p:nvSpPr>
          <p:spPr>
            <a:xfrm>
              <a:off x="4122864" y="700213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6" name="pt1475"/>
            <p:cNvSpPr/>
            <p:nvPr/>
          </p:nvSpPr>
          <p:spPr>
            <a:xfrm>
              <a:off x="4241620" y="702707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7" name="pt1476"/>
            <p:cNvSpPr/>
            <p:nvPr/>
          </p:nvSpPr>
          <p:spPr>
            <a:xfrm>
              <a:off x="4104743" y="718164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8" name="pt1477"/>
            <p:cNvSpPr/>
            <p:nvPr/>
          </p:nvSpPr>
          <p:spPr>
            <a:xfrm>
              <a:off x="4243834" y="685820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79" name="pt1478"/>
            <p:cNvSpPr/>
            <p:nvPr/>
          </p:nvSpPr>
          <p:spPr>
            <a:xfrm>
              <a:off x="4098210" y="71563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0" name="pt1479"/>
            <p:cNvSpPr/>
            <p:nvPr/>
          </p:nvSpPr>
          <p:spPr>
            <a:xfrm>
              <a:off x="4235230" y="70516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1" name="pt1480"/>
            <p:cNvSpPr/>
            <p:nvPr/>
          </p:nvSpPr>
          <p:spPr>
            <a:xfrm>
              <a:off x="4054660" y="73005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2" name="pt1481"/>
            <p:cNvSpPr/>
            <p:nvPr/>
          </p:nvSpPr>
          <p:spPr>
            <a:xfrm>
              <a:off x="4279342" y="727600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3" name="pt1482"/>
            <p:cNvSpPr/>
            <p:nvPr/>
          </p:nvSpPr>
          <p:spPr>
            <a:xfrm>
              <a:off x="4125588" y="711630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4" name="pt1483"/>
            <p:cNvSpPr/>
            <p:nvPr/>
          </p:nvSpPr>
          <p:spPr>
            <a:xfrm>
              <a:off x="4266216" y="719352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5" name="pt1484"/>
            <p:cNvSpPr/>
            <p:nvPr/>
          </p:nvSpPr>
          <p:spPr>
            <a:xfrm>
              <a:off x="4081823" y="732046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6" name="pt1485"/>
            <p:cNvSpPr/>
            <p:nvPr/>
          </p:nvSpPr>
          <p:spPr>
            <a:xfrm>
              <a:off x="4281937" y="73054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7" name="pt1486"/>
            <p:cNvSpPr/>
            <p:nvPr/>
          </p:nvSpPr>
          <p:spPr>
            <a:xfrm>
              <a:off x="4064728" y="713267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8" name="pt1487"/>
            <p:cNvSpPr/>
            <p:nvPr/>
          </p:nvSpPr>
          <p:spPr>
            <a:xfrm>
              <a:off x="4250374" y="73275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89" name="pt1488"/>
            <p:cNvSpPr/>
            <p:nvPr/>
          </p:nvSpPr>
          <p:spPr>
            <a:xfrm>
              <a:off x="4081723" y="712884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0" name="pt1489"/>
            <p:cNvSpPr/>
            <p:nvPr/>
          </p:nvSpPr>
          <p:spPr>
            <a:xfrm>
              <a:off x="4222596" y="709931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1" name="pt1490"/>
            <p:cNvSpPr/>
            <p:nvPr/>
          </p:nvSpPr>
          <p:spPr>
            <a:xfrm>
              <a:off x="4103978" y="72612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2" name="pt1491"/>
            <p:cNvSpPr/>
            <p:nvPr/>
          </p:nvSpPr>
          <p:spPr>
            <a:xfrm>
              <a:off x="4217131" y="729758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3" name="pt1492"/>
            <p:cNvSpPr/>
            <p:nvPr/>
          </p:nvSpPr>
          <p:spPr>
            <a:xfrm>
              <a:off x="4121568" y="731057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4" name="pt1493"/>
            <p:cNvSpPr/>
            <p:nvPr/>
          </p:nvSpPr>
          <p:spPr>
            <a:xfrm>
              <a:off x="4265543" y="733405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5" name="pt1494"/>
            <p:cNvSpPr/>
            <p:nvPr/>
          </p:nvSpPr>
          <p:spPr>
            <a:xfrm>
              <a:off x="4098643" y="694090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6" name="pt1495"/>
            <p:cNvSpPr/>
            <p:nvPr/>
          </p:nvSpPr>
          <p:spPr>
            <a:xfrm>
              <a:off x="4268638" y="70904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7" name="pt1496"/>
            <p:cNvSpPr/>
            <p:nvPr/>
          </p:nvSpPr>
          <p:spPr>
            <a:xfrm>
              <a:off x="4105884" y="71808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8" name="pt1497"/>
            <p:cNvSpPr/>
            <p:nvPr/>
          </p:nvSpPr>
          <p:spPr>
            <a:xfrm>
              <a:off x="4210894" y="729901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499" name="pt1498"/>
            <p:cNvSpPr/>
            <p:nvPr/>
          </p:nvSpPr>
          <p:spPr>
            <a:xfrm>
              <a:off x="4076812" y="73345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0" name="pt1499"/>
            <p:cNvSpPr/>
            <p:nvPr/>
          </p:nvSpPr>
          <p:spPr>
            <a:xfrm>
              <a:off x="4212478" y="73388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1" name="pt1500"/>
            <p:cNvSpPr/>
            <p:nvPr/>
          </p:nvSpPr>
          <p:spPr>
            <a:xfrm>
              <a:off x="4120373" y="68212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2" name="pt1501"/>
            <p:cNvSpPr/>
            <p:nvPr/>
          </p:nvSpPr>
          <p:spPr>
            <a:xfrm>
              <a:off x="4272797" y="709035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3" name="pt1502"/>
            <p:cNvSpPr/>
            <p:nvPr/>
          </p:nvSpPr>
          <p:spPr>
            <a:xfrm>
              <a:off x="4061846" y="715331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4" name="pt1503"/>
            <p:cNvSpPr/>
            <p:nvPr/>
          </p:nvSpPr>
          <p:spPr>
            <a:xfrm>
              <a:off x="4282774" y="687900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5" name="pt1504"/>
            <p:cNvSpPr/>
            <p:nvPr/>
          </p:nvSpPr>
          <p:spPr>
            <a:xfrm>
              <a:off x="4066790" y="689193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6" name="pt1505"/>
            <p:cNvSpPr/>
            <p:nvPr/>
          </p:nvSpPr>
          <p:spPr>
            <a:xfrm>
              <a:off x="4253621" y="716284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7" name="pt1506"/>
            <p:cNvSpPr/>
            <p:nvPr/>
          </p:nvSpPr>
          <p:spPr>
            <a:xfrm>
              <a:off x="4095491" y="729266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8" name="pt1507"/>
            <p:cNvSpPr/>
            <p:nvPr/>
          </p:nvSpPr>
          <p:spPr>
            <a:xfrm>
              <a:off x="4242734" y="725790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09" name="pt1508"/>
            <p:cNvSpPr/>
            <p:nvPr/>
          </p:nvSpPr>
          <p:spPr>
            <a:xfrm>
              <a:off x="4123506" y="730256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0" name="pt1509"/>
            <p:cNvSpPr/>
            <p:nvPr/>
          </p:nvSpPr>
          <p:spPr>
            <a:xfrm>
              <a:off x="4252600" y="733985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1" name="pt1510"/>
            <p:cNvSpPr/>
            <p:nvPr/>
          </p:nvSpPr>
          <p:spPr>
            <a:xfrm>
              <a:off x="4071269" y="71992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2" name="pt1511"/>
            <p:cNvSpPr/>
            <p:nvPr/>
          </p:nvSpPr>
          <p:spPr>
            <a:xfrm>
              <a:off x="4285993" y="717945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3" name="pt1512"/>
            <p:cNvSpPr/>
            <p:nvPr/>
          </p:nvSpPr>
          <p:spPr>
            <a:xfrm>
              <a:off x="4088849" y="732708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4" name="pt1513"/>
            <p:cNvSpPr/>
            <p:nvPr/>
          </p:nvSpPr>
          <p:spPr>
            <a:xfrm>
              <a:off x="4226934" y="724768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5" name="pt1514"/>
            <p:cNvSpPr/>
            <p:nvPr/>
          </p:nvSpPr>
          <p:spPr>
            <a:xfrm>
              <a:off x="4103135" y="622356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6" name="pt1515"/>
            <p:cNvSpPr/>
            <p:nvPr/>
          </p:nvSpPr>
          <p:spPr>
            <a:xfrm>
              <a:off x="4233504" y="601704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7" name="pt1516"/>
            <p:cNvSpPr/>
            <p:nvPr/>
          </p:nvSpPr>
          <p:spPr>
            <a:xfrm>
              <a:off x="4060131" y="730537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8" name="pt1517"/>
            <p:cNvSpPr/>
            <p:nvPr/>
          </p:nvSpPr>
          <p:spPr>
            <a:xfrm>
              <a:off x="4238258" y="733159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19" name="pt1518"/>
            <p:cNvSpPr/>
            <p:nvPr/>
          </p:nvSpPr>
          <p:spPr>
            <a:xfrm>
              <a:off x="4090175" y="71753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0" name="pt1519"/>
            <p:cNvSpPr/>
            <p:nvPr/>
          </p:nvSpPr>
          <p:spPr>
            <a:xfrm>
              <a:off x="4246744" y="729524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1" name="pt1520"/>
            <p:cNvSpPr/>
            <p:nvPr/>
          </p:nvSpPr>
          <p:spPr>
            <a:xfrm>
              <a:off x="4078028" y="69377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2" name="pt1521"/>
            <p:cNvSpPr/>
            <p:nvPr/>
          </p:nvSpPr>
          <p:spPr>
            <a:xfrm>
              <a:off x="4213156" y="717060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3" name="pt1522"/>
            <p:cNvSpPr/>
            <p:nvPr/>
          </p:nvSpPr>
          <p:spPr>
            <a:xfrm>
              <a:off x="4054573" y="683787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4" name="pt1523"/>
            <p:cNvSpPr/>
            <p:nvPr/>
          </p:nvSpPr>
          <p:spPr>
            <a:xfrm>
              <a:off x="4277251" y="69284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5" name="pt1524"/>
            <p:cNvSpPr/>
            <p:nvPr/>
          </p:nvSpPr>
          <p:spPr>
            <a:xfrm>
              <a:off x="4087839" y="719264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6" name="pt1525"/>
            <p:cNvSpPr/>
            <p:nvPr/>
          </p:nvSpPr>
          <p:spPr>
            <a:xfrm>
              <a:off x="4272400" y="72834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7" name="pt1526"/>
            <p:cNvSpPr/>
            <p:nvPr/>
          </p:nvSpPr>
          <p:spPr>
            <a:xfrm>
              <a:off x="4080338" y="721311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8" name="pt1527"/>
            <p:cNvSpPr/>
            <p:nvPr/>
          </p:nvSpPr>
          <p:spPr>
            <a:xfrm>
              <a:off x="4233224" y="73158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29" name="pt1528"/>
            <p:cNvSpPr/>
            <p:nvPr/>
          </p:nvSpPr>
          <p:spPr>
            <a:xfrm>
              <a:off x="4056308" y="716771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0" name="pt1529"/>
            <p:cNvSpPr/>
            <p:nvPr/>
          </p:nvSpPr>
          <p:spPr>
            <a:xfrm>
              <a:off x="4232492" y="722283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1" name="pt1530"/>
            <p:cNvSpPr/>
            <p:nvPr/>
          </p:nvSpPr>
          <p:spPr>
            <a:xfrm>
              <a:off x="4066478" y="698495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2" name="pt1531"/>
            <p:cNvSpPr/>
            <p:nvPr/>
          </p:nvSpPr>
          <p:spPr>
            <a:xfrm>
              <a:off x="4237591" y="665962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3" name="pt1532"/>
            <p:cNvSpPr/>
            <p:nvPr/>
          </p:nvSpPr>
          <p:spPr>
            <a:xfrm>
              <a:off x="4099919" y="68091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4" name="pt1533"/>
            <p:cNvSpPr/>
            <p:nvPr/>
          </p:nvSpPr>
          <p:spPr>
            <a:xfrm>
              <a:off x="4267174" y="69296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5" name="pt1534"/>
            <p:cNvSpPr/>
            <p:nvPr/>
          </p:nvSpPr>
          <p:spPr>
            <a:xfrm>
              <a:off x="4067075" y="708376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6" name="pt1535"/>
            <p:cNvSpPr/>
            <p:nvPr/>
          </p:nvSpPr>
          <p:spPr>
            <a:xfrm>
              <a:off x="4213398" y="714839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7" name="pt1536"/>
            <p:cNvSpPr/>
            <p:nvPr/>
          </p:nvSpPr>
          <p:spPr>
            <a:xfrm>
              <a:off x="4129943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8" name="pt1537"/>
            <p:cNvSpPr/>
            <p:nvPr/>
          </p:nvSpPr>
          <p:spPr>
            <a:xfrm>
              <a:off x="4240528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39" name="pt1538"/>
            <p:cNvSpPr/>
            <p:nvPr/>
          </p:nvSpPr>
          <p:spPr>
            <a:xfrm>
              <a:off x="4111288" y="733986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0" name="pt1539"/>
            <p:cNvSpPr/>
            <p:nvPr/>
          </p:nvSpPr>
          <p:spPr>
            <a:xfrm>
              <a:off x="4254229" y="733882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1" name="pt1540"/>
            <p:cNvSpPr/>
            <p:nvPr/>
          </p:nvSpPr>
          <p:spPr>
            <a:xfrm>
              <a:off x="4071725" y="702787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2" name="pt1541"/>
            <p:cNvSpPr/>
            <p:nvPr/>
          </p:nvSpPr>
          <p:spPr>
            <a:xfrm>
              <a:off x="4239313" y="696751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3" name="pt1542"/>
            <p:cNvSpPr/>
            <p:nvPr/>
          </p:nvSpPr>
          <p:spPr>
            <a:xfrm>
              <a:off x="4066649" y="699358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4" name="pt1543"/>
            <p:cNvSpPr/>
            <p:nvPr/>
          </p:nvSpPr>
          <p:spPr>
            <a:xfrm>
              <a:off x="4226112" y="68633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5" name="pt1544"/>
            <p:cNvSpPr/>
            <p:nvPr/>
          </p:nvSpPr>
          <p:spPr>
            <a:xfrm>
              <a:off x="4065221" y="725311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6" name="pt1545"/>
            <p:cNvSpPr/>
            <p:nvPr/>
          </p:nvSpPr>
          <p:spPr>
            <a:xfrm>
              <a:off x="4223320" y="70846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7" name="pt1546"/>
            <p:cNvSpPr/>
            <p:nvPr/>
          </p:nvSpPr>
          <p:spPr>
            <a:xfrm>
              <a:off x="4110366" y="73313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8" name="pt1547"/>
            <p:cNvSpPr/>
            <p:nvPr/>
          </p:nvSpPr>
          <p:spPr>
            <a:xfrm>
              <a:off x="4280869" y="732107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49" name="pt1548"/>
            <p:cNvSpPr/>
            <p:nvPr/>
          </p:nvSpPr>
          <p:spPr>
            <a:xfrm>
              <a:off x="4098553" y="733738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0" name="pt1549"/>
            <p:cNvSpPr/>
            <p:nvPr/>
          </p:nvSpPr>
          <p:spPr>
            <a:xfrm>
              <a:off x="4255240" y="73398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1" name="pt1550"/>
            <p:cNvSpPr/>
            <p:nvPr/>
          </p:nvSpPr>
          <p:spPr>
            <a:xfrm>
              <a:off x="4079822" y="723578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2" name="pt1551"/>
            <p:cNvSpPr/>
            <p:nvPr/>
          </p:nvSpPr>
          <p:spPr>
            <a:xfrm>
              <a:off x="4238857" y="732836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3" name="pt1552"/>
            <p:cNvSpPr/>
            <p:nvPr/>
          </p:nvSpPr>
          <p:spPr>
            <a:xfrm>
              <a:off x="4089331" y="73365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4" name="pt1553"/>
            <p:cNvSpPr/>
            <p:nvPr/>
          </p:nvSpPr>
          <p:spPr>
            <a:xfrm>
              <a:off x="4281462" y="733686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5" name="pt1554"/>
            <p:cNvSpPr/>
            <p:nvPr/>
          </p:nvSpPr>
          <p:spPr>
            <a:xfrm>
              <a:off x="4094470" y="73366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6" name="pt1555"/>
            <p:cNvSpPr/>
            <p:nvPr/>
          </p:nvSpPr>
          <p:spPr>
            <a:xfrm>
              <a:off x="4236449" y="73292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7" name="pt1556"/>
            <p:cNvSpPr/>
            <p:nvPr/>
          </p:nvSpPr>
          <p:spPr>
            <a:xfrm>
              <a:off x="4085051" y="730367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8" name="pt1557"/>
            <p:cNvSpPr/>
            <p:nvPr/>
          </p:nvSpPr>
          <p:spPr>
            <a:xfrm>
              <a:off x="4213051" y="72324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59" name="pt1558"/>
            <p:cNvSpPr/>
            <p:nvPr/>
          </p:nvSpPr>
          <p:spPr>
            <a:xfrm>
              <a:off x="4073485" y="72647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0" name="pt1559"/>
            <p:cNvSpPr/>
            <p:nvPr/>
          </p:nvSpPr>
          <p:spPr>
            <a:xfrm>
              <a:off x="4252524" y="711510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1" name="pt1560"/>
            <p:cNvSpPr/>
            <p:nvPr/>
          </p:nvSpPr>
          <p:spPr>
            <a:xfrm>
              <a:off x="4108816" y="73363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2" name="pt1561"/>
            <p:cNvSpPr/>
            <p:nvPr/>
          </p:nvSpPr>
          <p:spPr>
            <a:xfrm>
              <a:off x="4235944" y="73399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3" name="pt1562"/>
            <p:cNvSpPr/>
            <p:nvPr/>
          </p:nvSpPr>
          <p:spPr>
            <a:xfrm>
              <a:off x="4102292" y="69183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4" name="pt1563"/>
            <p:cNvSpPr/>
            <p:nvPr/>
          </p:nvSpPr>
          <p:spPr>
            <a:xfrm>
              <a:off x="4246220" y="713362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5" name="pt1564"/>
            <p:cNvSpPr/>
            <p:nvPr/>
          </p:nvSpPr>
          <p:spPr>
            <a:xfrm>
              <a:off x="4056364" y="72341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6" name="pt1565"/>
            <p:cNvSpPr/>
            <p:nvPr/>
          </p:nvSpPr>
          <p:spPr>
            <a:xfrm>
              <a:off x="4246721" y="72350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7" name="pt1566"/>
            <p:cNvSpPr/>
            <p:nvPr/>
          </p:nvSpPr>
          <p:spPr>
            <a:xfrm>
              <a:off x="4078726" y="730224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8" name="pt1567"/>
            <p:cNvSpPr/>
            <p:nvPr/>
          </p:nvSpPr>
          <p:spPr>
            <a:xfrm>
              <a:off x="4217095" y="73196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69" name="pt1568"/>
            <p:cNvSpPr/>
            <p:nvPr/>
          </p:nvSpPr>
          <p:spPr>
            <a:xfrm>
              <a:off x="4075399" y="733038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0" name="pt1569"/>
            <p:cNvSpPr/>
            <p:nvPr/>
          </p:nvSpPr>
          <p:spPr>
            <a:xfrm>
              <a:off x="4232384" y="731615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1" name="pt1570"/>
            <p:cNvSpPr/>
            <p:nvPr/>
          </p:nvSpPr>
          <p:spPr>
            <a:xfrm>
              <a:off x="4111952" y="713583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2" name="pt1571"/>
            <p:cNvSpPr/>
            <p:nvPr/>
          </p:nvSpPr>
          <p:spPr>
            <a:xfrm>
              <a:off x="4258468" y="71769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3" name="pt1572"/>
            <p:cNvSpPr/>
            <p:nvPr/>
          </p:nvSpPr>
          <p:spPr>
            <a:xfrm>
              <a:off x="4067839" y="73400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4" name="pt1573"/>
            <p:cNvSpPr/>
            <p:nvPr/>
          </p:nvSpPr>
          <p:spPr>
            <a:xfrm>
              <a:off x="4227791" y="73400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5" name="pt1574"/>
            <p:cNvSpPr/>
            <p:nvPr/>
          </p:nvSpPr>
          <p:spPr>
            <a:xfrm>
              <a:off x="4074850" y="730505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6" name="pt1575"/>
            <p:cNvSpPr/>
            <p:nvPr/>
          </p:nvSpPr>
          <p:spPr>
            <a:xfrm>
              <a:off x="4279550" y="728725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7" name="pt1576"/>
            <p:cNvSpPr/>
            <p:nvPr/>
          </p:nvSpPr>
          <p:spPr>
            <a:xfrm>
              <a:off x="4122839" y="687205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8" name="pt1577"/>
            <p:cNvSpPr/>
            <p:nvPr/>
          </p:nvSpPr>
          <p:spPr>
            <a:xfrm>
              <a:off x="4210832" y="710208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79" name="pt1578"/>
            <p:cNvSpPr/>
            <p:nvPr/>
          </p:nvSpPr>
          <p:spPr>
            <a:xfrm>
              <a:off x="4123744" y="73164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0" name="pt1579"/>
            <p:cNvSpPr/>
            <p:nvPr/>
          </p:nvSpPr>
          <p:spPr>
            <a:xfrm>
              <a:off x="4288374" y="732784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1" name="pt1580"/>
            <p:cNvSpPr/>
            <p:nvPr/>
          </p:nvSpPr>
          <p:spPr>
            <a:xfrm>
              <a:off x="4123661" y="73310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2" name="pt1581"/>
            <p:cNvSpPr/>
            <p:nvPr/>
          </p:nvSpPr>
          <p:spPr>
            <a:xfrm>
              <a:off x="4288317" y="73400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3" name="pt1582"/>
            <p:cNvSpPr/>
            <p:nvPr/>
          </p:nvSpPr>
          <p:spPr>
            <a:xfrm>
              <a:off x="4101941" y="697912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4" name="pt1583"/>
            <p:cNvSpPr/>
            <p:nvPr/>
          </p:nvSpPr>
          <p:spPr>
            <a:xfrm>
              <a:off x="4280472" y="71078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585" name="pl1584"/>
            <p:cNvSpPr/>
            <p:nvPr/>
          </p:nvSpPr>
          <p:spPr>
            <a:xfrm>
              <a:off x="1960007" y="6203337"/>
              <a:ext cx="0" cy="592919"/>
            </a:xfrm>
            <a:custGeom>
              <a:avLst/>
              <a:pathLst>
                <a:path w="0" h="592919">
                  <a:moveTo>
                    <a:pt x="0" y="592919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l1585"/>
            <p:cNvSpPr/>
            <p:nvPr/>
          </p:nvSpPr>
          <p:spPr>
            <a:xfrm>
              <a:off x="1960007" y="7215059"/>
              <a:ext cx="0" cy="156994"/>
            </a:xfrm>
            <a:custGeom>
              <a:avLst/>
              <a:pathLst>
                <a:path w="0" h="156994">
                  <a:moveTo>
                    <a:pt x="0" y="0"/>
                  </a:moveTo>
                  <a:lnTo>
                    <a:pt x="0" y="156994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g1586"/>
            <p:cNvSpPr/>
            <p:nvPr/>
          </p:nvSpPr>
          <p:spPr>
            <a:xfrm>
              <a:off x="1881915" y="6796256"/>
              <a:ext cx="156183" cy="418803"/>
            </a:xfrm>
            <a:custGeom>
              <a:avLst/>
              <a:pathLst>
                <a:path w="156183" h="418803">
                  <a:moveTo>
                    <a:pt x="0" y="0"/>
                  </a:moveTo>
                  <a:lnTo>
                    <a:pt x="0" y="418803"/>
                  </a:lnTo>
                  <a:lnTo>
                    <a:pt x="156183" y="418803"/>
                  </a:lnTo>
                  <a:lnTo>
                    <a:pt x="15618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8" name="pl1587"/>
            <p:cNvSpPr/>
            <p:nvPr/>
          </p:nvSpPr>
          <p:spPr>
            <a:xfrm>
              <a:off x="1881915" y="7070206"/>
              <a:ext cx="156183" cy="0"/>
            </a:xfrm>
            <a:custGeom>
              <a:avLst/>
              <a:pathLst>
                <a:path w="156183" h="0">
                  <a:moveTo>
                    <a:pt x="0" y="0"/>
                  </a:moveTo>
                  <a:lnTo>
                    <a:pt x="15618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9" name="pl1588"/>
            <p:cNvSpPr/>
            <p:nvPr/>
          </p:nvSpPr>
          <p:spPr>
            <a:xfrm>
              <a:off x="3042588" y="6413612"/>
              <a:ext cx="0" cy="509658"/>
            </a:xfrm>
            <a:custGeom>
              <a:avLst/>
              <a:pathLst>
                <a:path w="0" h="509658">
                  <a:moveTo>
                    <a:pt x="0" y="50965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l1589"/>
            <p:cNvSpPr/>
            <p:nvPr/>
          </p:nvSpPr>
          <p:spPr>
            <a:xfrm>
              <a:off x="3042588" y="7265894"/>
              <a:ext cx="0" cy="106160"/>
            </a:xfrm>
            <a:custGeom>
              <a:avLst/>
              <a:pathLst>
                <a:path w="0" h="106160">
                  <a:moveTo>
                    <a:pt x="0" y="0"/>
                  </a:moveTo>
                  <a:lnTo>
                    <a:pt x="0" y="10616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g1590"/>
            <p:cNvSpPr/>
            <p:nvPr/>
          </p:nvSpPr>
          <p:spPr>
            <a:xfrm>
              <a:off x="2964496" y="6923271"/>
              <a:ext cx="156183" cy="342623"/>
            </a:xfrm>
            <a:custGeom>
              <a:avLst/>
              <a:pathLst>
                <a:path w="156183" h="342623">
                  <a:moveTo>
                    <a:pt x="0" y="0"/>
                  </a:moveTo>
                  <a:lnTo>
                    <a:pt x="0" y="342623"/>
                  </a:lnTo>
                  <a:lnTo>
                    <a:pt x="156183" y="342623"/>
                  </a:lnTo>
                  <a:lnTo>
                    <a:pt x="15618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2" name="pl1591"/>
            <p:cNvSpPr/>
            <p:nvPr/>
          </p:nvSpPr>
          <p:spPr>
            <a:xfrm>
              <a:off x="2964496" y="7152039"/>
              <a:ext cx="156183" cy="0"/>
            </a:xfrm>
            <a:custGeom>
              <a:avLst/>
              <a:pathLst>
                <a:path w="156183" h="0">
                  <a:moveTo>
                    <a:pt x="0" y="0"/>
                  </a:moveTo>
                  <a:lnTo>
                    <a:pt x="15618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3" name="pl1592"/>
            <p:cNvSpPr/>
            <p:nvPr/>
          </p:nvSpPr>
          <p:spPr>
            <a:xfrm>
              <a:off x="4125169" y="6923942"/>
              <a:ext cx="0" cy="248226"/>
            </a:xfrm>
            <a:custGeom>
              <a:avLst/>
              <a:pathLst>
                <a:path w="0" h="248226">
                  <a:moveTo>
                    <a:pt x="0" y="24822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l1593"/>
            <p:cNvSpPr/>
            <p:nvPr/>
          </p:nvSpPr>
          <p:spPr>
            <a:xfrm>
              <a:off x="4125169" y="7348349"/>
              <a:ext cx="0" cy="23705"/>
            </a:xfrm>
            <a:custGeom>
              <a:avLst/>
              <a:pathLst>
                <a:path w="0" h="23705">
                  <a:moveTo>
                    <a:pt x="0" y="0"/>
                  </a:moveTo>
                  <a:lnTo>
                    <a:pt x="0" y="23705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g1594"/>
            <p:cNvSpPr/>
            <p:nvPr/>
          </p:nvSpPr>
          <p:spPr>
            <a:xfrm>
              <a:off x="4047078" y="7172169"/>
              <a:ext cx="156183" cy="176179"/>
            </a:xfrm>
            <a:custGeom>
              <a:avLst/>
              <a:pathLst>
                <a:path w="156183" h="176179">
                  <a:moveTo>
                    <a:pt x="0" y="0"/>
                  </a:moveTo>
                  <a:lnTo>
                    <a:pt x="0" y="176179"/>
                  </a:lnTo>
                  <a:lnTo>
                    <a:pt x="156183" y="176179"/>
                  </a:lnTo>
                  <a:lnTo>
                    <a:pt x="156183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6" name="pl1595"/>
            <p:cNvSpPr/>
            <p:nvPr/>
          </p:nvSpPr>
          <p:spPr>
            <a:xfrm>
              <a:off x="4047078" y="7306401"/>
              <a:ext cx="156183" cy="0"/>
            </a:xfrm>
            <a:custGeom>
              <a:avLst/>
              <a:pathLst>
                <a:path w="156183" h="0">
                  <a:moveTo>
                    <a:pt x="0" y="0"/>
                  </a:moveTo>
                  <a:lnTo>
                    <a:pt x="156183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7" name="pl1596"/>
            <p:cNvSpPr/>
            <p:nvPr/>
          </p:nvSpPr>
          <p:spPr>
            <a:xfrm>
              <a:off x="2116191" y="6269821"/>
              <a:ext cx="0" cy="570206"/>
            </a:xfrm>
            <a:custGeom>
              <a:avLst/>
              <a:pathLst>
                <a:path w="0" h="570206">
                  <a:moveTo>
                    <a:pt x="0" y="57020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l1597"/>
            <p:cNvSpPr/>
            <p:nvPr/>
          </p:nvSpPr>
          <p:spPr>
            <a:xfrm>
              <a:off x="2116191" y="7231257"/>
              <a:ext cx="0" cy="140797"/>
            </a:xfrm>
            <a:custGeom>
              <a:avLst/>
              <a:pathLst>
                <a:path w="0" h="140797">
                  <a:moveTo>
                    <a:pt x="0" y="0"/>
                  </a:moveTo>
                  <a:lnTo>
                    <a:pt x="0" y="140797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g1598"/>
            <p:cNvSpPr/>
            <p:nvPr/>
          </p:nvSpPr>
          <p:spPr>
            <a:xfrm>
              <a:off x="2038099" y="6840027"/>
              <a:ext cx="156183" cy="391230"/>
            </a:xfrm>
            <a:custGeom>
              <a:avLst/>
              <a:pathLst>
                <a:path w="156183" h="391230">
                  <a:moveTo>
                    <a:pt x="0" y="0"/>
                  </a:moveTo>
                  <a:lnTo>
                    <a:pt x="0" y="391230"/>
                  </a:lnTo>
                  <a:lnTo>
                    <a:pt x="156183" y="391230"/>
                  </a:lnTo>
                  <a:lnTo>
                    <a:pt x="15618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0" name="pl1599"/>
            <p:cNvSpPr/>
            <p:nvPr/>
          </p:nvSpPr>
          <p:spPr>
            <a:xfrm>
              <a:off x="2038099" y="7125226"/>
              <a:ext cx="156183" cy="0"/>
            </a:xfrm>
            <a:custGeom>
              <a:avLst/>
              <a:pathLst>
                <a:path w="156183" h="0">
                  <a:moveTo>
                    <a:pt x="0" y="0"/>
                  </a:moveTo>
                  <a:lnTo>
                    <a:pt x="15618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1" name="pl1600"/>
            <p:cNvSpPr/>
            <p:nvPr/>
          </p:nvSpPr>
          <p:spPr>
            <a:xfrm>
              <a:off x="3198772" y="6502183"/>
              <a:ext cx="0" cy="476845"/>
            </a:xfrm>
            <a:custGeom>
              <a:avLst/>
              <a:pathLst>
                <a:path w="0" h="476845">
                  <a:moveTo>
                    <a:pt x="0" y="476845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l1601"/>
            <p:cNvSpPr/>
            <p:nvPr/>
          </p:nvSpPr>
          <p:spPr>
            <a:xfrm>
              <a:off x="3198772" y="7308426"/>
              <a:ext cx="0" cy="63627"/>
            </a:xfrm>
            <a:custGeom>
              <a:avLst/>
              <a:pathLst>
                <a:path w="0" h="63627">
                  <a:moveTo>
                    <a:pt x="0" y="0"/>
                  </a:moveTo>
                  <a:lnTo>
                    <a:pt x="0" y="63627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g1602"/>
            <p:cNvSpPr/>
            <p:nvPr/>
          </p:nvSpPr>
          <p:spPr>
            <a:xfrm>
              <a:off x="3120680" y="6979028"/>
              <a:ext cx="156183" cy="329397"/>
            </a:xfrm>
            <a:custGeom>
              <a:avLst/>
              <a:pathLst>
                <a:path w="156183" h="329397">
                  <a:moveTo>
                    <a:pt x="0" y="0"/>
                  </a:moveTo>
                  <a:lnTo>
                    <a:pt x="0" y="329397"/>
                  </a:lnTo>
                  <a:lnTo>
                    <a:pt x="156183" y="329397"/>
                  </a:lnTo>
                  <a:lnTo>
                    <a:pt x="15618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4" name="pl1603"/>
            <p:cNvSpPr/>
            <p:nvPr/>
          </p:nvSpPr>
          <p:spPr>
            <a:xfrm>
              <a:off x="3120680" y="7197214"/>
              <a:ext cx="156183" cy="0"/>
            </a:xfrm>
            <a:custGeom>
              <a:avLst/>
              <a:pathLst>
                <a:path w="156183" h="0">
                  <a:moveTo>
                    <a:pt x="0" y="0"/>
                  </a:moveTo>
                  <a:lnTo>
                    <a:pt x="15618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5" name="pl1604"/>
            <p:cNvSpPr/>
            <p:nvPr/>
          </p:nvSpPr>
          <p:spPr>
            <a:xfrm>
              <a:off x="4281353" y="6911010"/>
              <a:ext cx="0" cy="263437"/>
            </a:xfrm>
            <a:custGeom>
              <a:avLst/>
              <a:pathLst>
                <a:path w="0" h="263437">
                  <a:moveTo>
                    <a:pt x="0" y="26343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l1605"/>
            <p:cNvSpPr/>
            <p:nvPr/>
          </p:nvSpPr>
          <p:spPr>
            <a:xfrm>
              <a:off x="4281353" y="7354697"/>
              <a:ext cx="0" cy="17357"/>
            </a:xfrm>
            <a:custGeom>
              <a:avLst/>
              <a:pathLst>
                <a:path w="0" h="17357">
                  <a:moveTo>
                    <a:pt x="0" y="0"/>
                  </a:moveTo>
                  <a:lnTo>
                    <a:pt x="0" y="17357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g1606"/>
            <p:cNvSpPr/>
            <p:nvPr/>
          </p:nvSpPr>
          <p:spPr>
            <a:xfrm>
              <a:off x="4203261" y="7174447"/>
              <a:ext cx="156183" cy="180249"/>
            </a:xfrm>
            <a:custGeom>
              <a:avLst/>
              <a:pathLst>
                <a:path w="156183" h="180249">
                  <a:moveTo>
                    <a:pt x="0" y="0"/>
                  </a:moveTo>
                  <a:lnTo>
                    <a:pt x="0" y="180249"/>
                  </a:lnTo>
                  <a:lnTo>
                    <a:pt x="156183" y="180249"/>
                  </a:lnTo>
                  <a:lnTo>
                    <a:pt x="156183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8" name="pl1607"/>
            <p:cNvSpPr/>
            <p:nvPr/>
          </p:nvSpPr>
          <p:spPr>
            <a:xfrm>
              <a:off x="4203261" y="7315396"/>
              <a:ext cx="156183" cy="0"/>
            </a:xfrm>
            <a:custGeom>
              <a:avLst/>
              <a:pathLst>
                <a:path w="156183" h="0">
                  <a:moveTo>
                    <a:pt x="0" y="0"/>
                  </a:moveTo>
                  <a:lnTo>
                    <a:pt x="156183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9" name="pg1608"/>
            <p:cNvSpPr/>
            <p:nvPr/>
          </p:nvSpPr>
          <p:spPr>
            <a:xfrm>
              <a:off x="2038099" y="6833437"/>
              <a:ext cx="2186568" cy="462837"/>
            </a:xfrm>
            <a:custGeom>
              <a:avLst/>
              <a:pathLst>
                <a:path w="2186568" h="462837">
                  <a:moveTo>
                    <a:pt x="0" y="0"/>
                  </a:moveTo>
                  <a:lnTo>
                    <a:pt x="546642" y="101300"/>
                  </a:lnTo>
                  <a:lnTo>
                    <a:pt x="1077665" y="190949"/>
                  </a:lnTo>
                  <a:lnTo>
                    <a:pt x="1561834" y="253800"/>
                  </a:lnTo>
                  <a:lnTo>
                    <a:pt x="2186568" y="305491"/>
                  </a:lnTo>
                  <a:lnTo>
                    <a:pt x="2186568" y="462837"/>
                  </a:lnTo>
                  <a:lnTo>
                    <a:pt x="1561834" y="360749"/>
                  </a:lnTo>
                  <a:lnTo>
                    <a:pt x="1077665" y="304422"/>
                  </a:lnTo>
                  <a:lnTo>
                    <a:pt x="546642" y="263359"/>
                  </a:lnTo>
                  <a:lnTo>
                    <a:pt x="0" y="230104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610" name="pl1609"/>
            <p:cNvSpPr/>
            <p:nvPr/>
          </p:nvSpPr>
          <p:spPr>
            <a:xfrm>
              <a:off x="2038099" y="6833437"/>
              <a:ext cx="2186568" cy="305491"/>
            </a:xfrm>
            <a:custGeom>
              <a:avLst/>
              <a:pathLst>
                <a:path w="2186568" h="305491">
                  <a:moveTo>
                    <a:pt x="0" y="0"/>
                  </a:moveTo>
                  <a:lnTo>
                    <a:pt x="546642" y="101300"/>
                  </a:lnTo>
                  <a:lnTo>
                    <a:pt x="1077665" y="190949"/>
                  </a:lnTo>
                  <a:lnTo>
                    <a:pt x="1561834" y="253800"/>
                  </a:lnTo>
                  <a:lnTo>
                    <a:pt x="2186568" y="3054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11" name="pl1610"/>
            <p:cNvSpPr/>
            <p:nvPr/>
          </p:nvSpPr>
          <p:spPr>
            <a:xfrm>
              <a:off x="2038099" y="7063541"/>
              <a:ext cx="2186568" cy="232732"/>
            </a:xfrm>
            <a:custGeom>
              <a:avLst/>
              <a:pathLst>
                <a:path w="2186568" h="232732">
                  <a:moveTo>
                    <a:pt x="2186568" y="232732"/>
                  </a:moveTo>
                  <a:lnTo>
                    <a:pt x="1561834" y="130644"/>
                  </a:lnTo>
                  <a:lnTo>
                    <a:pt x="1077665" y="74318"/>
                  </a:lnTo>
                  <a:lnTo>
                    <a:pt x="546642" y="332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12" name="pg1611"/>
            <p:cNvSpPr/>
            <p:nvPr/>
          </p:nvSpPr>
          <p:spPr>
            <a:xfrm>
              <a:off x="2038099" y="6790954"/>
              <a:ext cx="2186568" cy="530179"/>
            </a:xfrm>
            <a:custGeom>
              <a:avLst/>
              <a:pathLst>
                <a:path w="2186568" h="530179">
                  <a:moveTo>
                    <a:pt x="0" y="0"/>
                  </a:moveTo>
                  <a:lnTo>
                    <a:pt x="546642" y="114402"/>
                  </a:lnTo>
                  <a:lnTo>
                    <a:pt x="1077665" y="214215"/>
                  </a:lnTo>
                  <a:lnTo>
                    <a:pt x="1561834" y="280089"/>
                  </a:lnTo>
                  <a:lnTo>
                    <a:pt x="2186568" y="325669"/>
                  </a:lnTo>
                  <a:lnTo>
                    <a:pt x="2186568" y="530179"/>
                  </a:lnTo>
                  <a:lnTo>
                    <a:pt x="1561834" y="417375"/>
                  </a:lnTo>
                  <a:lnTo>
                    <a:pt x="1077665" y="360501"/>
                  </a:lnTo>
                  <a:lnTo>
                    <a:pt x="546642" y="325686"/>
                  </a:lnTo>
                  <a:lnTo>
                    <a:pt x="0" y="301503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613" name="pl1612"/>
            <p:cNvSpPr/>
            <p:nvPr/>
          </p:nvSpPr>
          <p:spPr>
            <a:xfrm>
              <a:off x="2038099" y="6790954"/>
              <a:ext cx="2186568" cy="325669"/>
            </a:xfrm>
            <a:custGeom>
              <a:avLst/>
              <a:pathLst>
                <a:path w="2186568" h="325669">
                  <a:moveTo>
                    <a:pt x="0" y="0"/>
                  </a:moveTo>
                  <a:lnTo>
                    <a:pt x="546642" y="114402"/>
                  </a:lnTo>
                  <a:lnTo>
                    <a:pt x="1077665" y="214215"/>
                  </a:lnTo>
                  <a:lnTo>
                    <a:pt x="1561834" y="280089"/>
                  </a:lnTo>
                  <a:lnTo>
                    <a:pt x="2186568" y="3256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14" name="pl1613"/>
            <p:cNvSpPr/>
            <p:nvPr/>
          </p:nvSpPr>
          <p:spPr>
            <a:xfrm>
              <a:off x="2038099" y="7092457"/>
              <a:ext cx="2186568" cy="228676"/>
            </a:xfrm>
            <a:custGeom>
              <a:avLst/>
              <a:pathLst>
                <a:path w="2186568" h="228676">
                  <a:moveTo>
                    <a:pt x="2186568" y="228676"/>
                  </a:moveTo>
                  <a:lnTo>
                    <a:pt x="1561834" y="115872"/>
                  </a:lnTo>
                  <a:lnTo>
                    <a:pt x="1077665" y="58997"/>
                  </a:lnTo>
                  <a:lnTo>
                    <a:pt x="546642" y="241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15" name="pl1614"/>
            <p:cNvSpPr/>
            <p:nvPr/>
          </p:nvSpPr>
          <p:spPr>
            <a:xfrm>
              <a:off x="2038099" y="6948489"/>
              <a:ext cx="2186568" cy="269111"/>
            </a:xfrm>
            <a:custGeom>
              <a:avLst/>
              <a:pathLst>
                <a:path w="2186568" h="269111">
                  <a:moveTo>
                    <a:pt x="0" y="0"/>
                  </a:moveTo>
                  <a:lnTo>
                    <a:pt x="546642" y="67277"/>
                  </a:lnTo>
                  <a:lnTo>
                    <a:pt x="1077665" y="132633"/>
                  </a:lnTo>
                  <a:lnTo>
                    <a:pt x="1561834" y="192222"/>
                  </a:lnTo>
                  <a:lnTo>
                    <a:pt x="2186568" y="269111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l1615"/>
            <p:cNvSpPr/>
            <p:nvPr/>
          </p:nvSpPr>
          <p:spPr>
            <a:xfrm>
              <a:off x="2038099" y="6941705"/>
              <a:ext cx="2186568" cy="277172"/>
            </a:xfrm>
            <a:custGeom>
              <a:avLst/>
              <a:pathLst>
                <a:path w="2186568" h="277172">
                  <a:moveTo>
                    <a:pt x="0" y="0"/>
                  </a:moveTo>
                  <a:lnTo>
                    <a:pt x="546642" y="69293"/>
                  </a:lnTo>
                  <a:lnTo>
                    <a:pt x="1077665" y="136606"/>
                  </a:lnTo>
                  <a:lnTo>
                    <a:pt x="1561834" y="197980"/>
                  </a:lnTo>
                  <a:lnTo>
                    <a:pt x="2186568" y="277172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tx1616"/>
            <p:cNvSpPr/>
            <p:nvPr/>
          </p:nvSpPr>
          <p:spPr>
            <a:xfrm>
              <a:off x="2038099" y="5120922"/>
              <a:ext cx="204578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Aboveground: Slope=-1.4880, P = 0.017</a:t>
              </a:r>
            </a:p>
          </p:txBody>
        </p:sp>
        <p:sp>
          <p:nvSpPr>
            <p:cNvPr id="1618" name="tx1617"/>
            <p:cNvSpPr/>
            <p:nvPr/>
          </p:nvSpPr>
          <p:spPr>
            <a:xfrm>
              <a:off x="2038099" y="5254868"/>
              <a:ext cx="20330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Belowground: Slope=-1.5325, P = 0.038</a:t>
              </a:r>
            </a:p>
          </p:txBody>
        </p:sp>
        <p:sp>
          <p:nvSpPr>
            <p:cNvPr id="1619" name="rc1618"/>
            <p:cNvSpPr/>
            <p:nvPr/>
          </p:nvSpPr>
          <p:spPr>
            <a:xfrm>
              <a:off x="1715530" y="4527025"/>
              <a:ext cx="2810705" cy="296558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620" name="pl1619"/>
            <p:cNvSpPr/>
            <p:nvPr/>
          </p:nvSpPr>
          <p:spPr>
            <a:xfrm>
              <a:off x="1715530" y="4527025"/>
              <a:ext cx="0" cy="2965581"/>
            </a:xfrm>
            <a:custGeom>
              <a:avLst/>
              <a:pathLst>
                <a:path w="0" h="2965581">
                  <a:moveTo>
                    <a:pt x="0" y="2965581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tx1620"/>
            <p:cNvSpPr/>
            <p:nvPr/>
          </p:nvSpPr>
          <p:spPr>
            <a:xfrm>
              <a:off x="1562441" y="7317373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22" name="tx1621"/>
            <p:cNvSpPr/>
            <p:nvPr/>
          </p:nvSpPr>
          <p:spPr>
            <a:xfrm>
              <a:off x="1562441" y="6671451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623" name="tx1622"/>
            <p:cNvSpPr/>
            <p:nvPr/>
          </p:nvSpPr>
          <p:spPr>
            <a:xfrm>
              <a:off x="1477676" y="6025528"/>
              <a:ext cx="169529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624" name="tx1623"/>
            <p:cNvSpPr/>
            <p:nvPr/>
          </p:nvSpPr>
          <p:spPr>
            <a:xfrm>
              <a:off x="1477676" y="5379606"/>
              <a:ext cx="169529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1625" name="tx1624"/>
            <p:cNvSpPr/>
            <p:nvPr/>
          </p:nvSpPr>
          <p:spPr>
            <a:xfrm>
              <a:off x="1477676" y="4733684"/>
              <a:ext cx="169529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626" name="pl1625"/>
            <p:cNvSpPr/>
            <p:nvPr/>
          </p:nvSpPr>
          <p:spPr>
            <a:xfrm>
              <a:off x="1677572" y="737205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l1626"/>
            <p:cNvSpPr/>
            <p:nvPr/>
          </p:nvSpPr>
          <p:spPr>
            <a:xfrm>
              <a:off x="1677572" y="672613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l1627"/>
            <p:cNvSpPr/>
            <p:nvPr/>
          </p:nvSpPr>
          <p:spPr>
            <a:xfrm>
              <a:off x="1677572" y="608021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l1628"/>
            <p:cNvSpPr/>
            <p:nvPr/>
          </p:nvSpPr>
          <p:spPr>
            <a:xfrm>
              <a:off x="1677572" y="5434287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l1629"/>
            <p:cNvSpPr/>
            <p:nvPr/>
          </p:nvSpPr>
          <p:spPr>
            <a:xfrm>
              <a:off x="1677572" y="478836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l1630"/>
            <p:cNvSpPr/>
            <p:nvPr/>
          </p:nvSpPr>
          <p:spPr>
            <a:xfrm>
              <a:off x="1715530" y="7492606"/>
              <a:ext cx="2810705" cy="0"/>
            </a:xfrm>
            <a:custGeom>
              <a:avLst/>
              <a:pathLst>
                <a:path w="2810705" h="0">
                  <a:moveTo>
                    <a:pt x="0" y="0"/>
                  </a:moveTo>
                  <a:lnTo>
                    <a:pt x="2810705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l1631"/>
            <p:cNvSpPr/>
            <p:nvPr/>
          </p:nvSpPr>
          <p:spPr>
            <a:xfrm>
              <a:off x="2038099" y="7492606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l1632"/>
            <p:cNvSpPr/>
            <p:nvPr/>
          </p:nvSpPr>
          <p:spPr>
            <a:xfrm>
              <a:off x="3120680" y="7492606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l1633"/>
            <p:cNvSpPr/>
            <p:nvPr/>
          </p:nvSpPr>
          <p:spPr>
            <a:xfrm>
              <a:off x="4203261" y="7492606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tx1634"/>
            <p:cNvSpPr/>
            <p:nvPr/>
          </p:nvSpPr>
          <p:spPr>
            <a:xfrm>
              <a:off x="1995716" y="7560930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636" name="tx1635"/>
            <p:cNvSpPr/>
            <p:nvPr/>
          </p:nvSpPr>
          <p:spPr>
            <a:xfrm>
              <a:off x="3078297" y="7560930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637" name="tx1636"/>
            <p:cNvSpPr/>
            <p:nvPr/>
          </p:nvSpPr>
          <p:spPr>
            <a:xfrm>
              <a:off x="4160879" y="7560930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638" name="tx1637"/>
            <p:cNvSpPr/>
            <p:nvPr/>
          </p:nvSpPr>
          <p:spPr>
            <a:xfrm>
              <a:off x="2781366" y="7785681"/>
              <a:ext cx="679033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1639" name="tx1638"/>
            <p:cNvSpPr/>
            <p:nvPr/>
          </p:nvSpPr>
          <p:spPr>
            <a:xfrm rot="-5400000">
              <a:off x="72553" y="5950608"/>
              <a:ext cx="2385303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Within-species SS (log-biomass)</a:t>
              </a:r>
            </a:p>
          </p:txBody>
        </p:sp>
        <p:sp>
          <p:nvSpPr>
            <p:cNvPr id="1640" name="tx1639"/>
            <p:cNvSpPr/>
            <p:nvPr/>
          </p:nvSpPr>
          <p:spPr>
            <a:xfrm>
              <a:off x="1015620" y="4379441"/>
              <a:ext cx="226862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</a:t>
              </a:r>
            </a:p>
          </p:txBody>
        </p:sp>
        <p:sp>
          <p:nvSpPr>
            <p:cNvPr id="1641" name="rc1640"/>
            <p:cNvSpPr/>
            <p:nvPr/>
          </p:nvSpPr>
          <p:spPr>
            <a:xfrm>
              <a:off x="5317673" y="4527025"/>
              <a:ext cx="2810705" cy="296558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2" name="pt1641"/>
            <p:cNvSpPr/>
            <p:nvPr/>
          </p:nvSpPr>
          <p:spPr>
            <a:xfrm>
              <a:off x="5552275" y="57561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3" name="pt1642"/>
            <p:cNvSpPr/>
            <p:nvPr/>
          </p:nvSpPr>
          <p:spPr>
            <a:xfrm>
              <a:off x="5665059" y="579216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4" name="pt1643"/>
            <p:cNvSpPr/>
            <p:nvPr/>
          </p:nvSpPr>
          <p:spPr>
            <a:xfrm>
              <a:off x="5524422" y="530523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5" name="pt1644"/>
            <p:cNvSpPr/>
            <p:nvPr/>
          </p:nvSpPr>
          <p:spPr>
            <a:xfrm>
              <a:off x="5654330" y="541803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6" name="pt1645"/>
            <p:cNvSpPr/>
            <p:nvPr/>
          </p:nvSpPr>
          <p:spPr>
            <a:xfrm>
              <a:off x="5503911" y="527675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7" name="pt1646"/>
            <p:cNvSpPr/>
            <p:nvPr/>
          </p:nvSpPr>
          <p:spPr>
            <a:xfrm>
              <a:off x="5718745" y="53918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8" name="pt1647"/>
            <p:cNvSpPr/>
            <p:nvPr/>
          </p:nvSpPr>
          <p:spPr>
            <a:xfrm>
              <a:off x="5508247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49" name="pt1648"/>
            <p:cNvSpPr/>
            <p:nvPr/>
          </p:nvSpPr>
          <p:spPr>
            <a:xfrm>
              <a:off x="5695316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0" name="pt1649"/>
            <p:cNvSpPr/>
            <p:nvPr/>
          </p:nvSpPr>
          <p:spPr>
            <a:xfrm>
              <a:off x="5514251" y="52282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1" name="pt1650"/>
            <p:cNvSpPr/>
            <p:nvPr/>
          </p:nvSpPr>
          <p:spPr>
            <a:xfrm>
              <a:off x="5660427" y="532494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2" name="pt1651"/>
            <p:cNvSpPr/>
            <p:nvPr/>
          </p:nvSpPr>
          <p:spPr>
            <a:xfrm>
              <a:off x="5542992" y="52348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3" name="pt1652"/>
            <p:cNvSpPr/>
            <p:nvPr/>
          </p:nvSpPr>
          <p:spPr>
            <a:xfrm>
              <a:off x="5719971" y="519204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4" name="pt1653"/>
            <p:cNvSpPr/>
            <p:nvPr/>
          </p:nvSpPr>
          <p:spPr>
            <a:xfrm>
              <a:off x="5550771" y="51921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5" name="pt1654"/>
            <p:cNvSpPr/>
            <p:nvPr/>
          </p:nvSpPr>
          <p:spPr>
            <a:xfrm>
              <a:off x="5689662" y="52822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6" name="pt1655"/>
            <p:cNvSpPr/>
            <p:nvPr/>
          </p:nvSpPr>
          <p:spPr>
            <a:xfrm>
              <a:off x="5557230" y="545907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7" name="pt1656"/>
            <p:cNvSpPr/>
            <p:nvPr/>
          </p:nvSpPr>
          <p:spPr>
            <a:xfrm>
              <a:off x="5698906" y="548995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8" name="pt1657"/>
            <p:cNvSpPr/>
            <p:nvPr/>
          </p:nvSpPr>
          <p:spPr>
            <a:xfrm>
              <a:off x="5493305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59" name="pt1658"/>
            <p:cNvSpPr/>
            <p:nvPr/>
          </p:nvSpPr>
          <p:spPr>
            <a:xfrm>
              <a:off x="5685345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0" name="pt1659"/>
            <p:cNvSpPr/>
            <p:nvPr/>
          </p:nvSpPr>
          <p:spPr>
            <a:xfrm>
              <a:off x="5549591" y="54965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1" name="pt1660"/>
            <p:cNvSpPr/>
            <p:nvPr/>
          </p:nvSpPr>
          <p:spPr>
            <a:xfrm>
              <a:off x="5656498" y="630606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2" name="pt1661"/>
            <p:cNvSpPr/>
            <p:nvPr/>
          </p:nvSpPr>
          <p:spPr>
            <a:xfrm>
              <a:off x="5499638" y="522217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3" name="pt1662"/>
            <p:cNvSpPr/>
            <p:nvPr/>
          </p:nvSpPr>
          <p:spPr>
            <a:xfrm>
              <a:off x="5722417" y="52979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4" name="pt1663"/>
            <p:cNvSpPr/>
            <p:nvPr/>
          </p:nvSpPr>
          <p:spPr>
            <a:xfrm>
              <a:off x="5522853" y="529089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5" name="pt1664"/>
            <p:cNvSpPr/>
            <p:nvPr/>
          </p:nvSpPr>
          <p:spPr>
            <a:xfrm>
              <a:off x="5668449" y="546426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6" name="pt1665"/>
            <p:cNvSpPr/>
            <p:nvPr/>
          </p:nvSpPr>
          <p:spPr>
            <a:xfrm>
              <a:off x="5512678" y="56516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7" name="pt1666"/>
            <p:cNvSpPr/>
            <p:nvPr/>
          </p:nvSpPr>
          <p:spPr>
            <a:xfrm>
              <a:off x="5678538" y="571104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8" name="pt1667"/>
            <p:cNvSpPr/>
            <p:nvPr/>
          </p:nvSpPr>
          <p:spPr>
            <a:xfrm>
              <a:off x="5502991" y="70241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9" name="pt1668"/>
            <p:cNvSpPr/>
            <p:nvPr/>
          </p:nvSpPr>
          <p:spPr>
            <a:xfrm>
              <a:off x="5716360" y="70244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0" name="pt1669"/>
            <p:cNvSpPr/>
            <p:nvPr/>
          </p:nvSpPr>
          <p:spPr>
            <a:xfrm>
              <a:off x="5492083" y="590846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1" name="pt1670"/>
            <p:cNvSpPr/>
            <p:nvPr/>
          </p:nvSpPr>
          <p:spPr>
            <a:xfrm>
              <a:off x="5646421" y="608820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2" name="pt1671"/>
            <p:cNvSpPr/>
            <p:nvPr/>
          </p:nvSpPr>
          <p:spPr>
            <a:xfrm>
              <a:off x="5558149" y="720447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3" name="pt1672"/>
            <p:cNvSpPr/>
            <p:nvPr/>
          </p:nvSpPr>
          <p:spPr>
            <a:xfrm>
              <a:off x="5661636" y="639966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4" name="pt1673"/>
            <p:cNvSpPr/>
            <p:nvPr/>
          </p:nvSpPr>
          <p:spPr>
            <a:xfrm>
              <a:off x="5562678" y="59700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5" name="pt1674"/>
            <p:cNvSpPr/>
            <p:nvPr/>
          </p:nvSpPr>
          <p:spPr>
            <a:xfrm>
              <a:off x="5686030" y="628280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6" name="pt1675"/>
            <p:cNvSpPr/>
            <p:nvPr/>
          </p:nvSpPr>
          <p:spPr>
            <a:xfrm>
              <a:off x="5536317" y="56162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7" name="pt1676"/>
            <p:cNvSpPr/>
            <p:nvPr/>
          </p:nvSpPr>
          <p:spPr>
            <a:xfrm>
              <a:off x="5654155" y="563539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8" name="pt1677"/>
            <p:cNvSpPr/>
            <p:nvPr/>
          </p:nvSpPr>
          <p:spPr>
            <a:xfrm>
              <a:off x="5506546" y="543538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79" name="pt1678"/>
            <p:cNvSpPr/>
            <p:nvPr/>
          </p:nvSpPr>
          <p:spPr>
            <a:xfrm>
              <a:off x="5671170" y="575145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0" name="pt1679"/>
            <p:cNvSpPr/>
            <p:nvPr/>
          </p:nvSpPr>
          <p:spPr>
            <a:xfrm>
              <a:off x="5565090" y="52437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1" name="pt1680"/>
            <p:cNvSpPr/>
            <p:nvPr/>
          </p:nvSpPr>
          <p:spPr>
            <a:xfrm>
              <a:off x="5666655" y="522811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2" name="pt1681"/>
            <p:cNvSpPr/>
            <p:nvPr/>
          </p:nvSpPr>
          <p:spPr>
            <a:xfrm>
              <a:off x="5544805" y="548798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3" name="pt1682"/>
            <p:cNvSpPr/>
            <p:nvPr/>
          </p:nvSpPr>
          <p:spPr>
            <a:xfrm>
              <a:off x="5687974" y="604155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4" name="pt1683"/>
            <p:cNvSpPr/>
            <p:nvPr/>
          </p:nvSpPr>
          <p:spPr>
            <a:xfrm>
              <a:off x="5497768" y="65982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5" name="pt1684"/>
            <p:cNvSpPr/>
            <p:nvPr/>
          </p:nvSpPr>
          <p:spPr>
            <a:xfrm>
              <a:off x="5702050" y="626930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6" name="pt1685"/>
            <p:cNvSpPr/>
            <p:nvPr/>
          </p:nvSpPr>
          <p:spPr>
            <a:xfrm>
              <a:off x="5516237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7" name="pt1686"/>
            <p:cNvSpPr/>
            <p:nvPr/>
          </p:nvSpPr>
          <p:spPr>
            <a:xfrm>
              <a:off x="5648393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8" name="pt1687"/>
            <p:cNvSpPr/>
            <p:nvPr/>
          </p:nvSpPr>
          <p:spPr>
            <a:xfrm>
              <a:off x="5544311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89" name="pt1688"/>
            <p:cNvSpPr/>
            <p:nvPr/>
          </p:nvSpPr>
          <p:spPr>
            <a:xfrm>
              <a:off x="5674983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0" name="pt1689"/>
            <p:cNvSpPr/>
            <p:nvPr/>
          </p:nvSpPr>
          <p:spPr>
            <a:xfrm>
              <a:off x="5497934" y="656458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1" name="pt1690"/>
            <p:cNvSpPr/>
            <p:nvPr/>
          </p:nvSpPr>
          <p:spPr>
            <a:xfrm>
              <a:off x="5669835" y="648948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2" name="pt1691"/>
            <p:cNvSpPr/>
            <p:nvPr/>
          </p:nvSpPr>
          <p:spPr>
            <a:xfrm>
              <a:off x="555613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3" name="pt1692"/>
            <p:cNvSpPr/>
            <p:nvPr/>
          </p:nvSpPr>
          <p:spPr>
            <a:xfrm>
              <a:off x="569401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4" name="pt1693"/>
            <p:cNvSpPr/>
            <p:nvPr/>
          </p:nvSpPr>
          <p:spPr>
            <a:xfrm>
              <a:off x="5509273" y="653304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5" name="pt1694"/>
            <p:cNvSpPr/>
            <p:nvPr/>
          </p:nvSpPr>
          <p:spPr>
            <a:xfrm>
              <a:off x="5720362" y="623122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6" name="pt1695"/>
            <p:cNvSpPr/>
            <p:nvPr/>
          </p:nvSpPr>
          <p:spPr>
            <a:xfrm>
              <a:off x="550198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7" name="pt1696"/>
            <p:cNvSpPr/>
            <p:nvPr/>
          </p:nvSpPr>
          <p:spPr>
            <a:xfrm>
              <a:off x="569644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8" name="pt1697"/>
            <p:cNvSpPr/>
            <p:nvPr/>
          </p:nvSpPr>
          <p:spPr>
            <a:xfrm>
              <a:off x="5551396" y="658171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99" name="pt1698"/>
            <p:cNvSpPr/>
            <p:nvPr/>
          </p:nvSpPr>
          <p:spPr>
            <a:xfrm>
              <a:off x="5701990" y="73178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0" name="pt1699"/>
            <p:cNvSpPr/>
            <p:nvPr/>
          </p:nvSpPr>
          <p:spPr>
            <a:xfrm>
              <a:off x="5498423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1" name="pt1700"/>
            <p:cNvSpPr/>
            <p:nvPr/>
          </p:nvSpPr>
          <p:spPr>
            <a:xfrm>
              <a:off x="5678034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2" name="pt1701"/>
            <p:cNvSpPr/>
            <p:nvPr/>
          </p:nvSpPr>
          <p:spPr>
            <a:xfrm>
              <a:off x="5566257" y="619949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3" name="pt1702"/>
            <p:cNvSpPr/>
            <p:nvPr/>
          </p:nvSpPr>
          <p:spPr>
            <a:xfrm>
              <a:off x="5675949" y="618060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4" name="pt1703"/>
            <p:cNvSpPr/>
            <p:nvPr/>
          </p:nvSpPr>
          <p:spPr>
            <a:xfrm>
              <a:off x="5498651" y="515908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5" name="pt1704"/>
            <p:cNvSpPr/>
            <p:nvPr/>
          </p:nvSpPr>
          <p:spPr>
            <a:xfrm>
              <a:off x="5689664" y="531996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6" name="pt1705"/>
            <p:cNvSpPr/>
            <p:nvPr/>
          </p:nvSpPr>
          <p:spPr>
            <a:xfrm>
              <a:off x="5517685" y="630437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7" name="pt1706"/>
            <p:cNvSpPr/>
            <p:nvPr/>
          </p:nvSpPr>
          <p:spPr>
            <a:xfrm>
              <a:off x="5719092" y="698145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8" name="pt1707"/>
            <p:cNvSpPr/>
            <p:nvPr/>
          </p:nvSpPr>
          <p:spPr>
            <a:xfrm>
              <a:off x="5491585" y="574357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09" name="pt1708"/>
            <p:cNvSpPr/>
            <p:nvPr/>
          </p:nvSpPr>
          <p:spPr>
            <a:xfrm>
              <a:off x="5674867" y="588485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0" name="pt1709"/>
            <p:cNvSpPr/>
            <p:nvPr/>
          </p:nvSpPr>
          <p:spPr>
            <a:xfrm>
              <a:off x="5541306" y="60686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1" name="pt1710"/>
            <p:cNvSpPr/>
            <p:nvPr/>
          </p:nvSpPr>
          <p:spPr>
            <a:xfrm>
              <a:off x="5722386" y="65889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2" name="pt1711"/>
            <p:cNvSpPr/>
            <p:nvPr/>
          </p:nvSpPr>
          <p:spPr>
            <a:xfrm>
              <a:off x="5495456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3" name="pt1712"/>
            <p:cNvSpPr/>
            <p:nvPr/>
          </p:nvSpPr>
          <p:spPr>
            <a:xfrm>
              <a:off x="5722218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4" name="pt1713"/>
            <p:cNvSpPr/>
            <p:nvPr/>
          </p:nvSpPr>
          <p:spPr>
            <a:xfrm>
              <a:off x="5504467" y="56025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5" name="pt1714"/>
            <p:cNvSpPr/>
            <p:nvPr/>
          </p:nvSpPr>
          <p:spPr>
            <a:xfrm>
              <a:off x="5687147" y="58479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6" name="pt1715"/>
            <p:cNvSpPr/>
            <p:nvPr/>
          </p:nvSpPr>
          <p:spPr>
            <a:xfrm>
              <a:off x="5550215" y="560310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7" name="pt1716"/>
            <p:cNvSpPr/>
            <p:nvPr/>
          </p:nvSpPr>
          <p:spPr>
            <a:xfrm>
              <a:off x="5688028" y="590816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8" name="pt1717"/>
            <p:cNvSpPr/>
            <p:nvPr/>
          </p:nvSpPr>
          <p:spPr>
            <a:xfrm>
              <a:off x="5563590" y="590765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19" name="pt1718"/>
            <p:cNvSpPr/>
            <p:nvPr/>
          </p:nvSpPr>
          <p:spPr>
            <a:xfrm>
              <a:off x="5702253" y="57821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0" name="pt1719"/>
            <p:cNvSpPr/>
            <p:nvPr/>
          </p:nvSpPr>
          <p:spPr>
            <a:xfrm>
              <a:off x="5495358" y="55496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1" name="pt1720"/>
            <p:cNvSpPr/>
            <p:nvPr/>
          </p:nvSpPr>
          <p:spPr>
            <a:xfrm>
              <a:off x="5715628" y="546833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2" name="pt1721"/>
            <p:cNvSpPr/>
            <p:nvPr/>
          </p:nvSpPr>
          <p:spPr>
            <a:xfrm>
              <a:off x="5533615" y="61648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3" name="pt1722"/>
            <p:cNvSpPr/>
            <p:nvPr/>
          </p:nvSpPr>
          <p:spPr>
            <a:xfrm>
              <a:off x="5698127" y="639033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4" name="pt1723"/>
            <p:cNvSpPr/>
            <p:nvPr/>
          </p:nvSpPr>
          <p:spPr>
            <a:xfrm>
              <a:off x="5557268" y="58842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5" name="pt1724"/>
            <p:cNvSpPr/>
            <p:nvPr/>
          </p:nvSpPr>
          <p:spPr>
            <a:xfrm>
              <a:off x="5691961" y="731836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6" name="pt1725"/>
            <p:cNvSpPr/>
            <p:nvPr/>
          </p:nvSpPr>
          <p:spPr>
            <a:xfrm>
              <a:off x="5528673" y="73184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7" name="pt1726"/>
            <p:cNvSpPr/>
            <p:nvPr/>
          </p:nvSpPr>
          <p:spPr>
            <a:xfrm>
              <a:off x="5650583" y="660086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8" name="pt1727"/>
            <p:cNvSpPr/>
            <p:nvPr/>
          </p:nvSpPr>
          <p:spPr>
            <a:xfrm>
              <a:off x="5512401" y="61520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29" name="pt1728"/>
            <p:cNvSpPr/>
            <p:nvPr/>
          </p:nvSpPr>
          <p:spPr>
            <a:xfrm>
              <a:off x="5682599" y="68612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0" name="pt1729"/>
            <p:cNvSpPr/>
            <p:nvPr/>
          </p:nvSpPr>
          <p:spPr>
            <a:xfrm>
              <a:off x="5495666" y="651471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1" name="pt1730"/>
            <p:cNvSpPr/>
            <p:nvPr/>
          </p:nvSpPr>
          <p:spPr>
            <a:xfrm>
              <a:off x="5657706" y="73078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2" name="pt1731"/>
            <p:cNvSpPr/>
            <p:nvPr/>
          </p:nvSpPr>
          <p:spPr>
            <a:xfrm>
              <a:off x="5526500" y="725886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3" name="pt1732"/>
            <p:cNvSpPr/>
            <p:nvPr/>
          </p:nvSpPr>
          <p:spPr>
            <a:xfrm>
              <a:off x="5708855" y="721126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4" name="pt1733"/>
            <p:cNvSpPr/>
            <p:nvPr/>
          </p:nvSpPr>
          <p:spPr>
            <a:xfrm>
              <a:off x="5556147" y="57023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5" name="pt1734"/>
            <p:cNvSpPr/>
            <p:nvPr/>
          </p:nvSpPr>
          <p:spPr>
            <a:xfrm>
              <a:off x="5667060" y="61234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6" name="pt1735"/>
            <p:cNvSpPr/>
            <p:nvPr/>
          </p:nvSpPr>
          <p:spPr>
            <a:xfrm>
              <a:off x="5531873" y="638327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7" name="pt1736"/>
            <p:cNvSpPr/>
            <p:nvPr/>
          </p:nvSpPr>
          <p:spPr>
            <a:xfrm>
              <a:off x="5646485" y="681547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8" name="pt1737"/>
            <p:cNvSpPr/>
            <p:nvPr/>
          </p:nvSpPr>
          <p:spPr>
            <a:xfrm>
              <a:off x="5554998" y="57026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39" name="pt1738"/>
            <p:cNvSpPr/>
            <p:nvPr/>
          </p:nvSpPr>
          <p:spPr>
            <a:xfrm>
              <a:off x="5689432" y="625175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0" name="pt1739"/>
            <p:cNvSpPr/>
            <p:nvPr/>
          </p:nvSpPr>
          <p:spPr>
            <a:xfrm>
              <a:off x="5553195" y="53916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1" name="pt1740"/>
            <p:cNvSpPr/>
            <p:nvPr/>
          </p:nvSpPr>
          <p:spPr>
            <a:xfrm>
              <a:off x="5700677" y="548878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2" name="pt1741"/>
            <p:cNvSpPr/>
            <p:nvPr/>
          </p:nvSpPr>
          <p:spPr>
            <a:xfrm>
              <a:off x="5538939" y="72287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3" name="pt1742"/>
            <p:cNvSpPr/>
            <p:nvPr/>
          </p:nvSpPr>
          <p:spPr>
            <a:xfrm>
              <a:off x="5681164" y="731447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4" name="pt1743"/>
            <p:cNvSpPr/>
            <p:nvPr/>
          </p:nvSpPr>
          <p:spPr>
            <a:xfrm>
              <a:off x="5523438" y="718897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5" name="pt1744"/>
            <p:cNvSpPr/>
            <p:nvPr/>
          </p:nvSpPr>
          <p:spPr>
            <a:xfrm>
              <a:off x="5658544" y="73109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6" name="pt1745"/>
            <p:cNvSpPr/>
            <p:nvPr/>
          </p:nvSpPr>
          <p:spPr>
            <a:xfrm>
              <a:off x="5515046" y="66137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7" name="pt1746"/>
            <p:cNvSpPr/>
            <p:nvPr/>
          </p:nvSpPr>
          <p:spPr>
            <a:xfrm>
              <a:off x="5694298" y="678522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8" name="pt1747"/>
            <p:cNvSpPr/>
            <p:nvPr/>
          </p:nvSpPr>
          <p:spPr>
            <a:xfrm>
              <a:off x="5533839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49" name="pt1748"/>
            <p:cNvSpPr/>
            <p:nvPr/>
          </p:nvSpPr>
          <p:spPr>
            <a:xfrm>
              <a:off x="5705877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0" name="pt1749"/>
            <p:cNvSpPr/>
            <p:nvPr/>
          </p:nvSpPr>
          <p:spPr>
            <a:xfrm>
              <a:off x="5514400" y="731817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1" name="pt1750"/>
            <p:cNvSpPr/>
            <p:nvPr/>
          </p:nvSpPr>
          <p:spPr>
            <a:xfrm>
              <a:off x="5701251" y="729243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2" name="pt1751"/>
            <p:cNvSpPr/>
            <p:nvPr/>
          </p:nvSpPr>
          <p:spPr>
            <a:xfrm>
              <a:off x="5518168" y="52966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3" name="pt1752"/>
            <p:cNvSpPr/>
            <p:nvPr/>
          </p:nvSpPr>
          <p:spPr>
            <a:xfrm>
              <a:off x="5684150" y="529841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4" name="pt1753"/>
            <p:cNvSpPr/>
            <p:nvPr/>
          </p:nvSpPr>
          <p:spPr>
            <a:xfrm>
              <a:off x="5517538" y="691376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5" name="pt1754"/>
            <p:cNvSpPr/>
            <p:nvPr/>
          </p:nvSpPr>
          <p:spPr>
            <a:xfrm>
              <a:off x="5715191" y="71971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6" name="pt1755"/>
            <p:cNvSpPr/>
            <p:nvPr/>
          </p:nvSpPr>
          <p:spPr>
            <a:xfrm>
              <a:off x="5491732" y="547512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7" name="pt1756"/>
            <p:cNvSpPr/>
            <p:nvPr/>
          </p:nvSpPr>
          <p:spPr>
            <a:xfrm>
              <a:off x="5685490" y="519196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8" name="pt1757"/>
            <p:cNvSpPr/>
            <p:nvPr/>
          </p:nvSpPr>
          <p:spPr>
            <a:xfrm>
              <a:off x="5558046" y="682308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59" name="pt1758"/>
            <p:cNvSpPr/>
            <p:nvPr/>
          </p:nvSpPr>
          <p:spPr>
            <a:xfrm>
              <a:off x="5670375" y="680226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0" name="pt1759"/>
            <p:cNvSpPr/>
            <p:nvPr/>
          </p:nvSpPr>
          <p:spPr>
            <a:xfrm>
              <a:off x="5539274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1" name="pt1760"/>
            <p:cNvSpPr/>
            <p:nvPr/>
          </p:nvSpPr>
          <p:spPr>
            <a:xfrm>
              <a:off x="5701312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2" name="pt1761"/>
            <p:cNvSpPr/>
            <p:nvPr/>
          </p:nvSpPr>
          <p:spPr>
            <a:xfrm>
              <a:off x="5530503" y="662230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3" name="pt1762"/>
            <p:cNvSpPr/>
            <p:nvPr/>
          </p:nvSpPr>
          <p:spPr>
            <a:xfrm>
              <a:off x="5668223" y="62729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4" name="pt1763"/>
            <p:cNvSpPr/>
            <p:nvPr/>
          </p:nvSpPr>
          <p:spPr>
            <a:xfrm>
              <a:off x="5539248" y="639818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5" name="pt1764"/>
            <p:cNvSpPr/>
            <p:nvPr/>
          </p:nvSpPr>
          <p:spPr>
            <a:xfrm>
              <a:off x="5646147" y="67952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6" name="pt1765"/>
            <p:cNvSpPr/>
            <p:nvPr/>
          </p:nvSpPr>
          <p:spPr>
            <a:xfrm>
              <a:off x="5507117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7" name="pt1766"/>
            <p:cNvSpPr/>
            <p:nvPr/>
          </p:nvSpPr>
          <p:spPr>
            <a:xfrm>
              <a:off x="5679571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8" name="pt1767"/>
            <p:cNvSpPr/>
            <p:nvPr/>
          </p:nvSpPr>
          <p:spPr>
            <a:xfrm>
              <a:off x="5567280" y="59428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69" name="pt1768"/>
            <p:cNvSpPr/>
            <p:nvPr/>
          </p:nvSpPr>
          <p:spPr>
            <a:xfrm>
              <a:off x="5680140" y="589130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0" name="pt1769"/>
            <p:cNvSpPr/>
            <p:nvPr/>
          </p:nvSpPr>
          <p:spPr>
            <a:xfrm>
              <a:off x="5520857" y="594609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1" name="pt1770"/>
            <p:cNvSpPr/>
            <p:nvPr/>
          </p:nvSpPr>
          <p:spPr>
            <a:xfrm>
              <a:off x="5718731" y="53441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2" name="pt1771"/>
            <p:cNvSpPr/>
            <p:nvPr/>
          </p:nvSpPr>
          <p:spPr>
            <a:xfrm>
              <a:off x="5494485" y="71836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3" name="pt1772"/>
            <p:cNvSpPr/>
            <p:nvPr/>
          </p:nvSpPr>
          <p:spPr>
            <a:xfrm>
              <a:off x="5718685" y="58438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4" name="pt1773"/>
            <p:cNvSpPr/>
            <p:nvPr/>
          </p:nvSpPr>
          <p:spPr>
            <a:xfrm>
              <a:off x="5565290" y="72540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5" name="pt1774"/>
            <p:cNvSpPr/>
            <p:nvPr/>
          </p:nvSpPr>
          <p:spPr>
            <a:xfrm>
              <a:off x="5716884" y="723718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6" name="pt1775"/>
            <p:cNvSpPr/>
            <p:nvPr/>
          </p:nvSpPr>
          <p:spPr>
            <a:xfrm>
              <a:off x="5498900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7" name="pt1776"/>
            <p:cNvSpPr/>
            <p:nvPr/>
          </p:nvSpPr>
          <p:spPr>
            <a:xfrm>
              <a:off x="5673291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8" name="pt1777"/>
            <p:cNvSpPr/>
            <p:nvPr/>
          </p:nvSpPr>
          <p:spPr>
            <a:xfrm>
              <a:off x="5507007" y="716087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79" name="pt1778"/>
            <p:cNvSpPr/>
            <p:nvPr/>
          </p:nvSpPr>
          <p:spPr>
            <a:xfrm>
              <a:off x="5652109" y="720721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0" name="pt1779"/>
            <p:cNvSpPr/>
            <p:nvPr/>
          </p:nvSpPr>
          <p:spPr>
            <a:xfrm>
              <a:off x="5510649" y="641805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1" name="pt1780"/>
            <p:cNvSpPr/>
            <p:nvPr/>
          </p:nvSpPr>
          <p:spPr>
            <a:xfrm>
              <a:off x="5684000" y="580150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2" name="pt1781"/>
            <p:cNvSpPr/>
            <p:nvPr/>
          </p:nvSpPr>
          <p:spPr>
            <a:xfrm>
              <a:off x="5541442" y="707625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3" name="pt1782"/>
            <p:cNvSpPr/>
            <p:nvPr/>
          </p:nvSpPr>
          <p:spPr>
            <a:xfrm>
              <a:off x="5671400" y="695705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4" name="pt1783"/>
            <p:cNvSpPr/>
            <p:nvPr/>
          </p:nvSpPr>
          <p:spPr>
            <a:xfrm>
              <a:off x="5540503" y="651023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5" name="pt1784"/>
            <p:cNvSpPr/>
            <p:nvPr/>
          </p:nvSpPr>
          <p:spPr>
            <a:xfrm>
              <a:off x="5647602" y="663118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6" name="pt1785"/>
            <p:cNvSpPr/>
            <p:nvPr/>
          </p:nvSpPr>
          <p:spPr>
            <a:xfrm>
              <a:off x="5540471" y="616522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7" name="pt1786"/>
            <p:cNvSpPr/>
            <p:nvPr/>
          </p:nvSpPr>
          <p:spPr>
            <a:xfrm>
              <a:off x="5711329" y="63252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8" name="pt1787"/>
            <p:cNvSpPr/>
            <p:nvPr/>
          </p:nvSpPr>
          <p:spPr>
            <a:xfrm>
              <a:off x="5518086" y="72448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89" name="pt1788"/>
            <p:cNvSpPr/>
            <p:nvPr/>
          </p:nvSpPr>
          <p:spPr>
            <a:xfrm>
              <a:off x="5720053" y="69661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0" name="pt1789"/>
            <p:cNvSpPr/>
            <p:nvPr/>
          </p:nvSpPr>
          <p:spPr>
            <a:xfrm>
              <a:off x="5507961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1" name="pt1790"/>
            <p:cNvSpPr/>
            <p:nvPr/>
          </p:nvSpPr>
          <p:spPr>
            <a:xfrm>
              <a:off x="5724157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2" name="pt1791"/>
            <p:cNvSpPr/>
            <p:nvPr/>
          </p:nvSpPr>
          <p:spPr>
            <a:xfrm>
              <a:off x="5566360" y="67553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3" name="pt1792"/>
            <p:cNvSpPr/>
            <p:nvPr/>
          </p:nvSpPr>
          <p:spPr>
            <a:xfrm>
              <a:off x="5663709" y="608762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4" name="pt1793"/>
            <p:cNvSpPr/>
            <p:nvPr/>
          </p:nvSpPr>
          <p:spPr>
            <a:xfrm>
              <a:off x="5505623" y="679507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5" name="pt1794"/>
            <p:cNvSpPr/>
            <p:nvPr/>
          </p:nvSpPr>
          <p:spPr>
            <a:xfrm>
              <a:off x="5699217" y="70792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6" name="pt1795"/>
            <p:cNvSpPr/>
            <p:nvPr/>
          </p:nvSpPr>
          <p:spPr>
            <a:xfrm>
              <a:off x="5545929" y="646487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7" name="pt1796"/>
            <p:cNvSpPr/>
            <p:nvPr/>
          </p:nvSpPr>
          <p:spPr>
            <a:xfrm>
              <a:off x="5668909" y="654372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8" name="pt1797"/>
            <p:cNvSpPr/>
            <p:nvPr/>
          </p:nvSpPr>
          <p:spPr>
            <a:xfrm>
              <a:off x="5520074" y="71195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799" name="pt1798"/>
            <p:cNvSpPr/>
            <p:nvPr/>
          </p:nvSpPr>
          <p:spPr>
            <a:xfrm>
              <a:off x="5694551" y="72396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0" name="pt1799"/>
            <p:cNvSpPr/>
            <p:nvPr/>
          </p:nvSpPr>
          <p:spPr>
            <a:xfrm>
              <a:off x="5564551" y="609220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1" name="pt1800"/>
            <p:cNvSpPr/>
            <p:nvPr/>
          </p:nvSpPr>
          <p:spPr>
            <a:xfrm>
              <a:off x="5701406" y="614318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2" name="pt1801"/>
            <p:cNvSpPr/>
            <p:nvPr/>
          </p:nvSpPr>
          <p:spPr>
            <a:xfrm>
              <a:off x="5507687" y="606708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3" name="pt1802"/>
            <p:cNvSpPr/>
            <p:nvPr/>
          </p:nvSpPr>
          <p:spPr>
            <a:xfrm>
              <a:off x="5674316" y="629266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4" name="pt1803"/>
            <p:cNvSpPr/>
            <p:nvPr/>
          </p:nvSpPr>
          <p:spPr>
            <a:xfrm>
              <a:off x="5505887" y="665913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5" name="pt1804"/>
            <p:cNvSpPr/>
            <p:nvPr/>
          </p:nvSpPr>
          <p:spPr>
            <a:xfrm>
              <a:off x="5681240" y="653106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6" name="pt1805"/>
            <p:cNvSpPr/>
            <p:nvPr/>
          </p:nvSpPr>
          <p:spPr>
            <a:xfrm>
              <a:off x="5543245" y="586923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7" name="pt1806"/>
            <p:cNvSpPr/>
            <p:nvPr/>
          </p:nvSpPr>
          <p:spPr>
            <a:xfrm>
              <a:off x="5654656" y="632147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8" name="pt1807"/>
            <p:cNvSpPr/>
            <p:nvPr/>
          </p:nvSpPr>
          <p:spPr>
            <a:xfrm>
              <a:off x="5509719" y="581774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09" name="pt1808"/>
            <p:cNvSpPr/>
            <p:nvPr/>
          </p:nvSpPr>
          <p:spPr>
            <a:xfrm>
              <a:off x="5703121" y="581881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0" name="pt1809"/>
            <p:cNvSpPr/>
            <p:nvPr/>
          </p:nvSpPr>
          <p:spPr>
            <a:xfrm>
              <a:off x="5533536" y="72620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1" name="pt1810"/>
            <p:cNvSpPr/>
            <p:nvPr/>
          </p:nvSpPr>
          <p:spPr>
            <a:xfrm>
              <a:off x="5699829" y="692413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2" name="pt1811"/>
            <p:cNvSpPr/>
            <p:nvPr/>
          </p:nvSpPr>
          <p:spPr>
            <a:xfrm>
              <a:off x="5518678" y="540080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3" name="pt1812"/>
            <p:cNvSpPr/>
            <p:nvPr/>
          </p:nvSpPr>
          <p:spPr>
            <a:xfrm>
              <a:off x="5647788" y="544556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4" name="pt1813"/>
            <p:cNvSpPr/>
            <p:nvPr/>
          </p:nvSpPr>
          <p:spPr>
            <a:xfrm>
              <a:off x="5542969" y="598272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5" name="pt1814"/>
            <p:cNvSpPr/>
            <p:nvPr/>
          </p:nvSpPr>
          <p:spPr>
            <a:xfrm>
              <a:off x="5649362" y="62948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6" name="pt1815"/>
            <p:cNvSpPr/>
            <p:nvPr/>
          </p:nvSpPr>
          <p:spPr>
            <a:xfrm>
              <a:off x="5548854" y="58734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7" name="pt1816"/>
            <p:cNvSpPr/>
            <p:nvPr/>
          </p:nvSpPr>
          <p:spPr>
            <a:xfrm>
              <a:off x="5710834" y="62888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8" name="pt1817"/>
            <p:cNvSpPr/>
            <p:nvPr/>
          </p:nvSpPr>
          <p:spPr>
            <a:xfrm>
              <a:off x="5553240" y="64719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19" name="pt1818"/>
            <p:cNvSpPr/>
            <p:nvPr/>
          </p:nvSpPr>
          <p:spPr>
            <a:xfrm>
              <a:off x="5687106" y="63790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0" name="pt1819"/>
            <p:cNvSpPr/>
            <p:nvPr/>
          </p:nvSpPr>
          <p:spPr>
            <a:xfrm>
              <a:off x="5497194" y="646150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1" name="pt1820"/>
            <p:cNvSpPr/>
            <p:nvPr/>
          </p:nvSpPr>
          <p:spPr>
            <a:xfrm>
              <a:off x="5680698" y="662982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2" name="pt1821"/>
            <p:cNvSpPr/>
            <p:nvPr/>
          </p:nvSpPr>
          <p:spPr>
            <a:xfrm>
              <a:off x="5495117" y="709411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3" name="pt1822"/>
            <p:cNvSpPr/>
            <p:nvPr/>
          </p:nvSpPr>
          <p:spPr>
            <a:xfrm>
              <a:off x="5693190" y="672803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4" name="pt1823"/>
            <p:cNvSpPr/>
            <p:nvPr/>
          </p:nvSpPr>
          <p:spPr>
            <a:xfrm>
              <a:off x="5544136" y="69804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5" name="pt1824"/>
            <p:cNvSpPr/>
            <p:nvPr/>
          </p:nvSpPr>
          <p:spPr>
            <a:xfrm>
              <a:off x="5680369" y="64893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6" name="pt1825"/>
            <p:cNvSpPr/>
            <p:nvPr/>
          </p:nvSpPr>
          <p:spPr>
            <a:xfrm>
              <a:off x="5492767" y="519785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7" name="pt1826"/>
            <p:cNvSpPr/>
            <p:nvPr/>
          </p:nvSpPr>
          <p:spPr>
            <a:xfrm>
              <a:off x="5701941" y="53449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8" name="pt1827"/>
            <p:cNvSpPr/>
            <p:nvPr/>
          </p:nvSpPr>
          <p:spPr>
            <a:xfrm>
              <a:off x="5512212" y="515638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29" name="pt1828"/>
            <p:cNvSpPr/>
            <p:nvPr/>
          </p:nvSpPr>
          <p:spPr>
            <a:xfrm>
              <a:off x="5704936" y="54301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0" name="pt1829"/>
            <p:cNvSpPr/>
            <p:nvPr/>
          </p:nvSpPr>
          <p:spPr>
            <a:xfrm>
              <a:off x="5495014" y="68183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1" name="pt1830"/>
            <p:cNvSpPr/>
            <p:nvPr/>
          </p:nvSpPr>
          <p:spPr>
            <a:xfrm>
              <a:off x="5679537" y="648603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2" name="pt1831"/>
            <p:cNvSpPr/>
            <p:nvPr/>
          </p:nvSpPr>
          <p:spPr>
            <a:xfrm>
              <a:off x="554031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3" name="pt1832"/>
            <p:cNvSpPr/>
            <p:nvPr/>
          </p:nvSpPr>
          <p:spPr>
            <a:xfrm>
              <a:off x="565136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4" name="pt1833"/>
            <p:cNvSpPr/>
            <p:nvPr/>
          </p:nvSpPr>
          <p:spPr>
            <a:xfrm>
              <a:off x="5550883" y="67818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5" name="pt1834"/>
            <p:cNvSpPr/>
            <p:nvPr/>
          </p:nvSpPr>
          <p:spPr>
            <a:xfrm>
              <a:off x="5664949" y="643945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6" name="pt1835"/>
            <p:cNvSpPr/>
            <p:nvPr/>
          </p:nvSpPr>
          <p:spPr>
            <a:xfrm>
              <a:off x="5518529" y="717461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7" name="pt1836"/>
            <p:cNvSpPr/>
            <p:nvPr/>
          </p:nvSpPr>
          <p:spPr>
            <a:xfrm>
              <a:off x="5679386" y="689134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8" name="pt1837"/>
            <p:cNvSpPr/>
            <p:nvPr/>
          </p:nvSpPr>
          <p:spPr>
            <a:xfrm>
              <a:off x="6585814" y="731490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39" name="pt1838"/>
            <p:cNvSpPr/>
            <p:nvPr/>
          </p:nvSpPr>
          <p:spPr>
            <a:xfrm>
              <a:off x="6769500" y="731350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0" name="pt1839"/>
            <p:cNvSpPr/>
            <p:nvPr/>
          </p:nvSpPr>
          <p:spPr>
            <a:xfrm>
              <a:off x="6577404" y="52793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1" name="pt1840"/>
            <p:cNvSpPr/>
            <p:nvPr/>
          </p:nvSpPr>
          <p:spPr>
            <a:xfrm>
              <a:off x="6747535" y="529374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2" name="pt1841"/>
            <p:cNvSpPr/>
            <p:nvPr/>
          </p:nvSpPr>
          <p:spPr>
            <a:xfrm>
              <a:off x="6650633" y="54165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3" name="pt1842"/>
            <p:cNvSpPr/>
            <p:nvPr/>
          </p:nvSpPr>
          <p:spPr>
            <a:xfrm>
              <a:off x="6788826" y="59543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4" name="pt1843"/>
            <p:cNvSpPr/>
            <p:nvPr/>
          </p:nvSpPr>
          <p:spPr>
            <a:xfrm>
              <a:off x="6585866" y="53149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5" name="pt1844"/>
            <p:cNvSpPr/>
            <p:nvPr/>
          </p:nvSpPr>
          <p:spPr>
            <a:xfrm>
              <a:off x="6748055" y="537544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6" name="pt1845"/>
            <p:cNvSpPr/>
            <p:nvPr/>
          </p:nvSpPr>
          <p:spPr>
            <a:xfrm>
              <a:off x="6609875" y="552832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7" name="pt1846"/>
            <p:cNvSpPr/>
            <p:nvPr/>
          </p:nvSpPr>
          <p:spPr>
            <a:xfrm>
              <a:off x="6768398" y="57188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8" name="pt1847"/>
            <p:cNvSpPr/>
            <p:nvPr/>
          </p:nvSpPr>
          <p:spPr>
            <a:xfrm>
              <a:off x="6598131" y="586004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49" name="pt1848"/>
            <p:cNvSpPr/>
            <p:nvPr/>
          </p:nvSpPr>
          <p:spPr>
            <a:xfrm>
              <a:off x="6758404" y="633550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0" name="pt1849"/>
            <p:cNvSpPr/>
            <p:nvPr/>
          </p:nvSpPr>
          <p:spPr>
            <a:xfrm>
              <a:off x="6595182" y="52630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1" name="pt1850"/>
            <p:cNvSpPr/>
            <p:nvPr/>
          </p:nvSpPr>
          <p:spPr>
            <a:xfrm>
              <a:off x="6750589" y="52101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2" name="pt1851"/>
            <p:cNvSpPr/>
            <p:nvPr/>
          </p:nvSpPr>
          <p:spPr>
            <a:xfrm>
              <a:off x="6578012" y="54164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3" name="pt1852"/>
            <p:cNvSpPr/>
            <p:nvPr/>
          </p:nvSpPr>
          <p:spPr>
            <a:xfrm>
              <a:off x="6774928" y="531727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4" name="pt1853"/>
            <p:cNvSpPr/>
            <p:nvPr/>
          </p:nvSpPr>
          <p:spPr>
            <a:xfrm>
              <a:off x="6617640" y="532609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5" name="pt1854"/>
            <p:cNvSpPr/>
            <p:nvPr/>
          </p:nvSpPr>
          <p:spPr>
            <a:xfrm>
              <a:off x="6752883" y="546278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6" name="pt1855"/>
            <p:cNvSpPr/>
            <p:nvPr/>
          </p:nvSpPr>
          <p:spPr>
            <a:xfrm>
              <a:off x="6589241" y="55531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7" name="pt1856"/>
            <p:cNvSpPr/>
            <p:nvPr/>
          </p:nvSpPr>
          <p:spPr>
            <a:xfrm>
              <a:off x="6757357" y="561290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8" name="pt1857"/>
            <p:cNvSpPr/>
            <p:nvPr/>
          </p:nvSpPr>
          <p:spPr>
            <a:xfrm>
              <a:off x="6617416" y="557694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59" name="pt1858"/>
            <p:cNvSpPr/>
            <p:nvPr/>
          </p:nvSpPr>
          <p:spPr>
            <a:xfrm>
              <a:off x="6770820" y="517020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0" name="pt1859"/>
            <p:cNvSpPr/>
            <p:nvPr/>
          </p:nvSpPr>
          <p:spPr>
            <a:xfrm>
              <a:off x="6582813" y="516098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1" name="pt1860"/>
            <p:cNvSpPr/>
            <p:nvPr/>
          </p:nvSpPr>
          <p:spPr>
            <a:xfrm>
              <a:off x="6794922" y="51831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2" name="pt1861"/>
            <p:cNvSpPr/>
            <p:nvPr/>
          </p:nvSpPr>
          <p:spPr>
            <a:xfrm>
              <a:off x="6581455" y="532004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3" name="pt1862"/>
            <p:cNvSpPr/>
            <p:nvPr/>
          </p:nvSpPr>
          <p:spPr>
            <a:xfrm>
              <a:off x="6756927" y="523302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4" name="pt1863"/>
            <p:cNvSpPr/>
            <p:nvPr/>
          </p:nvSpPr>
          <p:spPr>
            <a:xfrm>
              <a:off x="6627667" y="524611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5" name="pt1864"/>
            <p:cNvSpPr/>
            <p:nvPr/>
          </p:nvSpPr>
          <p:spPr>
            <a:xfrm>
              <a:off x="6800311" y="520473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6" name="pt1865"/>
            <p:cNvSpPr/>
            <p:nvPr/>
          </p:nvSpPr>
          <p:spPr>
            <a:xfrm>
              <a:off x="6618023" y="548902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7" name="pt1866"/>
            <p:cNvSpPr/>
            <p:nvPr/>
          </p:nvSpPr>
          <p:spPr>
            <a:xfrm>
              <a:off x="6761971" y="541395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8" name="pt1867"/>
            <p:cNvSpPr/>
            <p:nvPr/>
          </p:nvSpPr>
          <p:spPr>
            <a:xfrm>
              <a:off x="6639595" y="520388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69" name="pt1868"/>
            <p:cNvSpPr/>
            <p:nvPr/>
          </p:nvSpPr>
          <p:spPr>
            <a:xfrm>
              <a:off x="6729999" y="520176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0" name="pt1869"/>
            <p:cNvSpPr/>
            <p:nvPr/>
          </p:nvSpPr>
          <p:spPr>
            <a:xfrm>
              <a:off x="6591376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1" name="pt1870"/>
            <p:cNvSpPr/>
            <p:nvPr/>
          </p:nvSpPr>
          <p:spPr>
            <a:xfrm>
              <a:off x="6796805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2" name="pt1871"/>
            <p:cNvSpPr/>
            <p:nvPr/>
          </p:nvSpPr>
          <p:spPr>
            <a:xfrm>
              <a:off x="6587665" y="542520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3" name="pt1872"/>
            <p:cNvSpPr/>
            <p:nvPr/>
          </p:nvSpPr>
          <p:spPr>
            <a:xfrm>
              <a:off x="6753147" y="648487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4" name="pt1873"/>
            <p:cNvSpPr/>
            <p:nvPr/>
          </p:nvSpPr>
          <p:spPr>
            <a:xfrm>
              <a:off x="658618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5" name="pt1874"/>
            <p:cNvSpPr/>
            <p:nvPr/>
          </p:nvSpPr>
          <p:spPr>
            <a:xfrm>
              <a:off x="678965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6" name="pt1875"/>
            <p:cNvSpPr/>
            <p:nvPr/>
          </p:nvSpPr>
          <p:spPr>
            <a:xfrm>
              <a:off x="6649699" y="534941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7" name="pt1876"/>
            <p:cNvSpPr/>
            <p:nvPr/>
          </p:nvSpPr>
          <p:spPr>
            <a:xfrm>
              <a:off x="6807186" y="52731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8" name="pt1877"/>
            <p:cNvSpPr/>
            <p:nvPr/>
          </p:nvSpPr>
          <p:spPr>
            <a:xfrm>
              <a:off x="6639200" y="604976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79" name="pt1878"/>
            <p:cNvSpPr/>
            <p:nvPr/>
          </p:nvSpPr>
          <p:spPr>
            <a:xfrm>
              <a:off x="6779228" y="725645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0" name="pt1879"/>
            <p:cNvSpPr/>
            <p:nvPr/>
          </p:nvSpPr>
          <p:spPr>
            <a:xfrm>
              <a:off x="6625070" y="704247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1" name="pt1880"/>
            <p:cNvSpPr/>
            <p:nvPr/>
          </p:nvSpPr>
          <p:spPr>
            <a:xfrm>
              <a:off x="6800543" y="68094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2" name="pt1881"/>
            <p:cNvSpPr/>
            <p:nvPr/>
          </p:nvSpPr>
          <p:spPr>
            <a:xfrm>
              <a:off x="6644830" y="594996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3" name="pt1882"/>
            <p:cNvSpPr/>
            <p:nvPr/>
          </p:nvSpPr>
          <p:spPr>
            <a:xfrm>
              <a:off x="6740598" y="595161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4" name="pt1883"/>
            <p:cNvSpPr/>
            <p:nvPr/>
          </p:nvSpPr>
          <p:spPr>
            <a:xfrm>
              <a:off x="6612607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5" name="pt1884"/>
            <p:cNvSpPr/>
            <p:nvPr/>
          </p:nvSpPr>
          <p:spPr>
            <a:xfrm>
              <a:off x="6775597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6" name="pt1885"/>
            <p:cNvSpPr/>
            <p:nvPr/>
          </p:nvSpPr>
          <p:spPr>
            <a:xfrm>
              <a:off x="6616958" y="522446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7" name="pt1886"/>
            <p:cNvSpPr/>
            <p:nvPr/>
          </p:nvSpPr>
          <p:spPr>
            <a:xfrm>
              <a:off x="6767590" y="553028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8" name="pt1887"/>
            <p:cNvSpPr/>
            <p:nvPr/>
          </p:nvSpPr>
          <p:spPr>
            <a:xfrm>
              <a:off x="6613912" y="518670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89" name="pt1888"/>
            <p:cNvSpPr/>
            <p:nvPr/>
          </p:nvSpPr>
          <p:spPr>
            <a:xfrm>
              <a:off x="6743361" y="555976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0" name="pt1889"/>
            <p:cNvSpPr/>
            <p:nvPr/>
          </p:nvSpPr>
          <p:spPr>
            <a:xfrm>
              <a:off x="6651013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1" name="pt1890"/>
            <p:cNvSpPr/>
            <p:nvPr/>
          </p:nvSpPr>
          <p:spPr>
            <a:xfrm>
              <a:off x="6793802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2" name="pt1891"/>
            <p:cNvSpPr/>
            <p:nvPr/>
          </p:nvSpPr>
          <p:spPr>
            <a:xfrm>
              <a:off x="6597629" y="520066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3" name="pt1892"/>
            <p:cNvSpPr/>
            <p:nvPr/>
          </p:nvSpPr>
          <p:spPr>
            <a:xfrm>
              <a:off x="6739670" y="515975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4" name="pt1893"/>
            <p:cNvSpPr/>
            <p:nvPr/>
          </p:nvSpPr>
          <p:spPr>
            <a:xfrm>
              <a:off x="6626832" y="519291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5" name="pt1894"/>
            <p:cNvSpPr/>
            <p:nvPr/>
          </p:nvSpPr>
          <p:spPr>
            <a:xfrm>
              <a:off x="6732843" y="52337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6" name="pt1895"/>
            <p:cNvSpPr/>
            <p:nvPr/>
          </p:nvSpPr>
          <p:spPr>
            <a:xfrm>
              <a:off x="6619351" y="549331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7" name="pt1896"/>
            <p:cNvSpPr/>
            <p:nvPr/>
          </p:nvSpPr>
          <p:spPr>
            <a:xfrm>
              <a:off x="6737578" y="62496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8" name="pt1897"/>
            <p:cNvSpPr/>
            <p:nvPr/>
          </p:nvSpPr>
          <p:spPr>
            <a:xfrm>
              <a:off x="6644837" y="52284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899" name="pt1898"/>
            <p:cNvSpPr/>
            <p:nvPr/>
          </p:nvSpPr>
          <p:spPr>
            <a:xfrm>
              <a:off x="6800869" y="52614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0" name="pt1899"/>
            <p:cNvSpPr/>
            <p:nvPr/>
          </p:nvSpPr>
          <p:spPr>
            <a:xfrm>
              <a:off x="6627242" y="51830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1" name="pt1900"/>
            <p:cNvSpPr/>
            <p:nvPr/>
          </p:nvSpPr>
          <p:spPr>
            <a:xfrm>
              <a:off x="6775221" y="525483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2" name="pt1901"/>
            <p:cNvSpPr/>
            <p:nvPr/>
          </p:nvSpPr>
          <p:spPr>
            <a:xfrm>
              <a:off x="662615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3" name="pt1902"/>
            <p:cNvSpPr/>
            <p:nvPr/>
          </p:nvSpPr>
          <p:spPr>
            <a:xfrm>
              <a:off x="677317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4" name="pt1903"/>
            <p:cNvSpPr/>
            <p:nvPr/>
          </p:nvSpPr>
          <p:spPr>
            <a:xfrm>
              <a:off x="6623062" y="534960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5" name="pt1904"/>
            <p:cNvSpPr/>
            <p:nvPr/>
          </p:nvSpPr>
          <p:spPr>
            <a:xfrm>
              <a:off x="6802904" y="536490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6" name="pt1905"/>
            <p:cNvSpPr/>
            <p:nvPr/>
          </p:nvSpPr>
          <p:spPr>
            <a:xfrm>
              <a:off x="6623672" y="532379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7" name="pt1906"/>
            <p:cNvSpPr/>
            <p:nvPr/>
          </p:nvSpPr>
          <p:spPr>
            <a:xfrm>
              <a:off x="6750940" y="518222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8" name="pt1907"/>
            <p:cNvSpPr/>
            <p:nvPr/>
          </p:nvSpPr>
          <p:spPr>
            <a:xfrm>
              <a:off x="6594196" y="514784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09" name="pt1908"/>
            <p:cNvSpPr/>
            <p:nvPr/>
          </p:nvSpPr>
          <p:spPr>
            <a:xfrm>
              <a:off x="6797111" y="51469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0" name="pt1909"/>
            <p:cNvSpPr/>
            <p:nvPr/>
          </p:nvSpPr>
          <p:spPr>
            <a:xfrm>
              <a:off x="6583929" y="55763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1" name="pt1910"/>
            <p:cNvSpPr/>
            <p:nvPr/>
          </p:nvSpPr>
          <p:spPr>
            <a:xfrm>
              <a:off x="6743068" y="572593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2" name="pt1911"/>
            <p:cNvSpPr/>
            <p:nvPr/>
          </p:nvSpPr>
          <p:spPr>
            <a:xfrm>
              <a:off x="6651193" y="51650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3" name="pt1912"/>
            <p:cNvSpPr/>
            <p:nvPr/>
          </p:nvSpPr>
          <p:spPr>
            <a:xfrm>
              <a:off x="6756641" y="515988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4" name="pt1913"/>
            <p:cNvSpPr/>
            <p:nvPr/>
          </p:nvSpPr>
          <p:spPr>
            <a:xfrm>
              <a:off x="6584576" y="541390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5" name="pt1914"/>
            <p:cNvSpPr/>
            <p:nvPr/>
          </p:nvSpPr>
          <p:spPr>
            <a:xfrm>
              <a:off x="6755867" y="543278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6" name="pt1915"/>
            <p:cNvSpPr/>
            <p:nvPr/>
          </p:nvSpPr>
          <p:spPr>
            <a:xfrm>
              <a:off x="6594358" y="522811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7" name="pt1916"/>
            <p:cNvSpPr/>
            <p:nvPr/>
          </p:nvSpPr>
          <p:spPr>
            <a:xfrm>
              <a:off x="6759841" y="53386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8" name="pt1917"/>
            <p:cNvSpPr/>
            <p:nvPr/>
          </p:nvSpPr>
          <p:spPr>
            <a:xfrm>
              <a:off x="6624701" y="52992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19" name="pt1918"/>
            <p:cNvSpPr/>
            <p:nvPr/>
          </p:nvSpPr>
          <p:spPr>
            <a:xfrm>
              <a:off x="6758245" y="548540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0" name="pt1919"/>
            <p:cNvSpPr/>
            <p:nvPr/>
          </p:nvSpPr>
          <p:spPr>
            <a:xfrm>
              <a:off x="662936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1" name="pt1920"/>
            <p:cNvSpPr/>
            <p:nvPr/>
          </p:nvSpPr>
          <p:spPr>
            <a:xfrm>
              <a:off x="677369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2" name="pt1921"/>
            <p:cNvSpPr/>
            <p:nvPr/>
          </p:nvSpPr>
          <p:spPr>
            <a:xfrm>
              <a:off x="6580929" y="524978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3" name="pt1922"/>
            <p:cNvSpPr/>
            <p:nvPr/>
          </p:nvSpPr>
          <p:spPr>
            <a:xfrm>
              <a:off x="6802462" y="528326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4" name="pt1923"/>
            <p:cNvSpPr/>
            <p:nvPr/>
          </p:nvSpPr>
          <p:spPr>
            <a:xfrm>
              <a:off x="6623041" y="517384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5" name="pt1924"/>
            <p:cNvSpPr/>
            <p:nvPr/>
          </p:nvSpPr>
          <p:spPr>
            <a:xfrm>
              <a:off x="6801425" y="51853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6" name="pt1925"/>
            <p:cNvSpPr/>
            <p:nvPr/>
          </p:nvSpPr>
          <p:spPr>
            <a:xfrm>
              <a:off x="6616261" y="527730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7" name="pt1926"/>
            <p:cNvSpPr/>
            <p:nvPr/>
          </p:nvSpPr>
          <p:spPr>
            <a:xfrm>
              <a:off x="6794198" y="53845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8" name="pt1927"/>
            <p:cNvSpPr/>
            <p:nvPr/>
          </p:nvSpPr>
          <p:spPr>
            <a:xfrm>
              <a:off x="6619017" y="558187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29" name="pt1928"/>
            <p:cNvSpPr/>
            <p:nvPr/>
          </p:nvSpPr>
          <p:spPr>
            <a:xfrm>
              <a:off x="6744378" y="57460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0" name="pt1929"/>
            <p:cNvSpPr/>
            <p:nvPr/>
          </p:nvSpPr>
          <p:spPr>
            <a:xfrm>
              <a:off x="6598173" y="59381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1" name="pt1930"/>
            <p:cNvSpPr/>
            <p:nvPr/>
          </p:nvSpPr>
          <p:spPr>
            <a:xfrm>
              <a:off x="6746051" y="62620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2" name="pt1931"/>
            <p:cNvSpPr/>
            <p:nvPr/>
          </p:nvSpPr>
          <p:spPr>
            <a:xfrm>
              <a:off x="6641796" y="55116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3" name="pt1932"/>
            <p:cNvSpPr/>
            <p:nvPr/>
          </p:nvSpPr>
          <p:spPr>
            <a:xfrm>
              <a:off x="6741638" y="56290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4" name="pt1933"/>
            <p:cNvSpPr/>
            <p:nvPr/>
          </p:nvSpPr>
          <p:spPr>
            <a:xfrm>
              <a:off x="6607055" y="559259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5" name="pt1934"/>
            <p:cNvSpPr/>
            <p:nvPr/>
          </p:nvSpPr>
          <p:spPr>
            <a:xfrm>
              <a:off x="6758890" y="563065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6" name="pt1935"/>
            <p:cNvSpPr/>
            <p:nvPr/>
          </p:nvSpPr>
          <p:spPr>
            <a:xfrm>
              <a:off x="6599147" y="565903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7" name="pt1936"/>
            <p:cNvSpPr/>
            <p:nvPr/>
          </p:nvSpPr>
          <p:spPr>
            <a:xfrm>
              <a:off x="6731411" y="588724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8" name="pt1937"/>
            <p:cNvSpPr/>
            <p:nvPr/>
          </p:nvSpPr>
          <p:spPr>
            <a:xfrm>
              <a:off x="6597716" y="616642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39" name="pt1938"/>
            <p:cNvSpPr/>
            <p:nvPr/>
          </p:nvSpPr>
          <p:spPr>
            <a:xfrm>
              <a:off x="6771458" y="52210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0" name="pt1939"/>
            <p:cNvSpPr/>
            <p:nvPr/>
          </p:nvSpPr>
          <p:spPr>
            <a:xfrm>
              <a:off x="6604660" y="523180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1" name="pt1940"/>
            <p:cNvSpPr/>
            <p:nvPr/>
          </p:nvSpPr>
          <p:spPr>
            <a:xfrm>
              <a:off x="6784801" y="518426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2" name="pt1941"/>
            <p:cNvSpPr/>
            <p:nvPr/>
          </p:nvSpPr>
          <p:spPr>
            <a:xfrm>
              <a:off x="6577896" y="527421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3" name="pt1942"/>
            <p:cNvSpPr/>
            <p:nvPr/>
          </p:nvSpPr>
          <p:spPr>
            <a:xfrm>
              <a:off x="6802074" y="52091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4" name="pt1943"/>
            <p:cNvSpPr/>
            <p:nvPr/>
          </p:nvSpPr>
          <p:spPr>
            <a:xfrm>
              <a:off x="6620610" y="549943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5" name="pt1944"/>
            <p:cNvSpPr/>
            <p:nvPr/>
          </p:nvSpPr>
          <p:spPr>
            <a:xfrm>
              <a:off x="6758575" y="601444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6" name="pt1945"/>
            <p:cNvSpPr/>
            <p:nvPr/>
          </p:nvSpPr>
          <p:spPr>
            <a:xfrm>
              <a:off x="6599324" y="519746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7" name="pt1946"/>
            <p:cNvSpPr/>
            <p:nvPr/>
          </p:nvSpPr>
          <p:spPr>
            <a:xfrm>
              <a:off x="6767293" y="539772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8" name="pt1947"/>
            <p:cNvSpPr/>
            <p:nvPr/>
          </p:nvSpPr>
          <p:spPr>
            <a:xfrm>
              <a:off x="6591743" y="539714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49" name="pt1948"/>
            <p:cNvSpPr/>
            <p:nvPr/>
          </p:nvSpPr>
          <p:spPr>
            <a:xfrm>
              <a:off x="6733137" y="55028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0" name="pt1949"/>
            <p:cNvSpPr/>
            <p:nvPr/>
          </p:nvSpPr>
          <p:spPr>
            <a:xfrm>
              <a:off x="6599585" y="536070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1" name="pt1950"/>
            <p:cNvSpPr/>
            <p:nvPr/>
          </p:nvSpPr>
          <p:spPr>
            <a:xfrm>
              <a:off x="6753801" y="528858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2" name="pt1951"/>
            <p:cNvSpPr/>
            <p:nvPr/>
          </p:nvSpPr>
          <p:spPr>
            <a:xfrm>
              <a:off x="6591685" y="546963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3" name="pt1952"/>
            <p:cNvSpPr/>
            <p:nvPr/>
          </p:nvSpPr>
          <p:spPr>
            <a:xfrm>
              <a:off x="6794632" y="543050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4" name="pt1953"/>
            <p:cNvSpPr/>
            <p:nvPr/>
          </p:nvSpPr>
          <p:spPr>
            <a:xfrm>
              <a:off x="6631072" y="53597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5" name="pt1954"/>
            <p:cNvSpPr/>
            <p:nvPr/>
          </p:nvSpPr>
          <p:spPr>
            <a:xfrm>
              <a:off x="6781122" y="534226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6" name="pt1955"/>
            <p:cNvSpPr/>
            <p:nvPr/>
          </p:nvSpPr>
          <p:spPr>
            <a:xfrm>
              <a:off x="6623149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7" name="pt1956"/>
            <p:cNvSpPr/>
            <p:nvPr/>
          </p:nvSpPr>
          <p:spPr>
            <a:xfrm>
              <a:off x="6733420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8" name="pt1957"/>
            <p:cNvSpPr/>
            <p:nvPr/>
          </p:nvSpPr>
          <p:spPr>
            <a:xfrm>
              <a:off x="6618157" y="526367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59" name="pt1958"/>
            <p:cNvSpPr/>
            <p:nvPr/>
          </p:nvSpPr>
          <p:spPr>
            <a:xfrm>
              <a:off x="6746215" y="532064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0" name="pt1959"/>
            <p:cNvSpPr/>
            <p:nvPr/>
          </p:nvSpPr>
          <p:spPr>
            <a:xfrm>
              <a:off x="6633043" y="584761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1" name="pt1960"/>
            <p:cNvSpPr/>
            <p:nvPr/>
          </p:nvSpPr>
          <p:spPr>
            <a:xfrm>
              <a:off x="6790934" y="580910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2" name="pt1961"/>
            <p:cNvSpPr/>
            <p:nvPr/>
          </p:nvSpPr>
          <p:spPr>
            <a:xfrm>
              <a:off x="6631932" y="55408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3" name="pt1962"/>
            <p:cNvSpPr/>
            <p:nvPr/>
          </p:nvSpPr>
          <p:spPr>
            <a:xfrm>
              <a:off x="6746535" y="60679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4" name="pt1963"/>
            <p:cNvSpPr/>
            <p:nvPr/>
          </p:nvSpPr>
          <p:spPr>
            <a:xfrm>
              <a:off x="6616010" y="588778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5" name="pt1964"/>
            <p:cNvSpPr/>
            <p:nvPr/>
          </p:nvSpPr>
          <p:spPr>
            <a:xfrm>
              <a:off x="6782346" y="591900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6" name="pt1965"/>
            <p:cNvSpPr/>
            <p:nvPr/>
          </p:nvSpPr>
          <p:spPr>
            <a:xfrm>
              <a:off x="6627804" y="562562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7" name="pt1966"/>
            <p:cNvSpPr/>
            <p:nvPr/>
          </p:nvSpPr>
          <p:spPr>
            <a:xfrm>
              <a:off x="6741569" y="579323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8" name="pt1967"/>
            <p:cNvSpPr/>
            <p:nvPr/>
          </p:nvSpPr>
          <p:spPr>
            <a:xfrm>
              <a:off x="6578055" y="626532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69" name="pt1968"/>
            <p:cNvSpPr/>
            <p:nvPr/>
          </p:nvSpPr>
          <p:spPr>
            <a:xfrm>
              <a:off x="6755598" y="669803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0" name="pt1969"/>
            <p:cNvSpPr/>
            <p:nvPr/>
          </p:nvSpPr>
          <p:spPr>
            <a:xfrm>
              <a:off x="6575776" y="523886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1" name="pt1970"/>
            <p:cNvSpPr/>
            <p:nvPr/>
          </p:nvSpPr>
          <p:spPr>
            <a:xfrm>
              <a:off x="6732415" y="546345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2" name="pt1971"/>
            <p:cNvSpPr/>
            <p:nvPr/>
          </p:nvSpPr>
          <p:spPr>
            <a:xfrm>
              <a:off x="6598599" y="571361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3" name="pt1972"/>
            <p:cNvSpPr/>
            <p:nvPr/>
          </p:nvSpPr>
          <p:spPr>
            <a:xfrm>
              <a:off x="6803136" y="519999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4" name="pt1973"/>
            <p:cNvSpPr/>
            <p:nvPr/>
          </p:nvSpPr>
          <p:spPr>
            <a:xfrm>
              <a:off x="6616724" y="554906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5" name="pt1974"/>
            <p:cNvSpPr/>
            <p:nvPr/>
          </p:nvSpPr>
          <p:spPr>
            <a:xfrm>
              <a:off x="6785790" y="663847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6" name="pt1975"/>
            <p:cNvSpPr/>
            <p:nvPr/>
          </p:nvSpPr>
          <p:spPr>
            <a:xfrm>
              <a:off x="6591667" y="52959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7" name="pt1976"/>
            <p:cNvSpPr/>
            <p:nvPr/>
          </p:nvSpPr>
          <p:spPr>
            <a:xfrm>
              <a:off x="6798200" y="543018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8" name="pt1977"/>
            <p:cNvSpPr/>
            <p:nvPr/>
          </p:nvSpPr>
          <p:spPr>
            <a:xfrm>
              <a:off x="6638583" y="520862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79" name="pt1978"/>
            <p:cNvSpPr/>
            <p:nvPr/>
          </p:nvSpPr>
          <p:spPr>
            <a:xfrm>
              <a:off x="6781183" y="517654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0" name="pt1979"/>
            <p:cNvSpPr/>
            <p:nvPr/>
          </p:nvSpPr>
          <p:spPr>
            <a:xfrm>
              <a:off x="6601021" y="552398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1" name="pt1980"/>
            <p:cNvSpPr/>
            <p:nvPr/>
          </p:nvSpPr>
          <p:spPr>
            <a:xfrm>
              <a:off x="6772711" y="55148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2" name="pt1981"/>
            <p:cNvSpPr/>
            <p:nvPr/>
          </p:nvSpPr>
          <p:spPr>
            <a:xfrm>
              <a:off x="6599586" y="571984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3" name="pt1982"/>
            <p:cNvSpPr/>
            <p:nvPr/>
          </p:nvSpPr>
          <p:spPr>
            <a:xfrm>
              <a:off x="6770002" y="591969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4" name="pt1983"/>
            <p:cNvSpPr/>
            <p:nvPr/>
          </p:nvSpPr>
          <p:spPr>
            <a:xfrm>
              <a:off x="6639963" y="519894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5" name="pt1984"/>
            <p:cNvSpPr/>
            <p:nvPr/>
          </p:nvSpPr>
          <p:spPr>
            <a:xfrm>
              <a:off x="6743406" y="515483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6" name="pt1985"/>
            <p:cNvSpPr/>
            <p:nvPr/>
          </p:nvSpPr>
          <p:spPr>
            <a:xfrm>
              <a:off x="6586676" y="628513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7" name="pt1986"/>
            <p:cNvSpPr/>
            <p:nvPr/>
          </p:nvSpPr>
          <p:spPr>
            <a:xfrm>
              <a:off x="6802501" y="668748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8" name="pt1987"/>
            <p:cNvSpPr/>
            <p:nvPr/>
          </p:nvSpPr>
          <p:spPr>
            <a:xfrm>
              <a:off x="6598970" y="54360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89" name="pt1988"/>
            <p:cNvSpPr/>
            <p:nvPr/>
          </p:nvSpPr>
          <p:spPr>
            <a:xfrm>
              <a:off x="6779546" y="641602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0" name="pt1989"/>
            <p:cNvSpPr/>
            <p:nvPr/>
          </p:nvSpPr>
          <p:spPr>
            <a:xfrm>
              <a:off x="6645127" y="624652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1" name="pt1990"/>
            <p:cNvSpPr/>
            <p:nvPr/>
          </p:nvSpPr>
          <p:spPr>
            <a:xfrm>
              <a:off x="6736285" y="567727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2" name="pt1991"/>
            <p:cNvSpPr/>
            <p:nvPr/>
          </p:nvSpPr>
          <p:spPr>
            <a:xfrm>
              <a:off x="6618609" y="573361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3" name="pt1992"/>
            <p:cNvSpPr/>
            <p:nvPr/>
          </p:nvSpPr>
          <p:spPr>
            <a:xfrm>
              <a:off x="6800505" y="574972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4" name="pt1993"/>
            <p:cNvSpPr/>
            <p:nvPr/>
          </p:nvSpPr>
          <p:spPr>
            <a:xfrm>
              <a:off x="6626101" y="545413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5" name="pt1994"/>
            <p:cNvSpPr/>
            <p:nvPr/>
          </p:nvSpPr>
          <p:spPr>
            <a:xfrm>
              <a:off x="6796913" y="515052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6" name="pt1995"/>
            <p:cNvSpPr/>
            <p:nvPr/>
          </p:nvSpPr>
          <p:spPr>
            <a:xfrm>
              <a:off x="6617770" y="540753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7" name="pt1996"/>
            <p:cNvSpPr/>
            <p:nvPr/>
          </p:nvSpPr>
          <p:spPr>
            <a:xfrm>
              <a:off x="6798207" y="569111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8" name="pt1997"/>
            <p:cNvSpPr/>
            <p:nvPr/>
          </p:nvSpPr>
          <p:spPr>
            <a:xfrm>
              <a:off x="6579601" y="517864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999" name="pt1998"/>
            <p:cNvSpPr/>
            <p:nvPr/>
          </p:nvSpPr>
          <p:spPr>
            <a:xfrm>
              <a:off x="6798545" y="565420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0" name="pt1999"/>
            <p:cNvSpPr/>
            <p:nvPr/>
          </p:nvSpPr>
          <p:spPr>
            <a:xfrm>
              <a:off x="6650155" y="6438844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1" name="pt2000"/>
            <p:cNvSpPr/>
            <p:nvPr/>
          </p:nvSpPr>
          <p:spPr>
            <a:xfrm>
              <a:off x="6731154" y="685874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2" name="pt2001"/>
            <p:cNvSpPr/>
            <p:nvPr/>
          </p:nvSpPr>
          <p:spPr>
            <a:xfrm>
              <a:off x="6639079" y="527178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3" name="pt2002"/>
            <p:cNvSpPr/>
            <p:nvPr/>
          </p:nvSpPr>
          <p:spPr>
            <a:xfrm>
              <a:off x="6766991" y="523886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4" name="pt2003"/>
            <p:cNvSpPr/>
            <p:nvPr/>
          </p:nvSpPr>
          <p:spPr>
            <a:xfrm>
              <a:off x="6573998" y="547729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5" name="pt2004"/>
            <p:cNvSpPr/>
            <p:nvPr/>
          </p:nvSpPr>
          <p:spPr>
            <a:xfrm>
              <a:off x="6757181" y="529593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6" name="pt2005"/>
            <p:cNvSpPr/>
            <p:nvPr/>
          </p:nvSpPr>
          <p:spPr>
            <a:xfrm>
              <a:off x="6575755" y="67292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7" name="pt2006"/>
            <p:cNvSpPr/>
            <p:nvPr/>
          </p:nvSpPr>
          <p:spPr>
            <a:xfrm>
              <a:off x="6795514" y="599732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8" name="pt2007"/>
            <p:cNvSpPr/>
            <p:nvPr/>
          </p:nvSpPr>
          <p:spPr>
            <a:xfrm>
              <a:off x="6620929" y="696057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09" name="pt2008"/>
            <p:cNvSpPr/>
            <p:nvPr/>
          </p:nvSpPr>
          <p:spPr>
            <a:xfrm>
              <a:off x="6799942" y="695047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0" name="pt2009"/>
            <p:cNvSpPr/>
            <p:nvPr/>
          </p:nvSpPr>
          <p:spPr>
            <a:xfrm>
              <a:off x="6619306" y="57364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1" name="pt2010"/>
            <p:cNvSpPr/>
            <p:nvPr/>
          </p:nvSpPr>
          <p:spPr>
            <a:xfrm>
              <a:off x="6797231" y="548836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2" name="pt2011"/>
            <p:cNvSpPr/>
            <p:nvPr/>
          </p:nvSpPr>
          <p:spPr>
            <a:xfrm>
              <a:off x="6647461" y="554955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3" name="pt2012"/>
            <p:cNvSpPr/>
            <p:nvPr/>
          </p:nvSpPr>
          <p:spPr>
            <a:xfrm>
              <a:off x="6791481" y="526312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4" name="pt2013"/>
            <p:cNvSpPr/>
            <p:nvPr/>
          </p:nvSpPr>
          <p:spPr>
            <a:xfrm>
              <a:off x="6639638" y="565104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5" name="pt2014"/>
            <p:cNvSpPr/>
            <p:nvPr/>
          </p:nvSpPr>
          <p:spPr>
            <a:xfrm>
              <a:off x="6777367" y="55589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6" name="pt2015"/>
            <p:cNvSpPr/>
            <p:nvPr/>
          </p:nvSpPr>
          <p:spPr>
            <a:xfrm>
              <a:off x="6644869" y="648080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7" name="pt2016"/>
            <p:cNvSpPr/>
            <p:nvPr/>
          </p:nvSpPr>
          <p:spPr>
            <a:xfrm>
              <a:off x="6767385" y="722363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8" name="pt2017"/>
            <p:cNvSpPr/>
            <p:nvPr/>
          </p:nvSpPr>
          <p:spPr>
            <a:xfrm>
              <a:off x="6644133" y="604378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19" name="pt2018"/>
            <p:cNvSpPr/>
            <p:nvPr/>
          </p:nvSpPr>
          <p:spPr>
            <a:xfrm>
              <a:off x="6793667" y="658219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0" name="pt2019"/>
            <p:cNvSpPr/>
            <p:nvPr/>
          </p:nvSpPr>
          <p:spPr>
            <a:xfrm>
              <a:off x="6606512" y="563840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1" name="pt2020"/>
            <p:cNvSpPr/>
            <p:nvPr/>
          </p:nvSpPr>
          <p:spPr>
            <a:xfrm>
              <a:off x="6743221" y="551103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2" name="pt2021"/>
            <p:cNvSpPr/>
            <p:nvPr/>
          </p:nvSpPr>
          <p:spPr>
            <a:xfrm>
              <a:off x="658075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3" name="pt2022"/>
            <p:cNvSpPr/>
            <p:nvPr/>
          </p:nvSpPr>
          <p:spPr>
            <a:xfrm>
              <a:off x="6782365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4" name="pt2023"/>
            <p:cNvSpPr/>
            <p:nvPr/>
          </p:nvSpPr>
          <p:spPr>
            <a:xfrm>
              <a:off x="6624750" y="514771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5" name="pt2024"/>
            <p:cNvSpPr/>
            <p:nvPr/>
          </p:nvSpPr>
          <p:spPr>
            <a:xfrm>
              <a:off x="6801307" y="516659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6" name="pt2025"/>
            <p:cNvSpPr/>
            <p:nvPr/>
          </p:nvSpPr>
          <p:spPr>
            <a:xfrm>
              <a:off x="6586234" y="550232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7" name="pt2026"/>
            <p:cNvSpPr/>
            <p:nvPr/>
          </p:nvSpPr>
          <p:spPr>
            <a:xfrm>
              <a:off x="6778686" y="549514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8" name="pt2027"/>
            <p:cNvSpPr/>
            <p:nvPr/>
          </p:nvSpPr>
          <p:spPr>
            <a:xfrm>
              <a:off x="6612861" y="60809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29" name="pt2028"/>
            <p:cNvSpPr/>
            <p:nvPr/>
          </p:nvSpPr>
          <p:spPr>
            <a:xfrm>
              <a:off x="6756309" y="5917919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0" name="pt2029"/>
            <p:cNvSpPr/>
            <p:nvPr/>
          </p:nvSpPr>
          <p:spPr>
            <a:xfrm>
              <a:off x="6649961" y="55012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1" name="pt2030"/>
            <p:cNvSpPr/>
            <p:nvPr/>
          </p:nvSpPr>
          <p:spPr>
            <a:xfrm>
              <a:off x="6803374" y="57917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2" name="pt2031"/>
            <p:cNvSpPr/>
            <p:nvPr/>
          </p:nvSpPr>
          <p:spPr>
            <a:xfrm>
              <a:off x="6607203" y="621995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3" name="pt2032"/>
            <p:cNvSpPr/>
            <p:nvPr/>
          </p:nvSpPr>
          <p:spPr>
            <a:xfrm>
              <a:off x="6735465" y="572175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4" name="pt2033"/>
            <p:cNvSpPr/>
            <p:nvPr/>
          </p:nvSpPr>
          <p:spPr>
            <a:xfrm>
              <a:off x="6594175" y="515669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5" name="pt2034"/>
            <p:cNvSpPr/>
            <p:nvPr/>
          </p:nvSpPr>
          <p:spPr>
            <a:xfrm>
              <a:off x="6771937" y="514831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6" name="pt2035"/>
            <p:cNvSpPr/>
            <p:nvPr/>
          </p:nvSpPr>
          <p:spPr>
            <a:xfrm>
              <a:off x="6591104" y="5728940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7" name="pt2036"/>
            <p:cNvSpPr/>
            <p:nvPr/>
          </p:nvSpPr>
          <p:spPr>
            <a:xfrm>
              <a:off x="6791948" y="516892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8" name="pt2037"/>
            <p:cNvSpPr/>
            <p:nvPr/>
          </p:nvSpPr>
          <p:spPr>
            <a:xfrm>
              <a:off x="6585487" y="5185957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39" name="pt2038"/>
            <p:cNvSpPr/>
            <p:nvPr/>
          </p:nvSpPr>
          <p:spPr>
            <a:xfrm>
              <a:off x="6786330" y="517753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0" name="pt2039"/>
            <p:cNvSpPr/>
            <p:nvPr/>
          </p:nvSpPr>
          <p:spPr>
            <a:xfrm>
              <a:off x="6580315" y="7319378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1" name="pt2040"/>
            <p:cNvSpPr/>
            <p:nvPr/>
          </p:nvSpPr>
          <p:spPr>
            <a:xfrm>
              <a:off x="6769480" y="7319378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2" name="pt2041"/>
            <p:cNvSpPr/>
            <p:nvPr/>
          </p:nvSpPr>
          <p:spPr>
            <a:xfrm>
              <a:off x="6598057" y="561425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3" name="pt2042"/>
            <p:cNvSpPr/>
            <p:nvPr/>
          </p:nvSpPr>
          <p:spPr>
            <a:xfrm>
              <a:off x="6752822" y="55779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4" name="pt2043"/>
            <p:cNvSpPr/>
            <p:nvPr/>
          </p:nvSpPr>
          <p:spPr>
            <a:xfrm>
              <a:off x="6590887" y="626595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5" name="pt2044"/>
            <p:cNvSpPr/>
            <p:nvPr/>
          </p:nvSpPr>
          <p:spPr>
            <a:xfrm>
              <a:off x="6778182" y="7319374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6" name="pt2045"/>
            <p:cNvSpPr/>
            <p:nvPr/>
          </p:nvSpPr>
          <p:spPr>
            <a:xfrm>
              <a:off x="6615300" y="517252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7" name="pt2046"/>
            <p:cNvSpPr/>
            <p:nvPr/>
          </p:nvSpPr>
          <p:spPr>
            <a:xfrm>
              <a:off x="6742384" y="514692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8" name="pt2047"/>
            <p:cNvSpPr/>
            <p:nvPr/>
          </p:nvSpPr>
          <p:spPr>
            <a:xfrm>
              <a:off x="6649462" y="715570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49" name="pt2048"/>
            <p:cNvSpPr/>
            <p:nvPr/>
          </p:nvSpPr>
          <p:spPr>
            <a:xfrm>
              <a:off x="6800603" y="65436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0" name="pt2049"/>
            <p:cNvSpPr/>
            <p:nvPr/>
          </p:nvSpPr>
          <p:spPr>
            <a:xfrm>
              <a:off x="6631041" y="545124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1" name="pt2050"/>
            <p:cNvSpPr/>
            <p:nvPr/>
          </p:nvSpPr>
          <p:spPr>
            <a:xfrm>
              <a:off x="6772057" y="547671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2" name="pt2051"/>
            <p:cNvSpPr/>
            <p:nvPr/>
          </p:nvSpPr>
          <p:spPr>
            <a:xfrm>
              <a:off x="6619949" y="524701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3" name="pt2052"/>
            <p:cNvSpPr/>
            <p:nvPr/>
          </p:nvSpPr>
          <p:spPr>
            <a:xfrm>
              <a:off x="6793988" y="519309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4" name="pt2053"/>
            <p:cNvSpPr/>
            <p:nvPr/>
          </p:nvSpPr>
          <p:spPr>
            <a:xfrm>
              <a:off x="6574656" y="520565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5" name="pt2054"/>
            <p:cNvSpPr/>
            <p:nvPr/>
          </p:nvSpPr>
          <p:spPr>
            <a:xfrm>
              <a:off x="6770551" y="5225555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6" name="pt2055"/>
            <p:cNvSpPr/>
            <p:nvPr/>
          </p:nvSpPr>
          <p:spPr>
            <a:xfrm>
              <a:off x="6630641" y="579415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7" name="pt2056"/>
            <p:cNvSpPr/>
            <p:nvPr/>
          </p:nvSpPr>
          <p:spPr>
            <a:xfrm>
              <a:off x="6743092" y="554689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8" name="pt2057"/>
            <p:cNvSpPr/>
            <p:nvPr/>
          </p:nvSpPr>
          <p:spPr>
            <a:xfrm>
              <a:off x="6624353" y="5421796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59" name="pt2058"/>
            <p:cNvSpPr/>
            <p:nvPr/>
          </p:nvSpPr>
          <p:spPr>
            <a:xfrm>
              <a:off x="6757646" y="540189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0" name="pt2059"/>
            <p:cNvSpPr/>
            <p:nvPr/>
          </p:nvSpPr>
          <p:spPr>
            <a:xfrm>
              <a:off x="6617197" y="624368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1" name="pt2060"/>
            <p:cNvSpPr/>
            <p:nvPr/>
          </p:nvSpPr>
          <p:spPr>
            <a:xfrm>
              <a:off x="6805396" y="566799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2" name="pt2061"/>
            <p:cNvSpPr/>
            <p:nvPr/>
          </p:nvSpPr>
          <p:spPr>
            <a:xfrm>
              <a:off x="6574389" y="592784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3" name="pt2062"/>
            <p:cNvSpPr/>
            <p:nvPr/>
          </p:nvSpPr>
          <p:spPr>
            <a:xfrm>
              <a:off x="6783527" y="54819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4" name="pt2063"/>
            <p:cNvSpPr/>
            <p:nvPr/>
          </p:nvSpPr>
          <p:spPr>
            <a:xfrm>
              <a:off x="6609542" y="542222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5" name="pt2064"/>
            <p:cNvSpPr/>
            <p:nvPr/>
          </p:nvSpPr>
          <p:spPr>
            <a:xfrm>
              <a:off x="6760786" y="5146892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6" name="pt2065"/>
            <p:cNvSpPr/>
            <p:nvPr/>
          </p:nvSpPr>
          <p:spPr>
            <a:xfrm>
              <a:off x="6646796" y="6244572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7" name="pt2066"/>
            <p:cNvSpPr/>
            <p:nvPr/>
          </p:nvSpPr>
          <p:spPr>
            <a:xfrm>
              <a:off x="6754174" y="6061476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8" name="pt2067"/>
            <p:cNvSpPr/>
            <p:nvPr/>
          </p:nvSpPr>
          <p:spPr>
            <a:xfrm>
              <a:off x="767583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69" name="pt2068"/>
            <p:cNvSpPr/>
            <p:nvPr/>
          </p:nvSpPr>
          <p:spPr>
            <a:xfrm>
              <a:off x="788138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0" name="pt2069"/>
            <p:cNvSpPr/>
            <p:nvPr/>
          </p:nvSpPr>
          <p:spPr>
            <a:xfrm>
              <a:off x="770983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1" name="pt2070"/>
            <p:cNvSpPr/>
            <p:nvPr/>
          </p:nvSpPr>
          <p:spPr>
            <a:xfrm>
              <a:off x="788485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2" name="pt2071"/>
            <p:cNvSpPr/>
            <p:nvPr/>
          </p:nvSpPr>
          <p:spPr>
            <a:xfrm>
              <a:off x="771003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3" name="pt2072"/>
            <p:cNvSpPr/>
            <p:nvPr/>
          </p:nvSpPr>
          <p:spPr>
            <a:xfrm>
              <a:off x="781874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4" name="pt2073"/>
            <p:cNvSpPr/>
            <p:nvPr/>
          </p:nvSpPr>
          <p:spPr>
            <a:xfrm>
              <a:off x="767888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5" name="pt2074"/>
            <p:cNvSpPr/>
            <p:nvPr/>
          </p:nvSpPr>
          <p:spPr>
            <a:xfrm>
              <a:off x="788367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6" name="pt2075"/>
            <p:cNvSpPr/>
            <p:nvPr/>
          </p:nvSpPr>
          <p:spPr>
            <a:xfrm>
              <a:off x="769903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7" name="pt2076"/>
            <p:cNvSpPr/>
            <p:nvPr/>
          </p:nvSpPr>
          <p:spPr>
            <a:xfrm>
              <a:off x="788677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8" name="pt2077"/>
            <p:cNvSpPr/>
            <p:nvPr/>
          </p:nvSpPr>
          <p:spPr>
            <a:xfrm>
              <a:off x="768570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79" name="pt2078"/>
            <p:cNvSpPr/>
            <p:nvPr/>
          </p:nvSpPr>
          <p:spPr>
            <a:xfrm>
              <a:off x="788613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0" name="pt2079"/>
            <p:cNvSpPr/>
            <p:nvPr/>
          </p:nvSpPr>
          <p:spPr>
            <a:xfrm>
              <a:off x="768513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1" name="pt2080"/>
            <p:cNvSpPr/>
            <p:nvPr/>
          </p:nvSpPr>
          <p:spPr>
            <a:xfrm>
              <a:off x="787415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2" name="pt2081"/>
            <p:cNvSpPr/>
            <p:nvPr/>
          </p:nvSpPr>
          <p:spPr>
            <a:xfrm>
              <a:off x="767439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3" name="pt2082"/>
            <p:cNvSpPr/>
            <p:nvPr/>
          </p:nvSpPr>
          <p:spPr>
            <a:xfrm>
              <a:off x="785306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4" name="pt2083"/>
            <p:cNvSpPr/>
            <p:nvPr/>
          </p:nvSpPr>
          <p:spPr>
            <a:xfrm>
              <a:off x="765871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5" name="pt2084"/>
            <p:cNvSpPr/>
            <p:nvPr/>
          </p:nvSpPr>
          <p:spPr>
            <a:xfrm>
              <a:off x="784087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6" name="pt2085"/>
            <p:cNvSpPr/>
            <p:nvPr/>
          </p:nvSpPr>
          <p:spPr>
            <a:xfrm>
              <a:off x="771470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7" name="pt2086"/>
            <p:cNvSpPr/>
            <p:nvPr/>
          </p:nvSpPr>
          <p:spPr>
            <a:xfrm>
              <a:off x="785103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8" name="pt2087"/>
            <p:cNvSpPr/>
            <p:nvPr/>
          </p:nvSpPr>
          <p:spPr>
            <a:xfrm>
              <a:off x="770448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89" name="pt2088"/>
            <p:cNvSpPr/>
            <p:nvPr/>
          </p:nvSpPr>
          <p:spPr>
            <a:xfrm>
              <a:off x="784142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0" name="pt2089"/>
            <p:cNvSpPr/>
            <p:nvPr/>
          </p:nvSpPr>
          <p:spPr>
            <a:xfrm>
              <a:off x="769875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1" name="pt2090"/>
            <p:cNvSpPr/>
            <p:nvPr/>
          </p:nvSpPr>
          <p:spPr>
            <a:xfrm>
              <a:off x="787959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2" name="pt2091"/>
            <p:cNvSpPr/>
            <p:nvPr/>
          </p:nvSpPr>
          <p:spPr>
            <a:xfrm>
              <a:off x="771599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3" name="pt2092"/>
            <p:cNvSpPr/>
            <p:nvPr/>
          </p:nvSpPr>
          <p:spPr>
            <a:xfrm>
              <a:off x="782348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4" name="pt2093"/>
            <p:cNvSpPr/>
            <p:nvPr/>
          </p:nvSpPr>
          <p:spPr>
            <a:xfrm>
              <a:off x="768267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5" name="pt2094"/>
            <p:cNvSpPr/>
            <p:nvPr/>
          </p:nvSpPr>
          <p:spPr>
            <a:xfrm>
              <a:off x="787089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6" name="pt2095"/>
            <p:cNvSpPr/>
            <p:nvPr/>
          </p:nvSpPr>
          <p:spPr>
            <a:xfrm>
              <a:off x="773484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7" name="pt2096"/>
            <p:cNvSpPr/>
            <p:nvPr/>
          </p:nvSpPr>
          <p:spPr>
            <a:xfrm>
              <a:off x="781391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8" name="pt2097"/>
            <p:cNvSpPr/>
            <p:nvPr/>
          </p:nvSpPr>
          <p:spPr>
            <a:xfrm>
              <a:off x="767819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099" name="pt2098"/>
            <p:cNvSpPr/>
            <p:nvPr/>
          </p:nvSpPr>
          <p:spPr>
            <a:xfrm>
              <a:off x="788344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0" name="pt2099"/>
            <p:cNvSpPr/>
            <p:nvPr/>
          </p:nvSpPr>
          <p:spPr>
            <a:xfrm>
              <a:off x="772376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1" name="pt2100"/>
            <p:cNvSpPr/>
            <p:nvPr/>
          </p:nvSpPr>
          <p:spPr>
            <a:xfrm>
              <a:off x="785323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2" name="pt2101"/>
            <p:cNvSpPr/>
            <p:nvPr/>
          </p:nvSpPr>
          <p:spPr>
            <a:xfrm>
              <a:off x="767984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3" name="pt2102"/>
            <p:cNvSpPr/>
            <p:nvPr/>
          </p:nvSpPr>
          <p:spPr>
            <a:xfrm>
              <a:off x="782426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4" name="pt2103"/>
            <p:cNvSpPr/>
            <p:nvPr/>
          </p:nvSpPr>
          <p:spPr>
            <a:xfrm>
              <a:off x="767042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5" name="pt2104"/>
            <p:cNvSpPr/>
            <p:nvPr/>
          </p:nvSpPr>
          <p:spPr>
            <a:xfrm>
              <a:off x="786188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6" name="pt2105"/>
            <p:cNvSpPr/>
            <p:nvPr/>
          </p:nvSpPr>
          <p:spPr>
            <a:xfrm>
              <a:off x="769469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7" name="pt2106"/>
            <p:cNvSpPr/>
            <p:nvPr/>
          </p:nvSpPr>
          <p:spPr>
            <a:xfrm>
              <a:off x="7850375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8" name="pt2107"/>
            <p:cNvSpPr/>
            <p:nvPr/>
          </p:nvSpPr>
          <p:spPr>
            <a:xfrm>
              <a:off x="772991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09" name="pt2108"/>
            <p:cNvSpPr/>
            <p:nvPr/>
          </p:nvSpPr>
          <p:spPr>
            <a:xfrm>
              <a:off x="782951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0" name="pt2109"/>
            <p:cNvSpPr/>
            <p:nvPr/>
          </p:nvSpPr>
          <p:spPr>
            <a:xfrm>
              <a:off x="769086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1" name="pt2110"/>
            <p:cNvSpPr/>
            <p:nvPr/>
          </p:nvSpPr>
          <p:spPr>
            <a:xfrm>
              <a:off x="784889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2" name="pt2111"/>
            <p:cNvSpPr/>
            <p:nvPr/>
          </p:nvSpPr>
          <p:spPr>
            <a:xfrm>
              <a:off x="769216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3" name="pt2112"/>
            <p:cNvSpPr/>
            <p:nvPr/>
          </p:nvSpPr>
          <p:spPr>
            <a:xfrm>
              <a:off x="786616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4" name="pt2113"/>
            <p:cNvSpPr/>
            <p:nvPr/>
          </p:nvSpPr>
          <p:spPr>
            <a:xfrm>
              <a:off x="766787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5" name="pt2114"/>
            <p:cNvSpPr/>
            <p:nvPr/>
          </p:nvSpPr>
          <p:spPr>
            <a:xfrm>
              <a:off x="784873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6" name="pt2115"/>
            <p:cNvSpPr/>
            <p:nvPr/>
          </p:nvSpPr>
          <p:spPr>
            <a:xfrm>
              <a:off x="770672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7" name="pt2116"/>
            <p:cNvSpPr/>
            <p:nvPr/>
          </p:nvSpPr>
          <p:spPr>
            <a:xfrm>
              <a:off x="784545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8" name="pt2117"/>
            <p:cNvSpPr/>
            <p:nvPr/>
          </p:nvSpPr>
          <p:spPr>
            <a:xfrm>
              <a:off x="771904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19" name="pt2118"/>
            <p:cNvSpPr/>
            <p:nvPr/>
          </p:nvSpPr>
          <p:spPr>
            <a:xfrm>
              <a:off x="781314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0" name="pt2119"/>
            <p:cNvSpPr/>
            <p:nvPr/>
          </p:nvSpPr>
          <p:spPr>
            <a:xfrm>
              <a:off x="768877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1" name="pt2120"/>
            <p:cNvSpPr/>
            <p:nvPr/>
          </p:nvSpPr>
          <p:spPr>
            <a:xfrm>
              <a:off x="786731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2" name="pt2121"/>
            <p:cNvSpPr/>
            <p:nvPr/>
          </p:nvSpPr>
          <p:spPr>
            <a:xfrm>
              <a:off x="768195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3" name="pt2122"/>
            <p:cNvSpPr/>
            <p:nvPr/>
          </p:nvSpPr>
          <p:spPr>
            <a:xfrm>
              <a:off x="782895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4" name="pt2123"/>
            <p:cNvSpPr/>
            <p:nvPr/>
          </p:nvSpPr>
          <p:spPr>
            <a:xfrm>
              <a:off x="771778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5" name="pt2124"/>
            <p:cNvSpPr/>
            <p:nvPr/>
          </p:nvSpPr>
          <p:spPr>
            <a:xfrm>
              <a:off x="785503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6" name="pt2125"/>
            <p:cNvSpPr/>
            <p:nvPr/>
          </p:nvSpPr>
          <p:spPr>
            <a:xfrm>
              <a:off x="766378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7" name="pt2126"/>
            <p:cNvSpPr/>
            <p:nvPr/>
          </p:nvSpPr>
          <p:spPr>
            <a:xfrm>
              <a:off x="784151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8" name="pt2127"/>
            <p:cNvSpPr/>
            <p:nvPr/>
          </p:nvSpPr>
          <p:spPr>
            <a:xfrm>
              <a:off x="766680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9" name="pt2128"/>
            <p:cNvSpPr/>
            <p:nvPr/>
          </p:nvSpPr>
          <p:spPr>
            <a:xfrm>
              <a:off x="787780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0" name="pt2129"/>
            <p:cNvSpPr/>
            <p:nvPr/>
          </p:nvSpPr>
          <p:spPr>
            <a:xfrm>
              <a:off x="766657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1" name="pt2130"/>
            <p:cNvSpPr/>
            <p:nvPr/>
          </p:nvSpPr>
          <p:spPr>
            <a:xfrm>
              <a:off x="787631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2" name="pt2131"/>
            <p:cNvSpPr/>
            <p:nvPr/>
          </p:nvSpPr>
          <p:spPr>
            <a:xfrm>
              <a:off x="771315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3" name="pt2132"/>
            <p:cNvSpPr/>
            <p:nvPr/>
          </p:nvSpPr>
          <p:spPr>
            <a:xfrm>
              <a:off x="7837885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4" name="pt2133"/>
            <p:cNvSpPr/>
            <p:nvPr/>
          </p:nvSpPr>
          <p:spPr>
            <a:xfrm>
              <a:off x="769469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5" name="pt2134"/>
            <p:cNvSpPr/>
            <p:nvPr/>
          </p:nvSpPr>
          <p:spPr>
            <a:xfrm>
              <a:off x="782970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6" name="pt2135"/>
            <p:cNvSpPr/>
            <p:nvPr/>
          </p:nvSpPr>
          <p:spPr>
            <a:xfrm>
              <a:off x="773100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7" name="pt2136"/>
            <p:cNvSpPr/>
            <p:nvPr/>
          </p:nvSpPr>
          <p:spPr>
            <a:xfrm>
              <a:off x="784504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8" name="pt2137"/>
            <p:cNvSpPr/>
            <p:nvPr/>
          </p:nvSpPr>
          <p:spPr>
            <a:xfrm>
              <a:off x="766255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39" name="pt2138"/>
            <p:cNvSpPr/>
            <p:nvPr/>
          </p:nvSpPr>
          <p:spPr>
            <a:xfrm>
              <a:off x="783909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0" name="pt2139"/>
            <p:cNvSpPr/>
            <p:nvPr/>
          </p:nvSpPr>
          <p:spPr>
            <a:xfrm>
              <a:off x="771756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1" name="pt2140"/>
            <p:cNvSpPr/>
            <p:nvPr/>
          </p:nvSpPr>
          <p:spPr>
            <a:xfrm>
              <a:off x="781965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2" name="pt2141"/>
            <p:cNvSpPr/>
            <p:nvPr/>
          </p:nvSpPr>
          <p:spPr>
            <a:xfrm>
              <a:off x="767965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3" name="pt2142"/>
            <p:cNvSpPr/>
            <p:nvPr/>
          </p:nvSpPr>
          <p:spPr>
            <a:xfrm>
              <a:off x="784102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4" name="pt2143"/>
            <p:cNvSpPr/>
            <p:nvPr/>
          </p:nvSpPr>
          <p:spPr>
            <a:xfrm>
              <a:off x="768689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5" name="pt2144"/>
            <p:cNvSpPr/>
            <p:nvPr/>
          </p:nvSpPr>
          <p:spPr>
            <a:xfrm>
              <a:off x="784802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6" name="pt2145"/>
            <p:cNvSpPr/>
            <p:nvPr/>
          </p:nvSpPr>
          <p:spPr>
            <a:xfrm>
              <a:off x="770743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7" name="pt2146"/>
            <p:cNvSpPr/>
            <p:nvPr/>
          </p:nvSpPr>
          <p:spPr>
            <a:xfrm>
              <a:off x="787468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8" name="pt2147"/>
            <p:cNvSpPr/>
            <p:nvPr/>
          </p:nvSpPr>
          <p:spPr>
            <a:xfrm>
              <a:off x="766339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49" name="pt2148"/>
            <p:cNvSpPr/>
            <p:nvPr/>
          </p:nvSpPr>
          <p:spPr>
            <a:xfrm>
              <a:off x="782197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0" name="pt2149"/>
            <p:cNvSpPr/>
            <p:nvPr/>
          </p:nvSpPr>
          <p:spPr>
            <a:xfrm>
              <a:off x="771627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1" name="pt2150"/>
            <p:cNvSpPr/>
            <p:nvPr/>
          </p:nvSpPr>
          <p:spPr>
            <a:xfrm>
              <a:off x="786912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2" name="pt2151"/>
            <p:cNvSpPr/>
            <p:nvPr/>
          </p:nvSpPr>
          <p:spPr>
            <a:xfrm>
              <a:off x="7683041" y="5150479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3" name="pt2152"/>
            <p:cNvSpPr/>
            <p:nvPr/>
          </p:nvSpPr>
          <p:spPr>
            <a:xfrm>
              <a:off x="7854881" y="5150377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4" name="pt2153"/>
            <p:cNvSpPr/>
            <p:nvPr/>
          </p:nvSpPr>
          <p:spPr>
            <a:xfrm>
              <a:off x="766036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5" name="pt2154"/>
            <p:cNvSpPr/>
            <p:nvPr/>
          </p:nvSpPr>
          <p:spPr>
            <a:xfrm>
              <a:off x="787456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6" name="pt2155"/>
            <p:cNvSpPr/>
            <p:nvPr/>
          </p:nvSpPr>
          <p:spPr>
            <a:xfrm>
              <a:off x="772217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7" name="pt2156"/>
            <p:cNvSpPr/>
            <p:nvPr/>
          </p:nvSpPr>
          <p:spPr>
            <a:xfrm>
              <a:off x="788183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8" name="pt2157"/>
            <p:cNvSpPr/>
            <p:nvPr/>
          </p:nvSpPr>
          <p:spPr>
            <a:xfrm>
              <a:off x="766978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59" name="pt2158"/>
            <p:cNvSpPr/>
            <p:nvPr/>
          </p:nvSpPr>
          <p:spPr>
            <a:xfrm>
              <a:off x="785736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0" name="pt2159"/>
            <p:cNvSpPr/>
            <p:nvPr/>
          </p:nvSpPr>
          <p:spPr>
            <a:xfrm>
              <a:off x="769880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1" name="pt2160"/>
            <p:cNvSpPr/>
            <p:nvPr/>
          </p:nvSpPr>
          <p:spPr>
            <a:xfrm>
              <a:off x="785869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2" name="pt2161"/>
            <p:cNvSpPr/>
            <p:nvPr/>
          </p:nvSpPr>
          <p:spPr>
            <a:xfrm>
              <a:off x="768832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3" name="pt2162"/>
            <p:cNvSpPr/>
            <p:nvPr/>
          </p:nvSpPr>
          <p:spPr>
            <a:xfrm>
              <a:off x="784932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4" name="pt2163"/>
            <p:cNvSpPr/>
            <p:nvPr/>
          </p:nvSpPr>
          <p:spPr>
            <a:xfrm>
              <a:off x="7696551" y="5358385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5" name="pt2164"/>
            <p:cNvSpPr/>
            <p:nvPr/>
          </p:nvSpPr>
          <p:spPr>
            <a:xfrm>
              <a:off x="7875179" y="5196540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6" name="pt2165"/>
            <p:cNvSpPr/>
            <p:nvPr/>
          </p:nvSpPr>
          <p:spPr>
            <a:xfrm>
              <a:off x="771275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7" name="pt2166"/>
            <p:cNvSpPr/>
            <p:nvPr/>
          </p:nvSpPr>
          <p:spPr>
            <a:xfrm>
              <a:off x="787143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8" name="pt2167"/>
            <p:cNvSpPr/>
            <p:nvPr/>
          </p:nvSpPr>
          <p:spPr>
            <a:xfrm>
              <a:off x="771915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69" name="pt2168"/>
            <p:cNvSpPr/>
            <p:nvPr/>
          </p:nvSpPr>
          <p:spPr>
            <a:xfrm>
              <a:off x="783382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0" name="pt2169"/>
            <p:cNvSpPr/>
            <p:nvPr/>
          </p:nvSpPr>
          <p:spPr>
            <a:xfrm>
              <a:off x="772341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1" name="pt2170"/>
            <p:cNvSpPr/>
            <p:nvPr/>
          </p:nvSpPr>
          <p:spPr>
            <a:xfrm>
              <a:off x="784619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2" name="pt2171"/>
            <p:cNvSpPr/>
            <p:nvPr/>
          </p:nvSpPr>
          <p:spPr>
            <a:xfrm>
              <a:off x="773378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3" name="pt2172"/>
            <p:cNvSpPr/>
            <p:nvPr/>
          </p:nvSpPr>
          <p:spPr>
            <a:xfrm>
              <a:off x="788638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4" name="pt2173"/>
            <p:cNvSpPr/>
            <p:nvPr/>
          </p:nvSpPr>
          <p:spPr>
            <a:xfrm>
              <a:off x="766348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5" name="pt2174"/>
            <p:cNvSpPr/>
            <p:nvPr/>
          </p:nvSpPr>
          <p:spPr>
            <a:xfrm>
              <a:off x="787588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6" name="pt2175"/>
            <p:cNvSpPr/>
            <p:nvPr/>
          </p:nvSpPr>
          <p:spPr>
            <a:xfrm>
              <a:off x="768964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7" name="pt2176"/>
            <p:cNvSpPr/>
            <p:nvPr/>
          </p:nvSpPr>
          <p:spPr>
            <a:xfrm>
              <a:off x="782355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8" name="pt2177"/>
            <p:cNvSpPr/>
            <p:nvPr/>
          </p:nvSpPr>
          <p:spPr>
            <a:xfrm>
              <a:off x="765750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79" name="pt2178"/>
            <p:cNvSpPr/>
            <p:nvPr/>
          </p:nvSpPr>
          <p:spPr>
            <a:xfrm>
              <a:off x="7826975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0" name="pt2179"/>
            <p:cNvSpPr/>
            <p:nvPr/>
          </p:nvSpPr>
          <p:spPr>
            <a:xfrm>
              <a:off x="768464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1" name="pt2180"/>
            <p:cNvSpPr/>
            <p:nvPr/>
          </p:nvSpPr>
          <p:spPr>
            <a:xfrm>
              <a:off x="786138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2" name="pt2181"/>
            <p:cNvSpPr/>
            <p:nvPr/>
          </p:nvSpPr>
          <p:spPr>
            <a:xfrm>
              <a:off x="770972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3" name="pt2182"/>
            <p:cNvSpPr/>
            <p:nvPr/>
          </p:nvSpPr>
          <p:spPr>
            <a:xfrm>
              <a:off x="787885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4" name="pt2183"/>
            <p:cNvSpPr/>
            <p:nvPr/>
          </p:nvSpPr>
          <p:spPr>
            <a:xfrm>
              <a:off x="767031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5" name="pt2184"/>
            <p:cNvSpPr/>
            <p:nvPr/>
          </p:nvSpPr>
          <p:spPr>
            <a:xfrm>
              <a:off x="786176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6" name="pt2185"/>
            <p:cNvSpPr/>
            <p:nvPr/>
          </p:nvSpPr>
          <p:spPr>
            <a:xfrm>
              <a:off x="770686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7" name="pt2186"/>
            <p:cNvSpPr/>
            <p:nvPr/>
          </p:nvSpPr>
          <p:spPr>
            <a:xfrm>
              <a:off x="787757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8" name="pt2187"/>
            <p:cNvSpPr/>
            <p:nvPr/>
          </p:nvSpPr>
          <p:spPr>
            <a:xfrm>
              <a:off x="765713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89" name="pt2188"/>
            <p:cNvSpPr/>
            <p:nvPr/>
          </p:nvSpPr>
          <p:spPr>
            <a:xfrm>
              <a:off x="7873595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0" name="pt2189"/>
            <p:cNvSpPr/>
            <p:nvPr/>
          </p:nvSpPr>
          <p:spPr>
            <a:xfrm>
              <a:off x="769594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1" name="pt2190"/>
            <p:cNvSpPr/>
            <p:nvPr/>
          </p:nvSpPr>
          <p:spPr>
            <a:xfrm>
              <a:off x="785751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2" name="pt2191"/>
            <p:cNvSpPr/>
            <p:nvPr/>
          </p:nvSpPr>
          <p:spPr>
            <a:xfrm>
              <a:off x="766015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3" name="pt2192"/>
            <p:cNvSpPr/>
            <p:nvPr/>
          </p:nvSpPr>
          <p:spPr>
            <a:xfrm>
              <a:off x="786340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4" name="pt2193"/>
            <p:cNvSpPr/>
            <p:nvPr/>
          </p:nvSpPr>
          <p:spPr>
            <a:xfrm>
              <a:off x="771648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5" name="pt2194"/>
            <p:cNvSpPr/>
            <p:nvPr/>
          </p:nvSpPr>
          <p:spPr>
            <a:xfrm>
              <a:off x="784998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6" name="pt2195"/>
            <p:cNvSpPr/>
            <p:nvPr/>
          </p:nvSpPr>
          <p:spPr>
            <a:xfrm>
              <a:off x="771640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7" name="pt2196"/>
            <p:cNvSpPr/>
            <p:nvPr/>
          </p:nvSpPr>
          <p:spPr>
            <a:xfrm>
              <a:off x="784227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8" name="pt2197"/>
            <p:cNvSpPr/>
            <p:nvPr/>
          </p:nvSpPr>
          <p:spPr>
            <a:xfrm>
              <a:off x="771514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99" name="pt2198"/>
            <p:cNvSpPr/>
            <p:nvPr/>
          </p:nvSpPr>
          <p:spPr>
            <a:xfrm>
              <a:off x="781431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0" name="pt2199"/>
            <p:cNvSpPr/>
            <p:nvPr/>
          </p:nvSpPr>
          <p:spPr>
            <a:xfrm>
              <a:off x="766370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1" name="pt2200"/>
            <p:cNvSpPr/>
            <p:nvPr/>
          </p:nvSpPr>
          <p:spPr>
            <a:xfrm>
              <a:off x="788449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2" name="pt2201"/>
            <p:cNvSpPr/>
            <p:nvPr/>
          </p:nvSpPr>
          <p:spPr>
            <a:xfrm>
              <a:off x="769237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3" name="pt2202"/>
            <p:cNvSpPr/>
            <p:nvPr/>
          </p:nvSpPr>
          <p:spPr>
            <a:xfrm>
              <a:off x="786486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4" name="pt2203"/>
            <p:cNvSpPr/>
            <p:nvPr/>
          </p:nvSpPr>
          <p:spPr>
            <a:xfrm>
              <a:off x="770245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5" name="pt2204"/>
            <p:cNvSpPr/>
            <p:nvPr/>
          </p:nvSpPr>
          <p:spPr>
            <a:xfrm>
              <a:off x="788301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6" name="pt2205"/>
            <p:cNvSpPr/>
            <p:nvPr/>
          </p:nvSpPr>
          <p:spPr>
            <a:xfrm>
              <a:off x="767400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7" name="pt2206"/>
            <p:cNvSpPr/>
            <p:nvPr/>
          </p:nvSpPr>
          <p:spPr>
            <a:xfrm>
              <a:off x="785435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8" name="pt2207"/>
            <p:cNvSpPr/>
            <p:nvPr/>
          </p:nvSpPr>
          <p:spPr>
            <a:xfrm>
              <a:off x="768902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09" name="pt2208"/>
            <p:cNvSpPr/>
            <p:nvPr/>
          </p:nvSpPr>
          <p:spPr>
            <a:xfrm>
              <a:off x="783361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0" name="pt2209"/>
            <p:cNvSpPr/>
            <p:nvPr/>
          </p:nvSpPr>
          <p:spPr>
            <a:xfrm>
              <a:off x="766491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1" name="pt2210"/>
            <p:cNvSpPr/>
            <p:nvPr/>
          </p:nvSpPr>
          <p:spPr>
            <a:xfrm>
              <a:off x="788577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2" name="pt2211"/>
            <p:cNvSpPr/>
            <p:nvPr/>
          </p:nvSpPr>
          <p:spPr>
            <a:xfrm>
              <a:off x="769191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3" name="pt2212"/>
            <p:cNvSpPr/>
            <p:nvPr/>
          </p:nvSpPr>
          <p:spPr>
            <a:xfrm>
              <a:off x="782160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4" name="pt2213"/>
            <p:cNvSpPr/>
            <p:nvPr/>
          </p:nvSpPr>
          <p:spPr>
            <a:xfrm>
              <a:off x="769177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5" name="pt2214"/>
            <p:cNvSpPr/>
            <p:nvPr/>
          </p:nvSpPr>
          <p:spPr>
            <a:xfrm>
              <a:off x="787742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6" name="pt2215"/>
            <p:cNvSpPr/>
            <p:nvPr/>
          </p:nvSpPr>
          <p:spPr>
            <a:xfrm>
              <a:off x="767462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7" name="pt2216"/>
            <p:cNvSpPr/>
            <p:nvPr/>
          </p:nvSpPr>
          <p:spPr>
            <a:xfrm>
              <a:off x="787353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8" name="pt2217"/>
            <p:cNvSpPr/>
            <p:nvPr/>
          </p:nvSpPr>
          <p:spPr>
            <a:xfrm>
              <a:off x="772428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19" name="pt2218"/>
            <p:cNvSpPr/>
            <p:nvPr/>
          </p:nvSpPr>
          <p:spPr>
            <a:xfrm>
              <a:off x="785349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0" name="pt2219"/>
            <p:cNvSpPr/>
            <p:nvPr/>
          </p:nvSpPr>
          <p:spPr>
            <a:xfrm>
              <a:off x="772311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1" name="pt2220"/>
            <p:cNvSpPr/>
            <p:nvPr/>
          </p:nvSpPr>
          <p:spPr>
            <a:xfrm>
              <a:off x="785751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2" name="pt2221"/>
            <p:cNvSpPr/>
            <p:nvPr/>
          </p:nvSpPr>
          <p:spPr>
            <a:xfrm>
              <a:off x="773461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3" name="pt2222"/>
            <p:cNvSpPr/>
            <p:nvPr/>
          </p:nvSpPr>
          <p:spPr>
            <a:xfrm>
              <a:off x="784432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4" name="pt2223"/>
            <p:cNvSpPr/>
            <p:nvPr/>
          </p:nvSpPr>
          <p:spPr>
            <a:xfrm>
              <a:off x="770913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5" name="pt2224"/>
            <p:cNvSpPr/>
            <p:nvPr/>
          </p:nvSpPr>
          <p:spPr>
            <a:xfrm>
              <a:off x="788052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6" name="pt2225"/>
            <p:cNvSpPr/>
            <p:nvPr/>
          </p:nvSpPr>
          <p:spPr>
            <a:xfrm>
              <a:off x="768542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7" name="pt2226"/>
            <p:cNvSpPr/>
            <p:nvPr/>
          </p:nvSpPr>
          <p:spPr>
            <a:xfrm>
              <a:off x="787243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8" name="pt2227"/>
            <p:cNvSpPr/>
            <p:nvPr/>
          </p:nvSpPr>
          <p:spPr>
            <a:xfrm>
              <a:off x="768566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29" name="pt2228"/>
            <p:cNvSpPr/>
            <p:nvPr/>
          </p:nvSpPr>
          <p:spPr>
            <a:xfrm>
              <a:off x="782916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0" name="pt2229"/>
            <p:cNvSpPr/>
            <p:nvPr/>
          </p:nvSpPr>
          <p:spPr>
            <a:xfrm>
              <a:off x="767859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1" name="pt2230"/>
            <p:cNvSpPr/>
            <p:nvPr/>
          </p:nvSpPr>
          <p:spPr>
            <a:xfrm>
              <a:off x="782438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2" name="pt2231"/>
            <p:cNvSpPr/>
            <p:nvPr/>
          </p:nvSpPr>
          <p:spPr>
            <a:xfrm>
              <a:off x="772171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3" name="pt2232"/>
            <p:cNvSpPr/>
            <p:nvPr/>
          </p:nvSpPr>
          <p:spPr>
            <a:xfrm>
              <a:off x="786474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4" name="pt2233"/>
            <p:cNvSpPr/>
            <p:nvPr/>
          </p:nvSpPr>
          <p:spPr>
            <a:xfrm>
              <a:off x="769854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5" name="pt2234"/>
            <p:cNvSpPr/>
            <p:nvPr/>
          </p:nvSpPr>
          <p:spPr>
            <a:xfrm>
              <a:off x="787073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6" name="pt2235"/>
            <p:cNvSpPr/>
            <p:nvPr/>
          </p:nvSpPr>
          <p:spPr>
            <a:xfrm>
              <a:off x="768191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7" name="pt2236"/>
            <p:cNvSpPr/>
            <p:nvPr/>
          </p:nvSpPr>
          <p:spPr>
            <a:xfrm>
              <a:off x="785626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8" name="pt2237"/>
            <p:cNvSpPr/>
            <p:nvPr/>
          </p:nvSpPr>
          <p:spPr>
            <a:xfrm>
              <a:off x="773470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39" name="pt2238"/>
            <p:cNvSpPr/>
            <p:nvPr/>
          </p:nvSpPr>
          <p:spPr>
            <a:xfrm>
              <a:off x="784627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0" name="pt2239"/>
            <p:cNvSpPr/>
            <p:nvPr/>
          </p:nvSpPr>
          <p:spPr>
            <a:xfrm>
              <a:off x="771338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1" name="pt2240"/>
            <p:cNvSpPr/>
            <p:nvPr/>
          </p:nvSpPr>
          <p:spPr>
            <a:xfrm>
              <a:off x="786218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2" name="pt2241"/>
            <p:cNvSpPr/>
            <p:nvPr/>
          </p:nvSpPr>
          <p:spPr>
            <a:xfrm>
              <a:off x="772648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3" name="pt2242"/>
            <p:cNvSpPr/>
            <p:nvPr/>
          </p:nvSpPr>
          <p:spPr>
            <a:xfrm>
              <a:off x="784302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4" name="pt2243"/>
            <p:cNvSpPr/>
            <p:nvPr/>
          </p:nvSpPr>
          <p:spPr>
            <a:xfrm>
              <a:off x="769992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5" name="pt2244"/>
            <p:cNvSpPr/>
            <p:nvPr/>
          </p:nvSpPr>
          <p:spPr>
            <a:xfrm>
              <a:off x="784349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6" name="pt2245"/>
            <p:cNvSpPr/>
            <p:nvPr/>
          </p:nvSpPr>
          <p:spPr>
            <a:xfrm>
              <a:off x="770852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7" name="pt2246"/>
            <p:cNvSpPr/>
            <p:nvPr/>
          </p:nvSpPr>
          <p:spPr>
            <a:xfrm>
              <a:off x="7813365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8" name="pt2247"/>
            <p:cNvSpPr/>
            <p:nvPr/>
          </p:nvSpPr>
          <p:spPr>
            <a:xfrm>
              <a:off x="772245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49" name="pt2248"/>
            <p:cNvSpPr/>
            <p:nvPr/>
          </p:nvSpPr>
          <p:spPr>
            <a:xfrm>
              <a:off x="782374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0" name="pt2249"/>
            <p:cNvSpPr/>
            <p:nvPr/>
          </p:nvSpPr>
          <p:spPr>
            <a:xfrm>
              <a:off x="766000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1" name="pt2250"/>
            <p:cNvSpPr/>
            <p:nvPr/>
          </p:nvSpPr>
          <p:spPr>
            <a:xfrm>
              <a:off x="781371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2" name="pt2251"/>
            <p:cNvSpPr/>
            <p:nvPr/>
          </p:nvSpPr>
          <p:spPr>
            <a:xfrm>
              <a:off x="768011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3" name="pt2252"/>
            <p:cNvSpPr/>
            <p:nvPr/>
          </p:nvSpPr>
          <p:spPr>
            <a:xfrm>
              <a:off x="788746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4" name="pt2253"/>
            <p:cNvSpPr/>
            <p:nvPr/>
          </p:nvSpPr>
          <p:spPr>
            <a:xfrm>
              <a:off x="769915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5" name="pt2254"/>
            <p:cNvSpPr/>
            <p:nvPr/>
          </p:nvSpPr>
          <p:spPr>
            <a:xfrm>
              <a:off x="787420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6" name="pt2255"/>
            <p:cNvSpPr/>
            <p:nvPr/>
          </p:nvSpPr>
          <p:spPr>
            <a:xfrm>
              <a:off x="768239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7" name="pt2256"/>
            <p:cNvSpPr/>
            <p:nvPr/>
          </p:nvSpPr>
          <p:spPr>
            <a:xfrm>
              <a:off x="788275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8" name="pt2257"/>
            <p:cNvSpPr/>
            <p:nvPr/>
          </p:nvSpPr>
          <p:spPr>
            <a:xfrm>
              <a:off x="767208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59" name="pt2258"/>
            <p:cNvSpPr/>
            <p:nvPr/>
          </p:nvSpPr>
          <p:spPr>
            <a:xfrm>
              <a:off x="782182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0" name="pt2259"/>
            <p:cNvSpPr/>
            <p:nvPr/>
          </p:nvSpPr>
          <p:spPr>
            <a:xfrm>
              <a:off x="769481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1" name="pt2260"/>
            <p:cNvSpPr/>
            <p:nvPr/>
          </p:nvSpPr>
          <p:spPr>
            <a:xfrm>
              <a:off x="786719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2" name="pt2261"/>
            <p:cNvSpPr/>
            <p:nvPr/>
          </p:nvSpPr>
          <p:spPr>
            <a:xfrm>
              <a:off x="770070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3" name="pt2262"/>
            <p:cNvSpPr/>
            <p:nvPr/>
          </p:nvSpPr>
          <p:spPr>
            <a:xfrm>
              <a:off x="788588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4" name="pt2263"/>
            <p:cNvSpPr/>
            <p:nvPr/>
          </p:nvSpPr>
          <p:spPr>
            <a:xfrm>
              <a:off x="770674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5" name="pt2264"/>
            <p:cNvSpPr/>
            <p:nvPr/>
          </p:nvSpPr>
          <p:spPr>
            <a:xfrm>
              <a:off x="787704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6" name="pt2265"/>
            <p:cNvSpPr/>
            <p:nvPr/>
          </p:nvSpPr>
          <p:spPr>
            <a:xfrm>
              <a:off x="771081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7" name="pt2266"/>
            <p:cNvSpPr/>
            <p:nvPr/>
          </p:nvSpPr>
          <p:spPr>
            <a:xfrm>
              <a:off x="782933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8" name="pt2267"/>
            <p:cNvSpPr/>
            <p:nvPr/>
          </p:nvSpPr>
          <p:spPr>
            <a:xfrm>
              <a:off x="771120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69" name="pt2268"/>
            <p:cNvSpPr/>
            <p:nvPr/>
          </p:nvSpPr>
          <p:spPr>
            <a:xfrm>
              <a:off x="781517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0" name="pt2269"/>
            <p:cNvSpPr/>
            <p:nvPr/>
          </p:nvSpPr>
          <p:spPr>
            <a:xfrm>
              <a:off x="768936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1" name="pt2270"/>
            <p:cNvSpPr/>
            <p:nvPr/>
          </p:nvSpPr>
          <p:spPr>
            <a:xfrm>
              <a:off x="783755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2" name="pt2271"/>
            <p:cNvSpPr/>
            <p:nvPr/>
          </p:nvSpPr>
          <p:spPr>
            <a:xfrm>
              <a:off x="770561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3" name="pt2272"/>
            <p:cNvSpPr/>
            <p:nvPr/>
          </p:nvSpPr>
          <p:spPr>
            <a:xfrm>
              <a:off x="782257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4" name="pt2273"/>
            <p:cNvSpPr/>
            <p:nvPr/>
          </p:nvSpPr>
          <p:spPr>
            <a:xfrm>
              <a:off x="769632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5" name="pt2274"/>
            <p:cNvSpPr/>
            <p:nvPr/>
          </p:nvSpPr>
          <p:spPr>
            <a:xfrm>
              <a:off x="783975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6" name="pt2275"/>
            <p:cNvSpPr/>
            <p:nvPr/>
          </p:nvSpPr>
          <p:spPr>
            <a:xfrm>
              <a:off x="765689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7" name="pt2276"/>
            <p:cNvSpPr/>
            <p:nvPr/>
          </p:nvSpPr>
          <p:spPr>
            <a:xfrm>
              <a:off x="782282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8" name="pt2277"/>
            <p:cNvSpPr/>
            <p:nvPr/>
          </p:nvSpPr>
          <p:spPr>
            <a:xfrm>
              <a:off x="770308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79" name="pt2278"/>
            <p:cNvSpPr/>
            <p:nvPr/>
          </p:nvSpPr>
          <p:spPr>
            <a:xfrm>
              <a:off x="7843645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0" name="pt2279"/>
            <p:cNvSpPr/>
            <p:nvPr/>
          </p:nvSpPr>
          <p:spPr>
            <a:xfrm>
              <a:off x="773246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1" name="pt2280"/>
            <p:cNvSpPr/>
            <p:nvPr/>
          </p:nvSpPr>
          <p:spPr>
            <a:xfrm>
              <a:off x="787928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2" name="pt2281"/>
            <p:cNvSpPr/>
            <p:nvPr/>
          </p:nvSpPr>
          <p:spPr>
            <a:xfrm>
              <a:off x="766770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3" name="pt2282"/>
            <p:cNvSpPr/>
            <p:nvPr/>
          </p:nvSpPr>
          <p:spPr>
            <a:xfrm>
              <a:off x="786485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4" name="pt2283"/>
            <p:cNvSpPr/>
            <p:nvPr/>
          </p:nvSpPr>
          <p:spPr>
            <a:xfrm>
              <a:off x="766089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5" name="pt2284"/>
            <p:cNvSpPr/>
            <p:nvPr/>
          </p:nvSpPr>
          <p:spPr>
            <a:xfrm>
              <a:off x="786939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6" name="pt2285"/>
            <p:cNvSpPr/>
            <p:nvPr/>
          </p:nvSpPr>
          <p:spPr>
            <a:xfrm>
              <a:off x="767074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7" name="pt2286"/>
            <p:cNvSpPr/>
            <p:nvPr/>
          </p:nvSpPr>
          <p:spPr>
            <a:xfrm>
              <a:off x="784955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8" name="pt2287"/>
            <p:cNvSpPr/>
            <p:nvPr/>
          </p:nvSpPr>
          <p:spPr>
            <a:xfrm>
              <a:off x="769384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89" name="pt2288"/>
            <p:cNvSpPr/>
            <p:nvPr/>
          </p:nvSpPr>
          <p:spPr>
            <a:xfrm>
              <a:off x="782463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0" name="pt2289"/>
            <p:cNvSpPr/>
            <p:nvPr/>
          </p:nvSpPr>
          <p:spPr>
            <a:xfrm>
              <a:off x="7716417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1" name="pt2290"/>
            <p:cNvSpPr/>
            <p:nvPr/>
          </p:nvSpPr>
          <p:spPr>
            <a:xfrm>
              <a:off x="786811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2" name="pt2291"/>
            <p:cNvSpPr/>
            <p:nvPr/>
          </p:nvSpPr>
          <p:spPr>
            <a:xfrm>
              <a:off x="767930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3" name="pt2292"/>
            <p:cNvSpPr/>
            <p:nvPr/>
          </p:nvSpPr>
          <p:spPr>
            <a:xfrm>
              <a:off x="787260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4" name="pt2293"/>
            <p:cNvSpPr/>
            <p:nvPr/>
          </p:nvSpPr>
          <p:spPr>
            <a:xfrm>
              <a:off x="766196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5" name="pt2294"/>
            <p:cNvSpPr/>
            <p:nvPr/>
          </p:nvSpPr>
          <p:spPr>
            <a:xfrm>
              <a:off x="7835416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6" name="pt2295"/>
            <p:cNvSpPr/>
            <p:nvPr/>
          </p:nvSpPr>
          <p:spPr>
            <a:xfrm>
              <a:off x="769644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7" name="pt2296"/>
            <p:cNvSpPr/>
            <p:nvPr/>
          </p:nvSpPr>
          <p:spPr>
            <a:xfrm>
              <a:off x="787709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8" name="pt2297"/>
            <p:cNvSpPr/>
            <p:nvPr/>
          </p:nvSpPr>
          <p:spPr>
            <a:xfrm>
              <a:off x="773419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299" name="pt2298"/>
            <p:cNvSpPr/>
            <p:nvPr/>
          </p:nvSpPr>
          <p:spPr>
            <a:xfrm>
              <a:off x="784209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0" name="pt2299"/>
            <p:cNvSpPr/>
            <p:nvPr/>
          </p:nvSpPr>
          <p:spPr>
            <a:xfrm>
              <a:off x="772777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1" name="pt2300"/>
            <p:cNvSpPr/>
            <p:nvPr/>
          </p:nvSpPr>
          <p:spPr>
            <a:xfrm>
              <a:off x="789044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2" name="pt2301"/>
            <p:cNvSpPr/>
            <p:nvPr/>
          </p:nvSpPr>
          <p:spPr>
            <a:xfrm>
              <a:off x="7707839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3" name="pt2302"/>
            <p:cNvSpPr/>
            <p:nvPr/>
          </p:nvSpPr>
          <p:spPr>
            <a:xfrm>
              <a:off x="784650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4" name="pt2303"/>
            <p:cNvSpPr/>
            <p:nvPr/>
          </p:nvSpPr>
          <p:spPr>
            <a:xfrm>
              <a:off x="769233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5" name="pt2304"/>
            <p:cNvSpPr/>
            <p:nvPr/>
          </p:nvSpPr>
          <p:spPr>
            <a:xfrm>
              <a:off x="7859845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6" name="pt2305"/>
            <p:cNvSpPr/>
            <p:nvPr/>
          </p:nvSpPr>
          <p:spPr>
            <a:xfrm>
              <a:off x="767544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7" name="pt2306"/>
            <p:cNvSpPr/>
            <p:nvPr/>
          </p:nvSpPr>
          <p:spPr>
            <a:xfrm>
              <a:off x="784560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8" name="pt2307"/>
            <p:cNvSpPr/>
            <p:nvPr/>
          </p:nvSpPr>
          <p:spPr>
            <a:xfrm>
              <a:off x="7678911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09" name="pt2308"/>
            <p:cNvSpPr/>
            <p:nvPr/>
          </p:nvSpPr>
          <p:spPr>
            <a:xfrm>
              <a:off x="786461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0" name="pt2309"/>
            <p:cNvSpPr/>
            <p:nvPr/>
          </p:nvSpPr>
          <p:spPr>
            <a:xfrm>
              <a:off x="769960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1" name="pt2310"/>
            <p:cNvSpPr/>
            <p:nvPr/>
          </p:nvSpPr>
          <p:spPr>
            <a:xfrm>
              <a:off x="783114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2" name="pt2311"/>
            <p:cNvSpPr/>
            <p:nvPr/>
          </p:nvSpPr>
          <p:spPr>
            <a:xfrm>
              <a:off x="771694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3" name="pt2312"/>
            <p:cNvSpPr/>
            <p:nvPr/>
          </p:nvSpPr>
          <p:spPr>
            <a:xfrm>
              <a:off x="781568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4" name="pt2313"/>
            <p:cNvSpPr/>
            <p:nvPr/>
          </p:nvSpPr>
          <p:spPr>
            <a:xfrm>
              <a:off x="769723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5" name="pt2314"/>
            <p:cNvSpPr/>
            <p:nvPr/>
          </p:nvSpPr>
          <p:spPr>
            <a:xfrm>
              <a:off x="7833537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6" name="pt2315"/>
            <p:cNvSpPr/>
            <p:nvPr/>
          </p:nvSpPr>
          <p:spPr>
            <a:xfrm>
              <a:off x="766193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7" name="pt2316"/>
            <p:cNvSpPr/>
            <p:nvPr/>
          </p:nvSpPr>
          <p:spPr>
            <a:xfrm>
              <a:off x="784857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8" name="pt2317"/>
            <p:cNvSpPr/>
            <p:nvPr/>
          </p:nvSpPr>
          <p:spPr>
            <a:xfrm>
              <a:off x="771399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19" name="pt2318"/>
            <p:cNvSpPr/>
            <p:nvPr/>
          </p:nvSpPr>
          <p:spPr>
            <a:xfrm>
              <a:off x="784274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0" name="pt2319"/>
            <p:cNvSpPr/>
            <p:nvPr/>
          </p:nvSpPr>
          <p:spPr>
            <a:xfrm>
              <a:off x="771115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1" name="pt2320"/>
            <p:cNvSpPr/>
            <p:nvPr/>
          </p:nvSpPr>
          <p:spPr>
            <a:xfrm>
              <a:off x="783770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2" name="pt2321"/>
            <p:cNvSpPr/>
            <p:nvPr/>
          </p:nvSpPr>
          <p:spPr>
            <a:xfrm>
              <a:off x="765899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3" name="pt2322"/>
            <p:cNvSpPr/>
            <p:nvPr/>
          </p:nvSpPr>
          <p:spPr>
            <a:xfrm>
              <a:off x="785853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4" name="pt2323"/>
            <p:cNvSpPr/>
            <p:nvPr/>
          </p:nvSpPr>
          <p:spPr>
            <a:xfrm>
              <a:off x="7683628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5" name="pt2324"/>
            <p:cNvSpPr/>
            <p:nvPr/>
          </p:nvSpPr>
          <p:spPr>
            <a:xfrm>
              <a:off x="7838660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6" name="pt2325"/>
            <p:cNvSpPr/>
            <p:nvPr/>
          </p:nvSpPr>
          <p:spPr>
            <a:xfrm>
              <a:off x="773162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7" name="pt2326"/>
            <p:cNvSpPr/>
            <p:nvPr/>
          </p:nvSpPr>
          <p:spPr>
            <a:xfrm>
              <a:off x="786177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8" name="pt2327"/>
            <p:cNvSpPr/>
            <p:nvPr/>
          </p:nvSpPr>
          <p:spPr>
            <a:xfrm>
              <a:off x="770419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29" name="pt2328"/>
            <p:cNvSpPr/>
            <p:nvPr/>
          </p:nvSpPr>
          <p:spPr>
            <a:xfrm>
              <a:off x="787610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0" name="pt2329"/>
            <p:cNvSpPr/>
            <p:nvPr/>
          </p:nvSpPr>
          <p:spPr>
            <a:xfrm>
              <a:off x="7723205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1" name="pt2330"/>
            <p:cNvSpPr/>
            <p:nvPr/>
          </p:nvSpPr>
          <p:spPr>
            <a:xfrm>
              <a:off x="7823183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2" name="pt2331"/>
            <p:cNvSpPr/>
            <p:nvPr/>
          </p:nvSpPr>
          <p:spPr>
            <a:xfrm>
              <a:off x="771617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3" name="pt2332"/>
            <p:cNvSpPr/>
            <p:nvPr/>
          </p:nvSpPr>
          <p:spPr>
            <a:xfrm>
              <a:off x="7842175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4" name="pt2333"/>
            <p:cNvSpPr/>
            <p:nvPr/>
          </p:nvSpPr>
          <p:spPr>
            <a:xfrm>
              <a:off x="772427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5" name="pt2334"/>
            <p:cNvSpPr/>
            <p:nvPr/>
          </p:nvSpPr>
          <p:spPr>
            <a:xfrm>
              <a:off x="7830901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6" name="pt2335"/>
            <p:cNvSpPr/>
            <p:nvPr/>
          </p:nvSpPr>
          <p:spPr>
            <a:xfrm>
              <a:off x="7680712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7" name="pt2336"/>
            <p:cNvSpPr/>
            <p:nvPr/>
          </p:nvSpPr>
          <p:spPr>
            <a:xfrm>
              <a:off x="7859929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8" name="pt2337"/>
            <p:cNvSpPr/>
            <p:nvPr/>
          </p:nvSpPr>
          <p:spPr>
            <a:xfrm>
              <a:off x="7698496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39" name="pt2338"/>
            <p:cNvSpPr/>
            <p:nvPr/>
          </p:nvSpPr>
          <p:spPr>
            <a:xfrm>
              <a:off x="783668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0" name="pt2339"/>
            <p:cNvSpPr/>
            <p:nvPr/>
          </p:nvSpPr>
          <p:spPr>
            <a:xfrm>
              <a:off x="766133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1" name="pt2340"/>
            <p:cNvSpPr/>
            <p:nvPr/>
          </p:nvSpPr>
          <p:spPr>
            <a:xfrm>
              <a:off x="7827002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2" name="pt2341"/>
            <p:cNvSpPr/>
            <p:nvPr/>
          </p:nvSpPr>
          <p:spPr>
            <a:xfrm>
              <a:off x="769594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3" name="pt2342"/>
            <p:cNvSpPr/>
            <p:nvPr/>
          </p:nvSpPr>
          <p:spPr>
            <a:xfrm>
              <a:off x="7832988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4" name="pt2343"/>
            <p:cNvSpPr/>
            <p:nvPr/>
          </p:nvSpPr>
          <p:spPr>
            <a:xfrm>
              <a:off x="7682834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5" name="pt2344"/>
            <p:cNvSpPr/>
            <p:nvPr/>
          </p:nvSpPr>
          <p:spPr>
            <a:xfrm>
              <a:off x="7831505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6" name="pt2345"/>
            <p:cNvSpPr/>
            <p:nvPr/>
          </p:nvSpPr>
          <p:spPr>
            <a:xfrm>
              <a:off x="7685793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7" name="pt2346"/>
            <p:cNvSpPr/>
            <p:nvPr/>
          </p:nvSpPr>
          <p:spPr>
            <a:xfrm>
              <a:off x="7881375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8" name="pt2347"/>
            <p:cNvSpPr/>
            <p:nvPr/>
          </p:nvSpPr>
          <p:spPr>
            <a:xfrm>
              <a:off x="7666050" y="5146791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49" name="pt2348"/>
            <p:cNvSpPr/>
            <p:nvPr/>
          </p:nvSpPr>
          <p:spPr>
            <a:xfrm>
              <a:off x="7864234" y="5146791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350" name="pl2349"/>
            <p:cNvSpPr/>
            <p:nvPr/>
          </p:nvSpPr>
          <p:spPr>
            <a:xfrm>
              <a:off x="5560772" y="5178801"/>
              <a:ext cx="0" cy="459602"/>
            </a:xfrm>
            <a:custGeom>
              <a:avLst/>
              <a:pathLst>
                <a:path w="0" h="459602">
                  <a:moveTo>
                    <a:pt x="0" y="459602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l2350"/>
            <p:cNvSpPr/>
            <p:nvPr/>
          </p:nvSpPr>
          <p:spPr>
            <a:xfrm>
              <a:off x="5560772" y="7121657"/>
              <a:ext cx="0" cy="229730"/>
            </a:xfrm>
            <a:custGeom>
              <a:avLst/>
              <a:pathLst>
                <a:path w="0" h="229730">
                  <a:moveTo>
                    <a:pt x="0" y="0"/>
                  </a:moveTo>
                  <a:lnTo>
                    <a:pt x="0" y="22973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g2351"/>
            <p:cNvSpPr/>
            <p:nvPr/>
          </p:nvSpPr>
          <p:spPr>
            <a:xfrm>
              <a:off x="5482609" y="5638404"/>
              <a:ext cx="156325" cy="1483253"/>
            </a:xfrm>
            <a:custGeom>
              <a:avLst/>
              <a:pathLst>
                <a:path w="156325" h="1483253">
                  <a:moveTo>
                    <a:pt x="0" y="0"/>
                  </a:moveTo>
                  <a:lnTo>
                    <a:pt x="0" y="1483253"/>
                  </a:lnTo>
                  <a:lnTo>
                    <a:pt x="156325" y="1483253"/>
                  </a:lnTo>
                  <a:lnTo>
                    <a:pt x="156325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3" name="pl2352"/>
            <p:cNvSpPr/>
            <p:nvPr/>
          </p:nvSpPr>
          <p:spPr>
            <a:xfrm>
              <a:off x="5482609" y="6375837"/>
              <a:ext cx="156325" cy="0"/>
            </a:xfrm>
            <a:custGeom>
              <a:avLst/>
              <a:pathLst>
                <a:path w="156325" h="0">
                  <a:moveTo>
                    <a:pt x="0" y="0"/>
                  </a:moveTo>
                  <a:lnTo>
                    <a:pt x="156325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4" name="pl2353"/>
            <p:cNvSpPr/>
            <p:nvPr/>
          </p:nvSpPr>
          <p:spPr>
            <a:xfrm>
              <a:off x="6644338" y="5178801"/>
              <a:ext cx="0" cy="101611"/>
            </a:xfrm>
            <a:custGeom>
              <a:avLst/>
              <a:pathLst>
                <a:path w="0" h="101611">
                  <a:moveTo>
                    <a:pt x="0" y="101611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l2354"/>
            <p:cNvSpPr/>
            <p:nvPr/>
          </p:nvSpPr>
          <p:spPr>
            <a:xfrm>
              <a:off x="6644338" y="5852892"/>
              <a:ext cx="0" cy="659926"/>
            </a:xfrm>
            <a:custGeom>
              <a:avLst/>
              <a:pathLst>
                <a:path w="0" h="659926">
                  <a:moveTo>
                    <a:pt x="0" y="0"/>
                  </a:moveTo>
                  <a:lnTo>
                    <a:pt x="0" y="659926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g2355"/>
            <p:cNvSpPr/>
            <p:nvPr/>
          </p:nvSpPr>
          <p:spPr>
            <a:xfrm>
              <a:off x="6566175" y="5280412"/>
              <a:ext cx="156325" cy="572480"/>
            </a:xfrm>
            <a:custGeom>
              <a:avLst/>
              <a:pathLst>
                <a:path w="156325" h="572480">
                  <a:moveTo>
                    <a:pt x="0" y="0"/>
                  </a:moveTo>
                  <a:lnTo>
                    <a:pt x="0" y="572480"/>
                  </a:lnTo>
                  <a:lnTo>
                    <a:pt x="156325" y="572480"/>
                  </a:lnTo>
                  <a:lnTo>
                    <a:pt x="156325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7" name="pl2356"/>
            <p:cNvSpPr/>
            <p:nvPr/>
          </p:nvSpPr>
          <p:spPr>
            <a:xfrm>
              <a:off x="6566175" y="5501646"/>
              <a:ext cx="156325" cy="0"/>
            </a:xfrm>
            <a:custGeom>
              <a:avLst/>
              <a:pathLst>
                <a:path w="156325" h="0">
                  <a:moveTo>
                    <a:pt x="0" y="0"/>
                  </a:moveTo>
                  <a:lnTo>
                    <a:pt x="156325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58" name="pl2357"/>
            <p:cNvSpPr/>
            <p:nvPr/>
          </p:nvSpPr>
          <p:spPr>
            <a:xfrm>
              <a:off x="7727903" y="517880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8"/>
            <p:cNvSpPr/>
            <p:nvPr/>
          </p:nvSpPr>
          <p:spPr>
            <a:xfrm>
              <a:off x="7727903" y="517880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g2359"/>
            <p:cNvSpPr/>
            <p:nvPr/>
          </p:nvSpPr>
          <p:spPr>
            <a:xfrm>
              <a:off x="7649741" y="5178801"/>
              <a:ext cx="156325" cy="0"/>
            </a:xfrm>
            <a:custGeom>
              <a:avLst/>
              <a:pathLst>
                <a:path w="156325" h="0">
                  <a:moveTo>
                    <a:pt x="0" y="0"/>
                  </a:moveTo>
                  <a:lnTo>
                    <a:pt x="156325" y="0"/>
                  </a:lnTo>
                  <a:close/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1" name="pl2360"/>
            <p:cNvSpPr/>
            <p:nvPr/>
          </p:nvSpPr>
          <p:spPr>
            <a:xfrm>
              <a:off x="7649741" y="5178801"/>
              <a:ext cx="156325" cy="0"/>
            </a:xfrm>
            <a:custGeom>
              <a:avLst/>
              <a:pathLst>
                <a:path w="156325" h="0">
                  <a:moveTo>
                    <a:pt x="0" y="0"/>
                  </a:moveTo>
                  <a:lnTo>
                    <a:pt x="156325" y="0"/>
                  </a:lnTo>
                </a:path>
              </a:pathLst>
            </a:custGeom>
            <a:ln w="43362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2" name="pl2361"/>
            <p:cNvSpPr/>
            <p:nvPr/>
          </p:nvSpPr>
          <p:spPr>
            <a:xfrm>
              <a:off x="5717097" y="5178801"/>
              <a:ext cx="0" cy="637897"/>
            </a:xfrm>
            <a:custGeom>
              <a:avLst/>
              <a:pathLst>
                <a:path w="0" h="637897">
                  <a:moveTo>
                    <a:pt x="0" y="63789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2"/>
            <p:cNvSpPr/>
            <p:nvPr/>
          </p:nvSpPr>
          <p:spPr>
            <a:xfrm>
              <a:off x="5717097" y="7009649"/>
              <a:ext cx="0" cy="341739"/>
            </a:xfrm>
            <a:custGeom>
              <a:avLst/>
              <a:pathLst>
                <a:path w="0" h="341739">
                  <a:moveTo>
                    <a:pt x="0" y="0"/>
                  </a:moveTo>
                  <a:lnTo>
                    <a:pt x="0" y="341739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g2363"/>
            <p:cNvSpPr/>
            <p:nvPr/>
          </p:nvSpPr>
          <p:spPr>
            <a:xfrm>
              <a:off x="5638934" y="5816698"/>
              <a:ext cx="156325" cy="1192950"/>
            </a:xfrm>
            <a:custGeom>
              <a:avLst/>
              <a:pathLst>
                <a:path w="156325" h="1192950">
                  <a:moveTo>
                    <a:pt x="0" y="0"/>
                  </a:moveTo>
                  <a:lnTo>
                    <a:pt x="0" y="1192950"/>
                  </a:lnTo>
                  <a:lnTo>
                    <a:pt x="156325" y="1192950"/>
                  </a:lnTo>
                  <a:lnTo>
                    <a:pt x="156325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5" name="pl2364"/>
            <p:cNvSpPr/>
            <p:nvPr/>
          </p:nvSpPr>
          <p:spPr>
            <a:xfrm>
              <a:off x="5638934" y="6355349"/>
              <a:ext cx="156325" cy="0"/>
            </a:xfrm>
            <a:custGeom>
              <a:avLst/>
              <a:pathLst>
                <a:path w="156325" h="0">
                  <a:moveTo>
                    <a:pt x="0" y="0"/>
                  </a:moveTo>
                  <a:lnTo>
                    <a:pt x="156325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6" name="pl2365"/>
            <p:cNvSpPr/>
            <p:nvPr/>
          </p:nvSpPr>
          <p:spPr>
            <a:xfrm>
              <a:off x="6800663" y="5178801"/>
              <a:ext cx="0" cy="82498"/>
            </a:xfrm>
            <a:custGeom>
              <a:avLst/>
              <a:pathLst>
                <a:path w="0" h="82498">
                  <a:moveTo>
                    <a:pt x="0" y="8249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l2366"/>
            <p:cNvSpPr/>
            <p:nvPr/>
          </p:nvSpPr>
          <p:spPr>
            <a:xfrm>
              <a:off x="6800663" y="5951363"/>
              <a:ext cx="0" cy="1031126"/>
            </a:xfrm>
            <a:custGeom>
              <a:avLst/>
              <a:pathLst>
                <a:path w="0" h="1031126">
                  <a:moveTo>
                    <a:pt x="0" y="0"/>
                  </a:moveTo>
                  <a:lnTo>
                    <a:pt x="0" y="1031126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g2367"/>
            <p:cNvSpPr/>
            <p:nvPr/>
          </p:nvSpPr>
          <p:spPr>
            <a:xfrm>
              <a:off x="6722500" y="5261299"/>
              <a:ext cx="156325" cy="690063"/>
            </a:xfrm>
            <a:custGeom>
              <a:avLst/>
              <a:pathLst>
                <a:path w="156325" h="690063">
                  <a:moveTo>
                    <a:pt x="0" y="0"/>
                  </a:moveTo>
                  <a:lnTo>
                    <a:pt x="0" y="690063"/>
                  </a:lnTo>
                  <a:lnTo>
                    <a:pt x="156325" y="690063"/>
                  </a:lnTo>
                  <a:lnTo>
                    <a:pt x="156325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69" name="pl2368"/>
            <p:cNvSpPr/>
            <p:nvPr/>
          </p:nvSpPr>
          <p:spPr>
            <a:xfrm>
              <a:off x="6722500" y="5517413"/>
              <a:ext cx="156325" cy="0"/>
            </a:xfrm>
            <a:custGeom>
              <a:avLst/>
              <a:pathLst>
                <a:path w="156325" h="0">
                  <a:moveTo>
                    <a:pt x="0" y="0"/>
                  </a:moveTo>
                  <a:lnTo>
                    <a:pt x="156325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0" name="pl2369"/>
            <p:cNvSpPr/>
            <p:nvPr/>
          </p:nvSpPr>
          <p:spPr>
            <a:xfrm>
              <a:off x="7884229" y="517880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l2370"/>
            <p:cNvSpPr/>
            <p:nvPr/>
          </p:nvSpPr>
          <p:spPr>
            <a:xfrm>
              <a:off x="7884229" y="517880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g2371"/>
            <p:cNvSpPr/>
            <p:nvPr/>
          </p:nvSpPr>
          <p:spPr>
            <a:xfrm>
              <a:off x="7806066" y="5178801"/>
              <a:ext cx="156325" cy="0"/>
            </a:xfrm>
            <a:custGeom>
              <a:avLst/>
              <a:pathLst>
                <a:path w="156325" h="0">
                  <a:moveTo>
                    <a:pt x="0" y="0"/>
                  </a:moveTo>
                  <a:lnTo>
                    <a:pt x="156325" y="0"/>
                  </a:lnTo>
                  <a:close/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3" name="pl2372"/>
            <p:cNvSpPr/>
            <p:nvPr/>
          </p:nvSpPr>
          <p:spPr>
            <a:xfrm>
              <a:off x="7806066" y="5178801"/>
              <a:ext cx="156325" cy="0"/>
            </a:xfrm>
            <a:custGeom>
              <a:avLst/>
              <a:pathLst>
                <a:path w="156325" h="0">
                  <a:moveTo>
                    <a:pt x="0" y="0"/>
                  </a:moveTo>
                  <a:lnTo>
                    <a:pt x="156325" y="0"/>
                  </a:lnTo>
                </a:path>
              </a:pathLst>
            </a:custGeom>
            <a:ln w="43362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74" name="pg2373"/>
            <p:cNvSpPr/>
            <p:nvPr/>
          </p:nvSpPr>
          <p:spPr>
            <a:xfrm>
              <a:off x="5634015" y="4876319"/>
              <a:ext cx="2204189" cy="1610807"/>
            </a:xfrm>
            <a:custGeom>
              <a:avLst/>
              <a:pathLst>
                <a:path w="2204189" h="1610807">
                  <a:moveTo>
                    <a:pt x="0" y="1253889"/>
                  </a:moveTo>
                  <a:lnTo>
                    <a:pt x="484609" y="1034932"/>
                  </a:lnTo>
                  <a:lnTo>
                    <a:pt x="1109911" y="699745"/>
                  </a:lnTo>
                  <a:lnTo>
                    <a:pt x="1578887" y="410015"/>
                  </a:lnTo>
                  <a:lnTo>
                    <a:pt x="2204189" y="0"/>
                  </a:lnTo>
                  <a:lnTo>
                    <a:pt x="2204189" y="511978"/>
                  </a:lnTo>
                  <a:lnTo>
                    <a:pt x="1578887" y="769400"/>
                  </a:lnTo>
                  <a:lnTo>
                    <a:pt x="1109911" y="980248"/>
                  </a:lnTo>
                  <a:lnTo>
                    <a:pt x="484609" y="1312500"/>
                  </a:lnTo>
                  <a:lnTo>
                    <a:pt x="0" y="1610807"/>
                  </a:lnTo>
                  <a:close/>
                </a:path>
              </a:pathLst>
            </a:custGeom>
            <a:solidFill>
              <a:srgbClr val="2F7F6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375" name="pl2374"/>
            <p:cNvSpPr/>
            <p:nvPr/>
          </p:nvSpPr>
          <p:spPr>
            <a:xfrm>
              <a:off x="5634015" y="4876319"/>
              <a:ext cx="2204189" cy="1253889"/>
            </a:xfrm>
            <a:custGeom>
              <a:avLst/>
              <a:pathLst>
                <a:path w="2204189" h="1253889">
                  <a:moveTo>
                    <a:pt x="0" y="1253889"/>
                  </a:moveTo>
                  <a:lnTo>
                    <a:pt x="484609" y="1034932"/>
                  </a:lnTo>
                  <a:lnTo>
                    <a:pt x="1109911" y="699745"/>
                  </a:lnTo>
                  <a:lnTo>
                    <a:pt x="1578887" y="410015"/>
                  </a:lnTo>
                  <a:lnTo>
                    <a:pt x="220418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76" name="pl2375"/>
            <p:cNvSpPr/>
            <p:nvPr/>
          </p:nvSpPr>
          <p:spPr>
            <a:xfrm>
              <a:off x="5634015" y="5388297"/>
              <a:ext cx="2204189" cy="1098829"/>
            </a:xfrm>
            <a:custGeom>
              <a:avLst/>
              <a:pathLst>
                <a:path w="2204189" h="1098829">
                  <a:moveTo>
                    <a:pt x="2204189" y="0"/>
                  </a:moveTo>
                  <a:lnTo>
                    <a:pt x="1578887" y="257422"/>
                  </a:lnTo>
                  <a:lnTo>
                    <a:pt x="1109911" y="468270"/>
                  </a:lnTo>
                  <a:lnTo>
                    <a:pt x="484609" y="800522"/>
                  </a:lnTo>
                  <a:lnTo>
                    <a:pt x="0" y="10988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77" name="pg2376"/>
            <p:cNvSpPr/>
            <p:nvPr/>
          </p:nvSpPr>
          <p:spPr>
            <a:xfrm>
              <a:off x="5634015" y="4936876"/>
              <a:ext cx="2204189" cy="1579772"/>
            </a:xfrm>
            <a:custGeom>
              <a:avLst/>
              <a:pathLst>
                <a:path w="2204189" h="1579772">
                  <a:moveTo>
                    <a:pt x="0" y="1272262"/>
                  </a:moveTo>
                  <a:lnTo>
                    <a:pt x="484609" y="1039682"/>
                  </a:lnTo>
                  <a:lnTo>
                    <a:pt x="1109911" y="697232"/>
                  </a:lnTo>
                  <a:lnTo>
                    <a:pt x="1578887" y="407558"/>
                  </a:lnTo>
                  <a:lnTo>
                    <a:pt x="2204189" y="0"/>
                  </a:lnTo>
                  <a:lnTo>
                    <a:pt x="2204189" y="419951"/>
                  </a:lnTo>
                  <a:lnTo>
                    <a:pt x="1578887" y="702345"/>
                  </a:lnTo>
                  <a:lnTo>
                    <a:pt x="1109911" y="930136"/>
                  </a:lnTo>
                  <a:lnTo>
                    <a:pt x="484609" y="1277638"/>
                  </a:lnTo>
                  <a:lnTo>
                    <a:pt x="0" y="1579772"/>
                  </a:lnTo>
                  <a:close/>
                </a:path>
              </a:pathLst>
            </a:custGeom>
            <a:solidFill>
              <a:srgbClr val="9C6B2F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378" name="pl2377"/>
            <p:cNvSpPr/>
            <p:nvPr/>
          </p:nvSpPr>
          <p:spPr>
            <a:xfrm>
              <a:off x="5634015" y="4936876"/>
              <a:ext cx="2204189" cy="1272262"/>
            </a:xfrm>
            <a:custGeom>
              <a:avLst/>
              <a:pathLst>
                <a:path w="2204189" h="1272262">
                  <a:moveTo>
                    <a:pt x="0" y="1272262"/>
                  </a:moveTo>
                  <a:lnTo>
                    <a:pt x="484609" y="1039682"/>
                  </a:lnTo>
                  <a:lnTo>
                    <a:pt x="1109911" y="697232"/>
                  </a:lnTo>
                  <a:lnTo>
                    <a:pt x="1578887" y="407558"/>
                  </a:lnTo>
                  <a:lnTo>
                    <a:pt x="220418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79" name="pl2378"/>
            <p:cNvSpPr/>
            <p:nvPr/>
          </p:nvSpPr>
          <p:spPr>
            <a:xfrm>
              <a:off x="5634015" y="5356828"/>
              <a:ext cx="2204189" cy="1159820"/>
            </a:xfrm>
            <a:custGeom>
              <a:avLst/>
              <a:pathLst>
                <a:path w="2204189" h="1159820">
                  <a:moveTo>
                    <a:pt x="2204189" y="0"/>
                  </a:moveTo>
                  <a:lnTo>
                    <a:pt x="1578887" y="282394"/>
                  </a:lnTo>
                  <a:lnTo>
                    <a:pt x="1109911" y="510184"/>
                  </a:lnTo>
                  <a:lnTo>
                    <a:pt x="484609" y="857686"/>
                  </a:lnTo>
                  <a:lnTo>
                    <a:pt x="0" y="11598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80" name="pl2379"/>
            <p:cNvSpPr/>
            <p:nvPr/>
          </p:nvSpPr>
          <p:spPr>
            <a:xfrm>
              <a:off x="5634015" y="5132308"/>
              <a:ext cx="2204189" cy="1176359"/>
            </a:xfrm>
            <a:custGeom>
              <a:avLst/>
              <a:pathLst>
                <a:path w="2204189" h="1176359">
                  <a:moveTo>
                    <a:pt x="0" y="1176359"/>
                  </a:moveTo>
                  <a:lnTo>
                    <a:pt x="484609" y="917727"/>
                  </a:lnTo>
                  <a:lnTo>
                    <a:pt x="1109911" y="584008"/>
                  </a:lnTo>
                  <a:lnTo>
                    <a:pt x="1578887" y="333718"/>
                  </a:lnTo>
                  <a:lnTo>
                    <a:pt x="2204189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l2380"/>
            <p:cNvSpPr/>
            <p:nvPr/>
          </p:nvSpPr>
          <p:spPr>
            <a:xfrm>
              <a:off x="5634015" y="5146852"/>
              <a:ext cx="2204189" cy="1216041"/>
            </a:xfrm>
            <a:custGeom>
              <a:avLst/>
              <a:pathLst>
                <a:path w="2204189" h="1216041">
                  <a:moveTo>
                    <a:pt x="0" y="1216041"/>
                  </a:moveTo>
                  <a:lnTo>
                    <a:pt x="484609" y="948684"/>
                  </a:lnTo>
                  <a:lnTo>
                    <a:pt x="1109911" y="603708"/>
                  </a:lnTo>
                  <a:lnTo>
                    <a:pt x="1578887" y="344976"/>
                  </a:lnTo>
                  <a:lnTo>
                    <a:pt x="2204189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tx2381"/>
            <p:cNvSpPr/>
            <p:nvPr/>
          </p:nvSpPr>
          <p:spPr>
            <a:xfrm>
              <a:off x="5638934" y="4514258"/>
              <a:ext cx="247445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2F7F6F">
                      <a:alpha val="100000"/>
                    </a:srgbClr>
                  </a:solidFill>
                  <a:latin typeface="Helvetica"/>
                  <a:cs typeface="Helvetica"/>
                </a:rPr>
                <a:t>Aboveground: Slope=0.3840, P &lt; 0.001 (r=2,4,8)</a:t>
              </a:r>
            </a:p>
          </p:txBody>
        </p:sp>
        <p:sp>
          <p:nvSpPr>
            <p:cNvPr id="2383" name="tx2382"/>
            <p:cNvSpPr/>
            <p:nvPr/>
          </p:nvSpPr>
          <p:spPr>
            <a:xfrm>
              <a:off x="5638934" y="4683719"/>
              <a:ext cx="246174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9C6B2F">
                      <a:alpha val="100000"/>
                    </a:srgbClr>
                  </a:solidFill>
                  <a:latin typeface="Helvetica"/>
                  <a:cs typeface="Helvetica"/>
                </a:rPr>
                <a:t>Belowground: Slope=0.3970, P &lt; 0.001 (r=2,4,8)</a:t>
              </a:r>
            </a:p>
          </p:txBody>
        </p:sp>
        <p:sp>
          <p:nvSpPr>
            <p:cNvPr id="2384" name="rc2383"/>
            <p:cNvSpPr/>
            <p:nvPr/>
          </p:nvSpPr>
          <p:spPr>
            <a:xfrm>
              <a:off x="5317673" y="4527025"/>
              <a:ext cx="2810705" cy="296558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385" name="pl2384"/>
            <p:cNvSpPr/>
            <p:nvPr/>
          </p:nvSpPr>
          <p:spPr>
            <a:xfrm>
              <a:off x="5317673" y="4527025"/>
              <a:ext cx="0" cy="2965581"/>
            </a:xfrm>
            <a:custGeom>
              <a:avLst/>
              <a:pathLst>
                <a:path w="0" h="2965581">
                  <a:moveTo>
                    <a:pt x="0" y="2965581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tx2385"/>
            <p:cNvSpPr/>
            <p:nvPr/>
          </p:nvSpPr>
          <p:spPr>
            <a:xfrm>
              <a:off x="5037483" y="7296707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387" name="tx2386"/>
            <p:cNvSpPr/>
            <p:nvPr/>
          </p:nvSpPr>
          <p:spPr>
            <a:xfrm>
              <a:off x="5037483" y="6862189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88" name="tx2387"/>
            <p:cNvSpPr/>
            <p:nvPr/>
          </p:nvSpPr>
          <p:spPr>
            <a:xfrm>
              <a:off x="5037483" y="6427672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389" name="tx2388"/>
            <p:cNvSpPr/>
            <p:nvPr/>
          </p:nvSpPr>
          <p:spPr>
            <a:xfrm>
              <a:off x="5037483" y="5993155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390" name="tx2389"/>
            <p:cNvSpPr/>
            <p:nvPr/>
          </p:nvSpPr>
          <p:spPr>
            <a:xfrm>
              <a:off x="5037483" y="5558637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2391" name="tx2390"/>
            <p:cNvSpPr/>
            <p:nvPr/>
          </p:nvSpPr>
          <p:spPr>
            <a:xfrm>
              <a:off x="5037483" y="5124120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392" name="tx2391"/>
            <p:cNvSpPr/>
            <p:nvPr/>
          </p:nvSpPr>
          <p:spPr>
            <a:xfrm>
              <a:off x="5037483" y="4689602"/>
              <a:ext cx="211866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2393" name="pl2392"/>
            <p:cNvSpPr/>
            <p:nvPr/>
          </p:nvSpPr>
          <p:spPr>
            <a:xfrm>
              <a:off x="5279716" y="735138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l2393"/>
            <p:cNvSpPr/>
            <p:nvPr/>
          </p:nvSpPr>
          <p:spPr>
            <a:xfrm>
              <a:off x="5279716" y="691687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l2394"/>
            <p:cNvSpPr/>
            <p:nvPr/>
          </p:nvSpPr>
          <p:spPr>
            <a:xfrm>
              <a:off x="5279716" y="648235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l2395"/>
            <p:cNvSpPr/>
            <p:nvPr/>
          </p:nvSpPr>
          <p:spPr>
            <a:xfrm>
              <a:off x="5279716" y="604783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l2396"/>
            <p:cNvSpPr/>
            <p:nvPr/>
          </p:nvSpPr>
          <p:spPr>
            <a:xfrm>
              <a:off x="5279716" y="561331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l2397"/>
            <p:cNvSpPr/>
            <p:nvPr/>
          </p:nvSpPr>
          <p:spPr>
            <a:xfrm>
              <a:off x="5279716" y="517880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l2398"/>
            <p:cNvSpPr/>
            <p:nvPr/>
          </p:nvSpPr>
          <p:spPr>
            <a:xfrm>
              <a:off x="5279716" y="474428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l2399"/>
            <p:cNvSpPr/>
            <p:nvPr/>
          </p:nvSpPr>
          <p:spPr>
            <a:xfrm>
              <a:off x="5317673" y="7492606"/>
              <a:ext cx="2810705" cy="0"/>
            </a:xfrm>
            <a:custGeom>
              <a:avLst/>
              <a:pathLst>
                <a:path w="2810705" h="0">
                  <a:moveTo>
                    <a:pt x="0" y="0"/>
                  </a:moveTo>
                  <a:lnTo>
                    <a:pt x="2810705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l2400"/>
            <p:cNvSpPr/>
            <p:nvPr/>
          </p:nvSpPr>
          <p:spPr>
            <a:xfrm>
              <a:off x="5638934" y="7492606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l2401"/>
            <p:cNvSpPr/>
            <p:nvPr/>
          </p:nvSpPr>
          <p:spPr>
            <a:xfrm>
              <a:off x="6722500" y="7492606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l2402"/>
            <p:cNvSpPr/>
            <p:nvPr/>
          </p:nvSpPr>
          <p:spPr>
            <a:xfrm>
              <a:off x="7806066" y="7492606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tx2403"/>
            <p:cNvSpPr/>
            <p:nvPr/>
          </p:nvSpPr>
          <p:spPr>
            <a:xfrm>
              <a:off x="5596552" y="7560930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405" name="tx2404"/>
            <p:cNvSpPr/>
            <p:nvPr/>
          </p:nvSpPr>
          <p:spPr>
            <a:xfrm>
              <a:off x="6680118" y="7560930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406" name="tx2405"/>
            <p:cNvSpPr/>
            <p:nvPr/>
          </p:nvSpPr>
          <p:spPr>
            <a:xfrm>
              <a:off x="7763684" y="7560930"/>
              <a:ext cx="8476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2407" name="tx2406"/>
            <p:cNvSpPr/>
            <p:nvPr/>
          </p:nvSpPr>
          <p:spPr>
            <a:xfrm>
              <a:off x="6383509" y="7785681"/>
              <a:ext cx="679033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2408" name="tx2407"/>
            <p:cNvSpPr/>
            <p:nvPr/>
          </p:nvSpPr>
          <p:spPr>
            <a:xfrm rot="-5400000">
              <a:off x="3421911" y="5950608"/>
              <a:ext cx="2890875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Proportion of variance between species</a:t>
              </a:r>
            </a:p>
          </p:txBody>
        </p:sp>
        <p:sp>
          <p:nvSpPr>
            <p:cNvPr id="2409" name="tx2408"/>
            <p:cNvSpPr/>
            <p:nvPr/>
          </p:nvSpPr>
          <p:spPr>
            <a:xfrm>
              <a:off x="4627456" y="4379441"/>
              <a:ext cx="217170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</a:t>
              </a:r>
            </a:p>
          </p:txBody>
        </p:sp>
        <p:sp>
          <p:nvSpPr>
            <p:cNvPr id="2410" name="rc2409"/>
            <p:cNvSpPr/>
            <p:nvPr/>
          </p:nvSpPr>
          <p:spPr>
            <a:xfrm>
              <a:off x="3502793" y="8035977"/>
              <a:ext cx="2838322" cy="14301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1" name="tx2410"/>
            <p:cNvSpPr/>
            <p:nvPr/>
          </p:nvSpPr>
          <p:spPr>
            <a:xfrm>
              <a:off x="3502793" y="8052802"/>
              <a:ext cx="92317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Compartment</a:t>
              </a:r>
            </a:p>
          </p:txBody>
        </p:sp>
        <p:sp>
          <p:nvSpPr>
            <p:cNvPr id="2412" name="rc2411"/>
            <p:cNvSpPr/>
            <p:nvPr/>
          </p:nvSpPr>
          <p:spPr>
            <a:xfrm>
              <a:off x="4501887" y="8050287"/>
              <a:ext cx="87709" cy="11439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3" name="pt2412"/>
            <p:cNvSpPr/>
            <p:nvPr/>
          </p:nvSpPr>
          <p:spPr>
            <a:xfrm>
              <a:off x="4513731" y="8075473"/>
              <a:ext cx="64020" cy="64020"/>
            </a:xfrm>
            <a:prstGeom prst="ellipse">
              <a:avLst/>
            </a:prstGeom>
            <a:solidFill>
              <a:srgbClr val="2F7F6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14" name="pl2413"/>
            <p:cNvSpPr/>
            <p:nvPr/>
          </p:nvSpPr>
          <p:spPr>
            <a:xfrm>
              <a:off x="4545741" y="8136081"/>
              <a:ext cx="0" cy="17158"/>
            </a:xfrm>
            <a:custGeom>
              <a:avLst/>
              <a:pathLst>
                <a:path w="0" h="17158">
                  <a:moveTo>
                    <a:pt x="0" y="1715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5" name="pl2414"/>
            <p:cNvSpPr/>
            <p:nvPr/>
          </p:nvSpPr>
          <p:spPr>
            <a:xfrm>
              <a:off x="4545741" y="8061727"/>
              <a:ext cx="0" cy="17158"/>
            </a:xfrm>
            <a:custGeom>
              <a:avLst/>
              <a:pathLst>
                <a:path w="0" h="17158">
                  <a:moveTo>
                    <a:pt x="0" y="1715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6" name="rc2415"/>
            <p:cNvSpPr/>
            <p:nvPr/>
          </p:nvSpPr>
          <p:spPr>
            <a:xfrm>
              <a:off x="4512850" y="8078885"/>
              <a:ext cx="65781" cy="57195"/>
            </a:xfrm>
            <a:prstGeom prst="rect">
              <a:avLst/>
            </a:pr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7" name="pl2416"/>
            <p:cNvSpPr/>
            <p:nvPr/>
          </p:nvSpPr>
          <p:spPr>
            <a:xfrm>
              <a:off x="4512850" y="8107483"/>
              <a:ext cx="65781" cy="0"/>
            </a:xfrm>
            <a:custGeom>
              <a:avLst/>
              <a:pathLst>
                <a:path w="65781" h="0">
                  <a:moveTo>
                    <a:pt x="0" y="0"/>
                  </a:moveTo>
                  <a:lnTo>
                    <a:pt x="65781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8" name="pl2417"/>
            <p:cNvSpPr/>
            <p:nvPr/>
          </p:nvSpPr>
          <p:spPr>
            <a:xfrm>
              <a:off x="4545741" y="815324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19" name="pl2418"/>
            <p:cNvSpPr/>
            <p:nvPr/>
          </p:nvSpPr>
          <p:spPr>
            <a:xfrm>
              <a:off x="4545741" y="806172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0" name="pl2419"/>
            <p:cNvSpPr/>
            <p:nvPr/>
          </p:nvSpPr>
          <p:spPr>
            <a:xfrm>
              <a:off x="4510657" y="8107483"/>
              <a:ext cx="70167" cy="0"/>
            </a:xfrm>
            <a:custGeom>
              <a:avLst/>
              <a:pathLst>
                <a:path w="70167" h="0">
                  <a:moveTo>
                    <a:pt x="0" y="0"/>
                  </a:moveTo>
                  <a:lnTo>
                    <a:pt x="70167" y="0"/>
                  </a:lnTo>
                </a:path>
              </a:pathLst>
            </a:custGeom>
            <a:ln w="3252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rc2420"/>
            <p:cNvSpPr/>
            <p:nvPr/>
          </p:nvSpPr>
          <p:spPr>
            <a:xfrm>
              <a:off x="5466271" y="8050287"/>
              <a:ext cx="87709" cy="11439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2" name="pt2421"/>
            <p:cNvSpPr/>
            <p:nvPr/>
          </p:nvSpPr>
          <p:spPr>
            <a:xfrm>
              <a:off x="5478115" y="8075473"/>
              <a:ext cx="64020" cy="64020"/>
            </a:xfrm>
            <a:prstGeom prst="ellipse">
              <a:avLst/>
            </a:prstGeom>
            <a:solidFill>
              <a:srgbClr val="9C6B2F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423" name="pl2422"/>
            <p:cNvSpPr/>
            <p:nvPr/>
          </p:nvSpPr>
          <p:spPr>
            <a:xfrm>
              <a:off x="5510126" y="8136081"/>
              <a:ext cx="0" cy="17158"/>
            </a:xfrm>
            <a:custGeom>
              <a:avLst/>
              <a:pathLst>
                <a:path w="0" h="17158">
                  <a:moveTo>
                    <a:pt x="0" y="1715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4" name="pl2423"/>
            <p:cNvSpPr/>
            <p:nvPr/>
          </p:nvSpPr>
          <p:spPr>
            <a:xfrm>
              <a:off x="5510126" y="8061727"/>
              <a:ext cx="0" cy="17158"/>
            </a:xfrm>
            <a:custGeom>
              <a:avLst/>
              <a:pathLst>
                <a:path w="0" h="17158">
                  <a:moveTo>
                    <a:pt x="0" y="1715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5" name="rc2424"/>
            <p:cNvSpPr/>
            <p:nvPr/>
          </p:nvSpPr>
          <p:spPr>
            <a:xfrm>
              <a:off x="5477235" y="8078885"/>
              <a:ext cx="65781" cy="57195"/>
            </a:xfrm>
            <a:prstGeom prst="rect">
              <a:avLst/>
            </a:pr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6" name="pl2425"/>
            <p:cNvSpPr/>
            <p:nvPr/>
          </p:nvSpPr>
          <p:spPr>
            <a:xfrm>
              <a:off x="5477235" y="8107483"/>
              <a:ext cx="65781" cy="0"/>
            </a:xfrm>
            <a:custGeom>
              <a:avLst/>
              <a:pathLst>
                <a:path w="65781" h="0">
                  <a:moveTo>
                    <a:pt x="0" y="0"/>
                  </a:moveTo>
                  <a:lnTo>
                    <a:pt x="65781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7" name="pl2426"/>
            <p:cNvSpPr/>
            <p:nvPr/>
          </p:nvSpPr>
          <p:spPr>
            <a:xfrm>
              <a:off x="5510126" y="815324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8" name="pl2427"/>
            <p:cNvSpPr/>
            <p:nvPr/>
          </p:nvSpPr>
          <p:spPr>
            <a:xfrm>
              <a:off x="5510126" y="806172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29" name="pl2428"/>
            <p:cNvSpPr/>
            <p:nvPr/>
          </p:nvSpPr>
          <p:spPr>
            <a:xfrm>
              <a:off x="5475042" y="8107483"/>
              <a:ext cx="70167" cy="0"/>
            </a:xfrm>
            <a:custGeom>
              <a:avLst/>
              <a:pathLst>
                <a:path w="70167" h="0">
                  <a:moveTo>
                    <a:pt x="0" y="0"/>
                  </a:moveTo>
                  <a:lnTo>
                    <a:pt x="70167" y="0"/>
                  </a:lnTo>
                </a:path>
              </a:pathLst>
            </a:custGeom>
            <a:ln w="3252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tx2429"/>
            <p:cNvSpPr/>
            <p:nvPr/>
          </p:nvSpPr>
          <p:spPr>
            <a:xfrm>
              <a:off x="4665511" y="8063775"/>
              <a:ext cx="72484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Aboveground</a:t>
              </a:r>
            </a:p>
          </p:txBody>
        </p:sp>
        <p:sp>
          <p:nvSpPr>
            <p:cNvPr id="2431" name="tx2430"/>
            <p:cNvSpPr/>
            <p:nvPr/>
          </p:nvSpPr>
          <p:spPr>
            <a:xfrm>
              <a:off x="5629896" y="8063775"/>
              <a:ext cx="71122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2026-07-20T00:55:11Z</dcterms:modified>
  <cp:category/>
</cp:coreProperties>
</file>