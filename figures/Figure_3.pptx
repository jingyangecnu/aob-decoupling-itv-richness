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7315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7213979" cy="33947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2125952" y="1526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461711" y="2765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165134" y="2961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32490" y="2720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163891" y="22015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452967" y="28271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143951" y="3174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404740" y="30479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190018" y="29295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15812" y="3024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93874" y="33679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32856" y="33637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143074" y="30358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465702" y="31075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14699" y="3130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10385" y="32607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152877" y="3063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420829" y="29120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02348" y="23415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451016" y="23555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58946" y="3051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66466" y="3025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05075" y="2832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469309" y="30205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50484" y="26887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51540" y="321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105735" y="31279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56473" y="2963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138168" y="2632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61582" y="3374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141046" y="29015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420904" y="2907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15524" y="314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447853" y="3059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221376" y="29535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411662" y="3065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134692" y="3095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470007" y="3134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63210" y="348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427135" y="3264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214955" y="2705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453816" y="2878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201279" y="30089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470989" y="2809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09121" y="30924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04151" y="3122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46751" y="2655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456529" y="34310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79879" y="2989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374414" y="29175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215232" y="3417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383580" y="3051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01830" y="29489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445183" y="28325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09900" y="25192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454761" y="24648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81735" y="3918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373587" y="3115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140284" y="27755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12509" y="2570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201443" y="28728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70103" y="28295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129569" y="3150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61363" y="3381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221401" y="2610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62478" y="27264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215637" y="23193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374059" y="2192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07207" y="26727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53283" y="2373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150737" y="3185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72579" y="2996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217308" y="312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29959" y="3230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12576" y="270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395177" y="2795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215083" y="2611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31177" y="22955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163409" y="3156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15656" y="29273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48874" y="27014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14195" y="28185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193729" y="3171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61778" y="2223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25549" y="2597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386893" y="1940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197865" y="2774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459794" y="27787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180227" y="291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455151" y="2532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108493" y="3777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12322" y="3368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201601" y="2522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372400" y="2278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47774" y="275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464238" y="2936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144113" y="24122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02241" y="2125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207766" y="28827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369330" y="24943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143605" y="24842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414172" y="26984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11241" y="260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465797" y="2960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165304" y="2228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433202" y="23730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101435" y="29057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392798" y="3080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165518" y="3007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388695" y="3059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213855" y="2920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353363" y="29335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85010" y="12957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431473" y="17516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50134" y="1804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358915" y="2135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206732" y="32137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472452" y="3011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09241" y="3319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423070" y="3246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199304" y="3063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403312" y="3160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133645" y="25594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461704" y="3039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149500" y="3003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415938" y="31740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210963" y="281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445255" y="3025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88901" y="2858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409702" y="3035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16070" y="276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377934" y="29227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126580" y="31741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423945" y="29257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213668" y="27767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430785" y="28820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24168" y="3094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464301" y="2986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185298" y="3129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414085" y="333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195210" y="27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403516" y="30597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181480" y="2867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365468" y="32358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218542" y="2903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350093" y="3147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149640" y="1813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436006" y="32467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110707" y="3457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10888" y="2958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130481" y="33348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370287" y="30970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197874" y="2869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419131" y="30733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100181" y="2893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474010" y="28486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134479" y="2271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398502" y="2255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216848" y="216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461428" y="20473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104664" y="29396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456628" y="2597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192232" y="23923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443093" y="2667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139679" y="2176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457696" y="1977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125372" y="30501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444891" y="31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176979" y="26669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454516" y="2947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150245" y="20899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438415" y="2379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187843" y="3551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381914" y="26982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33584" y="18865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184717" y="20597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50556" y="2335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4162347" y="282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11262" y="2780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4106537" y="2845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55578" y="23690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4153164" y="2522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40116" y="2261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171191" y="23910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941534" y="23884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209133" y="2609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841415" y="2583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164224" y="2644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948245" y="2267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115112" y="24960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865480" y="30312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193393" y="3352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891753" y="2767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172872" y="3325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858576" y="240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090826" y="2640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843967" y="2249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106736" y="282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847987" y="24103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201421" y="27716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859143" y="29970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121591" y="32197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859912" y="236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193666" y="2861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958517" y="321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095736" y="29922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844786" y="265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109742" y="277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896758" y="270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143897" y="2995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935288" y="23313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107692" y="25971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940737" y="21585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112055" y="2559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928845" y="26620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169258" y="3506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868000" y="31301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153258" y="32731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843849" y="2449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203941" y="2422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842888" y="2351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208179" y="3005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938309" y="2403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169085" y="259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843598" y="34852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147248" y="3286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859958" y="2992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194191" y="3053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876797" y="3123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130035" y="30351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880177" y="2872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125448" y="315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834795" y="35285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127713" y="3870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895865" y="2349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190823" y="22605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884177" y="286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185548" y="30212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925187" y="2302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204891" y="21479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864446" y="26128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161310" y="2647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918534" y="2334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209349" y="24739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83511" y="3847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152614" y="37534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93308" y="2377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087431" y="2640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67387" y="2672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191924" y="2625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92672" y="24744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117302" y="2837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909329" y="2064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164962" y="22985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914734" y="2326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130691" y="2357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60481" y="28608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194773" y="33779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900336" y="2808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123604" y="26695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83869" y="2358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161552" y="26245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916663" y="27567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166449" y="31599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42715" y="2494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151488" y="2712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90336" y="2388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088910" y="2642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51644" y="19270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157091" y="23500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915919" y="220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166196" y="2883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51204" y="18299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095344" y="24027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835285" y="2261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149450" y="2420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88694" y="2528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154885" y="22947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909469" y="25988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111844" y="29116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873326" y="2952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4130104" y="28234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836789" y="31222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4144337" y="2890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854742" y="23186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4133024" y="2381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942803" y="3068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4103760" y="28580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903754" y="27539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4093465" y="31515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946975" y="28289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4092624" y="27994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911848" y="292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4127939" y="33119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899914" y="2499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4144160" y="248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866020" y="28377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4128003" y="2997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840361" y="25817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4144640" y="26046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926098" y="2236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150191" y="23150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936621" y="2645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156557" y="2724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858039" y="27802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105851" y="2701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924751" y="233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155626" y="3019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881036" y="2781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095723" y="32510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857655" y="27571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124588" y="2534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930713" y="25591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4203753" y="27972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844416" y="3234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4119837" y="3002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841569" y="2573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4099258" y="24519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916335" y="252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4164679" y="2383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904009" y="3184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4141625" y="25814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949298" y="32988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4209894" y="3202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851850" y="2307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087183" y="2532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893277" y="2892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4091453" y="2878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932796" y="2697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4085301" y="27296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954665" y="25245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4157367" y="2768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942819" y="2806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4160814" y="2487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843767" y="2897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4200090" y="26137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933226" y="24531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4133472" y="23692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907412" y="2083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4192935" y="2044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879858" y="23940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4113862" y="2307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909639" y="22627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4181162" y="218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868270" y="24401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4095212" y="2638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850734" y="2921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4139829" y="2873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878293" y="2791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4139394" y="25905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835598" y="2630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4120288" y="23704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952153" y="2068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4102278" y="21262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888930" y="30839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4103854" y="2390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943226" y="2450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156412" y="2675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957798" y="2201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191996" y="22732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836043" y="2026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168590" y="2002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870203" y="19623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108014" y="1777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930979" y="1231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105286" y="2211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931456" y="24676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120323" y="2523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956543" y="21345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093797" y="2083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5616197" y="30313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854962" y="2730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5598468" y="20856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836653" y="2369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5623411" y="21419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871019" y="27054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5649861" y="18304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842309" y="2121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5679771" y="2192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928569" y="23476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5577915" y="23847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892438" y="2905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5651472" y="2238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919725" y="2311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5693791" y="24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918583" y="24768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5664640" y="25743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926890" y="26146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5668578" y="274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902175" y="29541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5685290" y="2900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845920" y="33614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5619137" y="2138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841970" y="24123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5691179" y="27400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859103" y="2969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5579966" y="1847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838223" y="2262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5652094" y="21368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910198" y="23449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5597009" y="1865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937139" y="22305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5621289" y="3547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853410" y="3302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5680044" y="307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886917" y="2711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5670051" y="1877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936108" y="2468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5632082" y="2629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827277" y="29755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5633298" y="2225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905207" y="24316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5615186" y="24414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874609" y="26957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5672000" y="33624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825055" y="30605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5660775" y="26360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873296" y="286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5571738" y="24171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899501" y="2828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5650205" y="2519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864479" y="24668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5605709" y="3275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873981" y="38219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5620290" y="2114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849570" y="2301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5679191" y="2256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938701" y="23493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5616407" y="1905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896648" y="21832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5612896" y="20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937621" y="2082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5653201" y="1957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847800" y="2094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5642801" y="25237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934457" y="234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5628033" y="22260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849704" y="23394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5653152" y="17315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848970" y="2101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5604881" y="1947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941736" y="2299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5646345" y="209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885952" y="2134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5673826" y="215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940122" y="2366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5668593" y="1797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829185" y="1973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5582997" y="18464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943633" y="1797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5685315" y="2153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839379" y="2191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640830" y="1634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872611" y="2447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592254" y="1933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934868" y="22603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672833" y="17578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858154" y="20786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634854" y="2023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884466" y="23122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659254" y="1356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847769" y="2031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630258" y="24117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827029" y="2557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680941" y="2021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879454" y="243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626015" y="19612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908188" y="24999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616523" y="25959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891803" y="2436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634998" y="20608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885840" y="23460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63889" y="18196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890700" y="22670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56273" y="28111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942985" y="2653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619250" y="2486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861703" y="2968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629661" y="21099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871963" y="2262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607082" y="2063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920355" y="20653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611430" y="2010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821036" y="2338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626879" y="21292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892147" y="2407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07552" y="1950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916630" y="2800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68674" y="32903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850268" y="3196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649927" y="24002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890011" y="2823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647888" y="2305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913755" y="22724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573770" y="2292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918821" y="21206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665839" y="279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827469" y="2766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09151" y="2894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845933" y="3040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649756" y="2262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883176" y="2811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628138" y="2475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864713" y="2914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82236" y="1748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921975" y="2311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671532" y="19973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852955" y="24349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31936" y="200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886576" y="27046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42688" y="2339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821960" y="291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663843" y="1607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938271" y="2080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605169" y="25256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841592" y="3209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660789" y="3156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944187" y="2775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663204" y="2083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925565" y="2751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615120" y="19277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928311" y="28039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629155" y="1874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933288" y="2119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51505" y="32202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939328" y="300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600744" y="281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06392" y="3310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694899" y="23638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49003" y="27582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34226" y="1754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14278" y="24080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74528" y="1617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42892" y="1929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630080" y="232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05266" y="29200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577196" y="24435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67974" y="2654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680890" y="26445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11185" y="2722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675623" y="2026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30379" y="23997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657621" y="2547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53195" y="302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654060" y="2087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82691" y="287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635475" y="2523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823158" y="2737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665845" y="2830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860201" y="25699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666941" y="18330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932266" y="2535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686265" y="2107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894383" y="23429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644205" y="13416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915198" y="18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671638" y="26909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847652" y="2962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686171" y="258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912834" y="1994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5651224" y="2525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848715" y="2116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640056" y="2592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853916" y="244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5641051" y="34383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885846" y="2971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651435" y="2523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908248" y="26693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572021" y="20356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924270" y="22745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5645543" y="2809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848128" y="28870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5621749" y="36009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902719" y="3355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5593503" y="31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896633" y="2670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5678363" y="28041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933997" y="23816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5603754" y="26244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863017" y="23248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5677085" y="2421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872489" y="2695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5685688" y="2672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910236" y="27054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5578134" y="26206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837932" y="2502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5607982" y="24027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833568" y="222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5637207" y="24540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915591" y="24353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5628978" y="2747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880074" y="23208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591480" y="215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936157" y="1908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616005" y="29919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911553" y="29740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640384" y="3285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870363" y="2984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680529" y="17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857241" y="1894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7311780" y="2177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7609040" y="2250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7416541" y="29253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7644752" y="3354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7345374" y="224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7658231" y="20110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7365345" y="269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7588023" y="23931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7411957" y="1981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7611039" y="256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7344725" y="1489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7625919" y="1931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7309926" y="29327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7676459" y="28149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7385764" y="2338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7580397" y="2573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7408221" y="2368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7579469" y="2500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7339999" y="2856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7613781" y="2233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7346421" y="1273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7670008" y="1658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7425180" y="2765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7572294" y="2453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7379118" y="24559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7632794" y="24298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7333363" y="1916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7596813" y="3142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7315234" y="2471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7652146" y="23818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7416315" y="2862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7630636" y="301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7426862" y="2754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7648817" y="29620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7383469" y="25567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7583943" y="2045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7420654" y="2651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7659596" y="225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7428175" y="2147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7671129" y="2971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7373403" y="28123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7607567" y="27641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7335433" y="19391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587943" y="2324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7381868" y="287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595134" y="33093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7379261" y="3077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7575230" y="25807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7394044" y="1789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7560375" y="25124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7349986" y="2009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7569315" y="2555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7403621" y="2166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7571213" y="25831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7390177" y="2909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7565232" y="21586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7372786" y="2780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7679708" y="23778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7332296" y="2071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7638673" y="24974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7330315" y="2258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7635342" y="18842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7402419" y="26500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7667309" y="2395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7327594" y="1881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7576497" y="1992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7318159" y="26512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7633041" y="2723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7406451" y="2185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7580524" y="25627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7413794" y="3297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7556069" y="33830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7309462" y="1985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7592918" y="27109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7345812" y="2225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7660886" y="2549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7342440" y="23225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7633215" y="27633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7426366" y="21868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7627302" y="2217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7377414" y="22199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7652605" y="26063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7395262" y="24574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7589553" y="2528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7342705" y="2304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7645196" y="21455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7361923" y="2653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7603453" y="3220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7354367" y="2954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7659420" y="2415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7333433" y="24330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7649481" y="2489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7345351" y="2495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7560594" y="27555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7355264" y="2559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7561165" y="20706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7382642" y="1500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7558212" y="19232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7411900" y="21046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7628029" y="2203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7418686" y="1817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7649402" y="2116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7387572" y="2774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7665502" y="277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7399476" y="2102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7626008" y="2230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7310920" y="2292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7674167" y="22287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7359666" y="278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7569158" y="2584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7393262" y="1822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7557490" y="22933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7397404" y="25226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7569563" y="2412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7315311" y="23439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7660764" y="2768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7397542" y="2446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7670114" y="2670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7386938" y="2163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7592578" y="2492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7305296" y="21595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7618027" y="2686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7350196" y="2468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7565339" y="25321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7422035" y="20548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7613432" y="2308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7366320" y="2636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7623052" y="2052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7372316" y="18738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7599691" y="1864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7312511" y="23558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7638011" y="2446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7390167" y="2499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7576071" y="2303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7397615" y="1778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7624245" y="28493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7379136" y="2911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7662753" y="2335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7333717" y="25745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7642280" y="31392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7319754" y="23720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7559432" y="2385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7389803" y="2416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7603050" y="2410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7397998" y="23885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7611263" y="27054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7378594" y="2430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7650252" y="2289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7347067" y="2871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7582453" y="24281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7330637" y="2773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7566192" y="2017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7354290" y="3011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7555867" y="31837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7390342" y="27498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7618857" y="2620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7405754" y="2600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7575852" y="24008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7347773" y="24681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7571758" y="2344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7409504" y="25624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7637133" y="2818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7360763" y="24093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7626125" y="2220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7355838" y="26928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7574280" y="24145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7342930" y="27414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7665224" y="2905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7385948" y="2740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7666578" y="23463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7346443" y="2606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7661973" y="2728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7343118" y="2185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7575329" y="23152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7391468" y="2380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7661769" y="25577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7346276" y="258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7637047" y="2501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7386464" y="2558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7621124" y="2615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7409007" y="1809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7610447" y="2025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7399844" y="1906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7556735" y="2298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7339299" y="15064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7560294" y="16665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7325362" y="227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7670603" y="23349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7404280" y="2028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7612848" y="21224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7310995" y="2332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7562636" y="25635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7347683" y="29557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7674541" y="300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7395291" y="25622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7571779" y="244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7361569" y="1830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7637997" y="21518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7340665" y="2456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7582132" y="2511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7366653" y="2280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7614802" y="2295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7351446" y="19809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7571524" y="2022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7366298" y="21039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7562059" y="2504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7427816" y="2399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7620703" y="27213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7372039" y="2308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7583012" y="19501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7328688" y="2624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7590261" y="21746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7325067" y="30634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7591032" y="2382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7402665" y="2135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7572533" y="2628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7362585" y="230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7615497" y="2457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7382559" y="2149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7585836" y="2299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7312900" y="26925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7559982" y="2611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7395057" y="2641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7621111" y="262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7368413" y="24679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7580555" y="2640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7308885" y="25681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7608305" y="2761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7338044" y="2548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7625947" y="22886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7389730" y="1980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7669864" y="2458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7390949" y="2568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7672901" y="293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7322153" y="2450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7633170" y="2260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7348874" y="2390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7601970" y="29569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7421840" y="2660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7623048" y="2198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7428144" y="1989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7638201" y="22183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7371712" y="26065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7649694" y="2663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7331207" y="2411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7671784" y="2681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7325567" y="26153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7618547" y="2289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7376052" y="2427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7654908" y="2218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7375311" y="2615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566144" y="24026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320326" y="2098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612279" y="21960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327883" y="2322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588532" y="273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330103" y="25472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612326" y="217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427502" y="19246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616370" y="21218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311118" y="2225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562782" y="2389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357964" y="2399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612697" y="255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375103" y="3050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646956" y="30520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373409" y="37312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560071" y="34053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355162" y="20958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7576011" y="236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7374118" y="1749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7602569" y="2129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7329606" y="284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7603657" y="24102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7366807" y="2565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7674772" y="22739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7345065" y="22877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7599217" y="22564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7392802" y="2533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7645403" y="237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7404421" y="22876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7605737" y="2371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2193939" y="2121945"/>
              <a:ext cx="0" cy="531937"/>
            </a:xfrm>
            <a:custGeom>
              <a:avLst/>
              <a:pathLst>
                <a:path w="0" h="531937">
                  <a:moveTo>
                    <a:pt x="0" y="5319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2193939" y="3127036"/>
              <a:ext cx="0" cy="682904"/>
            </a:xfrm>
            <a:custGeom>
              <a:avLst/>
              <a:pathLst>
                <a:path w="0" h="682904">
                  <a:moveTo>
                    <a:pt x="0" y="0"/>
                  </a:moveTo>
                  <a:lnTo>
                    <a:pt x="0" y="68290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068771" y="2653882"/>
              <a:ext cx="250336" cy="473153"/>
            </a:xfrm>
            <a:custGeom>
              <a:avLst/>
              <a:pathLst>
                <a:path w="250336" h="473153">
                  <a:moveTo>
                    <a:pt x="0" y="0"/>
                  </a:moveTo>
                  <a:lnTo>
                    <a:pt x="0" y="473153"/>
                  </a:lnTo>
                  <a:lnTo>
                    <a:pt x="250336" y="473153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068771" y="2925396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929137" y="1861947"/>
              <a:ext cx="0" cy="504935"/>
            </a:xfrm>
            <a:custGeom>
              <a:avLst/>
              <a:pathLst>
                <a:path w="0" h="504935">
                  <a:moveTo>
                    <a:pt x="0" y="5049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929137" y="2855857"/>
              <a:ext cx="0" cy="704675"/>
            </a:xfrm>
            <a:custGeom>
              <a:avLst/>
              <a:pathLst>
                <a:path w="0" h="704675">
                  <a:moveTo>
                    <a:pt x="0" y="0"/>
                  </a:moveTo>
                  <a:lnTo>
                    <a:pt x="0" y="70467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803968" y="2366882"/>
              <a:ext cx="250336" cy="488975"/>
            </a:xfrm>
            <a:custGeom>
              <a:avLst/>
              <a:pathLst>
                <a:path w="250336" h="488975">
                  <a:moveTo>
                    <a:pt x="0" y="0"/>
                  </a:moveTo>
                  <a:lnTo>
                    <a:pt x="0" y="488975"/>
                  </a:lnTo>
                  <a:lnTo>
                    <a:pt x="250336" y="488975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803968" y="2558291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5664334" y="1373694"/>
              <a:ext cx="0" cy="668384"/>
            </a:xfrm>
            <a:custGeom>
              <a:avLst/>
              <a:pathLst>
                <a:path w="0" h="668384">
                  <a:moveTo>
                    <a:pt x="0" y="66838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5664334" y="2659001"/>
              <a:ext cx="0" cy="920166"/>
            </a:xfrm>
            <a:custGeom>
              <a:avLst/>
              <a:pathLst>
                <a:path w="0" h="920166">
                  <a:moveTo>
                    <a:pt x="0" y="0"/>
                  </a:moveTo>
                  <a:lnTo>
                    <a:pt x="0" y="92016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5539166" y="2042078"/>
              <a:ext cx="250336" cy="616922"/>
            </a:xfrm>
            <a:custGeom>
              <a:avLst/>
              <a:pathLst>
                <a:path w="250336" h="616922">
                  <a:moveTo>
                    <a:pt x="0" y="0"/>
                  </a:moveTo>
                  <a:lnTo>
                    <a:pt x="0" y="616922"/>
                  </a:lnTo>
                  <a:lnTo>
                    <a:pt x="250336" y="616922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5539166" y="2337826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7399531" y="1521382"/>
              <a:ext cx="0" cy="673674"/>
            </a:xfrm>
            <a:custGeom>
              <a:avLst/>
              <a:pathLst>
                <a:path w="0" h="673674">
                  <a:moveTo>
                    <a:pt x="0" y="673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7399531" y="2673379"/>
              <a:ext cx="0" cy="656174"/>
            </a:xfrm>
            <a:custGeom>
              <a:avLst/>
              <a:pathLst>
                <a:path w="0" h="656174">
                  <a:moveTo>
                    <a:pt x="0" y="0"/>
                  </a:moveTo>
                  <a:lnTo>
                    <a:pt x="0" y="65617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7274363" y="2195056"/>
              <a:ext cx="250336" cy="478323"/>
            </a:xfrm>
            <a:custGeom>
              <a:avLst/>
              <a:pathLst>
                <a:path w="250336" h="478323">
                  <a:moveTo>
                    <a:pt x="0" y="0"/>
                  </a:moveTo>
                  <a:lnTo>
                    <a:pt x="0" y="478323"/>
                  </a:lnTo>
                  <a:lnTo>
                    <a:pt x="250336" y="478323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7274363" y="2459867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444275" y="2157853"/>
              <a:ext cx="0" cy="572486"/>
            </a:xfrm>
            <a:custGeom>
              <a:avLst/>
              <a:pathLst>
                <a:path w="0" h="572486">
                  <a:moveTo>
                    <a:pt x="0" y="5724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444275" y="3120649"/>
              <a:ext cx="0" cy="342423"/>
            </a:xfrm>
            <a:custGeom>
              <a:avLst/>
              <a:pathLst>
                <a:path w="0" h="342423">
                  <a:moveTo>
                    <a:pt x="0" y="0"/>
                  </a:moveTo>
                  <a:lnTo>
                    <a:pt x="0" y="34242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319107" y="2730339"/>
              <a:ext cx="250336" cy="390309"/>
            </a:xfrm>
            <a:custGeom>
              <a:avLst/>
              <a:pathLst>
                <a:path w="250336" h="390309">
                  <a:moveTo>
                    <a:pt x="0" y="0"/>
                  </a:moveTo>
                  <a:lnTo>
                    <a:pt x="0" y="390309"/>
                  </a:lnTo>
                  <a:lnTo>
                    <a:pt x="250336" y="390309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319107" y="2969007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4179473" y="1809159"/>
              <a:ext cx="0" cy="644080"/>
            </a:xfrm>
            <a:custGeom>
              <a:avLst/>
              <a:pathLst>
                <a:path w="0" h="644080">
                  <a:moveTo>
                    <a:pt x="0" y="64408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4179473" y="2938335"/>
              <a:ext cx="0" cy="599779"/>
            </a:xfrm>
            <a:custGeom>
              <a:avLst/>
              <a:pathLst>
                <a:path w="0" h="599779">
                  <a:moveTo>
                    <a:pt x="0" y="0"/>
                  </a:moveTo>
                  <a:lnTo>
                    <a:pt x="0" y="59977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4054305" y="2453240"/>
              <a:ext cx="250336" cy="485095"/>
            </a:xfrm>
            <a:custGeom>
              <a:avLst/>
              <a:pathLst>
                <a:path w="250336" h="485095">
                  <a:moveTo>
                    <a:pt x="0" y="0"/>
                  </a:moveTo>
                  <a:lnTo>
                    <a:pt x="0" y="485095"/>
                  </a:lnTo>
                  <a:lnTo>
                    <a:pt x="250336" y="485095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4054305" y="2675846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914670" y="1829494"/>
              <a:ext cx="0" cy="489711"/>
            </a:xfrm>
            <a:custGeom>
              <a:avLst/>
              <a:pathLst>
                <a:path w="0" h="489711">
                  <a:moveTo>
                    <a:pt x="0" y="4897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914670" y="2839671"/>
              <a:ext cx="0" cy="553763"/>
            </a:xfrm>
            <a:custGeom>
              <a:avLst/>
              <a:pathLst>
                <a:path w="0" h="553763">
                  <a:moveTo>
                    <a:pt x="0" y="0"/>
                  </a:moveTo>
                  <a:lnTo>
                    <a:pt x="0" y="55376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5789502" y="2319205"/>
              <a:ext cx="250336" cy="520465"/>
            </a:xfrm>
            <a:custGeom>
              <a:avLst/>
              <a:pathLst>
                <a:path w="250336" h="520465">
                  <a:moveTo>
                    <a:pt x="0" y="0"/>
                  </a:moveTo>
                  <a:lnTo>
                    <a:pt x="0" y="520465"/>
                  </a:lnTo>
                  <a:lnTo>
                    <a:pt x="250336" y="520465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5789502" y="2480728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7649867" y="1896085"/>
              <a:ext cx="0" cy="392415"/>
            </a:xfrm>
            <a:custGeom>
              <a:avLst/>
              <a:pathLst>
                <a:path w="0" h="392415">
                  <a:moveTo>
                    <a:pt x="0" y="39241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7649867" y="2672873"/>
              <a:ext cx="0" cy="542913"/>
            </a:xfrm>
            <a:custGeom>
              <a:avLst/>
              <a:pathLst>
                <a:path w="0" h="542913">
                  <a:moveTo>
                    <a:pt x="0" y="0"/>
                  </a:moveTo>
                  <a:lnTo>
                    <a:pt x="0" y="5429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7524699" y="2288501"/>
              <a:ext cx="250336" cy="384371"/>
            </a:xfrm>
            <a:custGeom>
              <a:avLst/>
              <a:pathLst>
                <a:path w="250336" h="384371">
                  <a:moveTo>
                    <a:pt x="0" y="0"/>
                  </a:moveTo>
                  <a:lnTo>
                    <a:pt x="0" y="384371"/>
                  </a:lnTo>
                  <a:lnTo>
                    <a:pt x="250336" y="384371"/>
                  </a:lnTo>
                  <a:lnTo>
                    <a:pt x="25033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7524699" y="2447611"/>
              <a:ext cx="250336" cy="0"/>
            </a:xfrm>
            <a:custGeom>
              <a:avLst/>
              <a:pathLst>
                <a:path w="250336" h="0">
                  <a:moveTo>
                    <a:pt x="0" y="0"/>
                  </a:moveTo>
                  <a:lnTo>
                    <a:pt x="25033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319107" y="2173131"/>
              <a:ext cx="5257057" cy="751248"/>
            </a:xfrm>
            <a:custGeom>
              <a:avLst/>
              <a:pathLst>
                <a:path w="5257057" h="751248">
                  <a:moveTo>
                    <a:pt x="0" y="375277"/>
                  </a:moveTo>
                  <a:lnTo>
                    <a:pt x="1301747" y="339263"/>
                  </a:lnTo>
                  <a:lnTo>
                    <a:pt x="2503360" y="283874"/>
                  </a:lnTo>
                  <a:lnTo>
                    <a:pt x="4005376" y="149249"/>
                  </a:lnTo>
                  <a:lnTo>
                    <a:pt x="5257057" y="0"/>
                  </a:lnTo>
                  <a:lnTo>
                    <a:pt x="5257057" y="336764"/>
                  </a:lnTo>
                  <a:lnTo>
                    <a:pt x="4005376" y="375553"/>
                  </a:lnTo>
                  <a:lnTo>
                    <a:pt x="2503360" y="466574"/>
                  </a:lnTo>
                  <a:lnTo>
                    <a:pt x="1301747" y="591703"/>
                  </a:lnTo>
                  <a:lnTo>
                    <a:pt x="0" y="751248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319107" y="2173131"/>
              <a:ext cx="5257057" cy="375277"/>
            </a:xfrm>
            <a:custGeom>
              <a:avLst/>
              <a:pathLst>
                <a:path w="5257057" h="375277">
                  <a:moveTo>
                    <a:pt x="0" y="375277"/>
                  </a:moveTo>
                  <a:lnTo>
                    <a:pt x="1301747" y="339263"/>
                  </a:lnTo>
                  <a:lnTo>
                    <a:pt x="2503360" y="283874"/>
                  </a:lnTo>
                  <a:lnTo>
                    <a:pt x="4005376" y="149249"/>
                  </a:lnTo>
                  <a:lnTo>
                    <a:pt x="52570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319107" y="2509895"/>
              <a:ext cx="5257057" cy="414484"/>
            </a:xfrm>
            <a:custGeom>
              <a:avLst/>
              <a:pathLst>
                <a:path w="5257057" h="414484">
                  <a:moveTo>
                    <a:pt x="5257057" y="0"/>
                  </a:moveTo>
                  <a:lnTo>
                    <a:pt x="4005376" y="38789"/>
                  </a:lnTo>
                  <a:lnTo>
                    <a:pt x="2503360" y="129809"/>
                  </a:lnTo>
                  <a:lnTo>
                    <a:pt x="1301747" y="254938"/>
                  </a:lnTo>
                  <a:lnTo>
                    <a:pt x="0" y="41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319107" y="2330000"/>
              <a:ext cx="5257057" cy="680982"/>
            </a:xfrm>
            <a:custGeom>
              <a:avLst/>
              <a:pathLst>
                <a:path w="5257057" h="680982">
                  <a:moveTo>
                    <a:pt x="0" y="365278"/>
                  </a:moveTo>
                  <a:lnTo>
                    <a:pt x="1301747" y="322361"/>
                  </a:lnTo>
                  <a:lnTo>
                    <a:pt x="2503360" y="264296"/>
                  </a:lnTo>
                  <a:lnTo>
                    <a:pt x="4005376" y="137131"/>
                  </a:lnTo>
                  <a:lnTo>
                    <a:pt x="5257057" y="0"/>
                  </a:lnTo>
                  <a:lnTo>
                    <a:pt x="5257057" y="281773"/>
                  </a:lnTo>
                  <a:lnTo>
                    <a:pt x="4005376" y="326662"/>
                  </a:lnTo>
                  <a:lnTo>
                    <a:pt x="2503360" y="417922"/>
                  </a:lnTo>
                  <a:lnTo>
                    <a:pt x="1301747" y="534597"/>
                  </a:lnTo>
                  <a:lnTo>
                    <a:pt x="0" y="68098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319107" y="2330000"/>
              <a:ext cx="5257057" cy="365278"/>
            </a:xfrm>
            <a:custGeom>
              <a:avLst/>
              <a:pathLst>
                <a:path w="5257057" h="365278">
                  <a:moveTo>
                    <a:pt x="0" y="365278"/>
                  </a:moveTo>
                  <a:lnTo>
                    <a:pt x="1301747" y="322361"/>
                  </a:lnTo>
                  <a:lnTo>
                    <a:pt x="2503360" y="264296"/>
                  </a:lnTo>
                  <a:lnTo>
                    <a:pt x="4005376" y="137131"/>
                  </a:lnTo>
                  <a:lnTo>
                    <a:pt x="52570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319107" y="2611773"/>
              <a:ext cx="5257057" cy="399209"/>
            </a:xfrm>
            <a:custGeom>
              <a:avLst/>
              <a:pathLst>
                <a:path w="5257057" h="399209">
                  <a:moveTo>
                    <a:pt x="5257057" y="0"/>
                  </a:moveTo>
                  <a:lnTo>
                    <a:pt x="4005376" y="44888"/>
                  </a:lnTo>
                  <a:lnTo>
                    <a:pt x="2503360" y="136149"/>
                  </a:lnTo>
                  <a:lnTo>
                    <a:pt x="1301747" y="252823"/>
                  </a:lnTo>
                  <a:lnTo>
                    <a:pt x="0" y="399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319107" y="2341513"/>
              <a:ext cx="5257057" cy="394880"/>
            </a:xfrm>
            <a:custGeom>
              <a:avLst/>
              <a:pathLst>
                <a:path w="5257057" h="394880">
                  <a:moveTo>
                    <a:pt x="0" y="394880"/>
                  </a:moveTo>
                  <a:lnTo>
                    <a:pt x="1301747" y="297100"/>
                  </a:lnTo>
                  <a:lnTo>
                    <a:pt x="2503360" y="206842"/>
                  </a:lnTo>
                  <a:lnTo>
                    <a:pt x="4005376" y="94019"/>
                  </a:lnTo>
                  <a:lnTo>
                    <a:pt x="525705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319107" y="2470887"/>
              <a:ext cx="5257057" cy="382243"/>
            </a:xfrm>
            <a:custGeom>
              <a:avLst/>
              <a:pathLst>
                <a:path w="5257057" h="382243">
                  <a:moveTo>
                    <a:pt x="0" y="382243"/>
                  </a:moveTo>
                  <a:lnTo>
                    <a:pt x="1301747" y="287592"/>
                  </a:lnTo>
                  <a:lnTo>
                    <a:pt x="2503360" y="200222"/>
                  </a:lnTo>
                  <a:lnTo>
                    <a:pt x="4005376" y="91010"/>
                  </a:lnTo>
                  <a:lnTo>
                    <a:pt x="525705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319107" y="1204217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319107" y="1430166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987645" y="1599628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5722842" y="1203537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7502479" y="1175974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715530" y="1132253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435340" y="3901936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435340" y="3337063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435340" y="277219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435340" y="2207318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435340" y="164244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435340" y="10775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677572" y="39566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677572" y="33917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677572" y="282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677572" y="22619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677572" y="16971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677572" y="11322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715530" y="4097835"/>
              <a:ext cx="6412849" cy="0"/>
            </a:xfrm>
            <a:custGeom>
              <a:avLst/>
              <a:pathLst>
                <a:path w="6412849" h="0">
                  <a:moveTo>
                    <a:pt x="0" y="0"/>
                  </a:moveTo>
                  <a:lnTo>
                    <a:pt x="6412849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319107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4054305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5789502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7524699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2276725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4011922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5747119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7482317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05455" y="2555837"/>
              <a:ext cx="111949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20466" y="984669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4334476"/>
              <a:ext cx="3611836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4576846" y="4334476"/>
              <a:ext cx="3602143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939099" y="6934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074358" y="72909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932030" y="71829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071782" y="68220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952327" y="6369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100734" y="6663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895239" y="70706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121711" y="7053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915666" y="7100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063599" y="71316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921009" y="7177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116883" y="71965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924705" y="7226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094152" y="7231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929278" y="72382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076614" y="7260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947456" y="6394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086054" y="5720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934327" y="709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065890" y="7138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90512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072409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963864" y="71525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070140" y="71486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958730" y="68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113430" y="7090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914067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115142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908304" y="6859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109438" y="7221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956199" y="7266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063005" y="72287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932112" y="65949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115068" y="72454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925449" y="7035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086161" y="7141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938507" y="7143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068633" y="7145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963186" y="6938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090758" y="70405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946546" y="6973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060854" y="70957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937755" y="7273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108851" y="7199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931152" y="68264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060690" y="6980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904070" y="6994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2092596" y="6497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964046" y="72612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065061" y="7291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960600" y="6759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060572" y="72890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913355" y="6660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088191" y="691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89806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09710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954996" y="733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067749" y="73136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927946" y="721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116942" y="7141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921664" y="71857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117458" y="71658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954729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083489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943329" y="734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074617" y="7317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961482" y="6693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086663" y="59383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930164" y="7079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092155" y="70373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960870" y="7163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074571" y="7249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893242" y="652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082038" y="6724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19915" y="653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57913" y="6502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922605" y="628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100900" y="61361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15957" y="71742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068070" y="71017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19947" y="71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052320" y="71997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20391" y="67588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97889" y="6912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897313" y="6779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2113586" y="6247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944994" y="7082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48792" y="6706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899959" y="6861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074755" y="6895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01358" y="72695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080806" y="6880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53667" y="720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115709" y="6577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89437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06275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960422" y="6891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108013" y="6752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39257" y="68835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067292" y="6799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950975" y="73393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079375" y="7329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925111" y="6825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052315" y="66052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06647" y="6817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085424" y="70758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964976" y="58370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79922" y="5384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907327" y="69814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61187" y="6427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903480" y="66656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113064" y="68769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915314" y="6171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88889" y="69926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894016" y="6199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048722" y="653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905175" y="69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112862" y="70650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922819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92013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28198" y="7083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08273" y="7096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907471" y="6973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088045" y="69892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919689" y="66244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58790" y="7071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907657" y="62066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085149" y="67124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938205" y="71495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058730" y="6938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891663" y="71705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12187" y="7079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913630" y="7040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55403" y="7117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932490" y="671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63795" y="7085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927799" y="708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080060" y="71716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46971" y="67099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053277" y="69660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935655" y="68453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72720" y="7034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951233" y="7183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081680" y="6672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949316" y="71626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109251" y="70076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896197" y="72238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55768" y="7251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00393" y="7148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101498" y="70433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891708" y="71355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83586" y="7096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943846" y="6976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071317" y="71243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946511" y="694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118746" y="7169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60762" y="68783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086537" y="7101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90639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084338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25264" y="6582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74476" y="718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42213" y="732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47583" y="7263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904077" y="71893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068723" y="71379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889378" y="7093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22540" y="71536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905889" y="7144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102724" y="7158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951883" y="6031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56533" y="62378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891275" y="68209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78923" y="66438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910712" y="64676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083987" y="5945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905227" y="641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076209" y="6411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890451" y="6437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088624" y="61311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897744" y="70603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121051" y="71982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928854" y="6853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065187" y="71011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898532" y="5834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07856" y="6803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892754" y="7335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106283" y="7284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977147" y="6875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3154176" y="70038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975161" y="718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3181950" y="72889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973873" y="72879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3156931" y="7277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992477" y="68871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3187209" y="6949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992337" y="72372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3203666" y="72413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973518" y="7273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3147370" y="73113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3010337" y="7305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3143421" y="728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3023086" y="7053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3139919" y="7175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3023577" y="71977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3135628" y="7288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3020749" y="7241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3197712" y="7265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3038406" y="7276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3158865" y="72899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988810" y="72740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3195031" y="7289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3036248" y="71029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3196285" y="7186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988448" y="700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3177790" y="7186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3047668" y="7089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3134866" y="72132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971583" y="7221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3162932" y="7223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3042354" y="7106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3188394" y="7088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999942" y="72338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3156373" y="7276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3038692" y="7155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3143891" y="7172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979429" y="726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3133688" y="7310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3024185" y="7242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3183254" y="7317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3013427" y="7228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3132161" y="72845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3046344" y="66483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3180049" y="6842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973611" y="72379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3152821" y="73105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984963" y="6824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3147069" y="66587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3039196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317196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3037583" y="6959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3165678" y="72350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99208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319269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3044584" y="721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3203540" y="7189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3009881" y="733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3188563" y="73399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3014115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3177767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998469" y="6725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3165573" y="6702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3035775" y="7338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3197072" y="7331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991044" y="6956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3153031" y="65713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3048390" y="7123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3154955" y="70990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981519" y="65630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3157382" y="64701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3005597" y="7339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3183814" y="73390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985988" y="70627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3179272" y="7108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995224" y="723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3177982" y="7177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3026952" y="7149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146610" y="72611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021428" y="70341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3168318" y="72069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3013086" y="71143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3150268" y="6958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3027515" y="72126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3195480" y="72488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994045" y="6911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3155257" y="70434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3047725" y="6923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3182661" y="6509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3004598" y="7120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3202913" y="71812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3033369" y="6702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136185" y="6791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030829" y="71050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178677" y="70660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978129" y="6602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130949" y="689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002863" y="707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203806" y="71602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3044867" y="721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3196519" y="7266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985140" y="6551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3157788" y="6336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999777" y="6381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3165903" y="55968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3036982" y="66801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3154513" y="69662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982709" y="71982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3168725" y="719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013637" y="72074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3196967" y="7132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011460" y="7221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3173695" y="72323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3010403" y="68464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3160841" y="67234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994734" y="7262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3163745" y="73317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3027702" y="711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3190636" y="70921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034365" y="72259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3161881" y="7295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987889" y="6815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3184555" y="6906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000096" y="69915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3166162" y="7067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020032" y="7130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3184903" y="71361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3016839" y="6986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172608" y="7070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037496" y="72101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3128207" y="7271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3004480" y="67553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158249" y="7148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3013598" y="6891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3155284" y="71984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028613" y="7189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3131094" y="728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3039542" y="68058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3180406" y="61263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3047013" y="71580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53657" y="7249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3024414" y="72546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159238" y="71999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990255" y="59496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3128832" y="59384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024205" y="71090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3168586" y="6947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977705" y="7229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3185596" y="6775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985163" y="72918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3183305" y="72784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975613" y="67784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174551" y="7108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3047600" y="7165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3150968" y="712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993050" y="69988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3144314" y="6959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043826" y="65081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150760" y="67274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998894" y="71196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3165770" y="69748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998596" y="72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201083" y="7165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027962" y="6951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3142751" y="69499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3031732" y="6883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3149649" y="67614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972562" y="65787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3190299" y="6893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3031887" y="5746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136062" y="5107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007254" y="7225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151799" y="72474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3012222" y="7087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3192006" y="7004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994432" y="714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3142093" y="6908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3020590" y="6848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198125" y="6324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992025" y="6195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3196581" y="6161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023052" y="7032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3154353" y="6535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3019682" y="71245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3154222" y="7160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3033928" y="73184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202016" y="73035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3020512" y="733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3136685" y="71857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3024992" y="68505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3130729" y="6773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98214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314534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3026426" y="6918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3164868" y="7038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3007371" y="6810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3148980" y="6567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4780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3190199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304101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318386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4063115" y="71434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4220198" y="6999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4061914" y="728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4281918" y="72872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4090652" y="7234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4240325" y="7199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4128154" y="7193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4233029" y="7241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4055667" y="708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4286347" y="70298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4090691" y="6986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4270592" y="6986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4117575" y="73017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4283957" y="7320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4063449" y="727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4252790" y="7279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4097341" y="72496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4247973" y="7217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4064110" y="7279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4280106" y="72937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4096361" y="73224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4252586" y="733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4072701" y="7332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4221363" y="7328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4084868" y="73213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4280462" y="733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4086552" y="7283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4260373" y="7322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4119576" y="7156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4248227" y="72169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4104338" y="7300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4272380" y="72889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4113627" y="73353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4261605" y="7327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4128439" y="73141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4258435" y="7042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412533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427352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4083506" y="7301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4255350" y="7327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4103826" y="7179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4256290" y="706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4088730" y="69459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4227111" y="7009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4063755" y="73172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4265021" y="72907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4098914" y="7277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4213650" y="7299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4123330" y="7313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4246048" y="72663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4079417" y="73326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4219938" y="7299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4089722" y="7325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4232300" y="73397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4056242" y="7311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4231603" y="7334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4065427" y="7319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4266964" y="7299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4119022" y="70568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4280149" y="66894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4111924" y="7294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4227167" y="72978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4102015" y="73157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4263814" y="7286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405678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421826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4092574" y="7275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4234734" y="7283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4086827" y="71536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4239887" y="73093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4125382" y="73391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4242040" y="73400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4104690" y="70334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4257280" y="6752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4113018" y="73315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4271742" y="7336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4119223" y="7043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4270183" y="7055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4115748" y="7246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4242068" y="7183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4110182" y="725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4288366" y="7177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412835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4231227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4115214" y="7280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4219580" y="72842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4080757" y="73136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4221903" y="7319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4059694" y="72425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4223536" y="7263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4059052" y="6737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4224971" y="67595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4119266" y="6387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4220309" y="6505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4082932" y="71415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4277886" y="71975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4062055" y="70195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4264621" y="7155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4077019" y="7160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4221766" y="71506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4066337" y="6419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4267326" y="7298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4125242" y="72725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4226647" y="7323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4077969" y="73128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4213738" y="7321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4070191" y="72790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4217680" y="7245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4127956" y="7321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4236113" y="72791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4096714" y="72731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4227764" y="71453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4126272" y="72794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4275820" y="7314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4069978" y="71876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4213729" y="72246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4097596" y="727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4266569" y="7326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4098382" y="73265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4284072" y="73220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4115338" y="73162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4251879" y="73223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4124809" y="70021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4227726" y="7027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4063773" y="7181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4237341" y="68582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4097258" y="7156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4219431" y="70516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4083723" y="7300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4253244" y="7276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4114276" y="7116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4269213" y="71935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4069269" y="73204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4257355" y="7305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4113946" y="7132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4279600" y="73275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4073876" y="7128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4244749" y="7099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4098527" y="72612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4212680" y="72975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4099102" y="731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4250849" y="73340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4102706" y="69409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4212485" y="7090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4106156" y="7180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4265171" y="7299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4128548" y="7334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4255660" y="73388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4081525" y="6821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4286816" y="70903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4068459" y="71533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4227628" y="68790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4066985" y="689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4253969" y="7162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4099607" y="72926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4275800" y="72579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4107208" y="7302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4222520" y="7339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4101084" y="7199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4280248" y="71794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4096989" y="7327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4218354" y="72476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4069956" y="62235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4282545" y="6017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4110199" y="7305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4258601" y="73315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4088102" y="71753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4271767" y="7295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4075198" y="6937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4255588" y="71706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4071792" y="68378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4212597" y="69284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4129534" y="7192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4257964" y="7283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4122327" y="7213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4241912" y="73158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4101234" y="7167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4210501" y="72228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4078039" y="6984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4220171" y="66596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4076034" y="68091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4283712" y="692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4055463" y="7083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4279874" y="7148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408686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4255745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4096373" y="7339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4241238" y="7338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4058711" y="70278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4238176" y="69675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4088643" y="6993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4269782" y="68633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4087128" y="72531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4273242" y="7084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4081684" y="73313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4239437" y="7321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4072379" y="73373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4265179" y="7339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4114670" y="7235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4279882" y="73283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4117040" y="733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4270250" y="7336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4130102" y="7336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4248678" y="73292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4083462" y="73036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4223409" y="7232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4074703" y="7264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4232070" y="71151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4056649" y="7336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4256876" y="73399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4118360" y="6918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4256663" y="7133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4057112" y="7234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4216083" y="72350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4069528" y="7302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4246752" y="7319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4062570" y="73303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4236890" y="7316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4100650" y="71358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4264217" y="7176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4065654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425421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4074336" y="73050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4232192" y="72872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4068351" y="6872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4228263" y="71020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4100023" y="73164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4212511" y="73278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4056181" y="7331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4233572" y="73400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4131643" y="6979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4255650" y="7107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959761" y="6203337"/>
              <a:ext cx="0" cy="592919"/>
            </a:xfrm>
            <a:custGeom>
              <a:avLst/>
              <a:pathLst>
                <a:path w="0" h="592919">
                  <a:moveTo>
                    <a:pt x="0" y="59291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959761" y="7215059"/>
              <a:ext cx="0" cy="156994"/>
            </a:xfrm>
            <a:custGeom>
              <a:avLst/>
              <a:pathLst>
                <a:path w="0" h="156994">
                  <a:moveTo>
                    <a:pt x="0" y="0"/>
                  </a:moveTo>
                  <a:lnTo>
                    <a:pt x="0" y="1569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881661" y="6796256"/>
              <a:ext cx="156199" cy="418803"/>
            </a:xfrm>
            <a:custGeom>
              <a:avLst/>
              <a:pathLst>
                <a:path w="156199" h="418803">
                  <a:moveTo>
                    <a:pt x="0" y="0"/>
                  </a:moveTo>
                  <a:lnTo>
                    <a:pt x="0" y="418803"/>
                  </a:lnTo>
                  <a:lnTo>
                    <a:pt x="156199" y="418803"/>
                  </a:lnTo>
                  <a:lnTo>
                    <a:pt x="15619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881661" y="7070206"/>
              <a:ext cx="156199" cy="0"/>
            </a:xfrm>
            <a:custGeom>
              <a:avLst/>
              <a:pathLst>
                <a:path w="156199" h="0">
                  <a:moveTo>
                    <a:pt x="0" y="0"/>
                  </a:moveTo>
                  <a:lnTo>
                    <a:pt x="15619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3042450" y="6413612"/>
              <a:ext cx="0" cy="509658"/>
            </a:xfrm>
            <a:custGeom>
              <a:avLst/>
              <a:pathLst>
                <a:path w="0" h="509658">
                  <a:moveTo>
                    <a:pt x="0" y="5096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3042450" y="7265894"/>
              <a:ext cx="0" cy="106160"/>
            </a:xfrm>
            <a:custGeom>
              <a:avLst/>
              <a:pathLst>
                <a:path w="0" h="106160">
                  <a:moveTo>
                    <a:pt x="0" y="0"/>
                  </a:moveTo>
                  <a:lnTo>
                    <a:pt x="0" y="10616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964351" y="6923271"/>
              <a:ext cx="156199" cy="342623"/>
            </a:xfrm>
            <a:custGeom>
              <a:avLst/>
              <a:pathLst>
                <a:path w="156199" h="342623">
                  <a:moveTo>
                    <a:pt x="0" y="0"/>
                  </a:moveTo>
                  <a:lnTo>
                    <a:pt x="0" y="342623"/>
                  </a:lnTo>
                  <a:lnTo>
                    <a:pt x="156199" y="342623"/>
                  </a:lnTo>
                  <a:lnTo>
                    <a:pt x="15619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964351" y="7152039"/>
              <a:ext cx="156199" cy="0"/>
            </a:xfrm>
            <a:custGeom>
              <a:avLst/>
              <a:pathLst>
                <a:path w="156199" h="0">
                  <a:moveTo>
                    <a:pt x="0" y="0"/>
                  </a:moveTo>
                  <a:lnTo>
                    <a:pt x="15619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4125139" y="6923942"/>
              <a:ext cx="0" cy="248226"/>
            </a:xfrm>
            <a:custGeom>
              <a:avLst/>
              <a:pathLst>
                <a:path w="0" h="248226">
                  <a:moveTo>
                    <a:pt x="0" y="2482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4125139" y="7348349"/>
              <a:ext cx="0" cy="23705"/>
            </a:xfrm>
            <a:custGeom>
              <a:avLst/>
              <a:pathLst>
                <a:path w="0" h="23705">
                  <a:moveTo>
                    <a:pt x="0" y="0"/>
                  </a:moveTo>
                  <a:lnTo>
                    <a:pt x="0" y="2370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4047040" y="7172169"/>
              <a:ext cx="156199" cy="176179"/>
            </a:xfrm>
            <a:custGeom>
              <a:avLst/>
              <a:pathLst>
                <a:path w="156199" h="176179">
                  <a:moveTo>
                    <a:pt x="0" y="0"/>
                  </a:moveTo>
                  <a:lnTo>
                    <a:pt x="0" y="176179"/>
                  </a:lnTo>
                  <a:lnTo>
                    <a:pt x="156199" y="176179"/>
                  </a:lnTo>
                  <a:lnTo>
                    <a:pt x="15619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4047040" y="7306401"/>
              <a:ext cx="156199" cy="0"/>
            </a:xfrm>
            <a:custGeom>
              <a:avLst/>
              <a:pathLst>
                <a:path w="156199" h="0">
                  <a:moveTo>
                    <a:pt x="0" y="0"/>
                  </a:moveTo>
                  <a:lnTo>
                    <a:pt x="15619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2115960" y="6269821"/>
              <a:ext cx="0" cy="570206"/>
            </a:xfrm>
            <a:custGeom>
              <a:avLst/>
              <a:pathLst>
                <a:path w="0" h="570206">
                  <a:moveTo>
                    <a:pt x="0" y="57020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2115960" y="7231257"/>
              <a:ext cx="0" cy="140797"/>
            </a:xfrm>
            <a:custGeom>
              <a:avLst/>
              <a:pathLst>
                <a:path w="0" h="140797">
                  <a:moveTo>
                    <a:pt x="0" y="0"/>
                  </a:moveTo>
                  <a:lnTo>
                    <a:pt x="0" y="14079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2037860" y="6840027"/>
              <a:ext cx="156199" cy="391230"/>
            </a:xfrm>
            <a:custGeom>
              <a:avLst/>
              <a:pathLst>
                <a:path w="156199" h="391230">
                  <a:moveTo>
                    <a:pt x="0" y="0"/>
                  </a:moveTo>
                  <a:lnTo>
                    <a:pt x="0" y="391230"/>
                  </a:lnTo>
                  <a:lnTo>
                    <a:pt x="156199" y="391230"/>
                  </a:lnTo>
                  <a:lnTo>
                    <a:pt x="15619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2037860" y="7125226"/>
              <a:ext cx="156199" cy="0"/>
            </a:xfrm>
            <a:custGeom>
              <a:avLst/>
              <a:pathLst>
                <a:path w="156199" h="0">
                  <a:moveTo>
                    <a:pt x="0" y="0"/>
                  </a:moveTo>
                  <a:lnTo>
                    <a:pt x="15619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3198649" y="6502183"/>
              <a:ext cx="0" cy="476845"/>
            </a:xfrm>
            <a:custGeom>
              <a:avLst/>
              <a:pathLst>
                <a:path w="0" h="476845">
                  <a:moveTo>
                    <a:pt x="0" y="47684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3198649" y="7308426"/>
              <a:ext cx="0" cy="63627"/>
            </a:xfrm>
            <a:custGeom>
              <a:avLst/>
              <a:pathLst>
                <a:path w="0" h="63627">
                  <a:moveTo>
                    <a:pt x="0" y="0"/>
                  </a:moveTo>
                  <a:lnTo>
                    <a:pt x="0" y="6362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3120550" y="6979028"/>
              <a:ext cx="156199" cy="329397"/>
            </a:xfrm>
            <a:custGeom>
              <a:avLst/>
              <a:pathLst>
                <a:path w="156199" h="329397">
                  <a:moveTo>
                    <a:pt x="0" y="0"/>
                  </a:moveTo>
                  <a:lnTo>
                    <a:pt x="0" y="329397"/>
                  </a:lnTo>
                  <a:lnTo>
                    <a:pt x="156199" y="329397"/>
                  </a:lnTo>
                  <a:lnTo>
                    <a:pt x="15619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3120550" y="7197214"/>
              <a:ext cx="156199" cy="0"/>
            </a:xfrm>
            <a:custGeom>
              <a:avLst/>
              <a:pathLst>
                <a:path w="156199" h="0">
                  <a:moveTo>
                    <a:pt x="0" y="0"/>
                  </a:moveTo>
                  <a:lnTo>
                    <a:pt x="15619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4281338" y="6911010"/>
              <a:ext cx="0" cy="263437"/>
            </a:xfrm>
            <a:custGeom>
              <a:avLst/>
              <a:pathLst>
                <a:path w="0" h="263437">
                  <a:moveTo>
                    <a:pt x="0" y="2634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4281338" y="7354697"/>
              <a:ext cx="0" cy="17357"/>
            </a:xfrm>
            <a:custGeom>
              <a:avLst/>
              <a:pathLst>
                <a:path w="0" h="17357">
                  <a:moveTo>
                    <a:pt x="0" y="0"/>
                  </a:moveTo>
                  <a:lnTo>
                    <a:pt x="0" y="173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4203239" y="7174447"/>
              <a:ext cx="156199" cy="180249"/>
            </a:xfrm>
            <a:custGeom>
              <a:avLst/>
              <a:pathLst>
                <a:path w="156199" h="180249">
                  <a:moveTo>
                    <a:pt x="0" y="0"/>
                  </a:moveTo>
                  <a:lnTo>
                    <a:pt x="0" y="180249"/>
                  </a:lnTo>
                  <a:lnTo>
                    <a:pt x="156199" y="180249"/>
                  </a:lnTo>
                  <a:lnTo>
                    <a:pt x="15619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4203239" y="7315396"/>
              <a:ext cx="156199" cy="0"/>
            </a:xfrm>
            <a:custGeom>
              <a:avLst/>
              <a:pathLst>
                <a:path w="156199" h="0">
                  <a:moveTo>
                    <a:pt x="0" y="0"/>
                  </a:moveTo>
                  <a:lnTo>
                    <a:pt x="15619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2037860" y="6833437"/>
              <a:ext cx="2186786" cy="462837"/>
            </a:xfrm>
            <a:custGeom>
              <a:avLst/>
              <a:pathLst>
                <a:path w="2186786" h="462837">
                  <a:moveTo>
                    <a:pt x="0" y="0"/>
                  </a:moveTo>
                  <a:lnTo>
                    <a:pt x="546696" y="101300"/>
                  </a:lnTo>
                  <a:lnTo>
                    <a:pt x="1077773" y="190949"/>
                  </a:lnTo>
                  <a:lnTo>
                    <a:pt x="1561990" y="253800"/>
                  </a:lnTo>
                  <a:lnTo>
                    <a:pt x="2186786" y="305491"/>
                  </a:lnTo>
                  <a:lnTo>
                    <a:pt x="2186786" y="462837"/>
                  </a:lnTo>
                  <a:lnTo>
                    <a:pt x="1561990" y="360749"/>
                  </a:lnTo>
                  <a:lnTo>
                    <a:pt x="1077773" y="304422"/>
                  </a:lnTo>
                  <a:lnTo>
                    <a:pt x="546696" y="263359"/>
                  </a:lnTo>
                  <a:lnTo>
                    <a:pt x="0" y="230104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2037860" y="6833437"/>
              <a:ext cx="2186786" cy="305491"/>
            </a:xfrm>
            <a:custGeom>
              <a:avLst/>
              <a:pathLst>
                <a:path w="2186786" h="305491">
                  <a:moveTo>
                    <a:pt x="0" y="0"/>
                  </a:moveTo>
                  <a:lnTo>
                    <a:pt x="546696" y="101300"/>
                  </a:lnTo>
                  <a:lnTo>
                    <a:pt x="1077773" y="190949"/>
                  </a:lnTo>
                  <a:lnTo>
                    <a:pt x="1561990" y="253800"/>
                  </a:lnTo>
                  <a:lnTo>
                    <a:pt x="2186786" y="3054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2037860" y="7063541"/>
              <a:ext cx="2186786" cy="232732"/>
            </a:xfrm>
            <a:custGeom>
              <a:avLst/>
              <a:pathLst>
                <a:path w="2186786" h="232732">
                  <a:moveTo>
                    <a:pt x="2186786" y="232732"/>
                  </a:moveTo>
                  <a:lnTo>
                    <a:pt x="1561990" y="130644"/>
                  </a:lnTo>
                  <a:lnTo>
                    <a:pt x="1077773" y="74318"/>
                  </a:lnTo>
                  <a:lnTo>
                    <a:pt x="546696" y="33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2037860" y="6790954"/>
              <a:ext cx="2186786" cy="530179"/>
            </a:xfrm>
            <a:custGeom>
              <a:avLst/>
              <a:pathLst>
                <a:path w="2186786" h="530179">
                  <a:moveTo>
                    <a:pt x="0" y="0"/>
                  </a:moveTo>
                  <a:lnTo>
                    <a:pt x="546696" y="114402"/>
                  </a:lnTo>
                  <a:lnTo>
                    <a:pt x="1077773" y="214215"/>
                  </a:lnTo>
                  <a:lnTo>
                    <a:pt x="1561990" y="280089"/>
                  </a:lnTo>
                  <a:lnTo>
                    <a:pt x="2186786" y="325669"/>
                  </a:lnTo>
                  <a:lnTo>
                    <a:pt x="2186786" y="530179"/>
                  </a:lnTo>
                  <a:lnTo>
                    <a:pt x="1561990" y="417375"/>
                  </a:lnTo>
                  <a:lnTo>
                    <a:pt x="1077773" y="360501"/>
                  </a:lnTo>
                  <a:lnTo>
                    <a:pt x="546696" y="325686"/>
                  </a:lnTo>
                  <a:lnTo>
                    <a:pt x="0" y="301503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2037860" y="6790954"/>
              <a:ext cx="2186786" cy="325669"/>
            </a:xfrm>
            <a:custGeom>
              <a:avLst/>
              <a:pathLst>
                <a:path w="2186786" h="325669">
                  <a:moveTo>
                    <a:pt x="0" y="0"/>
                  </a:moveTo>
                  <a:lnTo>
                    <a:pt x="546696" y="114402"/>
                  </a:lnTo>
                  <a:lnTo>
                    <a:pt x="1077773" y="214215"/>
                  </a:lnTo>
                  <a:lnTo>
                    <a:pt x="1561990" y="280089"/>
                  </a:lnTo>
                  <a:lnTo>
                    <a:pt x="2186786" y="325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2037860" y="7092457"/>
              <a:ext cx="2186786" cy="228676"/>
            </a:xfrm>
            <a:custGeom>
              <a:avLst/>
              <a:pathLst>
                <a:path w="2186786" h="228676">
                  <a:moveTo>
                    <a:pt x="2186786" y="228676"/>
                  </a:moveTo>
                  <a:lnTo>
                    <a:pt x="1561990" y="115872"/>
                  </a:lnTo>
                  <a:lnTo>
                    <a:pt x="1077773" y="58997"/>
                  </a:lnTo>
                  <a:lnTo>
                    <a:pt x="546696" y="24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2037860" y="6948489"/>
              <a:ext cx="2186786" cy="269111"/>
            </a:xfrm>
            <a:custGeom>
              <a:avLst/>
              <a:pathLst>
                <a:path w="2186786" h="269111">
                  <a:moveTo>
                    <a:pt x="0" y="0"/>
                  </a:moveTo>
                  <a:lnTo>
                    <a:pt x="546696" y="67277"/>
                  </a:lnTo>
                  <a:lnTo>
                    <a:pt x="1077773" y="132633"/>
                  </a:lnTo>
                  <a:lnTo>
                    <a:pt x="1561990" y="192222"/>
                  </a:lnTo>
                  <a:lnTo>
                    <a:pt x="2186786" y="269111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2037860" y="6941705"/>
              <a:ext cx="2186786" cy="277172"/>
            </a:xfrm>
            <a:custGeom>
              <a:avLst/>
              <a:pathLst>
                <a:path w="2186786" h="277172">
                  <a:moveTo>
                    <a:pt x="0" y="0"/>
                  </a:moveTo>
                  <a:lnTo>
                    <a:pt x="546696" y="69293"/>
                  </a:lnTo>
                  <a:lnTo>
                    <a:pt x="1077773" y="136606"/>
                  </a:lnTo>
                  <a:lnTo>
                    <a:pt x="1561990" y="197980"/>
                  </a:lnTo>
                  <a:lnTo>
                    <a:pt x="2186786" y="277172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2037860" y="5120922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2037860" y="525486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715530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562441" y="7317373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562441" y="6671451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477676" y="6025528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477676" y="5379606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477676" y="4733684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677572" y="737205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677572" y="67261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677572" y="60802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677572" y="543428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677572" y="47883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715530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203786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312055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4203239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995478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3078167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4160857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781366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72553" y="5950608"/>
              <a:ext cx="238530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4379441"/>
              <a:ext cx="22686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5564822" y="5756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5668709" y="57921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5531942" y="530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5695169" y="541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5560939" y="52767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5685556" y="53918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555710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570475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5563743" y="52282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5717935" y="53249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5505452" y="52348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5665646" y="5192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5526545" y="5192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5677881" y="52822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5558605" y="5459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5663826" y="5489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553737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567444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5552869" y="5496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5653519" y="63060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5496359" y="52221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5724373" y="5297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5561347" y="52908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5683773" y="54642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5542106" y="5651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5723589" y="57110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5555668" y="70241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5671657" y="7024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5512966" y="5908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5679171" y="6088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5555753" y="72044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5671494" y="63996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5518196" y="59700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5652308" y="62828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5556594" y="5616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5695267" y="5635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5555832" y="543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5675092" y="57514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5536471" y="52437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5654964" y="522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5519781" y="54879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5715813" y="6041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5525328" y="6598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5681088" y="6269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555626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5673354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549389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572312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5521278" y="6564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5680293" y="6489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556008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565343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5504536" y="65330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5667192" y="62312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55647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564833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5522934" y="6581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5648320" y="73178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5537774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567921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5561604" y="61994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5687924" y="6180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5549187" y="5159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5696536" y="531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5556795" y="63043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5685862" y="6981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5507917" y="5743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5668761" y="58848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5491877" y="606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5703631" y="6588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556061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5678934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5505040" y="5602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5659782" y="5847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5501874" y="56031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5662904" y="59081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5535142" y="59076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5674168" y="57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5519789" y="5549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5698173" y="54683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5526560" y="616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5660987" y="63903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5555129" y="5884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5697479" y="73183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5544620" y="7318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5661681" y="6600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5521455" y="61520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5656835" y="68612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5563352" y="6514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5663063" y="7307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5508121" y="7258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5682315" y="72112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5565417" y="5702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5697048" y="6123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5497148" y="6383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5720801" y="681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5536037" y="5702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5692328" y="6251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5510594" y="53916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5722737" y="54887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5520771" y="72287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5697874" y="73144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5523722" y="71889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5661741" y="7310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5529302" y="6613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5672056" y="67852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550206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5693755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5519398" y="73181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5701245" y="7292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5523177" y="5296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5700861" y="52984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5547233" y="69137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5661930" y="71971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5559020" y="54751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5663547" y="51919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5498394" y="6823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5687260" y="68022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556894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571532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5523206" y="66223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5692386" y="627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5543541" y="6398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5654582" y="6795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5550892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570076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5541114" y="59428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5712514" y="5891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5494408" y="5946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5673922" y="5344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5533188" y="7183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5679670" y="5843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5547149" y="7254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5652600" y="7237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556861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569492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5497924" y="71608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5674172" y="72072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5491518" y="6418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5671269" y="58015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5559151" y="7076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5688259" y="69570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5538803" y="651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5701348" y="66311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5520105" y="61652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5712090" y="6325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5542210" y="7244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5649518" y="6966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5554955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565997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5527456" y="6755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5693373" y="6087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5535016" y="6795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5655410" y="7079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5507342" y="646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5710866" y="65437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5524145" y="7119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5711607" y="7239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5543213" y="6092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5661784" y="6143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5518269" y="6067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5721030" y="6292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5540367" y="66591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5686472" y="65310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5567938" y="58692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5673869" y="6321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5491583" y="58177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5673048" y="5818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5568402" y="7262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5661252" y="6924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5553426" y="54008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5669824" y="5445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5540414" y="59827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5705163" y="62948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5562370" y="58734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5718263" y="62888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5540661" y="6471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5709261" y="63790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5546183" y="6461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5683192" y="6629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5506778" y="709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5697908" y="6728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5500727" y="6980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5665752" y="6489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5498220" y="5197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5675609" y="5344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5502005" y="515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5658475" y="5430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5502874" y="6818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5677683" y="6486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549188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571559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5563989" y="6781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5666293" y="6439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5502270" y="71746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5653281" y="6891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6635832" y="7314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6754293" y="7313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6628180" y="5279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6781406" y="52937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6650802" y="5416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6786939" y="59543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6600006" y="5314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6796829" y="5375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6604180" y="5528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6761406" y="5718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6594909" y="5860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6761777" y="63355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6612558" y="52630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6753412" y="5210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6622085" y="541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6776937" y="53172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6651396" y="53260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6764948" y="54627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6623849" y="5553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6792023" y="5612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6594565" y="55769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6798040" y="517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6587411" y="51609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6761348" y="51831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6594987" y="532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6805839" y="52330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6619752" y="5246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6736513" y="52047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6609685" y="5489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6768304" y="5413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6626875" y="5203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6790196" y="5201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6610984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679748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6637229" y="5425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6760198" y="6484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664956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67587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6604007" y="53494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6748366" y="5273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6577176" y="60497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6770858" y="7256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6635419" y="70424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6766154" y="6809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6602989" y="59499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6775835" y="59516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660184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6772415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6590633" y="5224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6763503" y="5530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6608829" y="51867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6786320" y="55597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6591347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678973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6579554" y="5200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6740283" y="5159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6618412" y="5192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6765132" y="5233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6605694" y="54933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6754794" y="624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6644322" y="5228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6805493" y="52614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6632325" y="51830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6789127" y="5254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664450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67441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6574294" y="53496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6805111" y="5364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6590226" y="5323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6807212" y="5182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6595812" y="51478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6758305" y="5146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6612423" y="5576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6805504" y="57259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6622948" y="5165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6791167" y="515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6593067" y="5413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6801457" y="54327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6639276" y="5228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6754505" y="53386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6636255" y="5299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6753625" y="5485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664927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677532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6622589" y="5249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6733389" y="5283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6629831" y="5173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6782689" y="51853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6574528" y="52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6763459" y="5384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6622841" y="55818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6736833" y="57460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6597467" y="5938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6753804" y="6262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6649998" y="55116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6736928" y="56290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6613310" y="55925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6791009" y="56306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6605659" y="5659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6752055" y="588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6580502" y="6166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6792390" y="5221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6588926" y="5231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6764717" y="5184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6594385" y="5274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6739134" y="52091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6574675" y="5499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6768695" y="6014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6598750" y="5197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6782362" y="5397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6606181" y="5397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6751431" y="55028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6597803" y="53607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6750872" y="5288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6635497" y="5469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6745517" y="5430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6640627" y="5359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6788658" y="5342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6590298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6774294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6581993" y="5263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6795381" y="532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6638235" y="5847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6796861" y="5809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6614935" y="55408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6747037" y="60679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6587719" y="5887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6737554" y="5919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6575683" y="56256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6781918" y="5793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6604930" y="62653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6805060" y="6698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6646980" y="5238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6807814" y="5463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6585286" y="571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6782310" y="5199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6649006" y="55490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6762326" y="6638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6642745" y="52959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6777885" y="5430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6613620" y="52086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6785596" y="51765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6624795" y="5523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6801409" y="5514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6586745" y="57198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6760337" y="5919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6608553" y="519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6771048" y="5154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6582903" y="628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6772667" y="66874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6605853" y="5436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6782689" y="6416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6602147" y="62465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6730597" y="56772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6628488" y="573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6749063" y="5749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6581535" y="5454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6803927" y="5150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6584538" y="5407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6759231" y="56911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6631079" y="5178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6776166" y="5654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6579715" y="64388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6799555" y="6858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6576849" y="5271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6802461" y="52388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6637008" y="5477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6802137" y="5295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6610167" y="67292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6795127" y="5997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6633582" y="696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6753942" y="6950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6599048" y="5736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6752320" y="5488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6633369" y="554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6805810" y="5263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6625052" y="56510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6800126" y="5558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6616552" y="64808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6754221" y="7223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6605752" y="60437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6749688" y="65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6624137" y="5638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6731851" y="5511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662234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67325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6651492" y="5147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6734541" y="51665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6609722" y="55023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6796057" y="5495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6600932" y="6080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6782330" y="59179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6575280" y="5501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6731603" y="57917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6600724" y="6219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6789147" y="5721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6626563" y="51566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6784083" y="5148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6575648" y="572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6745623" y="51689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6627010" y="5185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6800887" y="51775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6642229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673358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6590604" y="5614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6803234" y="55779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6619203" y="6265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6746520" y="73193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6622943" y="5172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6758156" y="5146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6599383" y="71557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6799675" y="6543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6600788" y="5451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6770999" y="5476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6630480" y="5247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6783861" y="5193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6607254" y="5205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6794066" y="52255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6634979" y="57941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6802601" y="5546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6649701" y="5421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6786789" y="5401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6629066" y="6243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6775820" y="5667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6588072" y="5927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6788282" y="5481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6621722" y="54222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6767631" y="5146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6641268" y="6244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6787847" y="6061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769134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787353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771388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78696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76739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78699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77058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782620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77198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78327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77020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78346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768436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784582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770942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782599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77092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787721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77031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783105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768401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78259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76756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781566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77181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78825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771297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78905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772961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78851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765682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78431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76875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787724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770076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788564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768928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784201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771896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785287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770124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785314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76857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788170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767653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785421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767010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78410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77098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784793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771868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78864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770469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783070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767311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78393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77256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78425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769135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78286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766194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78572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768391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78432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770408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78396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773037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78288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76649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781347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768875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788983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772116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78828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76742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787525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772959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788123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76587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783974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766655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78434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772497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787104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7729326" y="51504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7882235" y="5150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770504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78177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773243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78407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77319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783331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77334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787698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769730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785225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7686734" y="5358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7824236" y="51965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767840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783059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767426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787438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768035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78292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773238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785195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769104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78580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769973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783696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769153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781873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76814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78830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772319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78470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765679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78175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77269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782122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76898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783374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768737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786234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772871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787502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773188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78133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76664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78348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767925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784251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772424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785483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767302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786129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771228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788633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767543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783594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772661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78148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767803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787088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771050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787367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76785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78764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767777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78522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76894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781272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766242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788055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768783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788570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770783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782240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766178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78832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767722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786574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770012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784005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768047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782956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767391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785305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771161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78465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772287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78514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768795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786273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767424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78168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77140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783624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77276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786735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77249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782318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770164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783728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765660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786466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766628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78266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768768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783386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773182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782311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766259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785981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767972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78191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771862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788392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76923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783526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767560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788502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77279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78664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772758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78358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76567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781647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772729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78317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76993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783714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766032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78768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767422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78754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76867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78663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769509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78140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769737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78323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771843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783432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766593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786906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768312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78749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771598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78366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77134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788836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768325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782791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77229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783774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768549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786591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768934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782110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76581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788728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767366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785423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76693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785462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767684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783140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76632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782466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77288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782486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768628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788112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76897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786091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76879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78490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770831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781452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766503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78767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771015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785237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77271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78795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768526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783378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76915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787832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76966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787486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766940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784549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76899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78827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77105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783966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766721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788790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773223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781369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5562174" y="5178801"/>
              <a:ext cx="0" cy="459602"/>
            </a:xfrm>
            <a:custGeom>
              <a:avLst/>
              <a:pathLst>
                <a:path w="0" h="459602">
                  <a:moveTo>
                    <a:pt x="0" y="45960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5562174" y="7121657"/>
              <a:ext cx="0" cy="229730"/>
            </a:xfrm>
            <a:custGeom>
              <a:avLst/>
              <a:pathLst>
                <a:path w="0" h="229730">
                  <a:moveTo>
                    <a:pt x="0" y="0"/>
                  </a:moveTo>
                  <a:lnTo>
                    <a:pt x="0" y="22973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5484078" y="5638404"/>
              <a:ext cx="156191" cy="1483253"/>
            </a:xfrm>
            <a:custGeom>
              <a:avLst/>
              <a:pathLst>
                <a:path w="156191" h="1483253">
                  <a:moveTo>
                    <a:pt x="0" y="0"/>
                  </a:moveTo>
                  <a:lnTo>
                    <a:pt x="0" y="1483253"/>
                  </a:lnTo>
                  <a:lnTo>
                    <a:pt x="156191" y="1483253"/>
                  </a:lnTo>
                  <a:lnTo>
                    <a:pt x="156191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5484078" y="6375837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6644811" y="5178801"/>
              <a:ext cx="0" cy="101611"/>
            </a:xfrm>
            <a:custGeom>
              <a:avLst/>
              <a:pathLst>
                <a:path w="0" h="101611">
                  <a:moveTo>
                    <a:pt x="0" y="1016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6644811" y="5852892"/>
              <a:ext cx="0" cy="659926"/>
            </a:xfrm>
            <a:custGeom>
              <a:avLst/>
              <a:pathLst>
                <a:path w="0" h="659926">
                  <a:moveTo>
                    <a:pt x="0" y="0"/>
                  </a:moveTo>
                  <a:lnTo>
                    <a:pt x="0" y="65992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6566716" y="5280412"/>
              <a:ext cx="156191" cy="572480"/>
            </a:xfrm>
            <a:custGeom>
              <a:avLst/>
              <a:pathLst>
                <a:path w="156191" h="572480">
                  <a:moveTo>
                    <a:pt x="0" y="0"/>
                  </a:moveTo>
                  <a:lnTo>
                    <a:pt x="0" y="572480"/>
                  </a:lnTo>
                  <a:lnTo>
                    <a:pt x="156191" y="572480"/>
                  </a:lnTo>
                  <a:lnTo>
                    <a:pt x="156191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6566716" y="5501646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7727449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7727449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7649353" y="5178801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7649353" y="5178801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5718366" y="5178801"/>
              <a:ext cx="0" cy="637897"/>
            </a:xfrm>
            <a:custGeom>
              <a:avLst/>
              <a:pathLst>
                <a:path w="0" h="637897">
                  <a:moveTo>
                    <a:pt x="0" y="6378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5718366" y="7009649"/>
              <a:ext cx="0" cy="341739"/>
            </a:xfrm>
            <a:custGeom>
              <a:avLst/>
              <a:pathLst>
                <a:path w="0" h="341739">
                  <a:moveTo>
                    <a:pt x="0" y="0"/>
                  </a:moveTo>
                  <a:lnTo>
                    <a:pt x="0" y="34173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5640270" y="5816698"/>
              <a:ext cx="156191" cy="1192950"/>
            </a:xfrm>
            <a:custGeom>
              <a:avLst/>
              <a:pathLst>
                <a:path w="156191" h="1192950">
                  <a:moveTo>
                    <a:pt x="0" y="0"/>
                  </a:moveTo>
                  <a:lnTo>
                    <a:pt x="0" y="1192950"/>
                  </a:lnTo>
                  <a:lnTo>
                    <a:pt x="156191" y="1192950"/>
                  </a:lnTo>
                  <a:lnTo>
                    <a:pt x="156191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5640270" y="6355349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6801003" y="5178801"/>
              <a:ext cx="0" cy="82498"/>
            </a:xfrm>
            <a:custGeom>
              <a:avLst/>
              <a:pathLst>
                <a:path w="0" h="82498">
                  <a:moveTo>
                    <a:pt x="0" y="8249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6801003" y="5951363"/>
              <a:ext cx="0" cy="1031126"/>
            </a:xfrm>
            <a:custGeom>
              <a:avLst/>
              <a:pathLst>
                <a:path w="0" h="1031126">
                  <a:moveTo>
                    <a:pt x="0" y="0"/>
                  </a:moveTo>
                  <a:lnTo>
                    <a:pt x="0" y="103112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6722907" y="5261299"/>
              <a:ext cx="156191" cy="690063"/>
            </a:xfrm>
            <a:custGeom>
              <a:avLst/>
              <a:pathLst>
                <a:path w="156191" h="690063">
                  <a:moveTo>
                    <a:pt x="0" y="0"/>
                  </a:moveTo>
                  <a:lnTo>
                    <a:pt x="0" y="690063"/>
                  </a:lnTo>
                  <a:lnTo>
                    <a:pt x="156191" y="690063"/>
                  </a:lnTo>
                  <a:lnTo>
                    <a:pt x="156191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6722907" y="5517413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788364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7883640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7805544" y="5178801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7805544" y="5178801"/>
              <a:ext cx="156191" cy="0"/>
            </a:xfrm>
            <a:custGeom>
              <a:avLst/>
              <a:pathLst>
                <a:path w="156191" h="0">
                  <a:moveTo>
                    <a:pt x="0" y="0"/>
                  </a:moveTo>
                  <a:lnTo>
                    <a:pt x="156191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5635354" y="4876319"/>
              <a:ext cx="2202300" cy="1610807"/>
            </a:xfrm>
            <a:custGeom>
              <a:avLst/>
              <a:pathLst>
                <a:path w="2202300" h="1610807">
                  <a:moveTo>
                    <a:pt x="0" y="1253889"/>
                  </a:moveTo>
                  <a:lnTo>
                    <a:pt x="484193" y="1034932"/>
                  </a:lnTo>
                  <a:lnTo>
                    <a:pt x="1108960" y="699745"/>
                  </a:lnTo>
                  <a:lnTo>
                    <a:pt x="1577534" y="410015"/>
                  </a:lnTo>
                  <a:lnTo>
                    <a:pt x="2202300" y="0"/>
                  </a:lnTo>
                  <a:lnTo>
                    <a:pt x="2202300" y="511978"/>
                  </a:lnTo>
                  <a:lnTo>
                    <a:pt x="1577534" y="769400"/>
                  </a:lnTo>
                  <a:lnTo>
                    <a:pt x="1108960" y="980248"/>
                  </a:lnTo>
                  <a:lnTo>
                    <a:pt x="484193" y="1312500"/>
                  </a:lnTo>
                  <a:lnTo>
                    <a:pt x="0" y="161080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5635354" y="4876319"/>
              <a:ext cx="2202300" cy="1253889"/>
            </a:xfrm>
            <a:custGeom>
              <a:avLst/>
              <a:pathLst>
                <a:path w="2202300" h="1253889">
                  <a:moveTo>
                    <a:pt x="0" y="1253889"/>
                  </a:moveTo>
                  <a:lnTo>
                    <a:pt x="484193" y="1034932"/>
                  </a:lnTo>
                  <a:lnTo>
                    <a:pt x="1108960" y="699745"/>
                  </a:lnTo>
                  <a:lnTo>
                    <a:pt x="1577534" y="410015"/>
                  </a:lnTo>
                  <a:lnTo>
                    <a:pt x="22023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5635354" y="5388297"/>
              <a:ext cx="2202300" cy="1098829"/>
            </a:xfrm>
            <a:custGeom>
              <a:avLst/>
              <a:pathLst>
                <a:path w="2202300" h="1098829">
                  <a:moveTo>
                    <a:pt x="2202300" y="0"/>
                  </a:moveTo>
                  <a:lnTo>
                    <a:pt x="1577534" y="257422"/>
                  </a:lnTo>
                  <a:lnTo>
                    <a:pt x="1108960" y="468270"/>
                  </a:lnTo>
                  <a:lnTo>
                    <a:pt x="484193" y="800522"/>
                  </a:lnTo>
                  <a:lnTo>
                    <a:pt x="0" y="10988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5635354" y="4936876"/>
              <a:ext cx="2202300" cy="1579772"/>
            </a:xfrm>
            <a:custGeom>
              <a:avLst/>
              <a:pathLst>
                <a:path w="2202300" h="1579772">
                  <a:moveTo>
                    <a:pt x="0" y="1272262"/>
                  </a:moveTo>
                  <a:lnTo>
                    <a:pt x="484193" y="1039682"/>
                  </a:lnTo>
                  <a:lnTo>
                    <a:pt x="1108960" y="697232"/>
                  </a:lnTo>
                  <a:lnTo>
                    <a:pt x="1577534" y="407558"/>
                  </a:lnTo>
                  <a:lnTo>
                    <a:pt x="2202300" y="0"/>
                  </a:lnTo>
                  <a:lnTo>
                    <a:pt x="2202300" y="419951"/>
                  </a:lnTo>
                  <a:lnTo>
                    <a:pt x="1577534" y="702345"/>
                  </a:lnTo>
                  <a:lnTo>
                    <a:pt x="1108960" y="930136"/>
                  </a:lnTo>
                  <a:lnTo>
                    <a:pt x="484193" y="1277638"/>
                  </a:lnTo>
                  <a:lnTo>
                    <a:pt x="0" y="157977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5635354" y="4936876"/>
              <a:ext cx="2202300" cy="1272262"/>
            </a:xfrm>
            <a:custGeom>
              <a:avLst/>
              <a:pathLst>
                <a:path w="2202300" h="1272262">
                  <a:moveTo>
                    <a:pt x="0" y="1272262"/>
                  </a:moveTo>
                  <a:lnTo>
                    <a:pt x="484193" y="1039682"/>
                  </a:lnTo>
                  <a:lnTo>
                    <a:pt x="1108960" y="697232"/>
                  </a:lnTo>
                  <a:lnTo>
                    <a:pt x="1577534" y="407558"/>
                  </a:lnTo>
                  <a:lnTo>
                    <a:pt x="22023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5635354" y="5356828"/>
              <a:ext cx="2202300" cy="1159820"/>
            </a:xfrm>
            <a:custGeom>
              <a:avLst/>
              <a:pathLst>
                <a:path w="2202300" h="1159820">
                  <a:moveTo>
                    <a:pt x="2202300" y="0"/>
                  </a:moveTo>
                  <a:lnTo>
                    <a:pt x="1577534" y="282394"/>
                  </a:lnTo>
                  <a:lnTo>
                    <a:pt x="1108960" y="510184"/>
                  </a:lnTo>
                  <a:lnTo>
                    <a:pt x="484193" y="857686"/>
                  </a:lnTo>
                  <a:lnTo>
                    <a:pt x="0" y="1159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5635354" y="5132308"/>
              <a:ext cx="2202300" cy="1176359"/>
            </a:xfrm>
            <a:custGeom>
              <a:avLst/>
              <a:pathLst>
                <a:path w="2202300" h="1176359">
                  <a:moveTo>
                    <a:pt x="0" y="1176359"/>
                  </a:moveTo>
                  <a:lnTo>
                    <a:pt x="484193" y="917727"/>
                  </a:lnTo>
                  <a:lnTo>
                    <a:pt x="1108960" y="584008"/>
                  </a:lnTo>
                  <a:lnTo>
                    <a:pt x="1577534" y="333718"/>
                  </a:lnTo>
                  <a:lnTo>
                    <a:pt x="2202300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5635354" y="5146852"/>
              <a:ext cx="2202300" cy="1216041"/>
            </a:xfrm>
            <a:custGeom>
              <a:avLst/>
              <a:pathLst>
                <a:path w="2202300" h="1216041">
                  <a:moveTo>
                    <a:pt x="0" y="1216041"/>
                  </a:moveTo>
                  <a:lnTo>
                    <a:pt x="484193" y="948684"/>
                  </a:lnTo>
                  <a:lnTo>
                    <a:pt x="1108960" y="603708"/>
                  </a:lnTo>
                  <a:lnTo>
                    <a:pt x="1577534" y="344976"/>
                  </a:lnTo>
                  <a:lnTo>
                    <a:pt x="2202300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5640270" y="4514258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5640270" y="4683719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5317673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5037483" y="729670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5037483" y="6862189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5037483" y="64276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5037483" y="599315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5037483" y="555863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5037483" y="512412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5037483" y="468960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5279716" y="73513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5279716" y="691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5279716" y="64823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5279716" y="60478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5279716" y="56133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5279716" y="51788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5279716" y="47442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5317673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564027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6722907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7805544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5597887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6680525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7763162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6383509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421911" y="5950608"/>
              <a:ext cx="2890875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627456" y="4379441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3502793" y="8035977"/>
              <a:ext cx="2838322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3502793" y="805280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4501887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4513731" y="8075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4545741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4545741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4512850" y="8078885"/>
              <a:ext cx="65781" cy="57195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4512850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4545741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4545741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4510657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5466271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478115" y="807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5510126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5510126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5477235" y="8078885"/>
              <a:ext cx="65781" cy="57195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5477235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5510126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5510126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5475042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4665511" y="806377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5629896" y="806377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2026-07-20T00:49:11Z</dcterms:modified>
  <cp:category/>
</cp:coreProperties>
</file>