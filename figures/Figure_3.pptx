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6120000" cy="8640000"/>
            <a:chOff x="914400" y="914400"/>
            <a:chExt cx="6120000" cy="864000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6120000" cy="864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914400" y="914400"/>
              <a:ext cx="6120000" cy="863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965010" y="939705"/>
              <a:ext cx="6018779" cy="297182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1567801" y="1084613"/>
              <a:ext cx="5365377" cy="236112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pt7"/>
            <p:cNvSpPr/>
            <p:nvPr/>
          </p:nvSpPr>
          <p:spPr>
            <a:xfrm>
              <a:off x="1916251" y="177483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pt8"/>
            <p:cNvSpPr/>
            <p:nvPr/>
          </p:nvSpPr>
          <p:spPr>
            <a:xfrm>
              <a:off x="2186677" y="256448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pt9"/>
            <p:cNvSpPr/>
            <p:nvPr/>
          </p:nvSpPr>
          <p:spPr>
            <a:xfrm>
              <a:off x="1967222" y="268888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2156932" y="253531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1893492" y="220503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2108191" y="260348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1952997" y="282484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2187377" y="274413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1937207" y="266875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2162926" y="27289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982639" y="294798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2164914" y="294528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1928005" y="273641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2169699" y="278208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968354" y="279676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2133040" y="287968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1945665" y="275431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2193747" y="265758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1899286" y="229418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2170558" y="230310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1984413" y="274640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139831" y="273008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1939757" y="260702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2103019" y="272670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1926016" y="251537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2170132" y="285196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1978605" y="279512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2154081" y="269062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1978746" y="24796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2117194" y="295243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1919072" y="265088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2117639" y="265456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1886257" y="280386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2118476" y="275139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1941771" y="268403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2136632" y="275527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905688" y="277446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2171688" y="279931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1984403" y="302135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2195673" y="28821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1976029" y="252588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2188241" y="263589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1899743" y="271932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176578" y="259233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1925272" y="277251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2139905" y="279189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1894406" y="249397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2170957" y="298815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1962791" y="270672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2173467" y="266106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1975334" y="297962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2157487" y="274647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1913764" y="268110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2140656" y="260692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1956109" y="240740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2158106" y="237272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1971810" y="329838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2194454" y="278702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1914246" y="257064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2098785" y="243996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pt67"/>
            <p:cNvSpPr/>
            <p:nvPr/>
          </p:nvSpPr>
          <p:spPr>
            <a:xfrm>
              <a:off x="1962456" y="263258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pt68"/>
            <p:cNvSpPr/>
            <p:nvPr/>
          </p:nvSpPr>
          <p:spPr>
            <a:xfrm>
              <a:off x="2157968" y="260503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pt69"/>
            <p:cNvSpPr/>
            <p:nvPr/>
          </p:nvSpPr>
          <p:spPr>
            <a:xfrm>
              <a:off x="1924082" y="280942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pt70"/>
            <p:cNvSpPr/>
            <p:nvPr/>
          </p:nvSpPr>
          <p:spPr>
            <a:xfrm>
              <a:off x="2174123" y="295655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pt71"/>
            <p:cNvSpPr/>
            <p:nvPr/>
          </p:nvSpPr>
          <p:spPr>
            <a:xfrm>
              <a:off x="1934910" y="246558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pt72"/>
            <p:cNvSpPr/>
            <p:nvPr/>
          </p:nvSpPr>
          <p:spPr>
            <a:xfrm>
              <a:off x="2111607" y="253934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pt73"/>
            <p:cNvSpPr/>
            <p:nvPr/>
          </p:nvSpPr>
          <p:spPr>
            <a:xfrm>
              <a:off x="1973587" y="228006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" name="pt74"/>
            <p:cNvSpPr/>
            <p:nvPr/>
          </p:nvSpPr>
          <p:spPr>
            <a:xfrm>
              <a:off x="2129244" y="219957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" name="pt75"/>
            <p:cNvSpPr/>
            <p:nvPr/>
          </p:nvSpPr>
          <p:spPr>
            <a:xfrm>
              <a:off x="1977925" y="250517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" name="pt76"/>
            <p:cNvSpPr/>
            <p:nvPr/>
          </p:nvSpPr>
          <p:spPr>
            <a:xfrm>
              <a:off x="2178907" y="231444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" name="pt77"/>
            <p:cNvSpPr/>
            <p:nvPr/>
          </p:nvSpPr>
          <p:spPr>
            <a:xfrm>
              <a:off x="1892467" y="283155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" name="pt78"/>
            <p:cNvSpPr/>
            <p:nvPr/>
          </p:nvSpPr>
          <p:spPr>
            <a:xfrm>
              <a:off x="2154681" y="271143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" name="pt79"/>
            <p:cNvSpPr/>
            <p:nvPr/>
          </p:nvSpPr>
          <p:spPr>
            <a:xfrm>
              <a:off x="1885724" y="279156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" name="pt80"/>
            <p:cNvSpPr/>
            <p:nvPr/>
          </p:nvSpPr>
          <p:spPr>
            <a:xfrm>
              <a:off x="2187471" y="286048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" name="pt81"/>
            <p:cNvSpPr/>
            <p:nvPr/>
          </p:nvSpPr>
          <p:spPr>
            <a:xfrm>
              <a:off x="1897694" y="252479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" name="pt82"/>
            <p:cNvSpPr/>
            <p:nvPr/>
          </p:nvSpPr>
          <p:spPr>
            <a:xfrm>
              <a:off x="2138867" y="258320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" name="pt83"/>
            <p:cNvSpPr/>
            <p:nvPr/>
          </p:nvSpPr>
          <p:spPr>
            <a:xfrm>
              <a:off x="1956187" y="246588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" name="pt84"/>
            <p:cNvSpPr/>
            <p:nvPr/>
          </p:nvSpPr>
          <p:spPr>
            <a:xfrm>
              <a:off x="2193851" y="226490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" name="pt85"/>
            <p:cNvSpPr/>
            <p:nvPr/>
          </p:nvSpPr>
          <p:spPr>
            <a:xfrm>
              <a:off x="1904283" y="281306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pt86"/>
            <p:cNvSpPr/>
            <p:nvPr/>
          </p:nvSpPr>
          <p:spPr>
            <a:xfrm>
              <a:off x="2124291" y="26673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" name="pt87"/>
            <p:cNvSpPr/>
            <p:nvPr/>
          </p:nvSpPr>
          <p:spPr>
            <a:xfrm>
              <a:off x="1910433" y="252346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9" name="pt88"/>
            <p:cNvSpPr/>
            <p:nvPr/>
          </p:nvSpPr>
          <p:spPr>
            <a:xfrm>
              <a:off x="2174037" y="259805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0" name="pt89"/>
            <p:cNvSpPr/>
            <p:nvPr/>
          </p:nvSpPr>
          <p:spPr>
            <a:xfrm>
              <a:off x="1965516" y="282313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1" name="pt90"/>
            <p:cNvSpPr/>
            <p:nvPr/>
          </p:nvSpPr>
          <p:spPr>
            <a:xfrm>
              <a:off x="2098304" y="221919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2" name="pt91"/>
            <p:cNvSpPr/>
            <p:nvPr/>
          </p:nvSpPr>
          <p:spPr>
            <a:xfrm>
              <a:off x="1928795" y="245708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3" name="pt92"/>
            <p:cNvSpPr/>
            <p:nvPr/>
          </p:nvSpPr>
          <p:spPr>
            <a:xfrm>
              <a:off x="2114116" y="203902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4" name="pt93"/>
            <p:cNvSpPr/>
            <p:nvPr/>
          </p:nvSpPr>
          <p:spPr>
            <a:xfrm>
              <a:off x="1965645" y="257005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5" name="pt94"/>
            <p:cNvSpPr/>
            <p:nvPr/>
          </p:nvSpPr>
          <p:spPr>
            <a:xfrm>
              <a:off x="2107209" y="257265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" name="pt95"/>
            <p:cNvSpPr/>
            <p:nvPr/>
          </p:nvSpPr>
          <p:spPr>
            <a:xfrm>
              <a:off x="1959643" y="265839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" name="pt96"/>
            <p:cNvSpPr/>
            <p:nvPr/>
          </p:nvSpPr>
          <p:spPr>
            <a:xfrm>
              <a:off x="2104889" y="241583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" name="pt97"/>
            <p:cNvSpPr/>
            <p:nvPr/>
          </p:nvSpPr>
          <p:spPr>
            <a:xfrm>
              <a:off x="1930971" y="320909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" name="pt98"/>
            <p:cNvSpPr/>
            <p:nvPr/>
          </p:nvSpPr>
          <p:spPr>
            <a:xfrm>
              <a:off x="2164407" y="294835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" name="pt99"/>
            <p:cNvSpPr/>
            <p:nvPr/>
          </p:nvSpPr>
          <p:spPr>
            <a:xfrm>
              <a:off x="1963166" y="240930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" name="pt100"/>
            <p:cNvSpPr/>
            <p:nvPr/>
          </p:nvSpPr>
          <p:spPr>
            <a:xfrm>
              <a:off x="2119358" y="225413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" name="pt101"/>
            <p:cNvSpPr/>
            <p:nvPr/>
          </p:nvSpPr>
          <p:spPr>
            <a:xfrm>
              <a:off x="1983420" y="255752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" name="pt102"/>
            <p:cNvSpPr/>
            <p:nvPr/>
          </p:nvSpPr>
          <p:spPr>
            <a:xfrm>
              <a:off x="2166759" y="267346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" name="pt103"/>
            <p:cNvSpPr/>
            <p:nvPr/>
          </p:nvSpPr>
          <p:spPr>
            <a:xfrm>
              <a:off x="1918558" y="233921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" name="pt104"/>
            <p:cNvSpPr/>
            <p:nvPr/>
          </p:nvSpPr>
          <p:spPr>
            <a:xfrm>
              <a:off x="2118090" y="21568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" name="pt105"/>
            <p:cNvSpPr/>
            <p:nvPr/>
          </p:nvSpPr>
          <p:spPr>
            <a:xfrm>
              <a:off x="1932591" y="263892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" name="pt106"/>
            <p:cNvSpPr/>
            <p:nvPr/>
          </p:nvSpPr>
          <p:spPr>
            <a:xfrm>
              <a:off x="2198518" y="239155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8" name="pt107"/>
            <p:cNvSpPr/>
            <p:nvPr/>
          </p:nvSpPr>
          <p:spPr>
            <a:xfrm>
              <a:off x="1967578" y="238508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" name="pt108"/>
            <p:cNvSpPr/>
            <p:nvPr/>
          </p:nvSpPr>
          <p:spPr>
            <a:xfrm>
              <a:off x="2160406" y="252150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0" name="pt109"/>
            <p:cNvSpPr/>
            <p:nvPr/>
          </p:nvSpPr>
          <p:spPr>
            <a:xfrm>
              <a:off x="1904982" y="246005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" name="pt110"/>
            <p:cNvSpPr/>
            <p:nvPr/>
          </p:nvSpPr>
          <p:spPr>
            <a:xfrm>
              <a:off x="2182500" y="268844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" name="pt111"/>
            <p:cNvSpPr/>
            <p:nvPr/>
          </p:nvSpPr>
          <p:spPr>
            <a:xfrm>
              <a:off x="1981782" y="222200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" name="pt112"/>
            <p:cNvSpPr/>
            <p:nvPr/>
          </p:nvSpPr>
          <p:spPr>
            <a:xfrm>
              <a:off x="2146293" y="231424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" name="pt113"/>
            <p:cNvSpPr/>
            <p:nvPr/>
          </p:nvSpPr>
          <p:spPr>
            <a:xfrm>
              <a:off x="1918559" y="265357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" name="pt114"/>
            <p:cNvSpPr/>
            <p:nvPr/>
          </p:nvSpPr>
          <p:spPr>
            <a:xfrm>
              <a:off x="2175198" y="276467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" name="pt115"/>
            <p:cNvSpPr/>
            <p:nvPr/>
          </p:nvSpPr>
          <p:spPr>
            <a:xfrm>
              <a:off x="1917403" y="271866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" name="pt116"/>
            <p:cNvSpPr/>
            <p:nvPr/>
          </p:nvSpPr>
          <p:spPr>
            <a:xfrm>
              <a:off x="2195653" y="275174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" name="pt117"/>
            <p:cNvSpPr/>
            <p:nvPr/>
          </p:nvSpPr>
          <p:spPr>
            <a:xfrm>
              <a:off x="1985550" y="266305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" name="pt118"/>
            <p:cNvSpPr/>
            <p:nvPr/>
          </p:nvSpPr>
          <p:spPr>
            <a:xfrm>
              <a:off x="2181612" y="267130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" name="pt119"/>
            <p:cNvSpPr/>
            <p:nvPr/>
          </p:nvSpPr>
          <p:spPr>
            <a:xfrm>
              <a:off x="1936128" y="162808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" name="pt120"/>
            <p:cNvSpPr/>
            <p:nvPr/>
          </p:nvSpPr>
          <p:spPr>
            <a:xfrm>
              <a:off x="2165295" y="191849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" name="pt121"/>
            <p:cNvSpPr/>
            <p:nvPr/>
          </p:nvSpPr>
          <p:spPr>
            <a:xfrm>
              <a:off x="1967721" y="195190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" name="pt122"/>
            <p:cNvSpPr/>
            <p:nvPr/>
          </p:nvSpPr>
          <p:spPr>
            <a:xfrm>
              <a:off x="2147975" y="216327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" name="pt123"/>
            <p:cNvSpPr/>
            <p:nvPr/>
          </p:nvSpPr>
          <p:spPr>
            <a:xfrm>
              <a:off x="1887211" y="284972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" name="pt124"/>
            <p:cNvSpPr/>
            <p:nvPr/>
          </p:nvSpPr>
          <p:spPr>
            <a:xfrm>
              <a:off x="2136168" y="272068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" name="pt125"/>
            <p:cNvSpPr/>
            <p:nvPr/>
          </p:nvSpPr>
          <p:spPr>
            <a:xfrm>
              <a:off x="1889186" y="291694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" name="pt126"/>
            <p:cNvSpPr/>
            <p:nvPr/>
          </p:nvSpPr>
          <p:spPr>
            <a:xfrm>
              <a:off x="2162340" y="287066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" name="pt127"/>
            <p:cNvSpPr/>
            <p:nvPr/>
          </p:nvSpPr>
          <p:spPr>
            <a:xfrm>
              <a:off x="1886566" y="275385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" name="pt128"/>
            <p:cNvSpPr/>
            <p:nvPr/>
          </p:nvSpPr>
          <p:spPr>
            <a:xfrm>
              <a:off x="2096012" y="281614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" name="pt129"/>
            <p:cNvSpPr/>
            <p:nvPr/>
          </p:nvSpPr>
          <p:spPr>
            <a:xfrm>
              <a:off x="1975711" y="243301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" name="pt130"/>
            <p:cNvSpPr/>
            <p:nvPr/>
          </p:nvSpPr>
          <p:spPr>
            <a:xfrm>
              <a:off x="2192562" y="273857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" name="pt131"/>
            <p:cNvSpPr/>
            <p:nvPr/>
          </p:nvSpPr>
          <p:spPr>
            <a:xfrm>
              <a:off x="1944816" y="271572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" name="pt132"/>
            <p:cNvSpPr/>
            <p:nvPr/>
          </p:nvSpPr>
          <p:spPr>
            <a:xfrm>
              <a:off x="2136164" y="282442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" name="pt133"/>
            <p:cNvSpPr/>
            <p:nvPr/>
          </p:nvSpPr>
          <p:spPr>
            <a:xfrm>
              <a:off x="1916049" y="259460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" name="pt134"/>
            <p:cNvSpPr/>
            <p:nvPr/>
          </p:nvSpPr>
          <p:spPr>
            <a:xfrm>
              <a:off x="2134591" y="272999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" name="pt135"/>
            <p:cNvSpPr/>
            <p:nvPr/>
          </p:nvSpPr>
          <p:spPr>
            <a:xfrm>
              <a:off x="1936525" y="262343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" name="pt136"/>
            <p:cNvSpPr/>
            <p:nvPr/>
          </p:nvSpPr>
          <p:spPr>
            <a:xfrm>
              <a:off x="2178822" y="273631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" name="pt137"/>
            <p:cNvSpPr/>
            <p:nvPr/>
          </p:nvSpPr>
          <p:spPr>
            <a:xfrm>
              <a:off x="1895943" y="2566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" name="pt138"/>
            <p:cNvSpPr/>
            <p:nvPr/>
          </p:nvSpPr>
          <p:spPr>
            <a:xfrm>
              <a:off x="2148576" y="266440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" name="pt139"/>
            <p:cNvSpPr/>
            <p:nvPr/>
          </p:nvSpPr>
          <p:spPr>
            <a:xfrm>
              <a:off x="1930851" y="282452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pt140"/>
            <p:cNvSpPr/>
            <p:nvPr/>
          </p:nvSpPr>
          <p:spPr>
            <a:xfrm>
              <a:off x="2178634" y="266631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" name="pt141"/>
            <p:cNvSpPr/>
            <p:nvPr/>
          </p:nvSpPr>
          <p:spPr>
            <a:xfrm>
              <a:off x="1985944" y="257138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2"/>
            <p:cNvSpPr/>
            <p:nvPr/>
          </p:nvSpPr>
          <p:spPr>
            <a:xfrm>
              <a:off x="2166263" y="263846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" name="pt143"/>
            <p:cNvSpPr/>
            <p:nvPr/>
          </p:nvSpPr>
          <p:spPr>
            <a:xfrm>
              <a:off x="1936475" y="277377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4"/>
            <p:cNvSpPr/>
            <p:nvPr/>
          </p:nvSpPr>
          <p:spPr>
            <a:xfrm>
              <a:off x="2137252" y="270530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" name="pt145"/>
            <p:cNvSpPr/>
            <p:nvPr/>
          </p:nvSpPr>
          <p:spPr>
            <a:xfrm>
              <a:off x="1918239" y="279586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7" name="pt146"/>
            <p:cNvSpPr/>
            <p:nvPr/>
          </p:nvSpPr>
          <p:spPr>
            <a:xfrm>
              <a:off x="2199316" y="29267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8" name="pt147"/>
            <p:cNvSpPr/>
            <p:nvPr/>
          </p:nvSpPr>
          <p:spPr>
            <a:xfrm>
              <a:off x="1970695" y="257175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9" name="pt148"/>
            <p:cNvSpPr/>
            <p:nvPr/>
          </p:nvSpPr>
          <p:spPr>
            <a:xfrm>
              <a:off x="2142860" y="27516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0" name="pt149"/>
            <p:cNvSpPr/>
            <p:nvPr/>
          </p:nvSpPr>
          <p:spPr>
            <a:xfrm>
              <a:off x="1890280" y="26292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1" name="pt150"/>
            <p:cNvSpPr/>
            <p:nvPr/>
          </p:nvSpPr>
          <p:spPr>
            <a:xfrm>
              <a:off x="2162040" y="286379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2" name="pt151"/>
            <p:cNvSpPr/>
            <p:nvPr/>
          </p:nvSpPr>
          <p:spPr>
            <a:xfrm>
              <a:off x="1976484" y="265217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3" name="pt152"/>
            <p:cNvSpPr/>
            <p:nvPr/>
          </p:nvSpPr>
          <p:spPr>
            <a:xfrm>
              <a:off x="2183845" y="280785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4" name="pt153"/>
            <p:cNvSpPr/>
            <p:nvPr/>
          </p:nvSpPr>
          <p:spPr>
            <a:xfrm>
              <a:off x="1947671" y="195765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5" name="pt154"/>
            <p:cNvSpPr/>
            <p:nvPr/>
          </p:nvSpPr>
          <p:spPr>
            <a:xfrm>
              <a:off x="2149967" y="287076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6" name="pt155"/>
            <p:cNvSpPr/>
            <p:nvPr/>
          </p:nvSpPr>
          <p:spPr>
            <a:xfrm>
              <a:off x="1987906" y="300516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7" name="pt156"/>
            <p:cNvSpPr/>
            <p:nvPr/>
          </p:nvSpPr>
          <p:spPr>
            <a:xfrm>
              <a:off x="2198166" y="26873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8" name="pt157"/>
            <p:cNvSpPr/>
            <p:nvPr/>
          </p:nvSpPr>
          <p:spPr>
            <a:xfrm>
              <a:off x="1977865" y="292685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9" name="pt158"/>
            <p:cNvSpPr/>
            <p:nvPr/>
          </p:nvSpPr>
          <p:spPr>
            <a:xfrm>
              <a:off x="2192248" y="277543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0" name="pt159"/>
            <p:cNvSpPr/>
            <p:nvPr/>
          </p:nvSpPr>
          <p:spPr>
            <a:xfrm>
              <a:off x="1925271" y="263037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1" name="pt160"/>
            <p:cNvSpPr/>
            <p:nvPr/>
          </p:nvSpPr>
          <p:spPr>
            <a:xfrm>
              <a:off x="2114766" y="276032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2" name="pt161"/>
            <p:cNvSpPr/>
            <p:nvPr/>
          </p:nvSpPr>
          <p:spPr>
            <a:xfrm>
              <a:off x="1938485" y="264569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3" name="pt162"/>
            <p:cNvSpPr/>
            <p:nvPr/>
          </p:nvSpPr>
          <p:spPr>
            <a:xfrm>
              <a:off x="2183771" y="26172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4" name="pt163"/>
            <p:cNvSpPr/>
            <p:nvPr/>
          </p:nvSpPr>
          <p:spPr>
            <a:xfrm>
              <a:off x="1948730" y="224962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5" name="pt164"/>
            <p:cNvSpPr/>
            <p:nvPr/>
          </p:nvSpPr>
          <p:spPr>
            <a:xfrm>
              <a:off x="2130314" y="223934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" name="pt165"/>
            <p:cNvSpPr/>
            <p:nvPr/>
          </p:nvSpPr>
          <p:spPr>
            <a:xfrm>
              <a:off x="1909055" y="218265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" name="pt166"/>
            <p:cNvSpPr/>
            <p:nvPr/>
          </p:nvSpPr>
          <p:spPr>
            <a:xfrm>
              <a:off x="2152499" y="210680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8" name="pt167"/>
            <p:cNvSpPr/>
            <p:nvPr/>
          </p:nvSpPr>
          <p:spPr>
            <a:xfrm>
              <a:off x="1988563" y="267515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9" name="pt168"/>
            <p:cNvSpPr/>
            <p:nvPr/>
          </p:nvSpPr>
          <p:spPr>
            <a:xfrm>
              <a:off x="2135449" y="245730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0" name="pt169"/>
            <p:cNvSpPr/>
            <p:nvPr/>
          </p:nvSpPr>
          <p:spPr>
            <a:xfrm>
              <a:off x="1950486" y="232653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1" name="pt170"/>
            <p:cNvSpPr/>
            <p:nvPr/>
          </p:nvSpPr>
          <p:spPr>
            <a:xfrm>
              <a:off x="2157109" y="250180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2" name="pt171"/>
            <p:cNvSpPr/>
            <p:nvPr/>
          </p:nvSpPr>
          <p:spPr>
            <a:xfrm>
              <a:off x="1889059" y="218916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3" name="pt172"/>
            <p:cNvSpPr/>
            <p:nvPr/>
          </p:nvSpPr>
          <p:spPr>
            <a:xfrm>
              <a:off x="2144885" y="20624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" name="pt173"/>
            <p:cNvSpPr/>
            <p:nvPr/>
          </p:nvSpPr>
          <p:spPr>
            <a:xfrm>
              <a:off x="1893629" y="274551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" name="pt174"/>
            <p:cNvSpPr/>
            <p:nvPr/>
          </p:nvSpPr>
          <p:spPr>
            <a:xfrm>
              <a:off x="2103877" y="282181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6" name="pt175"/>
            <p:cNvSpPr/>
            <p:nvPr/>
          </p:nvSpPr>
          <p:spPr>
            <a:xfrm>
              <a:off x="1913571" y="250148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7" name="pt176"/>
            <p:cNvSpPr/>
            <p:nvPr/>
          </p:nvSpPr>
          <p:spPr>
            <a:xfrm>
              <a:off x="2095671" y="268037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8" name="pt177"/>
            <p:cNvSpPr/>
            <p:nvPr/>
          </p:nvSpPr>
          <p:spPr>
            <a:xfrm>
              <a:off x="1910791" y="213394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9" name="pt178"/>
            <p:cNvSpPr/>
            <p:nvPr/>
          </p:nvSpPr>
          <p:spPr>
            <a:xfrm>
              <a:off x="2140420" y="23184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0" name="pt179"/>
            <p:cNvSpPr/>
            <p:nvPr/>
          </p:nvSpPr>
          <p:spPr>
            <a:xfrm>
              <a:off x="1962901" y="30648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1" name="pt180"/>
            <p:cNvSpPr/>
            <p:nvPr/>
          </p:nvSpPr>
          <p:spPr>
            <a:xfrm>
              <a:off x="2120165" y="252139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2" name="pt181"/>
            <p:cNvSpPr/>
            <p:nvPr/>
          </p:nvSpPr>
          <p:spPr>
            <a:xfrm>
              <a:off x="3392208" y="200438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3" name="pt182"/>
            <p:cNvSpPr/>
            <p:nvPr/>
          </p:nvSpPr>
          <p:spPr>
            <a:xfrm>
              <a:off x="3605615" y="211469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4" name="pt183"/>
            <p:cNvSpPr/>
            <p:nvPr/>
          </p:nvSpPr>
          <p:spPr>
            <a:xfrm>
              <a:off x="3373696" y="229028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5" name="pt184"/>
            <p:cNvSpPr/>
            <p:nvPr/>
          </p:nvSpPr>
          <p:spPr>
            <a:xfrm>
              <a:off x="3578694" y="26018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6" name="pt185"/>
            <p:cNvSpPr/>
            <p:nvPr/>
          </p:nvSpPr>
          <p:spPr>
            <a:xfrm>
              <a:off x="3398493" y="25737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7" name="pt186"/>
            <p:cNvSpPr/>
            <p:nvPr/>
          </p:nvSpPr>
          <p:spPr>
            <a:xfrm>
              <a:off x="3649581" y="261489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8" name="pt187"/>
            <p:cNvSpPr/>
            <p:nvPr/>
          </p:nvSpPr>
          <p:spPr>
            <a:xfrm>
              <a:off x="3378620" y="231172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9" name="pt188"/>
            <p:cNvSpPr/>
            <p:nvPr/>
          </p:nvSpPr>
          <p:spPr>
            <a:xfrm>
              <a:off x="3648670" y="240939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0" name="pt189"/>
            <p:cNvSpPr/>
            <p:nvPr/>
          </p:nvSpPr>
          <p:spPr>
            <a:xfrm>
              <a:off x="3358665" y="224296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1" name="pt190"/>
            <p:cNvSpPr/>
            <p:nvPr/>
          </p:nvSpPr>
          <p:spPr>
            <a:xfrm>
              <a:off x="3612534" y="232574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2" name="pt191"/>
            <p:cNvSpPr/>
            <p:nvPr/>
          </p:nvSpPr>
          <p:spPr>
            <a:xfrm>
              <a:off x="3413291" y="232408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3" name="pt192"/>
            <p:cNvSpPr/>
            <p:nvPr/>
          </p:nvSpPr>
          <p:spPr>
            <a:xfrm>
              <a:off x="3605636" y="246485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4" name="pt193"/>
            <p:cNvSpPr/>
            <p:nvPr/>
          </p:nvSpPr>
          <p:spPr>
            <a:xfrm>
              <a:off x="3373924" y="244834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5" name="pt194"/>
            <p:cNvSpPr/>
            <p:nvPr/>
          </p:nvSpPr>
          <p:spPr>
            <a:xfrm>
              <a:off x="3577017" y="248748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6" name="pt195"/>
            <p:cNvSpPr/>
            <p:nvPr/>
          </p:nvSpPr>
          <p:spPr>
            <a:xfrm>
              <a:off x="3375879" y="224690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7" name="pt196"/>
            <p:cNvSpPr/>
            <p:nvPr/>
          </p:nvSpPr>
          <p:spPr>
            <a:xfrm>
              <a:off x="3644206" y="239262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8" name="pt197"/>
            <p:cNvSpPr/>
            <p:nvPr/>
          </p:nvSpPr>
          <p:spPr>
            <a:xfrm>
              <a:off x="3413793" y="273352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" name="pt198"/>
            <p:cNvSpPr/>
            <p:nvPr/>
          </p:nvSpPr>
          <p:spPr>
            <a:xfrm>
              <a:off x="3628746" y="293842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" name="pt199"/>
            <p:cNvSpPr/>
            <p:nvPr/>
          </p:nvSpPr>
          <p:spPr>
            <a:xfrm>
              <a:off x="3393186" y="256577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1" name="pt200"/>
            <p:cNvSpPr/>
            <p:nvPr/>
          </p:nvSpPr>
          <p:spPr>
            <a:xfrm>
              <a:off x="3571182" y="292095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2" name="pt201"/>
            <p:cNvSpPr/>
            <p:nvPr/>
          </p:nvSpPr>
          <p:spPr>
            <a:xfrm>
              <a:off x="3367894" y="233149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3" name="pt202"/>
            <p:cNvSpPr/>
            <p:nvPr/>
          </p:nvSpPr>
          <p:spPr>
            <a:xfrm>
              <a:off x="3629550" y="248465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4" name="pt203"/>
            <p:cNvSpPr/>
            <p:nvPr/>
          </p:nvSpPr>
          <p:spPr>
            <a:xfrm>
              <a:off x="3408824" y="223586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" name="pt204"/>
            <p:cNvSpPr/>
            <p:nvPr/>
          </p:nvSpPr>
          <p:spPr>
            <a:xfrm>
              <a:off x="3555731" y="26039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6" name="pt205"/>
            <p:cNvSpPr/>
            <p:nvPr/>
          </p:nvSpPr>
          <p:spPr>
            <a:xfrm>
              <a:off x="3367132" y="233802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7" name="pt206"/>
            <p:cNvSpPr/>
            <p:nvPr/>
          </p:nvSpPr>
          <p:spPr>
            <a:xfrm>
              <a:off x="3627185" y="256817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8" name="pt207"/>
            <p:cNvSpPr/>
            <p:nvPr/>
          </p:nvSpPr>
          <p:spPr>
            <a:xfrm>
              <a:off x="3414724" y="271169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9" name="pt208"/>
            <p:cNvSpPr/>
            <p:nvPr/>
          </p:nvSpPr>
          <p:spPr>
            <a:xfrm>
              <a:off x="3639941" y="285356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0" name="pt209"/>
            <p:cNvSpPr/>
            <p:nvPr/>
          </p:nvSpPr>
          <p:spPr>
            <a:xfrm>
              <a:off x="3384548" y="230611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1" name="pt210"/>
            <p:cNvSpPr/>
            <p:nvPr/>
          </p:nvSpPr>
          <p:spPr>
            <a:xfrm>
              <a:off x="3585807" y="262535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" name="pt211"/>
            <p:cNvSpPr/>
            <p:nvPr/>
          </p:nvSpPr>
          <p:spPr>
            <a:xfrm>
              <a:off x="3429859" y="285343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" name="pt212"/>
            <p:cNvSpPr/>
            <p:nvPr/>
          </p:nvSpPr>
          <p:spPr>
            <a:xfrm>
              <a:off x="3622701" y="270866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" name="pt213"/>
            <p:cNvSpPr/>
            <p:nvPr/>
          </p:nvSpPr>
          <p:spPr>
            <a:xfrm>
              <a:off x="3382096" y="249278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5" name="pt214"/>
            <p:cNvSpPr/>
            <p:nvPr/>
          </p:nvSpPr>
          <p:spPr>
            <a:xfrm>
              <a:off x="3604189" y="257265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6" name="pt215"/>
            <p:cNvSpPr/>
            <p:nvPr/>
          </p:nvSpPr>
          <p:spPr>
            <a:xfrm>
              <a:off x="3411879" y="252623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7" name="pt216"/>
            <p:cNvSpPr/>
            <p:nvPr/>
          </p:nvSpPr>
          <p:spPr>
            <a:xfrm>
              <a:off x="3563533" y="271049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8" name="pt217"/>
            <p:cNvSpPr/>
            <p:nvPr/>
          </p:nvSpPr>
          <p:spPr>
            <a:xfrm>
              <a:off x="3343544" y="228771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9" name="pt218"/>
            <p:cNvSpPr/>
            <p:nvPr/>
          </p:nvSpPr>
          <p:spPr>
            <a:xfrm>
              <a:off x="3619349" y="245702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0" name="pt219"/>
            <p:cNvSpPr/>
            <p:nvPr/>
          </p:nvSpPr>
          <p:spPr>
            <a:xfrm>
              <a:off x="3401395" y="217765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1" name="pt220"/>
            <p:cNvSpPr/>
            <p:nvPr/>
          </p:nvSpPr>
          <p:spPr>
            <a:xfrm>
              <a:off x="3622198" y="243297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2" name="pt221"/>
            <p:cNvSpPr/>
            <p:nvPr/>
          </p:nvSpPr>
          <p:spPr>
            <a:xfrm>
              <a:off x="3424746" y="249832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3" name="pt222"/>
            <p:cNvSpPr/>
            <p:nvPr/>
          </p:nvSpPr>
          <p:spPr>
            <a:xfrm>
              <a:off x="3610945" y="303595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4" name="pt223"/>
            <p:cNvSpPr/>
            <p:nvPr/>
          </p:nvSpPr>
          <p:spPr>
            <a:xfrm>
              <a:off x="3342637" y="279650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5" name="pt224"/>
            <p:cNvSpPr/>
            <p:nvPr/>
          </p:nvSpPr>
          <p:spPr>
            <a:xfrm>
              <a:off x="3575250" y="288760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6" name="pt225"/>
            <p:cNvSpPr/>
            <p:nvPr/>
          </p:nvSpPr>
          <p:spPr>
            <a:xfrm>
              <a:off x="3370645" y="236318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7" name="pt226"/>
            <p:cNvSpPr/>
            <p:nvPr/>
          </p:nvSpPr>
          <p:spPr>
            <a:xfrm>
              <a:off x="3595256" y="23459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8" name="pt227"/>
            <p:cNvSpPr/>
            <p:nvPr/>
          </p:nvSpPr>
          <p:spPr>
            <a:xfrm>
              <a:off x="3442506" y="230024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9" name="pt228"/>
            <p:cNvSpPr/>
            <p:nvPr/>
          </p:nvSpPr>
          <p:spPr>
            <a:xfrm>
              <a:off x="3624214" y="27168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0" name="pt229"/>
            <p:cNvSpPr/>
            <p:nvPr/>
          </p:nvSpPr>
          <p:spPr>
            <a:xfrm>
              <a:off x="3413219" y="233379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1" name="pt230"/>
            <p:cNvSpPr/>
            <p:nvPr/>
          </p:nvSpPr>
          <p:spPr>
            <a:xfrm>
              <a:off x="3587424" y="245487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2" name="pt231"/>
            <p:cNvSpPr/>
            <p:nvPr/>
          </p:nvSpPr>
          <p:spPr>
            <a:xfrm>
              <a:off x="3354696" y="302268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3" name="pt232"/>
            <p:cNvSpPr/>
            <p:nvPr/>
          </p:nvSpPr>
          <p:spPr>
            <a:xfrm>
              <a:off x="3587822" y="28963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4" name="pt233"/>
            <p:cNvSpPr/>
            <p:nvPr/>
          </p:nvSpPr>
          <p:spPr>
            <a:xfrm>
              <a:off x="3433925" y="270859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5" name="pt234"/>
            <p:cNvSpPr/>
            <p:nvPr/>
          </p:nvSpPr>
          <p:spPr>
            <a:xfrm>
              <a:off x="3552223" y="274763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6" name="pt235"/>
            <p:cNvSpPr/>
            <p:nvPr/>
          </p:nvSpPr>
          <p:spPr>
            <a:xfrm>
              <a:off x="3338524" y="279255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7" name="pt236"/>
            <p:cNvSpPr/>
            <p:nvPr/>
          </p:nvSpPr>
          <p:spPr>
            <a:xfrm>
              <a:off x="3603846" y="273599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8" name="pt237"/>
            <p:cNvSpPr/>
            <p:nvPr/>
          </p:nvSpPr>
          <p:spPr>
            <a:xfrm>
              <a:off x="3389075" y="263243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9" name="pt238"/>
            <p:cNvSpPr/>
            <p:nvPr/>
          </p:nvSpPr>
          <p:spPr>
            <a:xfrm>
              <a:off x="3563027" y="280934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0" name="pt239"/>
            <p:cNvSpPr/>
            <p:nvPr/>
          </p:nvSpPr>
          <p:spPr>
            <a:xfrm>
              <a:off x="3423652" y="305023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1" name="pt240"/>
            <p:cNvSpPr/>
            <p:nvPr/>
          </p:nvSpPr>
          <p:spPr>
            <a:xfrm>
              <a:off x="3554999" y="326782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2" name="pt241"/>
            <p:cNvSpPr/>
            <p:nvPr/>
          </p:nvSpPr>
          <p:spPr>
            <a:xfrm>
              <a:off x="3364666" y="229897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3" name="pt242"/>
            <p:cNvSpPr/>
            <p:nvPr/>
          </p:nvSpPr>
          <p:spPr>
            <a:xfrm>
              <a:off x="3628220" y="224260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4" name="pt243"/>
            <p:cNvSpPr/>
            <p:nvPr/>
          </p:nvSpPr>
          <p:spPr>
            <a:xfrm>
              <a:off x="3419512" y="263050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5" name="pt244"/>
            <p:cNvSpPr/>
            <p:nvPr/>
          </p:nvSpPr>
          <p:spPr>
            <a:xfrm>
              <a:off x="3584821" y="272713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6" name="pt245"/>
            <p:cNvSpPr/>
            <p:nvPr/>
          </p:nvSpPr>
          <p:spPr>
            <a:xfrm>
              <a:off x="3427123" y="226938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7" name="pt246"/>
            <p:cNvSpPr/>
            <p:nvPr/>
          </p:nvSpPr>
          <p:spPr>
            <a:xfrm>
              <a:off x="3648089" y="217088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8" name="pt247"/>
            <p:cNvSpPr/>
            <p:nvPr/>
          </p:nvSpPr>
          <p:spPr>
            <a:xfrm>
              <a:off x="3352884" y="246702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9" name="pt248"/>
            <p:cNvSpPr/>
            <p:nvPr/>
          </p:nvSpPr>
          <p:spPr>
            <a:xfrm>
              <a:off x="3634649" y="248878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0" name="pt249"/>
            <p:cNvSpPr/>
            <p:nvPr/>
          </p:nvSpPr>
          <p:spPr>
            <a:xfrm>
              <a:off x="3435249" y="228984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1" name="pt250"/>
            <p:cNvSpPr/>
            <p:nvPr/>
          </p:nvSpPr>
          <p:spPr>
            <a:xfrm>
              <a:off x="3549381" y="237856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2" name="pt251"/>
            <p:cNvSpPr/>
            <p:nvPr/>
          </p:nvSpPr>
          <p:spPr>
            <a:xfrm>
              <a:off x="3408385" y="325346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3" name="pt252"/>
            <p:cNvSpPr/>
            <p:nvPr/>
          </p:nvSpPr>
          <p:spPr>
            <a:xfrm>
              <a:off x="3637071" y="319348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4" name="pt253"/>
            <p:cNvSpPr/>
            <p:nvPr/>
          </p:nvSpPr>
          <p:spPr>
            <a:xfrm>
              <a:off x="3387859" y="231681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5" name="pt254"/>
            <p:cNvSpPr/>
            <p:nvPr/>
          </p:nvSpPr>
          <p:spPr>
            <a:xfrm>
              <a:off x="3600011" y="248443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6" name="pt255"/>
            <p:cNvSpPr/>
            <p:nvPr/>
          </p:nvSpPr>
          <p:spPr>
            <a:xfrm>
              <a:off x="3411206" y="250497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7" name="pt256"/>
            <p:cNvSpPr/>
            <p:nvPr/>
          </p:nvSpPr>
          <p:spPr>
            <a:xfrm>
              <a:off x="3610635" y="247523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8" name="pt257"/>
            <p:cNvSpPr/>
            <p:nvPr/>
          </p:nvSpPr>
          <p:spPr>
            <a:xfrm>
              <a:off x="3401302" y="237884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9" name="pt258"/>
            <p:cNvSpPr/>
            <p:nvPr/>
          </p:nvSpPr>
          <p:spPr>
            <a:xfrm>
              <a:off x="3582809" y="260986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0" name="pt259"/>
            <p:cNvSpPr/>
            <p:nvPr/>
          </p:nvSpPr>
          <p:spPr>
            <a:xfrm>
              <a:off x="3436110" y="211760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1" name="pt260"/>
            <p:cNvSpPr/>
            <p:nvPr/>
          </p:nvSpPr>
          <p:spPr>
            <a:xfrm>
              <a:off x="3641970" y="226682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2" name="pt261"/>
            <p:cNvSpPr/>
            <p:nvPr/>
          </p:nvSpPr>
          <p:spPr>
            <a:xfrm>
              <a:off x="3440649" y="228467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3" name="pt262"/>
            <p:cNvSpPr/>
            <p:nvPr/>
          </p:nvSpPr>
          <p:spPr>
            <a:xfrm>
              <a:off x="3599561" y="230434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4" name="pt263"/>
            <p:cNvSpPr/>
            <p:nvPr/>
          </p:nvSpPr>
          <p:spPr>
            <a:xfrm>
              <a:off x="3362699" y="262495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5" name="pt264"/>
            <p:cNvSpPr/>
            <p:nvPr/>
          </p:nvSpPr>
          <p:spPr>
            <a:xfrm>
              <a:off x="3637093" y="295434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6" name="pt265"/>
            <p:cNvSpPr/>
            <p:nvPr/>
          </p:nvSpPr>
          <p:spPr>
            <a:xfrm>
              <a:off x="3395848" y="259164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7" name="pt266"/>
            <p:cNvSpPr/>
            <p:nvPr/>
          </p:nvSpPr>
          <p:spPr>
            <a:xfrm>
              <a:off x="3635422" y="250313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8" name="pt267"/>
            <p:cNvSpPr/>
            <p:nvPr/>
          </p:nvSpPr>
          <p:spPr>
            <a:xfrm>
              <a:off x="3364147" y="230476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9" name="pt268"/>
            <p:cNvSpPr/>
            <p:nvPr/>
          </p:nvSpPr>
          <p:spPr>
            <a:xfrm>
              <a:off x="3630152" y="247444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0" name="pt269"/>
            <p:cNvSpPr/>
            <p:nvPr/>
          </p:nvSpPr>
          <p:spPr>
            <a:xfrm>
              <a:off x="3370881" y="255864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1" name="pt270"/>
            <p:cNvSpPr/>
            <p:nvPr/>
          </p:nvSpPr>
          <p:spPr>
            <a:xfrm>
              <a:off x="3609482" y="281544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2" name="pt271"/>
            <p:cNvSpPr/>
            <p:nvPr/>
          </p:nvSpPr>
          <p:spPr>
            <a:xfrm>
              <a:off x="3417352" y="239134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3" name="pt272"/>
            <p:cNvSpPr/>
            <p:nvPr/>
          </p:nvSpPr>
          <p:spPr>
            <a:xfrm>
              <a:off x="3551912" y="253034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4" name="pt273"/>
            <p:cNvSpPr/>
            <p:nvPr/>
          </p:nvSpPr>
          <p:spPr>
            <a:xfrm>
              <a:off x="3437839" y="232383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5" name="pt274"/>
            <p:cNvSpPr/>
            <p:nvPr/>
          </p:nvSpPr>
          <p:spPr>
            <a:xfrm>
              <a:off x="3626523" y="248600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6" name="pt275"/>
            <p:cNvSpPr/>
            <p:nvPr/>
          </p:nvSpPr>
          <p:spPr>
            <a:xfrm>
              <a:off x="3348210" y="203021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7" name="pt276"/>
            <p:cNvSpPr/>
            <p:nvPr/>
          </p:nvSpPr>
          <p:spPr>
            <a:xfrm>
              <a:off x="3610897" y="229964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8" name="pt277"/>
            <p:cNvSpPr/>
            <p:nvPr/>
          </p:nvSpPr>
          <p:spPr>
            <a:xfrm>
              <a:off x="3367773" y="220820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9" name="pt278"/>
            <p:cNvSpPr/>
            <p:nvPr/>
          </p:nvSpPr>
          <p:spPr>
            <a:xfrm>
              <a:off x="3605388" y="263961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0" name="pt279"/>
            <p:cNvSpPr/>
            <p:nvPr/>
          </p:nvSpPr>
          <p:spPr>
            <a:xfrm>
              <a:off x="3419195" y="196833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1" name="pt280"/>
            <p:cNvSpPr/>
            <p:nvPr/>
          </p:nvSpPr>
          <p:spPr>
            <a:xfrm>
              <a:off x="3562709" y="233320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2" name="pt281"/>
            <p:cNvSpPr/>
            <p:nvPr/>
          </p:nvSpPr>
          <p:spPr>
            <a:xfrm>
              <a:off x="3431592" y="224337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3" name="pt282"/>
            <p:cNvSpPr/>
            <p:nvPr/>
          </p:nvSpPr>
          <p:spPr>
            <a:xfrm>
              <a:off x="3606391" y="234464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4" name="pt283"/>
            <p:cNvSpPr/>
            <p:nvPr/>
          </p:nvSpPr>
          <p:spPr>
            <a:xfrm>
              <a:off x="3437136" y="241299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5" name="pt284"/>
            <p:cNvSpPr/>
            <p:nvPr/>
          </p:nvSpPr>
          <p:spPr>
            <a:xfrm>
              <a:off x="3599413" y="226438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6" name="pt285"/>
            <p:cNvSpPr/>
            <p:nvPr/>
          </p:nvSpPr>
          <p:spPr>
            <a:xfrm>
              <a:off x="3387852" y="24581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7" name="pt286"/>
            <p:cNvSpPr/>
            <p:nvPr/>
          </p:nvSpPr>
          <p:spPr>
            <a:xfrm>
              <a:off x="3618333" y="265733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8" name="pt287"/>
            <p:cNvSpPr/>
            <p:nvPr/>
          </p:nvSpPr>
          <p:spPr>
            <a:xfrm>
              <a:off x="3370698" y="268332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9" name="pt288"/>
            <p:cNvSpPr/>
            <p:nvPr/>
          </p:nvSpPr>
          <p:spPr>
            <a:xfrm>
              <a:off x="3650102" y="260115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0" name="pt289"/>
            <p:cNvSpPr/>
            <p:nvPr/>
          </p:nvSpPr>
          <p:spPr>
            <a:xfrm>
              <a:off x="3436313" y="279144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1" name="pt290"/>
            <p:cNvSpPr/>
            <p:nvPr/>
          </p:nvSpPr>
          <p:spPr>
            <a:xfrm>
              <a:off x="3586668" y="264372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2" name="pt291"/>
            <p:cNvSpPr/>
            <p:nvPr/>
          </p:nvSpPr>
          <p:spPr>
            <a:xfrm>
              <a:off x="3345818" y="227962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3" name="pt292"/>
            <p:cNvSpPr/>
            <p:nvPr/>
          </p:nvSpPr>
          <p:spPr>
            <a:xfrm>
              <a:off x="3648665" y="231982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4" name="pt293"/>
            <p:cNvSpPr/>
            <p:nvPr/>
          </p:nvSpPr>
          <p:spPr>
            <a:xfrm>
              <a:off x="3408686" y="275737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5" name="pt294"/>
            <p:cNvSpPr/>
            <p:nvPr/>
          </p:nvSpPr>
          <p:spPr>
            <a:xfrm>
              <a:off x="3554203" y="262316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6" name="pt295"/>
            <p:cNvSpPr/>
            <p:nvPr/>
          </p:nvSpPr>
          <p:spPr>
            <a:xfrm>
              <a:off x="3391601" y="255686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7" name="pt296"/>
            <p:cNvSpPr/>
            <p:nvPr/>
          </p:nvSpPr>
          <p:spPr>
            <a:xfrm>
              <a:off x="3639740" y="281013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8" name="pt297"/>
            <p:cNvSpPr/>
            <p:nvPr/>
          </p:nvSpPr>
          <p:spPr>
            <a:xfrm>
              <a:off x="3350943" y="260465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9" name="pt298"/>
            <p:cNvSpPr/>
            <p:nvPr/>
          </p:nvSpPr>
          <p:spPr>
            <a:xfrm>
              <a:off x="3570005" y="258586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0" name="pt299"/>
            <p:cNvSpPr/>
            <p:nvPr/>
          </p:nvSpPr>
          <p:spPr>
            <a:xfrm>
              <a:off x="3400601" y="266564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1" name="pt300"/>
            <p:cNvSpPr/>
            <p:nvPr/>
          </p:nvSpPr>
          <p:spPr>
            <a:xfrm>
              <a:off x="3584561" y="291231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2" name="pt301"/>
            <p:cNvSpPr/>
            <p:nvPr/>
          </p:nvSpPr>
          <p:spPr>
            <a:xfrm>
              <a:off x="3402498" y="239455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3" name="pt302"/>
            <p:cNvSpPr/>
            <p:nvPr/>
          </p:nvSpPr>
          <p:spPr>
            <a:xfrm>
              <a:off x="3556482" y="23837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4" name="pt303"/>
            <p:cNvSpPr/>
            <p:nvPr/>
          </p:nvSpPr>
          <p:spPr>
            <a:xfrm>
              <a:off x="3361023" y="261023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5" name="pt304"/>
            <p:cNvSpPr/>
            <p:nvPr/>
          </p:nvSpPr>
          <p:spPr>
            <a:xfrm>
              <a:off x="3611656" y="271178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6" name="pt305"/>
            <p:cNvSpPr/>
            <p:nvPr/>
          </p:nvSpPr>
          <p:spPr>
            <a:xfrm>
              <a:off x="3416757" y="244719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7" name="pt306"/>
            <p:cNvSpPr/>
            <p:nvPr/>
          </p:nvSpPr>
          <p:spPr>
            <a:xfrm>
              <a:off x="3596338" y="246178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8" name="pt307"/>
            <p:cNvSpPr/>
            <p:nvPr/>
          </p:nvSpPr>
          <p:spPr>
            <a:xfrm>
              <a:off x="3409100" y="222734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9" name="pt308"/>
            <p:cNvSpPr/>
            <p:nvPr/>
          </p:nvSpPr>
          <p:spPr>
            <a:xfrm>
              <a:off x="3611164" y="227730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0" name="pt309"/>
            <p:cNvSpPr/>
            <p:nvPr/>
          </p:nvSpPr>
          <p:spPr>
            <a:xfrm>
              <a:off x="3429073" y="248807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1" name="pt310"/>
            <p:cNvSpPr/>
            <p:nvPr/>
          </p:nvSpPr>
          <p:spPr>
            <a:xfrm>
              <a:off x="3572150" y="253809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2" name="pt311"/>
            <p:cNvSpPr/>
            <p:nvPr/>
          </p:nvSpPr>
          <p:spPr>
            <a:xfrm>
              <a:off x="3441933" y="257364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3" name="pt312"/>
            <p:cNvSpPr/>
            <p:nvPr/>
          </p:nvSpPr>
          <p:spPr>
            <a:xfrm>
              <a:off x="3630459" y="252335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4" name="pt313"/>
            <p:cNvSpPr/>
            <p:nvPr/>
          </p:nvSpPr>
          <p:spPr>
            <a:xfrm>
              <a:off x="3415269" y="229074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5" name="pt314"/>
            <p:cNvSpPr/>
            <p:nvPr/>
          </p:nvSpPr>
          <p:spPr>
            <a:xfrm>
              <a:off x="3625634" y="272578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6" name="pt315"/>
            <p:cNvSpPr/>
            <p:nvPr/>
          </p:nvSpPr>
          <p:spPr>
            <a:xfrm>
              <a:off x="3433633" y="257416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7" name="pt316"/>
            <p:cNvSpPr/>
            <p:nvPr/>
          </p:nvSpPr>
          <p:spPr>
            <a:xfrm>
              <a:off x="3575250" y="287352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8" name="pt317"/>
            <p:cNvSpPr/>
            <p:nvPr/>
          </p:nvSpPr>
          <p:spPr>
            <a:xfrm>
              <a:off x="3427331" y="255890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9" name="pt318"/>
            <p:cNvSpPr/>
            <p:nvPr/>
          </p:nvSpPr>
          <p:spPr>
            <a:xfrm>
              <a:off x="3555218" y="241704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0" name="pt319"/>
            <p:cNvSpPr/>
            <p:nvPr/>
          </p:nvSpPr>
          <p:spPr>
            <a:xfrm>
              <a:off x="3342007" y="243282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1" name="pt320"/>
            <p:cNvSpPr/>
            <p:nvPr/>
          </p:nvSpPr>
          <p:spPr>
            <a:xfrm>
              <a:off x="3570349" y="258448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2" name="pt321"/>
            <p:cNvSpPr/>
            <p:nvPr/>
          </p:nvSpPr>
          <p:spPr>
            <a:xfrm>
              <a:off x="3394037" y="286326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3" name="pt322"/>
            <p:cNvSpPr/>
            <p:nvPr/>
          </p:nvSpPr>
          <p:spPr>
            <a:xfrm>
              <a:off x="3569824" y="271496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4" name="pt323"/>
            <p:cNvSpPr/>
            <p:nvPr/>
          </p:nvSpPr>
          <p:spPr>
            <a:xfrm>
              <a:off x="3439292" y="244175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5" name="pt324"/>
            <p:cNvSpPr/>
            <p:nvPr/>
          </p:nvSpPr>
          <p:spPr>
            <a:xfrm>
              <a:off x="3572081" y="236450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6" name="pt325"/>
            <p:cNvSpPr/>
            <p:nvPr/>
          </p:nvSpPr>
          <p:spPr>
            <a:xfrm>
              <a:off x="3346285" y="240917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7" name="pt326"/>
            <p:cNvSpPr/>
            <p:nvPr/>
          </p:nvSpPr>
          <p:spPr>
            <a:xfrm>
              <a:off x="3596132" y="232118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8" name="pt327"/>
            <p:cNvSpPr/>
            <p:nvPr/>
          </p:nvSpPr>
          <p:spPr>
            <a:xfrm>
              <a:off x="3374659" y="283119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9" name="pt328"/>
            <p:cNvSpPr/>
            <p:nvPr/>
          </p:nvSpPr>
          <p:spPr>
            <a:xfrm>
              <a:off x="3614867" y="244699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0" name="pt329"/>
            <p:cNvSpPr/>
            <p:nvPr/>
          </p:nvSpPr>
          <p:spPr>
            <a:xfrm>
              <a:off x="3370166" y="290393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1" name="pt330"/>
            <p:cNvSpPr/>
            <p:nvPr/>
          </p:nvSpPr>
          <p:spPr>
            <a:xfrm>
              <a:off x="3652149" y="284232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2" name="pt331"/>
            <p:cNvSpPr/>
            <p:nvPr/>
          </p:nvSpPr>
          <p:spPr>
            <a:xfrm>
              <a:off x="3425572" y="227235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3" name="pt332"/>
            <p:cNvSpPr/>
            <p:nvPr/>
          </p:nvSpPr>
          <p:spPr>
            <a:xfrm>
              <a:off x="3553012" y="241587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4" name="pt333"/>
            <p:cNvSpPr/>
            <p:nvPr/>
          </p:nvSpPr>
          <p:spPr>
            <a:xfrm>
              <a:off x="3360599" y="264491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5" name="pt334"/>
            <p:cNvSpPr/>
            <p:nvPr/>
          </p:nvSpPr>
          <p:spPr>
            <a:xfrm>
              <a:off x="3601817" y="26362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6" name="pt335"/>
            <p:cNvSpPr/>
            <p:nvPr/>
          </p:nvSpPr>
          <p:spPr>
            <a:xfrm>
              <a:off x="3373118" y="252117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7" name="pt336"/>
            <p:cNvSpPr/>
            <p:nvPr/>
          </p:nvSpPr>
          <p:spPr>
            <a:xfrm>
              <a:off x="3611136" y="254138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8" name="pt337"/>
            <p:cNvSpPr/>
            <p:nvPr/>
          </p:nvSpPr>
          <p:spPr>
            <a:xfrm>
              <a:off x="3424274" y="241073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9" name="pt338"/>
            <p:cNvSpPr/>
            <p:nvPr/>
          </p:nvSpPr>
          <p:spPr>
            <a:xfrm>
              <a:off x="3642164" y="256584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0" name="pt339"/>
            <p:cNvSpPr/>
            <p:nvPr/>
          </p:nvSpPr>
          <p:spPr>
            <a:xfrm>
              <a:off x="3398806" y="259036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1" name="pt340"/>
            <p:cNvSpPr/>
            <p:nvPr/>
          </p:nvSpPr>
          <p:spPr>
            <a:xfrm>
              <a:off x="3558602" y="238696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2" name="pt341"/>
            <p:cNvSpPr/>
            <p:nvPr/>
          </p:nvSpPr>
          <p:spPr>
            <a:xfrm>
              <a:off x="3376707" y="264835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3" name="pt342"/>
            <p:cNvSpPr/>
            <p:nvPr/>
          </p:nvSpPr>
          <p:spPr>
            <a:xfrm>
              <a:off x="3621002" y="246755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4" name="pt343"/>
            <p:cNvSpPr/>
            <p:nvPr/>
          </p:nvSpPr>
          <p:spPr>
            <a:xfrm>
              <a:off x="3396851" y="236528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5" name="pt344"/>
            <p:cNvSpPr/>
            <p:nvPr/>
          </p:nvSpPr>
          <p:spPr>
            <a:xfrm>
              <a:off x="3556095" y="231183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6" name="pt345"/>
            <p:cNvSpPr/>
            <p:nvPr/>
          </p:nvSpPr>
          <p:spPr>
            <a:xfrm>
              <a:off x="3376782" y="212975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7" name="pt346"/>
            <p:cNvSpPr/>
            <p:nvPr/>
          </p:nvSpPr>
          <p:spPr>
            <a:xfrm>
              <a:off x="3552028" y="210479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8" name="pt347"/>
            <p:cNvSpPr/>
            <p:nvPr/>
          </p:nvSpPr>
          <p:spPr>
            <a:xfrm>
              <a:off x="3363516" y="232762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9" name="pt348"/>
            <p:cNvSpPr/>
            <p:nvPr/>
          </p:nvSpPr>
          <p:spPr>
            <a:xfrm>
              <a:off x="3579713" y="227245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0" name="pt349"/>
            <p:cNvSpPr/>
            <p:nvPr/>
          </p:nvSpPr>
          <p:spPr>
            <a:xfrm>
              <a:off x="3367742" y="224402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1" name="pt350"/>
            <p:cNvSpPr/>
            <p:nvPr/>
          </p:nvSpPr>
          <p:spPr>
            <a:xfrm>
              <a:off x="3632598" y="219636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2" name="pt351"/>
            <p:cNvSpPr/>
            <p:nvPr/>
          </p:nvSpPr>
          <p:spPr>
            <a:xfrm>
              <a:off x="3352154" y="235700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3" name="pt352"/>
            <p:cNvSpPr/>
            <p:nvPr/>
          </p:nvSpPr>
          <p:spPr>
            <a:xfrm>
              <a:off x="3645392" y="248330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4" name="pt353"/>
            <p:cNvSpPr/>
            <p:nvPr/>
          </p:nvSpPr>
          <p:spPr>
            <a:xfrm>
              <a:off x="3362607" y="266336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5" name="pt354"/>
            <p:cNvSpPr/>
            <p:nvPr/>
          </p:nvSpPr>
          <p:spPr>
            <a:xfrm>
              <a:off x="3594536" y="263299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6" name="pt355"/>
            <p:cNvSpPr/>
            <p:nvPr/>
          </p:nvSpPr>
          <p:spPr>
            <a:xfrm>
              <a:off x="3378661" y="258053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7" name="pt356"/>
            <p:cNvSpPr/>
            <p:nvPr/>
          </p:nvSpPr>
          <p:spPr>
            <a:xfrm>
              <a:off x="3587122" y="24528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8" name="pt357"/>
            <p:cNvSpPr/>
            <p:nvPr/>
          </p:nvSpPr>
          <p:spPr>
            <a:xfrm>
              <a:off x="3411631" y="247827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9" name="pt358"/>
            <p:cNvSpPr/>
            <p:nvPr/>
          </p:nvSpPr>
          <p:spPr>
            <a:xfrm>
              <a:off x="3583355" y="231260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0" name="pt359"/>
            <p:cNvSpPr/>
            <p:nvPr/>
          </p:nvSpPr>
          <p:spPr>
            <a:xfrm>
              <a:off x="3344855" y="212037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1" name="pt360"/>
            <p:cNvSpPr/>
            <p:nvPr/>
          </p:nvSpPr>
          <p:spPr>
            <a:xfrm>
              <a:off x="3580548" y="21571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2" name="pt361"/>
            <p:cNvSpPr/>
            <p:nvPr/>
          </p:nvSpPr>
          <p:spPr>
            <a:xfrm>
              <a:off x="3409356" y="276704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3" name="pt362"/>
            <p:cNvSpPr/>
            <p:nvPr/>
          </p:nvSpPr>
          <p:spPr>
            <a:xfrm>
              <a:off x="3573942" y="232540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4" name="pt363"/>
            <p:cNvSpPr/>
            <p:nvPr/>
          </p:nvSpPr>
          <p:spPr>
            <a:xfrm>
              <a:off x="3338511" y="236369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5" name="pt364"/>
            <p:cNvSpPr/>
            <p:nvPr/>
          </p:nvSpPr>
          <p:spPr>
            <a:xfrm>
              <a:off x="3635479" y="250661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6" name="pt365"/>
            <p:cNvSpPr/>
            <p:nvPr/>
          </p:nvSpPr>
          <p:spPr>
            <a:xfrm>
              <a:off x="3349949" y="220502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7" name="pt366"/>
            <p:cNvSpPr/>
            <p:nvPr/>
          </p:nvSpPr>
          <p:spPr>
            <a:xfrm>
              <a:off x="3609194" y="225071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8" name="pt367"/>
            <p:cNvSpPr/>
            <p:nvPr/>
          </p:nvSpPr>
          <p:spPr>
            <a:xfrm>
              <a:off x="3338596" y="209372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9" name="pt368"/>
            <p:cNvSpPr/>
            <p:nvPr/>
          </p:nvSpPr>
          <p:spPr>
            <a:xfrm>
              <a:off x="3555342" y="207850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0" name="pt369"/>
            <p:cNvSpPr/>
            <p:nvPr/>
          </p:nvSpPr>
          <p:spPr>
            <a:xfrm>
              <a:off x="3383232" y="205268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1" name="pt370"/>
            <p:cNvSpPr/>
            <p:nvPr/>
          </p:nvSpPr>
          <p:spPr>
            <a:xfrm>
              <a:off x="3585911" y="193471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2" name="pt371"/>
            <p:cNvSpPr/>
            <p:nvPr/>
          </p:nvSpPr>
          <p:spPr>
            <a:xfrm>
              <a:off x="3427905" y="158699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3" name="pt372"/>
            <p:cNvSpPr/>
            <p:nvPr/>
          </p:nvSpPr>
          <p:spPr>
            <a:xfrm>
              <a:off x="3606932" y="221135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4" name="pt373"/>
            <p:cNvSpPr/>
            <p:nvPr/>
          </p:nvSpPr>
          <p:spPr>
            <a:xfrm>
              <a:off x="3379377" y="237453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5" name="pt374"/>
            <p:cNvSpPr/>
            <p:nvPr/>
          </p:nvSpPr>
          <p:spPr>
            <a:xfrm>
              <a:off x="3602143" y="241037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6" name="pt375"/>
            <p:cNvSpPr/>
            <p:nvPr/>
          </p:nvSpPr>
          <p:spPr>
            <a:xfrm>
              <a:off x="3382931" y="216236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7" name="pt376"/>
            <p:cNvSpPr/>
            <p:nvPr/>
          </p:nvSpPr>
          <p:spPr>
            <a:xfrm>
              <a:off x="3590738" y="213007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8" name="pt377"/>
            <p:cNvSpPr/>
            <p:nvPr/>
          </p:nvSpPr>
          <p:spPr>
            <a:xfrm>
              <a:off x="4847415" y="273359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9" name="pt378"/>
            <p:cNvSpPr/>
            <p:nvPr/>
          </p:nvSpPr>
          <p:spPr>
            <a:xfrm>
              <a:off x="5101871" y="25418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0" name="pt379"/>
            <p:cNvSpPr/>
            <p:nvPr/>
          </p:nvSpPr>
          <p:spPr>
            <a:xfrm>
              <a:off x="4855419" y="213118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1" name="pt380"/>
            <p:cNvSpPr/>
            <p:nvPr/>
          </p:nvSpPr>
          <p:spPr>
            <a:xfrm>
              <a:off x="5082143" y="231219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2" name="pt381"/>
            <p:cNvSpPr/>
            <p:nvPr/>
          </p:nvSpPr>
          <p:spPr>
            <a:xfrm>
              <a:off x="4848912" y="216705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3" name="pt382"/>
            <p:cNvSpPr/>
            <p:nvPr/>
          </p:nvSpPr>
          <p:spPr>
            <a:xfrm>
              <a:off x="5058995" y="252596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4" name="pt383"/>
            <p:cNvSpPr/>
            <p:nvPr/>
          </p:nvSpPr>
          <p:spPr>
            <a:xfrm>
              <a:off x="4798686" y="196864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5" name="pt384"/>
            <p:cNvSpPr/>
            <p:nvPr/>
          </p:nvSpPr>
          <p:spPr>
            <a:xfrm>
              <a:off x="5017171" y="215408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6" name="pt385"/>
            <p:cNvSpPr/>
            <p:nvPr/>
          </p:nvSpPr>
          <p:spPr>
            <a:xfrm>
              <a:off x="4873559" y="219941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7" name="pt386"/>
            <p:cNvSpPr/>
            <p:nvPr/>
          </p:nvSpPr>
          <p:spPr>
            <a:xfrm>
              <a:off x="5083205" y="229810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8" name="pt387"/>
            <p:cNvSpPr/>
            <p:nvPr/>
          </p:nvSpPr>
          <p:spPr>
            <a:xfrm>
              <a:off x="4866545" y="232172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9" name="pt388"/>
            <p:cNvSpPr/>
            <p:nvPr/>
          </p:nvSpPr>
          <p:spPr>
            <a:xfrm>
              <a:off x="5101754" y="265351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0" name="pt389"/>
            <p:cNvSpPr/>
            <p:nvPr/>
          </p:nvSpPr>
          <p:spPr>
            <a:xfrm>
              <a:off x="4816633" y="222855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1" name="pt390"/>
            <p:cNvSpPr/>
            <p:nvPr/>
          </p:nvSpPr>
          <p:spPr>
            <a:xfrm>
              <a:off x="5090992" y="227495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2" name="pt391"/>
            <p:cNvSpPr/>
            <p:nvPr/>
          </p:nvSpPr>
          <p:spPr>
            <a:xfrm>
              <a:off x="4867787" y="238334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3" name="pt392"/>
            <p:cNvSpPr/>
            <p:nvPr/>
          </p:nvSpPr>
          <p:spPr>
            <a:xfrm>
              <a:off x="5041391" y="238041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4" name="pt393"/>
            <p:cNvSpPr/>
            <p:nvPr/>
          </p:nvSpPr>
          <p:spPr>
            <a:xfrm>
              <a:off x="4825375" y="244248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5" name="pt394"/>
            <p:cNvSpPr/>
            <p:nvPr/>
          </p:nvSpPr>
          <p:spPr>
            <a:xfrm>
              <a:off x="5031972" y="246814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6" name="pt395"/>
            <p:cNvSpPr/>
            <p:nvPr/>
          </p:nvSpPr>
          <p:spPr>
            <a:xfrm>
              <a:off x="4890215" y="255399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7" name="pt396"/>
            <p:cNvSpPr/>
            <p:nvPr/>
          </p:nvSpPr>
          <p:spPr>
            <a:xfrm>
              <a:off x="5082769" y="268439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8" name="pt397"/>
            <p:cNvSpPr/>
            <p:nvPr/>
          </p:nvSpPr>
          <p:spPr>
            <a:xfrm>
              <a:off x="4888796" y="265012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9" name="pt398"/>
            <p:cNvSpPr/>
            <p:nvPr/>
          </p:nvSpPr>
          <p:spPr>
            <a:xfrm>
              <a:off x="5092501" y="294380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0" name="pt399"/>
            <p:cNvSpPr/>
            <p:nvPr/>
          </p:nvSpPr>
          <p:spPr>
            <a:xfrm>
              <a:off x="4807409" y="216490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1" name="pt400"/>
            <p:cNvSpPr/>
            <p:nvPr/>
          </p:nvSpPr>
          <p:spPr>
            <a:xfrm>
              <a:off x="5031573" y="233929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2" name="pt401"/>
            <p:cNvSpPr/>
            <p:nvPr/>
          </p:nvSpPr>
          <p:spPr>
            <a:xfrm>
              <a:off x="4860577" y="254805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3" name="pt402"/>
            <p:cNvSpPr/>
            <p:nvPr/>
          </p:nvSpPr>
          <p:spPr>
            <a:xfrm>
              <a:off x="5027164" y="26942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4" name="pt403"/>
            <p:cNvSpPr/>
            <p:nvPr/>
          </p:nvSpPr>
          <p:spPr>
            <a:xfrm>
              <a:off x="4813710" y="197951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5" name="pt404"/>
            <p:cNvSpPr/>
            <p:nvPr/>
          </p:nvSpPr>
          <p:spPr>
            <a:xfrm>
              <a:off x="5074796" y="224389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6" name="pt405"/>
            <p:cNvSpPr/>
            <p:nvPr/>
          </p:nvSpPr>
          <p:spPr>
            <a:xfrm>
              <a:off x="4834825" y="216385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7" name="pt406"/>
            <p:cNvSpPr/>
            <p:nvPr/>
          </p:nvSpPr>
          <p:spPr>
            <a:xfrm>
              <a:off x="5092868" y="229637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8" name="pt407"/>
            <p:cNvSpPr/>
            <p:nvPr/>
          </p:nvSpPr>
          <p:spPr>
            <a:xfrm>
              <a:off x="4826914" y="199118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9" name="pt408"/>
            <p:cNvSpPr/>
            <p:nvPr/>
          </p:nvSpPr>
          <p:spPr>
            <a:xfrm>
              <a:off x="5084728" y="222349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0" name="pt409"/>
            <p:cNvSpPr/>
            <p:nvPr/>
          </p:nvSpPr>
          <p:spPr>
            <a:xfrm>
              <a:off x="4823345" y="306210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1" name="pt410"/>
            <p:cNvSpPr/>
            <p:nvPr/>
          </p:nvSpPr>
          <p:spPr>
            <a:xfrm>
              <a:off x="5012125" y="290652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2" name="pt411"/>
            <p:cNvSpPr/>
            <p:nvPr/>
          </p:nvSpPr>
          <p:spPr>
            <a:xfrm>
              <a:off x="4809723" y="275947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3" name="pt412"/>
            <p:cNvSpPr/>
            <p:nvPr/>
          </p:nvSpPr>
          <p:spPr>
            <a:xfrm>
              <a:off x="5084323" y="252966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4" name="pt413"/>
            <p:cNvSpPr/>
            <p:nvPr/>
          </p:nvSpPr>
          <p:spPr>
            <a:xfrm>
              <a:off x="4846015" y="19988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5" name="pt414"/>
            <p:cNvSpPr/>
            <p:nvPr/>
          </p:nvSpPr>
          <p:spPr>
            <a:xfrm>
              <a:off x="5104651" y="237510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6" name="pt415"/>
            <p:cNvSpPr/>
            <p:nvPr/>
          </p:nvSpPr>
          <p:spPr>
            <a:xfrm>
              <a:off x="4874408" y="247764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7" name="pt416"/>
            <p:cNvSpPr/>
            <p:nvPr/>
          </p:nvSpPr>
          <p:spPr>
            <a:xfrm>
              <a:off x="5081753" y="269801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8" name="pt417"/>
            <p:cNvSpPr/>
            <p:nvPr/>
          </p:nvSpPr>
          <p:spPr>
            <a:xfrm>
              <a:off x="4874202" y="22200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9" name="pt418"/>
            <p:cNvSpPr/>
            <p:nvPr/>
          </p:nvSpPr>
          <p:spPr>
            <a:xfrm>
              <a:off x="5043949" y="235162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0" name="pt419"/>
            <p:cNvSpPr/>
            <p:nvPr/>
          </p:nvSpPr>
          <p:spPr>
            <a:xfrm>
              <a:off x="4827433" y="235786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1" name="pt420"/>
            <p:cNvSpPr/>
            <p:nvPr/>
          </p:nvSpPr>
          <p:spPr>
            <a:xfrm>
              <a:off x="5025635" y="251983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2" name="pt421"/>
            <p:cNvSpPr/>
            <p:nvPr/>
          </p:nvSpPr>
          <p:spPr>
            <a:xfrm>
              <a:off x="4856511" y="29444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3" name="pt422"/>
            <p:cNvSpPr/>
            <p:nvPr/>
          </p:nvSpPr>
          <p:spPr>
            <a:xfrm>
              <a:off x="5036982" y="275216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4" name="pt423"/>
            <p:cNvSpPr/>
            <p:nvPr/>
          </p:nvSpPr>
          <p:spPr>
            <a:xfrm>
              <a:off x="4830807" y="248180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5" name="pt424"/>
            <p:cNvSpPr/>
            <p:nvPr/>
          </p:nvSpPr>
          <p:spPr>
            <a:xfrm>
              <a:off x="5024987" y="262739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6" name="pt425"/>
            <p:cNvSpPr/>
            <p:nvPr/>
          </p:nvSpPr>
          <p:spPr>
            <a:xfrm>
              <a:off x="4866653" y="234238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7" name="pt426"/>
            <p:cNvSpPr/>
            <p:nvPr/>
          </p:nvSpPr>
          <p:spPr>
            <a:xfrm>
              <a:off x="5040071" y="260411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8" name="pt427"/>
            <p:cNvSpPr/>
            <p:nvPr/>
          </p:nvSpPr>
          <p:spPr>
            <a:xfrm>
              <a:off x="4817826" y="240742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9" name="pt428"/>
            <p:cNvSpPr/>
            <p:nvPr/>
          </p:nvSpPr>
          <p:spPr>
            <a:xfrm>
              <a:off x="5080882" y="237402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0" name="pt429"/>
            <p:cNvSpPr/>
            <p:nvPr/>
          </p:nvSpPr>
          <p:spPr>
            <a:xfrm>
              <a:off x="4890584" y="288905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1" name="pt430"/>
            <p:cNvSpPr/>
            <p:nvPr/>
          </p:nvSpPr>
          <p:spPr>
            <a:xfrm>
              <a:off x="5009383" y="323710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2" name="pt431"/>
            <p:cNvSpPr/>
            <p:nvPr/>
          </p:nvSpPr>
          <p:spPr>
            <a:xfrm>
              <a:off x="4805120" y="214975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3" name="pt432"/>
            <p:cNvSpPr/>
            <p:nvPr/>
          </p:nvSpPr>
          <p:spPr>
            <a:xfrm>
              <a:off x="5045832" y="226897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4" name="pt433"/>
            <p:cNvSpPr/>
            <p:nvPr/>
          </p:nvSpPr>
          <p:spPr>
            <a:xfrm>
              <a:off x="4804347" y="224014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5" name="pt434"/>
            <p:cNvSpPr/>
            <p:nvPr/>
          </p:nvSpPr>
          <p:spPr>
            <a:xfrm>
              <a:off x="5101487" y="229915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6" name="pt435"/>
            <p:cNvSpPr/>
            <p:nvPr/>
          </p:nvSpPr>
          <p:spPr>
            <a:xfrm>
              <a:off x="4863042" y="201634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7" name="pt436"/>
            <p:cNvSpPr/>
            <p:nvPr/>
          </p:nvSpPr>
          <p:spPr>
            <a:xfrm>
              <a:off x="5033447" y="219340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8" name="pt437"/>
            <p:cNvSpPr/>
            <p:nvPr/>
          </p:nvSpPr>
          <p:spPr>
            <a:xfrm>
              <a:off x="4883792" y="208299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9" name="pt438"/>
            <p:cNvSpPr/>
            <p:nvPr/>
          </p:nvSpPr>
          <p:spPr>
            <a:xfrm>
              <a:off x="5020966" y="212915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0" name="pt439"/>
            <p:cNvSpPr/>
            <p:nvPr/>
          </p:nvSpPr>
          <p:spPr>
            <a:xfrm>
              <a:off x="4850963" y="204947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1" name="pt440"/>
            <p:cNvSpPr/>
            <p:nvPr/>
          </p:nvSpPr>
          <p:spPr>
            <a:xfrm>
              <a:off x="5089511" y="213662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2" name="pt441"/>
            <p:cNvSpPr/>
            <p:nvPr/>
          </p:nvSpPr>
          <p:spPr>
            <a:xfrm>
              <a:off x="4840025" y="241022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3" name="pt442"/>
            <p:cNvSpPr/>
            <p:nvPr/>
          </p:nvSpPr>
          <p:spPr>
            <a:xfrm>
              <a:off x="5048397" y="229335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4" name="pt443"/>
            <p:cNvSpPr/>
            <p:nvPr/>
          </p:nvSpPr>
          <p:spPr>
            <a:xfrm>
              <a:off x="4818475" y="222064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5" name="pt444"/>
            <p:cNvSpPr/>
            <p:nvPr/>
          </p:nvSpPr>
          <p:spPr>
            <a:xfrm>
              <a:off x="5062096" y="22928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6" name="pt445"/>
            <p:cNvSpPr/>
            <p:nvPr/>
          </p:nvSpPr>
          <p:spPr>
            <a:xfrm>
              <a:off x="4866889" y="190569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7" name="pt446"/>
            <p:cNvSpPr/>
            <p:nvPr/>
          </p:nvSpPr>
          <p:spPr>
            <a:xfrm>
              <a:off x="5016226" y="214137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8" name="pt447"/>
            <p:cNvSpPr/>
            <p:nvPr/>
          </p:nvSpPr>
          <p:spPr>
            <a:xfrm>
              <a:off x="4852493" y="204306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9" name="pt448"/>
            <p:cNvSpPr/>
            <p:nvPr/>
          </p:nvSpPr>
          <p:spPr>
            <a:xfrm>
              <a:off x="5024919" y="226763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0" name="pt449"/>
            <p:cNvSpPr/>
            <p:nvPr/>
          </p:nvSpPr>
          <p:spPr>
            <a:xfrm>
              <a:off x="4817691" y="213812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1" name="pt450"/>
            <p:cNvSpPr/>
            <p:nvPr/>
          </p:nvSpPr>
          <p:spPr>
            <a:xfrm>
              <a:off x="5005017" y="216225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2" name="pt451"/>
            <p:cNvSpPr/>
            <p:nvPr/>
          </p:nvSpPr>
          <p:spPr>
            <a:xfrm>
              <a:off x="4809260" y="217439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3" name="pt452"/>
            <p:cNvSpPr/>
            <p:nvPr/>
          </p:nvSpPr>
          <p:spPr>
            <a:xfrm>
              <a:off x="5050374" y="230990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4" name="pt453"/>
            <p:cNvSpPr/>
            <p:nvPr/>
          </p:nvSpPr>
          <p:spPr>
            <a:xfrm>
              <a:off x="4808360" y="194739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5" name="pt454"/>
            <p:cNvSpPr/>
            <p:nvPr/>
          </p:nvSpPr>
          <p:spPr>
            <a:xfrm>
              <a:off x="5056830" y="205967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6" name="pt455"/>
            <p:cNvSpPr/>
            <p:nvPr/>
          </p:nvSpPr>
          <p:spPr>
            <a:xfrm>
              <a:off x="4860016" y="197883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7" name="pt456"/>
            <p:cNvSpPr/>
            <p:nvPr/>
          </p:nvSpPr>
          <p:spPr>
            <a:xfrm>
              <a:off x="5028548" y="194766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8" name="pt457"/>
            <p:cNvSpPr/>
            <p:nvPr/>
          </p:nvSpPr>
          <p:spPr>
            <a:xfrm>
              <a:off x="4828096" y="217459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9" name="pt458"/>
            <p:cNvSpPr/>
            <p:nvPr/>
          </p:nvSpPr>
          <p:spPr>
            <a:xfrm>
              <a:off x="5097702" y="219870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0" name="pt459"/>
            <p:cNvSpPr/>
            <p:nvPr/>
          </p:nvSpPr>
          <p:spPr>
            <a:xfrm>
              <a:off x="4881627" y="184366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1" name="pt460"/>
            <p:cNvSpPr/>
            <p:nvPr/>
          </p:nvSpPr>
          <p:spPr>
            <a:xfrm>
              <a:off x="5032340" y="236173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2" name="pt461"/>
            <p:cNvSpPr/>
            <p:nvPr/>
          </p:nvSpPr>
          <p:spPr>
            <a:xfrm>
              <a:off x="4831233" y="203401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3" name="pt462"/>
            <p:cNvSpPr/>
            <p:nvPr/>
          </p:nvSpPr>
          <p:spPr>
            <a:xfrm>
              <a:off x="5052924" y="224251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4" name="pt463"/>
            <p:cNvSpPr/>
            <p:nvPr/>
          </p:nvSpPr>
          <p:spPr>
            <a:xfrm>
              <a:off x="4888330" y="19224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5" name="pt464"/>
            <p:cNvSpPr/>
            <p:nvPr/>
          </p:nvSpPr>
          <p:spPr>
            <a:xfrm>
              <a:off x="5001890" y="212674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6" name="pt465"/>
            <p:cNvSpPr/>
            <p:nvPr/>
          </p:nvSpPr>
          <p:spPr>
            <a:xfrm>
              <a:off x="4836085" y="209184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7" name="pt466"/>
            <p:cNvSpPr/>
            <p:nvPr/>
          </p:nvSpPr>
          <p:spPr>
            <a:xfrm>
              <a:off x="5012357" y="227556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8" name="pt467"/>
            <p:cNvSpPr/>
            <p:nvPr/>
          </p:nvSpPr>
          <p:spPr>
            <a:xfrm>
              <a:off x="4818587" y="166663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9" name="pt468"/>
            <p:cNvSpPr/>
            <p:nvPr/>
          </p:nvSpPr>
          <p:spPr>
            <a:xfrm>
              <a:off x="5061312" y="209676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0" name="pt469"/>
            <p:cNvSpPr/>
            <p:nvPr/>
          </p:nvSpPr>
          <p:spPr>
            <a:xfrm>
              <a:off x="4826926" y="233894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1" name="pt470"/>
            <p:cNvSpPr/>
            <p:nvPr/>
          </p:nvSpPr>
          <p:spPr>
            <a:xfrm>
              <a:off x="5070621" y="243205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2" name="pt471"/>
            <p:cNvSpPr/>
            <p:nvPr/>
          </p:nvSpPr>
          <p:spPr>
            <a:xfrm>
              <a:off x="4868891" y="209033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3" name="pt472"/>
            <p:cNvSpPr/>
            <p:nvPr/>
          </p:nvSpPr>
          <p:spPr>
            <a:xfrm>
              <a:off x="5049673" y="235095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4" name="pt473"/>
            <p:cNvSpPr/>
            <p:nvPr/>
          </p:nvSpPr>
          <p:spPr>
            <a:xfrm>
              <a:off x="4885098" y="205200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5" name="pt474"/>
            <p:cNvSpPr/>
            <p:nvPr/>
          </p:nvSpPr>
          <p:spPr>
            <a:xfrm>
              <a:off x="5080063" y="239510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6" name="pt475"/>
            <p:cNvSpPr/>
            <p:nvPr/>
          </p:nvSpPr>
          <p:spPr>
            <a:xfrm>
              <a:off x="4807193" y="24562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7" name="pt476"/>
            <p:cNvSpPr/>
            <p:nvPr/>
          </p:nvSpPr>
          <p:spPr>
            <a:xfrm>
              <a:off x="5026353" y="235472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8" name="pt477"/>
            <p:cNvSpPr/>
            <p:nvPr/>
          </p:nvSpPr>
          <p:spPr>
            <a:xfrm>
              <a:off x="4799722" y="211544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9" name="pt478"/>
            <p:cNvSpPr/>
            <p:nvPr/>
          </p:nvSpPr>
          <p:spPr>
            <a:xfrm>
              <a:off x="5082710" y="229708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0" name="pt479"/>
            <p:cNvSpPr/>
            <p:nvPr/>
          </p:nvSpPr>
          <p:spPr>
            <a:xfrm>
              <a:off x="4850898" y="196177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1" name="pt480"/>
            <p:cNvSpPr/>
            <p:nvPr/>
          </p:nvSpPr>
          <p:spPr>
            <a:xfrm>
              <a:off x="5030222" y="224676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2" name="pt481"/>
            <p:cNvSpPr/>
            <p:nvPr/>
          </p:nvSpPr>
          <p:spPr>
            <a:xfrm>
              <a:off x="4855434" y="25933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3" name="pt482"/>
            <p:cNvSpPr/>
            <p:nvPr/>
          </p:nvSpPr>
          <p:spPr>
            <a:xfrm>
              <a:off x="5040633" y="249258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4" name="pt483"/>
            <p:cNvSpPr/>
            <p:nvPr/>
          </p:nvSpPr>
          <p:spPr>
            <a:xfrm>
              <a:off x="4872931" y="238648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5" name="pt484"/>
            <p:cNvSpPr/>
            <p:nvPr/>
          </p:nvSpPr>
          <p:spPr>
            <a:xfrm>
              <a:off x="5083435" y="269333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6" name="pt485"/>
            <p:cNvSpPr/>
            <p:nvPr/>
          </p:nvSpPr>
          <p:spPr>
            <a:xfrm>
              <a:off x="4837625" y="214666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7" name="pt486"/>
            <p:cNvSpPr/>
            <p:nvPr/>
          </p:nvSpPr>
          <p:spPr>
            <a:xfrm>
              <a:off x="5060780" y="224396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8" name="pt487"/>
            <p:cNvSpPr/>
            <p:nvPr/>
          </p:nvSpPr>
          <p:spPr>
            <a:xfrm>
              <a:off x="4870519" y="211724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9" name="pt488"/>
            <p:cNvSpPr/>
            <p:nvPr/>
          </p:nvSpPr>
          <p:spPr>
            <a:xfrm>
              <a:off x="5019619" y="211827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0" name="pt489"/>
            <p:cNvSpPr/>
            <p:nvPr/>
          </p:nvSpPr>
          <p:spPr>
            <a:xfrm>
              <a:off x="4873695" y="208314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1" name="pt490"/>
            <p:cNvSpPr/>
            <p:nvPr/>
          </p:nvSpPr>
          <p:spPr>
            <a:xfrm>
              <a:off x="5077311" y="229221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2" name="pt491"/>
            <p:cNvSpPr/>
            <p:nvPr/>
          </p:nvSpPr>
          <p:spPr>
            <a:xfrm>
              <a:off x="4830181" y="215901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3" name="pt492"/>
            <p:cNvSpPr/>
            <p:nvPr/>
          </p:nvSpPr>
          <p:spPr>
            <a:xfrm>
              <a:off x="5012238" y="233646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4" name="pt493"/>
            <p:cNvSpPr/>
            <p:nvPr/>
          </p:nvSpPr>
          <p:spPr>
            <a:xfrm>
              <a:off x="4877002" y="204511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5" name="pt494"/>
            <p:cNvSpPr/>
            <p:nvPr/>
          </p:nvSpPr>
          <p:spPr>
            <a:xfrm>
              <a:off x="5010067" y="258666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6" name="pt495"/>
            <p:cNvSpPr/>
            <p:nvPr/>
          </p:nvSpPr>
          <p:spPr>
            <a:xfrm>
              <a:off x="4800059" y="289853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7" name="pt496"/>
            <p:cNvSpPr/>
            <p:nvPr/>
          </p:nvSpPr>
          <p:spPr>
            <a:xfrm>
              <a:off x="5035965" y="283887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8" name="pt497"/>
            <p:cNvSpPr/>
            <p:nvPr/>
          </p:nvSpPr>
          <p:spPr>
            <a:xfrm>
              <a:off x="4826458" y="233157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9" name="pt498"/>
            <p:cNvSpPr/>
            <p:nvPr/>
          </p:nvSpPr>
          <p:spPr>
            <a:xfrm>
              <a:off x="5017925" y="260098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0" name="pt499"/>
            <p:cNvSpPr/>
            <p:nvPr/>
          </p:nvSpPr>
          <p:spPr>
            <a:xfrm>
              <a:off x="4849041" y="227144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1" name="pt500"/>
            <p:cNvSpPr/>
            <p:nvPr/>
          </p:nvSpPr>
          <p:spPr>
            <a:xfrm>
              <a:off x="5028322" y="225021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2" name="pt501"/>
            <p:cNvSpPr/>
            <p:nvPr/>
          </p:nvSpPr>
          <p:spPr>
            <a:xfrm>
              <a:off x="4893005" y="226307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3" name="pt502"/>
            <p:cNvSpPr/>
            <p:nvPr/>
          </p:nvSpPr>
          <p:spPr>
            <a:xfrm>
              <a:off x="5001542" y="215350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4" name="pt503"/>
            <p:cNvSpPr/>
            <p:nvPr/>
          </p:nvSpPr>
          <p:spPr>
            <a:xfrm>
              <a:off x="4791630" y="258317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5" name="pt504"/>
            <p:cNvSpPr/>
            <p:nvPr/>
          </p:nvSpPr>
          <p:spPr>
            <a:xfrm>
              <a:off x="5081268" y="256496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6" name="pt505"/>
            <p:cNvSpPr/>
            <p:nvPr/>
          </p:nvSpPr>
          <p:spPr>
            <a:xfrm>
              <a:off x="4894251" y="264632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7" name="pt506"/>
            <p:cNvSpPr/>
            <p:nvPr/>
          </p:nvSpPr>
          <p:spPr>
            <a:xfrm>
              <a:off x="5067612" y="273926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8" name="pt507"/>
            <p:cNvSpPr/>
            <p:nvPr/>
          </p:nvSpPr>
          <p:spPr>
            <a:xfrm>
              <a:off x="4828873" y="224403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9" name="pt508"/>
            <p:cNvSpPr/>
            <p:nvPr/>
          </p:nvSpPr>
          <p:spPr>
            <a:xfrm>
              <a:off x="5035223" y="259345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0" name="pt509"/>
            <p:cNvSpPr/>
            <p:nvPr/>
          </p:nvSpPr>
          <p:spPr>
            <a:xfrm>
              <a:off x="4795622" y="237966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1" name="pt510"/>
            <p:cNvSpPr/>
            <p:nvPr/>
          </p:nvSpPr>
          <p:spPr>
            <a:xfrm>
              <a:off x="5079483" y="265927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2" name="pt511"/>
            <p:cNvSpPr/>
            <p:nvPr/>
          </p:nvSpPr>
          <p:spPr>
            <a:xfrm>
              <a:off x="4844792" y="191626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3" name="pt512"/>
            <p:cNvSpPr/>
            <p:nvPr/>
          </p:nvSpPr>
          <p:spPr>
            <a:xfrm>
              <a:off x="5063221" y="227500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4" name="pt513"/>
            <p:cNvSpPr/>
            <p:nvPr/>
          </p:nvSpPr>
          <p:spPr>
            <a:xfrm>
              <a:off x="4794720" y="207498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5" name="pt514"/>
            <p:cNvSpPr/>
            <p:nvPr/>
          </p:nvSpPr>
          <p:spPr>
            <a:xfrm>
              <a:off x="5102204" y="235369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6" name="pt515"/>
            <p:cNvSpPr/>
            <p:nvPr/>
          </p:nvSpPr>
          <p:spPr>
            <a:xfrm>
              <a:off x="4878464" y="207796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7" name="pt516"/>
            <p:cNvSpPr/>
            <p:nvPr/>
          </p:nvSpPr>
          <p:spPr>
            <a:xfrm>
              <a:off x="5057165" y="252548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8" name="pt517"/>
            <p:cNvSpPr/>
            <p:nvPr/>
          </p:nvSpPr>
          <p:spPr>
            <a:xfrm>
              <a:off x="4891304" y="229279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9" name="pt518"/>
            <p:cNvSpPr/>
            <p:nvPr/>
          </p:nvSpPr>
          <p:spPr>
            <a:xfrm>
              <a:off x="5058014" y="266243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0" name="pt519"/>
            <p:cNvSpPr/>
            <p:nvPr/>
          </p:nvSpPr>
          <p:spPr>
            <a:xfrm>
              <a:off x="4873916" y="182670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1" name="pt520"/>
            <p:cNvSpPr/>
            <p:nvPr/>
          </p:nvSpPr>
          <p:spPr>
            <a:xfrm>
              <a:off x="5098242" y="212763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2" name="pt521"/>
            <p:cNvSpPr/>
            <p:nvPr/>
          </p:nvSpPr>
          <p:spPr>
            <a:xfrm>
              <a:off x="4813265" y="241144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3" name="pt522"/>
            <p:cNvSpPr/>
            <p:nvPr/>
          </p:nvSpPr>
          <p:spPr>
            <a:xfrm>
              <a:off x="5077532" y="284673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4" name="pt523"/>
            <p:cNvSpPr/>
            <p:nvPr/>
          </p:nvSpPr>
          <p:spPr>
            <a:xfrm>
              <a:off x="4891600" y="281305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5" name="pt524"/>
            <p:cNvSpPr/>
            <p:nvPr/>
          </p:nvSpPr>
          <p:spPr>
            <a:xfrm>
              <a:off x="5078063" y="257069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6" name="pt525"/>
            <p:cNvSpPr/>
            <p:nvPr/>
          </p:nvSpPr>
          <p:spPr>
            <a:xfrm>
              <a:off x="4847920" y="213006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7" name="pt526"/>
            <p:cNvSpPr/>
            <p:nvPr/>
          </p:nvSpPr>
          <p:spPr>
            <a:xfrm>
              <a:off x="5057059" y="25555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8" name="pt527"/>
            <p:cNvSpPr/>
            <p:nvPr/>
          </p:nvSpPr>
          <p:spPr>
            <a:xfrm>
              <a:off x="4828787" y="203063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9" name="pt528"/>
            <p:cNvSpPr/>
            <p:nvPr/>
          </p:nvSpPr>
          <p:spPr>
            <a:xfrm>
              <a:off x="5100202" y="258872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0" name="pt529"/>
            <p:cNvSpPr/>
            <p:nvPr/>
          </p:nvSpPr>
          <p:spPr>
            <a:xfrm>
              <a:off x="4823231" y="199653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1" name="pt530"/>
            <p:cNvSpPr/>
            <p:nvPr/>
          </p:nvSpPr>
          <p:spPr>
            <a:xfrm>
              <a:off x="5103783" y="215296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2" name="pt531"/>
            <p:cNvSpPr/>
            <p:nvPr/>
          </p:nvSpPr>
          <p:spPr>
            <a:xfrm>
              <a:off x="4798958" y="285390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3" name="pt532"/>
            <p:cNvSpPr/>
            <p:nvPr/>
          </p:nvSpPr>
          <p:spPr>
            <a:xfrm>
              <a:off x="5087129" y="271675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4" name="pt533"/>
            <p:cNvSpPr/>
            <p:nvPr/>
          </p:nvSpPr>
          <p:spPr>
            <a:xfrm>
              <a:off x="4811773" y="259514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5" name="pt534"/>
            <p:cNvSpPr/>
            <p:nvPr/>
          </p:nvSpPr>
          <p:spPr>
            <a:xfrm>
              <a:off x="5047375" y="291136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6" name="pt535"/>
            <p:cNvSpPr/>
            <p:nvPr/>
          </p:nvSpPr>
          <p:spPr>
            <a:xfrm>
              <a:off x="4809687" y="230841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7" name="pt536"/>
            <p:cNvSpPr/>
            <p:nvPr/>
          </p:nvSpPr>
          <p:spPr>
            <a:xfrm>
              <a:off x="5076234" y="25595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8" name="pt537"/>
            <p:cNvSpPr/>
            <p:nvPr/>
          </p:nvSpPr>
          <p:spPr>
            <a:xfrm>
              <a:off x="4805991" y="192016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9" name="pt538"/>
            <p:cNvSpPr/>
            <p:nvPr/>
          </p:nvSpPr>
          <p:spPr>
            <a:xfrm>
              <a:off x="5029368" y="233658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0" name="pt539"/>
            <p:cNvSpPr/>
            <p:nvPr/>
          </p:nvSpPr>
          <p:spPr>
            <a:xfrm>
              <a:off x="4849102" y="183273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1" name="pt540"/>
            <p:cNvSpPr/>
            <p:nvPr/>
          </p:nvSpPr>
          <p:spPr>
            <a:xfrm>
              <a:off x="5053734" y="203144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2" name="pt541"/>
            <p:cNvSpPr/>
            <p:nvPr/>
          </p:nvSpPr>
          <p:spPr>
            <a:xfrm>
              <a:off x="4797040" y="228112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3" name="pt542"/>
            <p:cNvSpPr/>
            <p:nvPr/>
          </p:nvSpPr>
          <p:spPr>
            <a:xfrm>
              <a:off x="5088366" y="266265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4" name="pt543"/>
            <p:cNvSpPr/>
            <p:nvPr/>
          </p:nvSpPr>
          <p:spPr>
            <a:xfrm>
              <a:off x="4884972" y="235915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5" name="pt544"/>
            <p:cNvSpPr/>
            <p:nvPr/>
          </p:nvSpPr>
          <p:spPr>
            <a:xfrm>
              <a:off x="5012239" y="249376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6" name="pt545"/>
            <p:cNvSpPr/>
            <p:nvPr/>
          </p:nvSpPr>
          <p:spPr>
            <a:xfrm>
              <a:off x="4819806" y="248718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7" name="pt546"/>
            <p:cNvSpPr/>
            <p:nvPr/>
          </p:nvSpPr>
          <p:spPr>
            <a:xfrm>
              <a:off x="5049803" y="253692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8" name="pt547"/>
            <p:cNvSpPr/>
            <p:nvPr/>
          </p:nvSpPr>
          <p:spPr>
            <a:xfrm>
              <a:off x="4791820" y="209335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9" name="pt548"/>
            <p:cNvSpPr/>
            <p:nvPr/>
          </p:nvSpPr>
          <p:spPr>
            <a:xfrm>
              <a:off x="5013298" y="233124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0" name="pt549"/>
            <p:cNvSpPr/>
            <p:nvPr/>
          </p:nvSpPr>
          <p:spPr>
            <a:xfrm>
              <a:off x="4886688" y="242533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1" name="pt550"/>
            <p:cNvSpPr/>
            <p:nvPr/>
          </p:nvSpPr>
          <p:spPr>
            <a:xfrm>
              <a:off x="5075483" y="273001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2" name="pt551"/>
            <p:cNvSpPr/>
            <p:nvPr/>
          </p:nvSpPr>
          <p:spPr>
            <a:xfrm>
              <a:off x="4834982" y="213209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3" name="pt552"/>
            <p:cNvSpPr/>
            <p:nvPr/>
          </p:nvSpPr>
          <p:spPr>
            <a:xfrm>
              <a:off x="5079506" y="263219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4" name="pt553"/>
            <p:cNvSpPr/>
            <p:nvPr/>
          </p:nvSpPr>
          <p:spPr>
            <a:xfrm>
              <a:off x="4866544" y="241014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5" name="pt554"/>
            <p:cNvSpPr/>
            <p:nvPr/>
          </p:nvSpPr>
          <p:spPr>
            <a:xfrm>
              <a:off x="5077757" y="254657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6" name="pt555"/>
            <p:cNvSpPr/>
            <p:nvPr/>
          </p:nvSpPr>
          <p:spPr>
            <a:xfrm>
              <a:off x="4808560" y="260553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7" name="pt556"/>
            <p:cNvSpPr/>
            <p:nvPr/>
          </p:nvSpPr>
          <p:spPr>
            <a:xfrm>
              <a:off x="5070798" y="243968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8" name="pt557"/>
            <p:cNvSpPr/>
            <p:nvPr/>
          </p:nvSpPr>
          <p:spPr>
            <a:xfrm>
              <a:off x="4821542" y="197029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9" name="pt558"/>
            <p:cNvSpPr/>
            <p:nvPr/>
          </p:nvSpPr>
          <p:spPr>
            <a:xfrm>
              <a:off x="5082595" y="241784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0" name="pt559"/>
            <p:cNvSpPr/>
            <p:nvPr/>
          </p:nvSpPr>
          <p:spPr>
            <a:xfrm>
              <a:off x="4798558" y="214544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1" name="pt560"/>
            <p:cNvSpPr/>
            <p:nvPr/>
          </p:nvSpPr>
          <p:spPr>
            <a:xfrm>
              <a:off x="5008045" y="229511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2" name="pt561"/>
            <p:cNvSpPr/>
            <p:nvPr/>
          </p:nvSpPr>
          <p:spPr>
            <a:xfrm>
              <a:off x="4859683" y="165735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3" name="pt562"/>
            <p:cNvSpPr/>
            <p:nvPr/>
          </p:nvSpPr>
          <p:spPr>
            <a:xfrm>
              <a:off x="5105518" y="19937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4" name="pt563"/>
            <p:cNvSpPr/>
            <p:nvPr/>
          </p:nvSpPr>
          <p:spPr>
            <a:xfrm>
              <a:off x="4862315" y="25167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5" name="pt564"/>
            <p:cNvSpPr/>
            <p:nvPr/>
          </p:nvSpPr>
          <p:spPr>
            <a:xfrm>
              <a:off x="5100559" y="268945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6" name="pt565"/>
            <p:cNvSpPr/>
            <p:nvPr/>
          </p:nvSpPr>
          <p:spPr>
            <a:xfrm>
              <a:off x="4838196" y="244915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7" name="pt566"/>
            <p:cNvSpPr/>
            <p:nvPr/>
          </p:nvSpPr>
          <p:spPr>
            <a:xfrm>
              <a:off x="5036474" y="207284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8" name="pt567"/>
            <p:cNvSpPr/>
            <p:nvPr/>
          </p:nvSpPr>
          <p:spPr>
            <a:xfrm>
              <a:off x="4866384" y="241160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9" name="pt568"/>
            <p:cNvSpPr/>
            <p:nvPr/>
          </p:nvSpPr>
          <p:spPr>
            <a:xfrm>
              <a:off x="5087521" y="215096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0" name="pt569"/>
            <p:cNvSpPr/>
            <p:nvPr/>
          </p:nvSpPr>
          <p:spPr>
            <a:xfrm>
              <a:off x="4797631" y="245404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1" name="pt570"/>
            <p:cNvSpPr/>
            <p:nvPr/>
          </p:nvSpPr>
          <p:spPr>
            <a:xfrm>
              <a:off x="5069367" y="236246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2" name="pt571"/>
            <p:cNvSpPr/>
            <p:nvPr/>
          </p:nvSpPr>
          <p:spPr>
            <a:xfrm>
              <a:off x="4845823" y="299277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3" name="pt572"/>
            <p:cNvSpPr/>
            <p:nvPr/>
          </p:nvSpPr>
          <p:spPr>
            <a:xfrm>
              <a:off x="5104213" y="269566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4" name="pt573"/>
            <p:cNvSpPr/>
            <p:nvPr/>
          </p:nvSpPr>
          <p:spPr>
            <a:xfrm>
              <a:off x="4824873" y="241022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5" name="pt574"/>
            <p:cNvSpPr/>
            <p:nvPr/>
          </p:nvSpPr>
          <p:spPr>
            <a:xfrm>
              <a:off x="5018156" y="250298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6" name="pt575"/>
            <p:cNvSpPr/>
            <p:nvPr/>
          </p:nvSpPr>
          <p:spPr>
            <a:xfrm>
              <a:off x="4895040" y="209936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7" name="pt576"/>
            <p:cNvSpPr/>
            <p:nvPr/>
          </p:nvSpPr>
          <p:spPr>
            <a:xfrm>
              <a:off x="5012953" y="225153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8" name="pt577"/>
            <p:cNvSpPr/>
            <p:nvPr/>
          </p:nvSpPr>
          <p:spPr>
            <a:xfrm>
              <a:off x="4888064" y="259200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9" name="pt578"/>
            <p:cNvSpPr/>
            <p:nvPr/>
          </p:nvSpPr>
          <p:spPr>
            <a:xfrm>
              <a:off x="5105280" y="264163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0" name="pt579"/>
            <p:cNvSpPr/>
            <p:nvPr/>
          </p:nvSpPr>
          <p:spPr>
            <a:xfrm>
              <a:off x="4793735" y="309639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1" name="pt580"/>
            <p:cNvSpPr/>
            <p:nvPr/>
          </p:nvSpPr>
          <p:spPr>
            <a:xfrm>
              <a:off x="5099024" y="294024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2" name="pt581"/>
            <p:cNvSpPr/>
            <p:nvPr/>
          </p:nvSpPr>
          <p:spPr>
            <a:xfrm>
              <a:off x="4855133" y="277944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3" name="pt582"/>
            <p:cNvSpPr/>
            <p:nvPr/>
          </p:nvSpPr>
          <p:spPr>
            <a:xfrm>
              <a:off x="5089886" y="250342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4" name="pt583"/>
            <p:cNvSpPr/>
            <p:nvPr/>
          </p:nvSpPr>
          <p:spPr>
            <a:xfrm>
              <a:off x="4833803" y="258885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5" name="pt584"/>
            <p:cNvSpPr/>
            <p:nvPr/>
          </p:nvSpPr>
          <p:spPr>
            <a:xfrm>
              <a:off x="5030545" y="231972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6" name="pt585"/>
            <p:cNvSpPr/>
            <p:nvPr/>
          </p:nvSpPr>
          <p:spPr>
            <a:xfrm>
              <a:off x="4804347" y="247437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7" name="pt586"/>
            <p:cNvSpPr/>
            <p:nvPr/>
          </p:nvSpPr>
          <p:spPr>
            <a:xfrm>
              <a:off x="5041877" y="228356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8" name="pt587"/>
            <p:cNvSpPr/>
            <p:nvPr/>
          </p:nvSpPr>
          <p:spPr>
            <a:xfrm>
              <a:off x="4801590" y="234499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9" name="pt588"/>
            <p:cNvSpPr/>
            <p:nvPr/>
          </p:nvSpPr>
          <p:spPr>
            <a:xfrm>
              <a:off x="5018264" y="251935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0" name="pt589"/>
            <p:cNvSpPr/>
            <p:nvPr/>
          </p:nvSpPr>
          <p:spPr>
            <a:xfrm>
              <a:off x="4881585" y="250502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1" name="pt590"/>
            <p:cNvSpPr/>
            <p:nvPr/>
          </p:nvSpPr>
          <p:spPr>
            <a:xfrm>
              <a:off x="5024152" y="252598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2" name="pt591"/>
            <p:cNvSpPr/>
            <p:nvPr/>
          </p:nvSpPr>
          <p:spPr>
            <a:xfrm>
              <a:off x="4875695" y="247194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3" name="pt592"/>
            <p:cNvSpPr/>
            <p:nvPr/>
          </p:nvSpPr>
          <p:spPr>
            <a:xfrm>
              <a:off x="5018220" y="239667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4" name="pt593"/>
            <p:cNvSpPr/>
            <p:nvPr/>
          </p:nvSpPr>
          <p:spPr>
            <a:xfrm>
              <a:off x="4792370" y="233320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5" name="pt594"/>
            <p:cNvSpPr/>
            <p:nvPr/>
          </p:nvSpPr>
          <p:spPr>
            <a:xfrm>
              <a:off x="5015866" y="222233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6" name="pt595"/>
            <p:cNvSpPr/>
            <p:nvPr/>
          </p:nvSpPr>
          <p:spPr>
            <a:xfrm>
              <a:off x="4882420" y="236588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7" name="pt596"/>
            <p:cNvSpPr/>
            <p:nvPr/>
          </p:nvSpPr>
          <p:spPr>
            <a:xfrm>
              <a:off x="5080618" y="235398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8" name="pt597"/>
            <p:cNvSpPr/>
            <p:nvPr/>
          </p:nvSpPr>
          <p:spPr>
            <a:xfrm>
              <a:off x="4798711" y="255287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9" name="pt598"/>
            <p:cNvSpPr/>
            <p:nvPr/>
          </p:nvSpPr>
          <p:spPr>
            <a:xfrm>
              <a:off x="5037332" y="228102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0" name="pt599"/>
            <p:cNvSpPr/>
            <p:nvPr/>
          </p:nvSpPr>
          <p:spPr>
            <a:xfrm>
              <a:off x="4838809" y="217329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1" name="pt600"/>
            <p:cNvSpPr/>
            <p:nvPr/>
          </p:nvSpPr>
          <p:spPr>
            <a:xfrm>
              <a:off x="5080060" y="201818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2" name="pt601"/>
            <p:cNvSpPr/>
            <p:nvPr/>
          </p:nvSpPr>
          <p:spPr>
            <a:xfrm>
              <a:off x="4846358" y="270844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3" name="pt602"/>
            <p:cNvSpPr/>
            <p:nvPr/>
          </p:nvSpPr>
          <p:spPr>
            <a:xfrm>
              <a:off x="5084686" y="269706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4" name="pt603"/>
            <p:cNvSpPr/>
            <p:nvPr/>
          </p:nvSpPr>
          <p:spPr>
            <a:xfrm>
              <a:off x="4797336" y="289555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5" name="pt604"/>
            <p:cNvSpPr/>
            <p:nvPr/>
          </p:nvSpPr>
          <p:spPr>
            <a:xfrm>
              <a:off x="5087584" y="270373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6" name="pt605"/>
            <p:cNvSpPr/>
            <p:nvPr/>
          </p:nvSpPr>
          <p:spPr>
            <a:xfrm>
              <a:off x="4811443" y="188773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7" name="pt606"/>
            <p:cNvSpPr/>
            <p:nvPr/>
          </p:nvSpPr>
          <p:spPr>
            <a:xfrm>
              <a:off x="5065266" y="200928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8" name="pt607"/>
            <p:cNvSpPr/>
            <p:nvPr/>
          </p:nvSpPr>
          <p:spPr>
            <a:xfrm>
              <a:off x="6308191" y="218989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9" name="pt608"/>
            <p:cNvSpPr/>
            <p:nvPr/>
          </p:nvSpPr>
          <p:spPr>
            <a:xfrm>
              <a:off x="6481037" y="223651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0" name="pt609"/>
            <p:cNvSpPr/>
            <p:nvPr/>
          </p:nvSpPr>
          <p:spPr>
            <a:xfrm>
              <a:off x="6288986" y="266604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1" name="pt610"/>
            <p:cNvSpPr/>
            <p:nvPr/>
          </p:nvSpPr>
          <p:spPr>
            <a:xfrm>
              <a:off x="6513353" y="293929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2" name="pt611"/>
            <p:cNvSpPr/>
            <p:nvPr/>
          </p:nvSpPr>
          <p:spPr>
            <a:xfrm>
              <a:off x="6303354" y="223295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3" name="pt612"/>
            <p:cNvSpPr/>
            <p:nvPr/>
          </p:nvSpPr>
          <p:spPr>
            <a:xfrm>
              <a:off x="6551187" y="208370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4" name="pt613"/>
            <p:cNvSpPr/>
            <p:nvPr/>
          </p:nvSpPr>
          <p:spPr>
            <a:xfrm>
              <a:off x="6272681" y="251925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5" name="pt614"/>
            <p:cNvSpPr/>
            <p:nvPr/>
          </p:nvSpPr>
          <p:spPr>
            <a:xfrm>
              <a:off x="6516831" y="232708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6" name="pt615"/>
            <p:cNvSpPr/>
            <p:nvPr/>
          </p:nvSpPr>
          <p:spPr>
            <a:xfrm>
              <a:off x="6339652" y="206461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7" name="pt616"/>
            <p:cNvSpPr/>
            <p:nvPr/>
          </p:nvSpPr>
          <p:spPr>
            <a:xfrm>
              <a:off x="6512416" y="243710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8" name="pt617"/>
            <p:cNvSpPr/>
            <p:nvPr/>
          </p:nvSpPr>
          <p:spPr>
            <a:xfrm>
              <a:off x="6271138" y="175141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9" name="pt618"/>
            <p:cNvSpPr/>
            <p:nvPr/>
          </p:nvSpPr>
          <p:spPr>
            <a:xfrm>
              <a:off x="6514290" y="203318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0" name="pt619"/>
            <p:cNvSpPr/>
            <p:nvPr/>
          </p:nvSpPr>
          <p:spPr>
            <a:xfrm>
              <a:off x="6343422" y="267077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1" name="pt620"/>
            <p:cNvSpPr/>
            <p:nvPr/>
          </p:nvSpPr>
          <p:spPr>
            <a:xfrm>
              <a:off x="6541466" y="259571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2" name="pt621"/>
            <p:cNvSpPr/>
            <p:nvPr/>
          </p:nvSpPr>
          <p:spPr>
            <a:xfrm>
              <a:off x="6321437" y="229208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3" name="pt622"/>
            <p:cNvSpPr/>
            <p:nvPr/>
          </p:nvSpPr>
          <p:spPr>
            <a:xfrm>
              <a:off x="6534474" y="244199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4" name="pt623"/>
            <p:cNvSpPr/>
            <p:nvPr/>
          </p:nvSpPr>
          <p:spPr>
            <a:xfrm>
              <a:off x="6310236" y="231112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5" name="pt624"/>
            <p:cNvSpPr/>
            <p:nvPr/>
          </p:nvSpPr>
          <p:spPr>
            <a:xfrm>
              <a:off x="6489378" y="239521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6" name="pt625"/>
            <p:cNvSpPr/>
            <p:nvPr/>
          </p:nvSpPr>
          <p:spPr>
            <a:xfrm>
              <a:off x="6261152" y="262244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7" name="pt626"/>
            <p:cNvSpPr/>
            <p:nvPr/>
          </p:nvSpPr>
          <p:spPr>
            <a:xfrm>
              <a:off x="6496573" y="222554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8" name="pt627"/>
            <p:cNvSpPr/>
            <p:nvPr/>
          </p:nvSpPr>
          <p:spPr>
            <a:xfrm>
              <a:off x="6285345" y="161377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9" name="pt628"/>
            <p:cNvSpPr/>
            <p:nvPr/>
          </p:nvSpPr>
          <p:spPr>
            <a:xfrm>
              <a:off x="6540294" y="185911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0" name="pt629"/>
            <p:cNvSpPr/>
            <p:nvPr/>
          </p:nvSpPr>
          <p:spPr>
            <a:xfrm>
              <a:off x="6299875" y="256392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1" name="pt630"/>
            <p:cNvSpPr/>
            <p:nvPr/>
          </p:nvSpPr>
          <p:spPr>
            <a:xfrm>
              <a:off x="6460798" y="236547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2" name="pt631"/>
            <p:cNvSpPr/>
            <p:nvPr/>
          </p:nvSpPr>
          <p:spPr>
            <a:xfrm>
              <a:off x="6324811" y="236708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3" name="pt632"/>
            <p:cNvSpPr/>
            <p:nvPr/>
          </p:nvSpPr>
          <p:spPr>
            <a:xfrm>
              <a:off x="6468296" y="235043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4" name="pt633"/>
            <p:cNvSpPr/>
            <p:nvPr/>
          </p:nvSpPr>
          <p:spPr>
            <a:xfrm>
              <a:off x="6308329" y="202348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5" name="pt634"/>
            <p:cNvSpPr/>
            <p:nvPr/>
          </p:nvSpPr>
          <p:spPr>
            <a:xfrm>
              <a:off x="6529035" y="280410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6" name="pt635"/>
            <p:cNvSpPr/>
            <p:nvPr/>
          </p:nvSpPr>
          <p:spPr>
            <a:xfrm>
              <a:off x="6314321" y="237678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7" name="pt636"/>
            <p:cNvSpPr/>
            <p:nvPr/>
          </p:nvSpPr>
          <p:spPr>
            <a:xfrm>
              <a:off x="6516666" y="231989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8" name="pt637"/>
            <p:cNvSpPr/>
            <p:nvPr/>
          </p:nvSpPr>
          <p:spPr>
            <a:xfrm>
              <a:off x="6294082" y="262587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9" name="pt638"/>
            <p:cNvSpPr/>
            <p:nvPr/>
          </p:nvSpPr>
          <p:spPr>
            <a:xfrm>
              <a:off x="6476473" y="272282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0" name="pt639"/>
            <p:cNvSpPr/>
            <p:nvPr/>
          </p:nvSpPr>
          <p:spPr>
            <a:xfrm>
              <a:off x="6316882" y="255708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1" name="pt640"/>
            <p:cNvSpPr/>
            <p:nvPr/>
          </p:nvSpPr>
          <p:spPr>
            <a:xfrm>
              <a:off x="6467333" y="268940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2" name="pt641"/>
            <p:cNvSpPr/>
            <p:nvPr/>
          </p:nvSpPr>
          <p:spPr>
            <a:xfrm>
              <a:off x="6293428" y="243127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3" name="pt642"/>
            <p:cNvSpPr/>
            <p:nvPr/>
          </p:nvSpPr>
          <p:spPr>
            <a:xfrm>
              <a:off x="6462526" y="210549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4" name="pt643"/>
            <p:cNvSpPr/>
            <p:nvPr/>
          </p:nvSpPr>
          <p:spPr>
            <a:xfrm>
              <a:off x="6325004" y="249154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5" name="pt644"/>
            <p:cNvSpPr/>
            <p:nvPr/>
          </p:nvSpPr>
          <p:spPr>
            <a:xfrm>
              <a:off x="6551641" y="22411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6" name="pt645"/>
            <p:cNvSpPr/>
            <p:nvPr/>
          </p:nvSpPr>
          <p:spPr>
            <a:xfrm>
              <a:off x="6309582" y="21705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7" name="pt646"/>
            <p:cNvSpPr/>
            <p:nvPr/>
          </p:nvSpPr>
          <p:spPr>
            <a:xfrm>
              <a:off x="6524527" y="269539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8" name="pt647"/>
            <p:cNvSpPr/>
            <p:nvPr/>
          </p:nvSpPr>
          <p:spPr>
            <a:xfrm>
              <a:off x="6298138" y="259410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9" name="pt648"/>
            <p:cNvSpPr/>
            <p:nvPr/>
          </p:nvSpPr>
          <p:spPr>
            <a:xfrm>
              <a:off x="6495768" y="256337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0" name="pt649"/>
            <p:cNvSpPr/>
            <p:nvPr/>
          </p:nvSpPr>
          <p:spPr>
            <a:xfrm>
              <a:off x="6274571" y="203790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1" name="pt650"/>
            <p:cNvSpPr/>
            <p:nvPr/>
          </p:nvSpPr>
          <p:spPr>
            <a:xfrm>
              <a:off x="6454821" y="228338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2" name="pt651"/>
            <p:cNvSpPr/>
            <p:nvPr/>
          </p:nvSpPr>
          <p:spPr>
            <a:xfrm>
              <a:off x="6263126" y="263082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3" name="pt652"/>
            <p:cNvSpPr/>
            <p:nvPr/>
          </p:nvSpPr>
          <p:spPr>
            <a:xfrm>
              <a:off x="6482283" y="291064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4" name="pt653"/>
            <p:cNvSpPr/>
            <p:nvPr/>
          </p:nvSpPr>
          <p:spPr>
            <a:xfrm>
              <a:off x="6342209" y="276317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5" name="pt654"/>
            <p:cNvSpPr/>
            <p:nvPr/>
          </p:nvSpPr>
          <p:spPr>
            <a:xfrm>
              <a:off x="6509320" y="244658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6" name="pt655"/>
            <p:cNvSpPr/>
            <p:nvPr/>
          </p:nvSpPr>
          <p:spPr>
            <a:xfrm>
              <a:off x="6248528" y="194253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7" name="pt656"/>
            <p:cNvSpPr/>
            <p:nvPr/>
          </p:nvSpPr>
          <p:spPr>
            <a:xfrm>
              <a:off x="6547707" y="240304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8" name="pt657"/>
            <p:cNvSpPr/>
            <p:nvPr/>
          </p:nvSpPr>
          <p:spPr>
            <a:xfrm>
              <a:off x="6309087" y="208288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9" name="pt658"/>
            <p:cNvSpPr/>
            <p:nvPr/>
          </p:nvSpPr>
          <p:spPr>
            <a:xfrm>
              <a:off x="6539225" y="243063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0" name="pt659"/>
            <p:cNvSpPr/>
            <p:nvPr/>
          </p:nvSpPr>
          <p:spPr>
            <a:xfrm>
              <a:off x="6251864" y="218254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1" name="pt660"/>
            <p:cNvSpPr/>
            <p:nvPr/>
          </p:nvSpPr>
          <p:spPr>
            <a:xfrm>
              <a:off x="6553555" y="244807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2" name="pt661"/>
            <p:cNvSpPr/>
            <p:nvPr/>
          </p:nvSpPr>
          <p:spPr>
            <a:xfrm>
              <a:off x="6316399" y="265599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3" name="pt662"/>
            <p:cNvSpPr/>
            <p:nvPr/>
          </p:nvSpPr>
          <p:spPr>
            <a:xfrm>
              <a:off x="6464636" y="217770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4" name="pt663"/>
            <p:cNvSpPr/>
            <p:nvPr/>
          </p:nvSpPr>
          <p:spPr>
            <a:xfrm>
              <a:off x="6281213" y="257383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5" name="pt664"/>
            <p:cNvSpPr/>
            <p:nvPr/>
          </p:nvSpPr>
          <p:spPr>
            <a:xfrm>
              <a:off x="6512335" y="231731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6" name="pt665"/>
            <p:cNvSpPr/>
            <p:nvPr/>
          </p:nvSpPr>
          <p:spPr>
            <a:xfrm>
              <a:off x="6293885" y="212191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7" name="pt666"/>
            <p:cNvSpPr/>
            <p:nvPr/>
          </p:nvSpPr>
          <p:spPr>
            <a:xfrm>
              <a:off x="6521981" y="23935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8" name="pt667"/>
            <p:cNvSpPr/>
            <p:nvPr/>
          </p:nvSpPr>
          <p:spPr>
            <a:xfrm>
              <a:off x="6292104" y="224109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9" name="pt668"/>
            <p:cNvSpPr/>
            <p:nvPr/>
          </p:nvSpPr>
          <p:spPr>
            <a:xfrm>
              <a:off x="6455893" y="200292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0" name="pt669"/>
            <p:cNvSpPr/>
            <p:nvPr/>
          </p:nvSpPr>
          <p:spPr>
            <a:xfrm>
              <a:off x="6313303" y="249071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1" name="pt670"/>
            <p:cNvSpPr/>
            <p:nvPr/>
          </p:nvSpPr>
          <p:spPr>
            <a:xfrm>
              <a:off x="6511598" y="232858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2" name="pt671"/>
            <p:cNvSpPr/>
            <p:nvPr/>
          </p:nvSpPr>
          <p:spPr>
            <a:xfrm>
              <a:off x="6335291" y="200137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3" name="pt672"/>
            <p:cNvSpPr/>
            <p:nvPr/>
          </p:nvSpPr>
          <p:spPr>
            <a:xfrm>
              <a:off x="6456059" y="207196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4" name="pt673"/>
            <p:cNvSpPr/>
            <p:nvPr/>
          </p:nvSpPr>
          <p:spPr>
            <a:xfrm>
              <a:off x="6245285" y="249147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5" name="pt674"/>
            <p:cNvSpPr/>
            <p:nvPr/>
          </p:nvSpPr>
          <p:spPr>
            <a:xfrm>
              <a:off x="6509162" y="25374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6" name="pt675"/>
            <p:cNvSpPr/>
            <p:nvPr/>
          </p:nvSpPr>
          <p:spPr>
            <a:xfrm>
              <a:off x="6286725" y="219451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7" name="pt676"/>
            <p:cNvSpPr/>
            <p:nvPr/>
          </p:nvSpPr>
          <p:spPr>
            <a:xfrm>
              <a:off x="6547517" y="243507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8" name="pt677"/>
            <p:cNvSpPr/>
            <p:nvPr/>
          </p:nvSpPr>
          <p:spPr>
            <a:xfrm>
              <a:off x="6286126" y="290311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9" name="pt678"/>
            <p:cNvSpPr/>
            <p:nvPr/>
          </p:nvSpPr>
          <p:spPr>
            <a:xfrm>
              <a:off x="6512370" y="295756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0" name="pt679"/>
            <p:cNvSpPr/>
            <p:nvPr/>
          </p:nvSpPr>
          <p:spPr>
            <a:xfrm>
              <a:off x="6290444" y="206759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1" name="pt680"/>
            <p:cNvSpPr/>
            <p:nvPr/>
          </p:nvSpPr>
          <p:spPr>
            <a:xfrm>
              <a:off x="6504315" y="252947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2" name="pt681"/>
            <p:cNvSpPr/>
            <p:nvPr/>
          </p:nvSpPr>
          <p:spPr>
            <a:xfrm>
              <a:off x="6262922" y="222006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3" name="pt682"/>
            <p:cNvSpPr/>
            <p:nvPr/>
          </p:nvSpPr>
          <p:spPr>
            <a:xfrm>
              <a:off x="6500320" y="242667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4" name="pt683"/>
            <p:cNvSpPr/>
            <p:nvPr/>
          </p:nvSpPr>
          <p:spPr>
            <a:xfrm>
              <a:off x="6301677" y="228208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5" name="pt684"/>
            <p:cNvSpPr/>
            <p:nvPr/>
          </p:nvSpPr>
          <p:spPr>
            <a:xfrm>
              <a:off x="6552166" y="256286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6" name="pt685"/>
            <p:cNvSpPr/>
            <p:nvPr/>
          </p:nvSpPr>
          <p:spPr>
            <a:xfrm>
              <a:off x="6292969" y="219569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7" name="pt686"/>
            <p:cNvSpPr/>
            <p:nvPr/>
          </p:nvSpPr>
          <p:spPr>
            <a:xfrm>
              <a:off x="6465646" y="221515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8" name="pt687"/>
            <p:cNvSpPr/>
            <p:nvPr/>
          </p:nvSpPr>
          <p:spPr>
            <a:xfrm>
              <a:off x="6282217" y="221677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9" name="pt688"/>
            <p:cNvSpPr/>
            <p:nvPr/>
          </p:nvSpPr>
          <p:spPr>
            <a:xfrm>
              <a:off x="6504599" y="246284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0" name="pt689"/>
            <p:cNvSpPr/>
            <p:nvPr/>
          </p:nvSpPr>
          <p:spPr>
            <a:xfrm>
              <a:off x="6321414" y="236803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1" name="pt690"/>
            <p:cNvSpPr/>
            <p:nvPr/>
          </p:nvSpPr>
          <p:spPr>
            <a:xfrm>
              <a:off x="6535650" y="241335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2" name="pt691"/>
            <p:cNvSpPr/>
            <p:nvPr/>
          </p:nvSpPr>
          <p:spPr>
            <a:xfrm>
              <a:off x="6283759" y="227088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3" name="pt692"/>
            <p:cNvSpPr/>
            <p:nvPr/>
          </p:nvSpPr>
          <p:spPr>
            <a:xfrm>
              <a:off x="6465668" y="216938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4" name="pt693"/>
            <p:cNvSpPr/>
            <p:nvPr/>
          </p:nvSpPr>
          <p:spPr>
            <a:xfrm>
              <a:off x="6313583" y="249318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5" name="pt694"/>
            <p:cNvSpPr/>
            <p:nvPr/>
          </p:nvSpPr>
          <p:spPr>
            <a:xfrm>
              <a:off x="6485398" y="285392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6" name="pt695"/>
            <p:cNvSpPr/>
            <p:nvPr/>
          </p:nvSpPr>
          <p:spPr>
            <a:xfrm>
              <a:off x="6325868" y="268445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7" name="pt696"/>
            <p:cNvSpPr/>
            <p:nvPr/>
          </p:nvSpPr>
          <p:spPr>
            <a:xfrm>
              <a:off x="6505800" y="234137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8" name="pt697"/>
            <p:cNvSpPr/>
            <p:nvPr/>
          </p:nvSpPr>
          <p:spPr>
            <a:xfrm>
              <a:off x="6307409" y="23525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9" name="pt698"/>
            <p:cNvSpPr/>
            <p:nvPr/>
          </p:nvSpPr>
          <p:spPr>
            <a:xfrm>
              <a:off x="6474464" y="238818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0" name="pt699"/>
            <p:cNvSpPr/>
            <p:nvPr/>
          </p:nvSpPr>
          <p:spPr>
            <a:xfrm>
              <a:off x="6288146" y="239205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1" name="pt700"/>
            <p:cNvSpPr/>
            <p:nvPr/>
          </p:nvSpPr>
          <p:spPr>
            <a:xfrm>
              <a:off x="6483621" y="255791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2" name="pt701"/>
            <p:cNvSpPr/>
            <p:nvPr/>
          </p:nvSpPr>
          <p:spPr>
            <a:xfrm>
              <a:off x="6248766" y="243285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3" name="pt702"/>
            <p:cNvSpPr/>
            <p:nvPr/>
          </p:nvSpPr>
          <p:spPr>
            <a:xfrm>
              <a:off x="6472172" y="212165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4" name="pt703"/>
            <p:cNvSpPr/>
            <p:nvPr/>
          </p:nvSpPr>
          <p:spPr>
            <a:xfrm>
              <a:off x="6271775" y="175821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5" name="pt704"/>
            <p:cNvSpPr/>
            <p:nvPr/>
          </p:nvSpPr>
          <p:spPr>
            <a:xfrm>
              <a:off x="6505715" y="202774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6" name="pt705"/>
            <p:cNvSpPr/>
            <p:nvPr/>
          </p:nvSpPr>
          <p:spPr>
            <a:xfrm>
              <a:off x="6331556" y="214332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7" name="pt706"/>
            <p:cNvSpPr/>
            <p:nvPr/>
          </p:nvSpPr>
          <p:spPr>
            <a:xfrm>
              <a:off x="6467232" y="220654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8" name="pt707"/>
            <p:cNvSpPr/>
            <p:nvPr/>
          </p:nvSpPr>
          <p:spPr>
            <a:xfrm>
              <a:off x="6289801" y="196067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9" name="pt708"/>
            <p:cNvSpPr/>
            <p:nvPr/>
          </p:nvSpPr>
          <p:spPr>
            <a:xfrm>
              <a:off x="6479499" y="215068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0" name="pt709"/>
            <p:cNvSpPr/>
            <p:nvPr/>
          </p:nvSpPr>
          <p:spPr>
            <a:xfrm>
              <a:off x="6275468" y="257005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1" name="pt710"/>
            <p:cNvSpPr/>
            <p:nvPr/>
          </p:nvSpPr>
          <p:spPr>
            <a:xfrm>
              <a:off x="6531922" y="257010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2" name="pt711"/>
            <p:cNvSpPr/>
            <p:nvPr/>
          </p:nvSpPr>
          <p:spPr>
            <a:xfrm>
              <a:off x="6251978" y="214199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3" name="pt712"/>
            <p:cNvSpPr/>
            <p:nvPr/>
          </p:nvSpPr>
          <p:spPr>
            <a:xfrm>
              <a:off x="6486732" y="222333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4" name="pt713"/>
            <p:cNvSpPr/>
            <p:nvPr/>
          </p:nvSpPr>
          <p:spPr>
            <a:xfrm>
              <a:off x="6303616" y="226313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5" name="pt714"/>
            <p:cNvSpPr/>
            <p:nvPr/>
          </p:nvSpPr>
          <p:spPr>
            <a:xfrm>
              <a:off x="6535916" y="222236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6" name="pt715"/>
            <p:cNvSpPr/>
            <p:nvPr/>
          </p:nvSpPr>
          <p:spPr>
            <a:xfrm>
              <a:off x="6325555" y="257477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7" name="pt716"/>
            <p:cNvSpPr/>
            <p:nvPr/>
          </p:nvSpPr>
          <p:spPr>
            <a:xfrm>
              <a:off x="6536922" y="244872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8" name="pt717"/>
            <p:cNvSpPr/>
            <p:nvPr/>
          </p:nvSpPr>
          <p:spPr>
            <a:xfrm>
              <a:off x="6247563" y="196357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9" name="pt718"/>
            <p:cNvSpPr/>
            <p:nvPr/>
          </p:nvSpPr>
          <p:spPr>
            <a:xfrm>
              <a:off x="6463204" y="226353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0" name="pt719"/>
            <p:cNvSpPr/>
            <p:nvPr/>
          </p:nvSpPr>
          <p:spPr>
            <a:xfrm>
              <a:off x="6286421" y="240956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1" name="pt720"/>
            <p:cNvSpPr/>
            <p:nvPr/>
          </p:nvSpPr>
          <p:spPr>
            <a:xfrm>
              <a:off x="6486530" y="233915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2" name="pt721"/>
            <p:cNvSpPr/>
            <p:nvPr/>
          </p:nvSpPr>
          <p:spPr>
            <a:xfrm>
              <a:off x="6326252" y="229574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3" name="pt722"/>
            <p:cNvSpPr/>
            <p:nvPr/>
          </p:nvSpPr>
          <p:spPr>
            <a:xfrm>
              <a:off x="6522258" y="256643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4" name="pt723"/>
            <p:cNvSpPr/>
            <p:nvPr/>
          </p:nvSpPr>
          <p:spPr>
            <a:xfrm>
              <a:off x="6246401" y="236111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5" name="pt724"/>
            <p:cNvSpPr/>
            <p:nvPr/>
          </p:nvSpPr>
          <p:spPr>
            <a:xfrm>
              <a:off x="6543342" y="250377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6" name="pt725"/>
            <p:cNvSpPr/>
            <p:nvPr/>
          </p:nvSpPr>
          <p:spPr>
            <a:xfrm>
              <a:off x="6331647" y="218050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7" name="pt726"/>
            <p:cNvSpPr/>
            <p:nvPr/>
          </p:nvSpPr>
          <p:spPr>
            <a:xfrm>
              <a:off x="6490844" y="239066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8" name="pt727"/>
            <p:cNvSpPr/>
            <p:nvPr/>
          </p:nvSpPr>
          <p:spPr>
            <a:xfrm>
              <a:off x="6284053" y="217828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9" name="pt728"/>
            <p:cNvSpPr/>
            <p:nvPr/>
          </p:nvSpPr>
          <p:spPr>
            <a:xfrm>
              <a:off x="6499753" y="251393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0" name="pt729"/>
            <p:cNvSpPr/>
            <p:nvPr/>
          </p:nvSpPr>
          <p:spPr>
            <a:xfrm>
              <a:off x="6291190" y="237532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1" name="pt730"/>
            <p:cNvSpPr/>
            <p:nvPr/>
          </p:nvSpPr>
          <p:spPr>
            <a:xfrm>
              <a:off x="6465049" y="241558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2" name="pt731"/>
            <p:cNvSpPr/>
            <p:nvPr/>
          </p:nvSpPr>
          <p:spPr>
            <a:xfrm>
              <a:off x="6308384" y="211157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3" name="pt732"/>
            <p:cNvSpPr/>
            <p:nvPr/>
          </p:nvSpPr>
          <p:spPr>
            <a:xfrm>
              <a:off x="6549223" y="227301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4" name="pt733"/>
            <p:cNvSpPr/>
            <p:nvPr/>
          </p:nvSpPr>
          <p:spPr>
            <a:xfrm>
              <a:off x="6320285" y="248227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5" name="pt734"/>
            <p:cNvSpPr/>
            <p:nvPr/>
          </p:nvSpPr>
          <p:spPr>
            <a:xfrm>
              <a:off x="6517170" y="21101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6" name="pt735"/>
            <p:cNvSpPr/>
            <p:nvPr/>
          </p:nvSpPr>
          <p:spPr>
            <a:xfrm>
              <a:off x="6280037" y="199630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7" name="pt736"/>
            <p:cNvSpPr/>
            <p:nvPr/>
          </p:nvSpPr>
          <p:spPr>
            <a:xfrm>
              <a:off x="6464142" y="199008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8" name="pt737"/>
            <p:cNvSpPr/>
            <p:nvPr/>
          </p:nvSpPr>
          <p:spPr>
            <a:xfrm>
              <a:off x="6246376" y="230332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9" name="pt738"/>
            <p:cNvSpPr/>
            <p:nvPr/>
          </p:nvSpPr>
          <p:spPr>
            <a:xfrm>
              <a:off x="6540590" y="236133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0" name="pt739"/>
            <p:cNvSpPr/>
            <p:nvPr/>
          </p:nvSpPr>
          <p:spPr>
            <a:xfrm>
              <a:off x="6284028" y="239464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1" name="pt740"/>
            <p:cNvSpPr/>
            <p:nvPr/>
          </p:nvSpPr>
          <p:spPr>
            <a:xfrm>
              <a:off x="6545315" y="227020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2" name="pt741"/>
            <p:cNvSpPr/>
            <p:nvPr/>
          </p:nvSpPr>
          <p:spPr>
            <a:xfrm>
              <a:off x="6318695" y="193534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3" name="pt742"/>
            <p:cNvSpPr/>
            <p:nvPr/>
          </p:nvSpPr>
          <p:spPr>
            <a:xfrm>
              <a:off x="6464010" y="261765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4" name="pt743"/>
            <p:cNvSpPr/>
            <p:nvPr/>
          </p:nvSpPr>
          <p:spPr>
            <a:xfrm>
              <a:off x="6279301" y="265709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5" name="pt744"/>
            <p:cNvSpPr/>
            <p:nvPr/>
          </p:nvSpPr>
          <p:spPr>
            <a:xfrm>
              <a:off x="6466467" y="229015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6" name="pt745"/>
            <p:cNvSpPr/>
            <p:nvPr/>
          </p:nvSpPr>
          <p:spPr>
            <a:xfrm>
              <a:off x="6301887" y="244261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7" name="pt746"/>
            <p:cNvSpPr/>
            <p:nvPr/>
          </p:nvSpPr>
          <p:spPr>
            <a:xfrm>
              <a:off x="6519267" y="280228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8" name="pt747"/>
            <p:cNvSpPr/>
            <p:nvPr/>
          </p:nvSpPr>
          <p:spPr>
            <a:xfrm>
              <a:off x="6310319" y="231362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9" name="pt748"/>
            <p:cNvSpPr/>
            <p:nvPr/>
          </p:nvSpPr>
          <p:spPr>
            <a:xfrm>
              <a:off x="6527658" y="232215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0" name="pt749"/>
            <p:cNvSpPr/>
            <p:nvPr/>
          </p:nvSpPr>
          <p:spPr>
            <a:xfrm>
              <a:off x="6272455" y="23421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1" name="pt750"/>
            <p:cNvSpPr/>
            <p:nvPr/>
          </p:nvSpPr>
          <p:spPr>
            <a:xfrm>
              <a:off x="6541338" y="233803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2" name="pt751"/>
            <p:cNvSpPr/>
            <p:nvPr/>
          </p:nvSpPr>
          <p:spPr>
            <a:xfrm>
              <a:off x="6291892" y="23241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3" name="pt752"/>
            <p:cNvSpPr/>
            <p:nvPr/>
          </p:nvSpPr>
          <p:spPr>
            <a:xfrm>
              <a:off x="6505867" y="252599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4" name="pt753"/>
            <p:cNvSpPr/>
            <p:nvPr/>
          </p:nvSpPr>
          <p:spPr>
            <a:xfrm>
              <a:off x="6313102" y="235084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5" name="pt754"/>
            <p:cNvSpPr/>
            <p:nvPr/>
          </p:nvSpPr>
          <p:spPr>
            <a:xfrm>
              <a:off x="6490708" y="226120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6" name="pt755"/>
            <p:cNvSpPr/>
            <p:nvPr/>
          </p:nvSpPr>
          <p:spPr>
            <a:xfrm>
              <a:off x="6262159" y="263184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7" name="pt756"/>
            <p:cNvSpPr/>
            <p:nvPr/>
          </p:nvSpPr>
          <p:spPr>
            <a:xfrm>
              <a:off x="6530068" y="234935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8" name="pt757"/>
            <p:cNvSpPr/>
            <p:nvPr/>
          </p:nvSpPr>
          <p:spPr>
            <a:xfrm>
              <a:off x="6334244" y="256925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9" name="pt758"/>
            <p:cNvSpPr/>
            <p:nvPr/>
          </p:nvSpPr>
          <p:spPr>
            <a:xfrm>
              <a:off x="6523855" y="20876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0" name="pt759"/>
            <p:cNvSpPr/>
            <p:nvPr/>
          </p:nvSpPr>
          <p:spPr>
            <a:xfrm>
              <a:off x="6340470" y="272064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1" name="pt760"/>
            <p:cNvSpPr/>
            <p:nvPr/>
          </p:nvSpPr>
          <p:spPr>
            <a:xfrm>
              <a:off x="6479565" y="283065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2" name="pt761"/>
            <p:cNvSpPr/>
            <p:nvPr/>
          </p:nvSpPr>
          <p:spPr>
            <a:xfrm>
              <a:off x="6283335" y="255423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3" name="pt762"/>
            <p:cNvSpPr/>
            <p:nvPr/>
          </p:nvSpPr>
          <p:spPr>
            <a:xfrm>
              <a:off x="6491948" y="247184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4" name="pt763"/>
            <p:cNvSpPr/>
            <p:nvPr/>
          </p:nvSpPr>
          <p:spPr>
            <a:xfrm>
              <a:off x="6331184" y="245905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5" name="pt764"/>
            <p:cNvSpPr/>
            <p:nvPr/>
          </p:nvSpPr>
          <p:spPr>
            <a:xfrm>
              <a:off x="6482845" y="233194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6" name="pt765"/>
            <p:cNvSpPr/>
            <p:nvPr/>
          </p:nvSpPr>
          <p:spPr>
            <a:xfrm>
              <a:off x="6285584" y="237482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7" name="pt766"/>
            <p:cNvSpPr/>
            <p:nvPr/>
          </p:nvSpPr>
          <p:spPr>
            <a:xfrm>
              <a:off x="6476999" y="229623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8" name="pt767"/>
            <p:cNvSpPr/>
            <p:nvPr/>
          </p:nvSpPr>
          <p:spPr>
            <a:xfrm>
              <a:off x="6292407" y="243491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9" name="pt768"/>
            <p:cNvSpPr/>
            <p:nvPr/>
          </p:nvSpPr>
          <p:spPr>
            <a:xfrm>
              <a:off x="6529360" y="259798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0" name="pt769"/>
            <p:cNvSpPr/>
            <p:nvPr/>
          </p:nvSpPr>
          <p:spPr>
            <a:xfrm>
              <a:off x="6345569" y="233737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1" name="pt770"/>
            <p:cNvSpPr/>
            <p:nvPr/>
          </p:nvSpPr>
          <p:spPr>
            <a:xfrm>
              <a:off x="6531019" y="22170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2" name="pt771"/>
            <p:cNvSpPr/>
            <p:nvPr/>
          </p:nvSpPr>
          <p:spPr>
            <a:xfrm>
              <a:off x="6321536" y="251793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3" name="pt772"/>
            <p:cNvSpPr/>
            <p:nvPr/>
          </p:nvSpPr>
          <p:spPr>
            <a:xfrm>
              <a:off x="6531636" y="234072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4" name="pt773"/>
            <p:cNvSpPr/>
            <p:nvPr/>
          </p:nvSpPr>
          <p:spPr>
            <a:xfrm>
              <a:off x="6313541" y="254891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5" name="pt774"/>
            <p:cNvSpPr/>
            <p:nvPr/>
          </p:nvSpPr>
          <p:spPr>
            <a:xfrm>
              <a:off x="6505659" y="26532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6" name="pt775"/>
            <p:cNvSpPr/>
            <p:nvPr/>
          </p:nvSpPr>
          <p:spPr>
            <a:xfrm>
              <a:off x="6297138" y="254813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7" name="pt776"/>
            <p:cNvSpPr/>
            <p:nvPr/>
          </p:nvSpPr>
          <p:spPr>
            <a:xfrm>
              <a:off x="6473520" y="229728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8" name="pt777"/>
            <p:cNvSpPr/>
            <p:nvPr/>
          </p:nvSpPr>
          <p:spPr>
            <a:xfrm>
              <a:off x="6304766" y="246298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9" name="pt778"/>
            <p:cNvSpPr/>
            <p:nvPr/>
          </p:nvSpPr>
          <p:spPr>
            <a:xfrm>
              <a:off x="6542719" y="254075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0" name="pt779"/>
            <p:cNvSpPr/>
            <p:nvPr/>
          </p:nvSpPr>
          <p:spPr>
            <a:xfrm>
              <a:off x="6318988" y="219503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1" name="pt780"/>
            <p:cNvSpPr/>
            <p:nvPr/>
          </p:nvSpPr>
          <p:spPr>
            <a:xfrm>
              <a:off x="6549399" y="22774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2" name="pt781"/>
            <p:cNvSpPr/>
            <p:nvPr/>
          </p:nvSpPr>
          <p:spPr>
            <a:xfrm>
              <a:off x="6346168" y="23188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3" name="pt782"/>
            <p:cNvSpPr/>
            <p:nvPr/>
          </p:nvSpPr>
          <p:spPr>
            <a:xfrm>
              <a:off x="6516573" y="243194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4" name="pt783"/>
            <p:cNvSpPr/>
            <p:nvPr/>
          </p:nvSpPr>
          <p:spPr>
            <a:xfrm>
              <a:off x="6334820" y="244614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5" name="pt784"/>
            <p:cNvSpPr/>
            <p:nvPr/>
          </p:nvSpPr>
          <p:spPr>
            <a:xfrm>
              <a:off x="6488028" y="239584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6" name="pt785"/>
            <p:cNvSpPr/>
            <p:nvPr/>
          </p:nvSpPr>
          <p:spPr>
            <a:xfrm>
              <a:off x="6322342" y="243265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7" name="pt786"/>
            <p:cNvSpPr/>
            <p:nvPr/>
          </p:nvSpPr>
          <p:spPr>
            <a:xfrm>
              <a:off x="6472480" y="246855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8" name="pt787"/>
            <p:cNvSpPr/>
            <p:nvPr/>
          </p:nvSpPr>
          <p:spPr>
            <a:xfrm>
              <a:off x="6264976" y="195528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9" name="pt788"/>
            <p:cNvSpPr/>
            <p:nvPr/>
          </p:nvSpPr>
          <p:spPr>
            <a:xfrm>
              <a:off x="6470922" y="209280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0" name="pt789"/>
            <p:cNvSpPr/>
            <p:nvPr/>
          </p:nvSpPr>
          <p:spPr>
            <a:xfrm>
              <a:off x="6327525" y="201724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1" name="pt790"/>
            <p:cNvSpPr/>
            <p:nvPr/>
          </p:nvSpPr>
          <p:spPr>
            <a:xfrm>
              <a:off x="6459524" y="226658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2" name="pt791"/>
            <p:cNvSpPr/>
            <p:nvPr/>
          </p:nvSpPr>
          <p:spPr>
            <a:xfrm>
              <a:off x="6256157" y="176232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3" name="pt792"/>
            <p:cNvSpPr/>
            <p:nvPr/>
          </p:nvSpPr>
          <p:spPr>
            <a:xfrm>
              <a:off x="6486366" y="186423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4" name="pt793"/>
            <p:cNvSpPr/>
            <p:nvPr/>
          </p:nvSpPr>
          <p:spPr>
            <a:xfrm>
              <a:off x="6303251" y="225269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5" name="pt794"/>
            <p:cNvSpPr/>
            <p:nvPr/>
          </p:nvSpPr>
          <p:spPr>
            <a:xfrm>
              <a:off x="6532980" y="228999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6" name="pt795"/>
            <p:cNvSpPr/>
            <p:nvPr/>
          </p:nvSpPr>
          <p:spPr>
            <a:xfrm>
              <a:off x="6265037" y="209461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7" name="pt796"/>
            <p:cNvSpPr/>
            <p:nvPr/>
          </p:nvSpPr>
          <p:spPr>
            <a:xfrm>
              <a:off x="6479665" y="215464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8" name="pt797"/>
            <p:cNvSpPr/>
            <p:nvPr/>
          </p:nvSpPr>
          <p:spPr>
            <a:xfrm>
              <a:off x="6345347" y="228822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9" name="pt798"/>
            <p:cNvSpPr/>
            <p:nvPr/>
          </p:nvSpPr>
          <p:spPr>
            <a:xfrm>
              <a:off x="6524287" y="24355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0" name="pt799"/>
            <p:cNvSpPr/>
            <p:nvPr/>
          </p:nvSpPr>
          <p:spPr>
            <a:xfrm>
              <a:off x="6336310" y="26854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1" name="pt800"/>
            <p:cNvSpPr/>
            <p:nvPr/>
          </p:nvSpPr>
          <p:spPr>
            <a:xfrm>
              <a:off x="6536749" y="271547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2" name="pt801"/>
            <p:cNvSpPr/>
            <p:nvPr/>
          </p:nvSpPr>
          <p:spPr>
            <a:xfrm>
              <a:off x="6274645" y="243478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3" name="pt802"/>
            <p:cNvSpPr/>
            <p:nvPr/>
          </p:nvSpPr>
          <p:spPr>
            <a:xfrm>
              <a:off x="6516129" y="236221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4" name="pt803"/>
            <p:cNvSpPr/>
            <p:nvPr/>
          </p:nvSpPr>
          <p:spPr>
            <a:xfrm>
              <a:off x="6341216" y="196895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5" name="pt804"/>
            <p:cNvSpPr/>
            <p:nvPr/>
          </p:nvSpPr>
          <p:spPr>
            <a:xfrm>
              <a:off x="6483926" y="217340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6" name="pt805"/>
            <p:cNvSpPr/>
            <p:nvPr/>
          </p:nvSpPr>
          <p:spPr>
            <a:xfrm>
              <a:off x="6268908" y="236736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7" name="pt806"/>
            <p:cNvSpPr/>
            <p:nvPr/>
          </p:nvSpPr>
          <p:spPr>
            <a:xfrm>
              <a:off x="6545456" y="240264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8" name="pt807"/>
            <p:cNvSpPr/>
            <p:nvPr/>
          </p:nvSpPr>
          <p:spPr>
            <a:xfrm>
              <a:off x="6328343" y="225557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9" name="pt808"/>
            <p:cNvSpPr/>
            <p:nvPr/>
          </p:nvSpPr>
          <p:spPr>
            <a:xfrm>
              <a:off x="6494869" y="226503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0" name="pt809"/>
            <p:cNvSpPr/>
            <p:nvPr/>
          </p:nvSpPr>
          <p:spPr>
            <a:xfrm>
              <a:off x="6278285" y="206454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1" name="pt810"/>
            <p:cNvSpPr/>
            <p:nvPr/>
          </p:nvSpPr>
          <p:spPr>
            <a:xfrm>
              <a:off x="6459843" y="209089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2" name="pt811"/>
            <p:cNvSpPr/>
            <p:nvPr/>
          </p:nvSpPr>
          <p:spPr>
            <a:xfrm>
              <a:off x="6334427" y="214284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3" name="pt812"/>
            <p:cNvSpPr/>
            <p:nvPr/>
          </p:nvSpPr>
          <p:spPr>
            <a:xfrm>
              <a:off x="6474319" y="239825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4" name="pt813"/>
            <p:cNvSpPr/>
            <p:nvPr/>
          </p:nvSpPr>
          <p:spPr>
            <a:xfrm>
              <a:off x="6310219" y="23309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5" name="pt814"/>
            <p:cNvSpPr/>
            <p:nvPr/>
          </p:nvSpPr>
          <p:spPr>
            <a:xfrm>
              <a:off x="6553690" y="253612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6" name="pt815"/>
            <p:cNvSpPr/>
            <p:nvPr/>
          </p:nvSpPr>
          <p:spPr>
            <a:xfrm>
              <a:off x="6267858" y="227306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7" name="pt816"/>
            <p:cNvSpPr/>
            <p:nvPr/>
          </p:nvSpPr>
          <p:spPr>
            <a:xfrm>
              <a:off x="6541703" y="204491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8" name="pt817"/>
            <p:cNvSpPr/>
            <p:nvPr/>
          </p:nvSpPr>
          <p:spPr>
            <a:xfrm>
              <a:off x="6305859" y="247447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9" name="pt818"/>
            <p:cNvSpPr/>
            <p:nvPr/>
          </p:nvSpPr>
          <p:spPr>
            <a:xfrm>
              <a:off x="6540256" y="218788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0" name="pt819"/>
            <p:cNvSpPr/>
            <p:nvPr/>
          </p:nvSpPr>
          <p:spPr>
            <a:xfrm>
              <a:off x="6311542" y="275398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1" name="pt820"/>
            <p:cNvSpPr/>
            <p:nvPr/>
          </p:nvSpPr>
          <p:spPr>
            <a:xfrm>
              <a:off x="6485528" y="23201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2" name="pt821"/>
            <p:cNvSpPr/>
            <p:nvPr/>
          </p:nvSpPr>
          <p:spPr>
            <a:xfrm>
              <a:off x="6310083" y="216304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3" name="pt822"/>
            <p:cNvSpPr/>
            <p:nvPr/>
          </p:nvSpPr>
          <p:spPr>
            <a:xfrm>
              <a:off x="6527761" y="247702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4" name="pt823"/>
            <p:cNvSpPr/>
            <p:nvPr/>
          </p:nvSpPr>
          <p:spPr>
            <a:xfrm>
              <a:off x="6272563" y="226902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5" name="pt824"/>
            <p:cNvSpPr/>
            <p:nvPr/>
          </p:nvSpPr>
          <p:spPr>
            <a:xfrm>
              <a:off x="6550183" y="236782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6" name="pt825"/>
            <p:cNvSpPr/>
            <p:nvPr/>
          </p:nvSpPr>
          <p:spPr>
            <a:xfrm>
              <a:off x="6305922" y="21720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7" name="pt826"/>
            <p:cNvSpPr/>
            <p:nvPr/>
          </p:nvSpPr>
          <p:spPr>
            <a:xfrm>
              <a:off x="6530801" y="226756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8" name="pt827"/>
            <p:cNvSpPr/>
            <p:nvPr/>
          </p:nvSpPr>
          <p:spPr>
            <a:xfrm>
              <a:off x="6302212" y="251780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9" name="pt828"/>
            <p:cNvSpPr/>
            <p:nvPr/>
          </p:nvSpPr>
          <p:spPr>
            <a:xfrm>
              <a:off x="6550591" y="246632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0" name="pt829"/>
            <p:cNvSpPr/>
            <p:nvPr/>
          </p:nvSpPr>
          <p:spPr>
            <a:xfrm>
              <a:off x="6264026" y="248517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1" name="pt830"/>
            <p:cNvSpPr/>
            <p:nvPr/>
          </p:nvSpPr>
          <p:spPr>
            <a:xfrm>
              <a:off x="6508490" y="247423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2" name="pt831"/>
            <p:cNvSpPr/>
            <p:nvPr/>
          </p:nvSpPr>
          <p:spPr>
            <a:xfrm>
              <a:off x="6299613" y="237471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3" name="pt832"/>
            <p:cNvSpPr/>
            <p:nvPr/>
          </p:nvSpPr>
          <p:spPr>
            <a:xfrm>
              <a:off x="6472518" y="248484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4" name="pt833"/>
            <p:cNvSpPr/>
            <p:nvPr/>
          </p:nvSpPr>
          <p:spPr>
            <a:xfrm>
              <a:off x="6255287" y="24385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5" name="pt834"/>
            <p:cNvSpPr/>
            <p:nvPr/>
          </p:nvSpPr>
          <p:spPr>
            <a:xfrm>
              <a:off x="6514650" y="256173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6" name="pt835"/>
            <p:cNvSpPr/>
            <p:nvPr/>
          </p:nvSpPr>
          <p:spPr>
            <a:xfrm>
              <a:off x="6340406" y="242592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7" name="pt836"/>
            <p:cNvSpPr/>
            <p:nvPr/>
          </p:nvSpPr>
          <p:spPr>
            <a:xfrm>
              <a:off x="6455883" y="226048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8" name="pt837"/>
            <p:cNvSpPr/>
            <p:nvPr/>
          </p:nvSpPr>
          <p:spPr>
            <a:xfrm>
              <a:off x="6306002" y="206441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9" name="pt838"/>
            <p:cNvSpPr/>
            <p:nvPr/>
          </p:nvSpPr>
          <p:spPr>
            <a:xfrm>
              <a:off x="6537311" y="236858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0" name="pt839"/>
            <p:cNvSpPr/>
            <p:nvPr/>
          </p:nvSpPr>
          <p:spPr>
            <a:xfrm>
              <a:off x="6260079" y="243897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1" name="pt840"/>
            <p:cNvSpPr/>
            <p:nvPr/>
          </p:nvSpPr>
          <p:spPr>
            <a:xfrm>
              <a:off x="6463095" y="267277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2" name="pt841"/>
            <p:cNvSpPr/>
            <p:nvPr/>
          </p:nvSpPr>
          <p:spPr>
            <a:xfrm>
              <a:off x="6292208" y="236344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3" name="pt842"/>
            <p:cNvSpPr/>
            <p:nvPr/>
          </p:nvSpPr>
          <p:spPr>
            <a:xfrm>
              <a:off x="6469456" y="224283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4" name="pt843"/>
            <p:cNvSpPr/>
            <p:nvPr/>
          </p:nvSpPr>
          <p:spPr>
            <a:xfrm>
              <a:off x="6279418" y="232559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5" name="pt844"/>
            <p:cNvSpPr/>
            <p:nvPr/>
          </p:nvSpPr>
          <p:spPr>
            <a:xfrm>
              <a:off x="6455499" y="268616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6" name="pt845"/>
            <p:cNvSpPr/>
            <p:nvPr/>
          </p:nvSpPr>
          <p:spPr>
            <a:xfrm>
              <a:off x="6280245" y="249705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7" name="pt846"/>
            <p:cNvSpPr/>
            <p:nvPr/>
          </p:nvSpPr>
          <p:spPr>
            <a:xfrm>
              <a:off x="6535520" y="22033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8" name="pt847"/>
            <p:cNvSpPr/>
            <p:nvPr/>
          </p:nvSpPr>
          <p:spPr>
            <a:xfrm>
              <a:off x="6283375" y="207010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9" name="pt848"/>
            <p:cNvSpPr/>
            <p:nvPr/>
          </p:nvSpPr>
          <p:spPr>
            <a:xfrm>
              <a:off x="6472149" y="221570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0" name="pt849"/>
            <p:cNvSpPr/>
            <p:nvPr/>
          </p:nvSpPr>
          <p:spPr>
            <a:xfrm>
              <a:off x="6269350" y="246297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1" name="pt850"/>
            <p:cNvSpPr/>
            <p:nvPr/>
          </p:nvSpPr>
          <p:spPr>
            <a:xfrm>
              <a:off x="6499393" y="249923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2" name="pt851"/>
            <p:cNvSpPr/>
            <p:nvPr/>
          </p:nvSpPr>
          <p:spPr>
            <a:xfrm>
              <a:off x="6337668" y="233849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3" name="pt852"/>
            <p:cNvSpPr/>
            <p:nvPr/>
          </p:nvSpPr>
          <p:spPr>
            <a:xfrm>
              <a:off x="6455145" y="251081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4" name="pt853"/>
            <p:cNvSpPr/>
            <p:nvPr/>
          </p:nvSpPr>
          <p:spPr>
            <a:xfrm>
              <a:off x="6292718" y="246857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5" name="pt854"/>
            <p:cNvSpPr/>
            <p:nvPr/>
          </p:nvSpPr>
          <p:spPr>
            <a:xfrm>
              <a:off x="6489961" y="226116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6" name="pt855"/>
            <p:cNvSpPr/>
            <p:nvPr/>
          </p:nvSpPr>
          <p:spPr>
            <a:xfrm>
              <a:off x="6314021" y="234917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7" name="pt856"/>
            <p:cNvSpPr/>
            <p:nvPr/>
          </p:nvSpPr>
          <p:spPr>
            <a:xfrm>
              <a:off x="6467647" y="221601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8" name="pt857"/>
            <p:cNvSpPr/>
            <p:nvPr/>
          </p:nvSpPr>
          <p:spPr>
            <a:xfrm>
              <a:off x="6300101" y="246895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9" name="pt858"/>
            <p:cNvSpPr/>
            <p:nvPr/>
          </p:nvSpPr>
          <p:spPr>
            <a:xfrm>
              <a:off x="6474315" y="233313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0" name="pt859"/>
            <p:cNvSpPr/>
            <p:nvPr/>
          </p:nvSpPr>
          <p:spPr>
            <a:xfrm>
              <a:off x="6306216" y="213910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1" name="pt860"/>
            <p:cNvSpPr/>
            <p:nvPr/>
          </p:nvSpPr>
          <p:spPr>
            <a:xfrm>
              <a:off x="6542079" y="220153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2" name="pt861"/>
            <p:cNvSpPr/>
            <p:nvPr/>
          </p:nvSpPr>
          <p:spPr>
            <a:xfrm>
              <a:off x="6308910" y="228201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3" name="pt862"/>
            <p:cNvSpPr/>
            <p:nvPr/>
          </p:nvSpPr>
          <p:spPr>
            <a:xfrm>
              <a:off x="6491356" y="25465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4" name="pt863"/>
            <p:cNvSpPr/>
            <p:nvPr/>
          </p:nvSpPr>
          <p:spPr>
            <a:xfrm>
              <a:off x="6266172" y="242525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5" name="pt864"/>
            <p:cNvSpPr/>
            <p:nvPr/>
          </p:nvSpPr>
          <p:spPr>
            <a:xfrm>
              <a:off x="6527928" y="218999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6" name="pt865"/>
            <p:cNvSpPr/>
            <p:nvPr/>
          </p:nvSpPr>
          <p:spPr>
            <a:xfrm>
              <a:off x="6344824" y="202868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7" name="pt866"/>
            <p:cNvSpPr/>
            <p:nvPr/>
          </p:nvSpPr>
          <p:spPr>
            <a:xfrm>
              <a:off x="6454652" y="215428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8" name="pt867"/>
            <p:cNvSpPr/>
            <p:nvPr/>
          </p:nvSpPr>
          <p:spPr>
            <a:xfrm>
              <a:off x="6261872" y="222040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9" name="pt868"/>
            <p:cNvSpPr/>
            <p:nvPr/>
          </p:nvSpPr>
          <p:spPr>
            <a:xfrm>
              <a:off x="6546949" y="23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0" name="pt869"/>
            <p:cNvSpPr/>
            <p:nvPr/>
          </p:nvSpPr>
          <p:spPr>
            <a:xfrm>
              <a:off x="6244508" y="233095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1" name="pt870"/>
            <p:cNvSpPr/>
            <p:nvPr/>
          </p:nvSpPr>
          <p:spPr>
            <a:xfrm>
              <a:off x="6463470" y="24320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2" name="pt871"/>
            <p:cNvSpPr/>
            <p:nvPr/>
          </p:nvSpPr>
          <p:spPr>
            <a:xfrm>
              <a:off x="6278050" y="274546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3" name="pt872"/>
            <p:cNvSpPr/>
            <p:nvPr/>
          </p:nvSpPr>
          <p:spPr>
            <a:xfrm>
              <a:off x="6513459" y="274677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4" name="pt873"/>
            <p:cNvSpPr/>
            <p:nvPr/>
          </p:nvSpPr>
          <p:spPr>
            <a:xfrm>
              <a:off x="6248643" y="317935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5" name="pt874"/>
            <p:cNvSpPr/>
            <p:nvPr/>
          </p:nvSpPr>
          <p:spPr>
            <a:xfrm>
              <a:off x="6463621" y="297175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6" name="pt875"/>
            <p:cNvSpPr/>
            <p:nvPr/>
          </p:nvSpPr>
          <p:spPr>
            <a:xfrm>
              <a:off x="6294177" y="21377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7" name="pt876"/>
            <p:cNvSpPr/>
            <p:nvPr/>
          </p:nvSpPr>
          <p:spPr>
            <a:xfrm>
              <a:off x="6457665" y="231085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8" name="pt877"/>
            <p:cNvSpPr/>
            <p:nvPr/>
          </p:nvSpPr>
          <p:spPr>
            <a:xfrm>
              <a:off x="6336422" y="191733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9" name="pt878"/>
            <p:cNvSpPr/>
            <p:nvPr/>
          </p:nvSpPr>
          <p:spPr>
            <a:xfrm>
              <a:off x="6532025" y="215939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0" name="pt879"/>
            <p:cNvSpPr/>
            <p:nvPr/>
          </p:nvSpPr>
          <p:spPr>
            <a:xfrm>
              <a:off x="6344346" y="261485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1" name="pt880"/>
            <p:cNvSpPr/>
            <p:nvPr/>
          </p:nvSpPr>
          <p:spPr>
            <a:xfrm>
              <a:off x="6551199" y="233793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2" name="pt881"/>
            <p:cNvSpPr/>
            <p:nvPr/>
          </p:nvSpPr>
          <p:spPr>
            <a:xfrm>
              <a:off x="6343901" y="243660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3" name="pt882"/>
            <p:cNvSpPr/>
            <p:nvPr/>
          </p:nvSpPr>
          <p:spPr>
            <a:xfrm>
              <a:off x="6541166" y="225116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4" name="pt883"/>
            <p:cNvSpPr/>
            <p:nvPr/>
          </p:nvSpPr>
          <p:spPr>
            <a:xfrm>
              <a:off x="6328934" y="225995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5" name="pt884"/>
            <p:cNvSpPr/>
            <p:nvPr/>
          </p:nvSpPr>
          <p:spPr>
            <a:xfrm>
              <a:off x="6500108" y="224002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6" name="pt885"/>
            <p:cNvSpPr/>
            <p:nvPr/>
          </p:nvSpPr>
          <p:spPr>
            <a:xfrm>
              <a:off x="6321353" y="241640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7" name="pt886"/>
            <p:cNvSpPr/>
            <p:nvPr/>
          </p:nvSpPr>
          <p:spPr>
            <a:xfrm>
              <a:off x="6457770" y="231862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8" name="pt887"/>
            <p:cNvSpPr/>
            <p:nvPr/>
          </p:nvSpPr>
          <p:spPr>
            <a:xfrm>
              <a:off x="6278278" y="225987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9" name="pt888"/>
            <p:cNvSpPr/>
            <p:nvPr/>
          </p:nvSpPr>
          <p:spPr>
            <a:xfrm>
              <a:off x="6536403" y="231338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90" name="pl889"/>
            <p:cNvSpPr/>
            <p:nvPr/>
          </p:nvSpPr>
          <p:spPr>
            <a:xfrm>
              <a:off x="1968057" y="2164724"/>
              <a:ext cx="0" cy="338812"/>
            </a:xfrm>
            <a:custGeom>
              <a:avLst/>
              <a:pathLst>
                <a:path w="0" h="338812">
                  <a:moveTo>
                    <a:pt x="0" y="338812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l890"/>
            <p:cNvSpPr/>
            <p:nvPr/>
          </p:nvSpPr>
          <p:spPr>
            <a:xfrm>
              <a:off x="1968057" y="2804907"/>
              <a:ext cx="0" cy="434968"/>
            </a:xfrm>
            <a:custGeom>
              <a:avLst/>
              <a:pathLst>
                <a:path w="0" h="434968">
                  <a:moveTo>
                    <a:pt x="0" y="0"/>
                  </a:moveTo>
                  <a:lnTo>
                    <a:pt x="0" y="434968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g891"/>
            <p:cNvSpPr/>
            <p:nvPr/>
          </p:nvSpPr>
          <p:spPr>
            <a:xfrm>
              <a:off x="1863232" y="2503536"/>
              <a:ext cx="209650" cy="301370"/>
            </a:xfrm>
            <a:custGeom>
              <a:avLst/>
              <a:pathLst>
                <a:path w="209650" h="301370">
                  <a:moveTo>
                    <a:pt x="0" y="0"/>
                  </a:moveTo>
                  <a:lnTo>
                    <a:pt x="0" y="301370"/>
                  </a:lnTo>
                  <a:lnTo>
                    <a:pt x="209650" y="301370"/>
                  </a:lnTo>
                  <a:lnTo>
                    <a:pt x="209650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3" name="pl892"/>
            <p:cNvSpPr/>
            <p:nvPr/>
          </p:nvSpPr>
          <p:spPr>
            <a:xfrm>
              <a:off x="1863232" y="2676474"/>
              <a:ext cx="209650" cy="0"/>
            </a:xfrm>
            <a:custGeom>
              <a:avLst/>
              <a:pathLst>
                <a:path w="209650" h="0">
                  <a:moveTo>
                    <a:pt x="0" y="0"/>
                  </a:moveTo>
                  <a:lnTo>
                    <a:pt x="209650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4" name="pl893"/>
            <p:cNvSpPr/>
            <p:nvPr/>
          </p:nvSpPr>
          <p:spPr>
            <a:xfrm>
              <a:off x="3421242" y="1999121"/>
              <a:ext cx="0" cy="321613"/>
            </a:xfrm>
            <a:custGeom>
              <a:avLst/>
              <a:pathLst>
                <a:path w="0" h="321613">
                  <a:moveTo>
                    <a:pt x="0" y="32161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l894"/>
            <p:cNvSpPr/>
            <p:nvPr/>
          </p:nvSpPr>
          <p:spPr>
            <a:xfrm>
              <a:off x="3421242" y="2632182"/>
              <a:ext cx="0" cy="448835"/>
            </a:xfrm>
            <a:custGeom>
              <a:avLst/>
              <a:pathLst>
                <a:path w="0" h="448835">
                  <a:moveTo>
                    <a:pt x="0" y="0"/>
                  </a:moveTo>
                  <a:lnTo>
                    <a:pt x="0" y="448835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g895"/>
            <p:cNvSpPr/>
            <p:nvPr/>
          </p:nvSpPr>
          <p:spPr>
            <a:xfrm>
              <a:off x="3316417" y="2320734"/>
              <a:ext cx="209650" cy="311447"/>
            </a:xfrm>
            <a:custGeom>
              <a:avLst/>
              <a:pathLst>
                <a:path w="209650" h="311447">
                  <a:moveTo>
                    <a:pt x="0" y="0"/>
                  </a:moveTo>
                  <a:lnTo>
                    <a:pt x="0" y="311447"/>
                  </a:lnTo>
                  <a:lnTo>
                    <a:pt x="209650" y="311447"/>
                  </a:lnTo>
                  <a:lnTo>
                    <a:pt x="209650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7" name="pl896"/>
            <p:cNvSpPr/>
            <p:nvPr/>
          </p:nvSpPr>
          <p:spPr>
            <a:xfrm>
              <a:off x="3316417" y="2442650"/>
              <a:ext cx="209650" cy="0"/>
            </a:xfrm>
            <a:custGeom>
              <a:avLst/>
              <a:pathLst>
                <a:path w="209650" h="0">
                  <a:moveTo>
                    <a:pt x="0" y="0"/>
                  </a:moveTo>
                  <a:lnTo>
                    <a:pt x="209650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8" name="pl897"/>
            <p:cNvSpPr/>
            <p:nvPr/>
          </p:nvSpPr>
          <p:spPr>
            <a:xfrm>
              <a:off x="4874427" y="1688133"/>
              <a:ext cx="0" cy="425720"/>
            </a:xfrm>
            <a:custGeom>
              <a:avLst/>
              <a:pathLst>
                <a:path w="0" h="425720">
                  <a:moveTo>
                    <a:pt x="0" y="42572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l898"/>
            <p:cNvSpPr/>
            <p:nvPr/>
          </p:nvSpPr>
          <p:spPr>
            <a:xfrm>
              <a:off x="4874427" y="2506796"/>
              <a:ext cx="0" cy="586090"/>
            </a:xfrm>
            <a:custGeom>
              <a:avLst/>
              <a:pathLst>
                <a:path w="0" h="586090">
                  <a:moveTo>
                    <a:pt x="0" y="0"/>
                  </a:moveTo>
                  <a:lnTo>
                    <a:pt x="0" y="58609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g899"/>
            <p:cNvSpPr/>
            <p:nvPr/>
          </p:nvSpPr>
          <p:spPr>
            <a:xfrm>
              <a:off x="4769602" y="2113854"/>
              <a:ext cx="209650" cy="392942"/>
            </a:xfrm>
            <a:custGeom>
              <a:avLst/>
              <a:pathLst>
                <a:path w="209650" h="392942">
                  <a:moveTo>
                    <a:pt x="0" y="0"/>
                  </a:moveTo>
                  <a:lnTo>
                    <a:pt x="0" y="392942"/>
                  </a:lnTo>
                  <a:lnTo>
                    <a:pt x="209650" y="392942"/>
                  </a:lnTo>
                  <a:lnTo>
                    <a:pt x="209650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1" name="pl900"/>
            <p:cNvSpPr/>
            <p:nvPr/>
          </p:nvSpPr>
          <p:spPr>
            <a:xfrm>
              <a:off x="4769602" y="2302228"/>
              <a:ext cx="209650" cy="0"/>
            </a:xfrm>
            <a:custGeom>
              <a:avLst/>
              <a:pathLst>
                <a:path w="209650" h="0">
                  <a:moveTo>
                    <a:pt x="0" y="0"/>
                  </a:moveTo>
                  <a:lnTo>
                    <a:pt x="209650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2" name="pl901"/>
            <p:cNvSpPr/>
            <p:nvPr/>
          </p:nvSpPr>
          <p:spPr>
            <a:xfrm>
              <a:off x="6327612" y="1782202"/>
              <a:ext cx="0" cy="429089"/>
            </a:xfrm>
            <a:custGeom>
              <a:avLst/>
              <a:pathLst>
                <a:path w="0" h="429089">
                  <a:moveTo>
                    <a:pt x="0" y="42908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l902"/>
            <p:cNvSpPr/>
            <p:nvPr/>
          </p:nvSpPr>
          <p:spPr>
            <a:xfrm>
              <a:off x="6327612" y="2515954"/>
              <a:ext cx="0" cy="417943"/>
            </a:xfrm>
            <a:custGeom>
              <a:avLst/>
              <a:pathLst>
                <a:path w="0" h="417943">
                  <a:moveTo>
                    <a:pt x="0" y="0"/>
                  </a:moveTo>
                  <a:lnTo>
                    <a:pt x="0" y="417943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g903"/>
            <p:cNvSpPr/>
            <p:nvPr/>
          </p:nvSpPr>
          <p:spPr>
            <a:xfrm>
              <a:off x="6222787" y="2211291"/>
              <a:ext cx="209650" cy="304662"/>
            </a:xfrm>
            <a:custGeom>
              <a:avLst/>
              <a:pathLst>
                <a:path w="209650" h="304662">
                  <a:moveTo>
                    <a:pt x="0" y="0"/>
                  </a:moveTo>
                  <a:lnTo>
                    <a:pt x="0" y="304662"/>
                  </a:lnTo>
                  <a:lnTo>
                    <a:pt x="209650" y="304662"/>
                  </a:lnTo>
                  <a:lnTo>
                    <a:pt x="209650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5" name="pl904"/>
            <p:cNvSpPr/>
            <p:nvPr/>
          </p:nvSpPr>
          <p:spPr>
            <a:xfrm>
              <a:off x="6222787" y="2379960"/>
              <a:ext cx="209650" cy="0"/>
            </a:xfrm>
            <a:custGeom>
              <a:avLst/>
              <a:pathLst>
                <a:path w="209650" h="0">
                  <a:moveTo>
                    <a:pt x="0" y="0"/>
                  </a:moveTo>
                  <a:lnTo>
                    <a:pt x="209650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6" name="pl905"/>
            <p:cNvSpPr/>
            <p:nvPr/>
          </p:nvSpPr>
          <p:spPr>
            <a:xfrm>
              <a:off x="2177708" y="2187595"/>
              <a:ext cx="0" cy="364639"/>
            </a:xfrm>
            <a:custGeom>
              <a:avLst/>
              <a:pathLst>
                <a:path w="0" h="364639">
                  <a:moveTo>
                    <a:pt x="0" y="36463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l906"/>
            <p:cNvSpPr/>
            <p:nvPr/>
          </p:nvSpPr>
          <p:spPr>
            <a:xfrm>
              <a:off x="2177708" y="2800838"/>
              <a:ext cx="0" cy="218102"/>
            </a:xfrm>
            <a:custGeom>
              <a:avLst/>
              <a:pathLst>
                <a:path w="0" h="218102">
                  <a:moveTo>
                    <a:pt x="0" y="0"/>
                  </a:moveTo>
                  <a:lnTo>
                    <a:pt x="0" y="218102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g907"/>
            <p:cNvSpPr/>
            <p:nvPr/>
          </p:nvSpPr>
          <p:spPr>
            <a:xfrm>
              <a:off x="2072883" y="2552234"/>
              <a:ext cx="209650" cy="248603"/>
            </a:xfrm>
            <a:custGeom>
              <a:avLst/>
              <a:pathLst>
                <a:path w="209650" h="248603">
                  <a:moveTo>
                    <a:pt x="0" y="0"/>
                  </a:moveTo>
                  <a:lnTo>
                    <a:pt x="0" y="248603"/>
                  </a:lnTo>
                  <a:lnTo>
                    <a:pt x="209650" y="248603"/>
                  </a:lnTo>
                  <a:lnTo>
                    <a:pt x="209650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9" name="pl908"/>
            <p:cNvSpPr/>
            <p:nvPr/>
          </p:nvSpPr>
          <p:spPr>
            <a:xfrm>
              <a:off x="2072883" y="2704252"/>
              <a:ext cx="209650" cy="0"/>
            </a:xfrm>
            <a:custGeom>
              <a:avLst/>
              <a:pathLst>
                <a:path w="209650" h="0">
                  <a:moveTo>
                    <a:pt x="0" y="0"/>
                  </a:moveTo>
                  <a:lnTo>
                    <a:pt x="209650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0" name="pl909"/>
            <p:cNvSpPr/>
            <p:nvPr/>
          </p:nvSpPr>
          <p:spPr>
            <a:xfrm>
              <a:off x="3630892" y="1965498"/>
              <a:ext cx="0" cy="410240"/>
            </a:xfrm>
            <a:custGeom>
              <a:avLst/>
              <a:pathLst>
                <a:path w="0" h="410240">
                  <a:moveTo>
                    <a:pt x="0" y="41024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l910"/>
            <p:cNvSpPr/>
            <p:nvPr/>
          </p:nvSpPr>
          <p:spPr>
            <a:xfrm>
              <a:off x="3630892" y="2684716"/>
              <a:ext cx="0" cy="382023"/>
            </a:xfrm>
            <a:custGeom>
              <a:avLst/>
              <a:pathLst>
                <a:path w="0" h="382023">
                  <a:moveTo>
                    <a:pt x="0" y="0"/>
                  </a:moveTo>
                  <a:lnTo>
                    <a:pt x="0" y="382023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g911"/>
            <p:cNvSpPr/>
            <p:nvPr/>
          </p:nvSpPr>
          <p:spPr>
            <a:xfrm>
              <a:off x="3526067" y="2375739"/>
              <a:ext cx="209650" cy="308976"/>
            </a:xfrm>
            <a:custGeom>
              <a:avLst/>
              <a:pathLst>
                <a:path w="209650" h="308976">
                  <a:moveTo>
                    <a:pt x="0" y="0"/>
                  </a:moveTo>
                  <a:lnTo>
                    <a:pt x="0" y="308976"/>
                  </a:lnTo>
                  <a:lnTo>
                    <a:pt x="209650" y="308976"/>
                  </a:lnTo>
                  <a:lnTo>
                    <a:pt x="209650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3" name="pl912"/>
            <p:cNvSpPr/>
            <p:nvPr/>
          </p:nvSpPr>
          <p:spPr>
            <a:xfrm>
              <a:off x="3526067" y="2517526"/>
              <a:ext cx="209650" cy="0"/>
            </a:xfrm>
            <a:custGeom>
              <a:avLst/>
              <a:pathLst>
                <a:path w="209650" h="0">
                  <a:moveTo>
                    <a:pt x="0" y="0"/>
                  </a:moveTo>
                  <a:lnTo>
                    <a:pt x="209650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4" name="pl913"/>
            <p:cNvSpPr/>
            <p:nvPr/>
          </p:nvSpPr>
          <p:spPr>
            <a:xfrm>
              <a:off x="5084077" y="1978451"/>
              <a:ext cx="0" cy="311916"/>
            </a:xfrm>
            <a:custGeom>
              <a:avLst/>
              <a:pathLst>
                <a:path w="0" h="311916">
                  <a:moveTo>
                    <a:pt x="0" y="311916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l914"/>
            <p:cNvSpPr/>
            <p:nvPr/>
          </p:nvSpPr>
          <p:spPr>
            <a:xfrm>
              <a:off x="5084077" y="2621872"/>
              <a:ext cx="0" cy="352713"/>
            </a:xfrm>
            <a:custGeom>
              <a:avLst/>
              <a:pathLst>
                <a:path w="0" h="352713">
                  <a:moveTo>
                    <a:pt x="0" y="0"/>
                  </a:moveTo>
                  <a:lnTo>
                    <a:pt x="0" y="352713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g915"/>
            <p:cNvSpPr/>
            <p:nvPr/>
          </p:nvSpPr>
          <p:spPr>
            <a:xfrm>
              <a:off x="4979252" y="2290367"/>
              <a:ext cx="209650" cy="331504"/>
            </a:xfrm>
            <a:custGeom>
              <a:avLst/>
              <a:pathLst>
                <a:path w="209650" h="331504">
                  <a:moveTo>
                    <a:pt x="0" y="0"/>
                  </a:moveTo>
                  <a:lnTo>
                    <a:pt x="0" y="331504"/>
                  </a:lnTo>
                  <a:lnTo>
                    <a:pt x="209650" y="331504"/>
                  </a:lnTo>
                  <a:lnTo>
                    <a:pt x="209650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7" name="pl916"/>
            <p:cNvSpPr/>
            <p:nvPr/>
          </p:nvSpPr>
          <p:spPr>
            <a:xfrm>
              <a:off x="4979252" y="2393247"/>
              <a:ext cx="209650" cy="0"/>
            </a:xfrm>
            <a:custGeom>
              <a:avLst/>
              <a:pathLst>
                <a:path w="209650" h="0">
                  <a:moveTo>
                    <a:pt x="0" y="0"/>
                  </a:moveTo>
                  <a:lnTo>
                    <a:pt x="209650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8" name="pl917"/>
            <p:cNvSpPr/>
            <p:nvPr/>
          </p:nvSpPr>
          <p:spPr>
            <a:xfrm>
              <a:off x="6537262" y="2020865"/>
              <a:ext cx="0" cy="249944"/>
            </a:xfrm>
            <a:custGeom>
              <a:avLst/>
              <a:pathLst>
                <a:path w="0" h="249944">
                  <a:moveTo>
                    <a:pt x="0" y="24994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l918"/>
            <p:cNvSpPr/>
            <p:nvPr/>
          </p:nvSpPr>
          <p:spPr>
            <a:xfrm>
              <a:off x="6537262" y="2515632"/>
              <a:ext cx="0" cy="345803"/>
            </a:xfrm>
            <a:custGeom>
              <a:avLst/>
              <a:pathLst>
                <a:path w="0" h="345803">
                  <a:moveTo>
                    <a:pt x="0" y="0"/>
                  </a:moveTo>
                  <a:lnTo>
                    <a:pt x="0" y="345803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g919"/>
            <p:cNvSpPr/>
            <p:nvPr/>
          </p:nvSpPr>
          <p:spPr>
            <a:xfrm>
              <a:off x="6432437" y="2270810"/>
              <a:ext cx="209650" cy="244821"/>
            </a:xfrm>
            <a:custGeom>
              <a:avLst/>
              <a:pathLst>
                <a:path w="209650" h="244821">
                  <a:moveTo>
                    <a:pt x="0" y="0"/>
                  </a:moveTo>
                  <a:lnTo>
                    <a:pt x="0" y="244821"/>
                  </a:lnTo>
                  <a:lnTo>
                    <a:pt x="209650" y="244821"/>
                  </a:lnTo>
                  <a:lnTo>
                    <a:pt x="209650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1" name="pl920"/>
            <p:cNvSpPr/>
            <p:nvPr/>
          </p:nvSpPr>
          <p:spPr>
            <a:xfrm>
              <a:off x="6432437" y="2372154"/>
              <a:ext cx="209650" cy="0"/>
            </a:xfrm>
            <a:custGeom>
              <a:avLst/>
              <a:pathLst>
                <a:path w="209650" h="0">
                  <a:moveTo>
                    <a:pt x="0" y="0"/>
                  </a:moveTo>
                  <a:lnTo>
                    <a:pt x="209650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2" name="pg921"/>
            <p:cNvSpPr/>
            <p:nvPr/>
          </p:nvSpPr>
          <p:spPr>
            <a:xfrm>
              <a:off x="2072883" y="2197327"/>
              <a:ext cx="4402655" cy="478500"/>
            </a:xfrm>
            <a:custGeom>
              <a:avLst/>
              <a:pathLst>
                <a:path w="4402655" h="478500">
                  <a:moveTo>
                    <a:pt x="0" y="239029"/>
                  </a:moveTo>
                  <a:lnTo>
                    <a:pt x="1090181" y="216090"/>
                  </a:lnTo>
                  <a:lnTo>
                    <a:pt x="2096502" y="180811"/>
                  </a:lnTo>
                  <a:lnTo>
                    <a:pt x="3354403" y="95062"/>
                  </a:lnTo>
                  <a:lnTo>
                    <a:pt x="4402655" y="0"/>
                  </a:lnTo>
                  <a:lnTo>
                    <a:pt x="4402655" y="214498"/>
                  </a:lnTo>
                  <a:lnTo>
                    <a:pt x="3354403" y="239205"/>
                  </a:lnTo>
                  <a:lnTo>
                    <a:pt x="2096502" y="297179"/>
                  </a:lnTo>
                  <a:lnTo>
                    <a:pt x="1090181" y="376879"/>
                  </a:lnTo>
                  <a:lnTo>
                    <a:pt x="0" y="478500"/>
                  </a:lnTo>
                  <a:close/>
                </a:path>
              </a:pathLst>
            </a:custGeom>
            <a:solidFill>
              <a:srgbClr val="2F7F6F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23" name="pl922"/>
            <p:cNvSpPr/>
            <p:nvPr/>
          </p:nvSpPr>
          <p:spPr>
            <a:xfrm>
              <a:off x="2072883" y="2197327"/>
              <a:ext cx="4402655" cy="239029"/>
            </a:xfrm>
            <a:custGeom>
              <a:avLst/>
              <a:pathLst>
                <a:path w="4402655" h="239029">
                  <a:moveTo>
                    <a:pt x="0" y="239029"/>
                  </a:moveTo>
                  <a:lnTo>
                    <a:pt x="1090181" y="216090"/>
                  </a:lnTo>
                  <a:lnTo>
                    <a:pt x="2096502" y="180811"/>
                  </a:lnTo>
                  <a:lnTo>
                    <a:pt x="3354403" y="95062"/>
                  </a:lnTo>
                  <a:lnTo>
                    <a:pt x="440265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24" name="pl923"/>
            <p:cNvSpPr/>
            <p:nvPr/>
          </p:nvSpPr>
          <p:spPr>
            <a:xfrm>
              <a:off x="2072883" y="2411825"/>
              <a:ext cx="4402655" cy="264001"/>
            </a:xfrm>
            <a:custGeom>
              <a:avLst/>
              <a:pathLst>
                <a:path w="4402655" h="264001">
                  <a:moveTo>
                    <a:pt x="4402655" y="0"/>
                  </a:moveTo>
                  <a:lnTo>
                    <a:pt x="3354403" y="24706"/>
                  </a:lnTo>
                  <a:lnTo>
                    <a:pt x="2096502" y="82681"/>
                  </a:lnTo>
                  <a:lnTo>
                    <a:pt x="1090181" y="162380"/>
                  </a:lnTo>
                  <a:lnTo>
                    <a:pt x="0" y="2640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25" name="pg924"/>
            <p:cNvSpPr/>
            <p:nvPr/>
          </p:nvSpPr>
          <p:spPr>
            <a:xfrm>
              <a:off x="2072883" y="2297243"/>
              <a:ext cx="4402655" cy="433745"/>
            </a:xfrm>
            <a:custGeom>
              <a:avLst/>
              <a:pathLst>
                <a:path w="4402655" h="433745">
                  <a:moveTo>
                    <a:pt x="0" y="232660"/>
                  </a:moveTo>
                  <a:lnTo>
                    <a:pt x="1090181" y="205325"/>
                  </a:lnTo>
                  <a:lnTo>
                    <a:pt x="2096502" y="168340"/>
                  </a:lnTo>
                  <a:lnTo>
                    <a:pt x="3354403" y="87344"/>
                  </a:lnTo>
                  <a:lnTo>
                    <a:pt x="4402655" y="0"/>
                  </a:lnTo>
                  <a:lnTo>
                    <a:pt x="4402655" y="179472"/>
                  </a:lnTo>
                  <a:lnTo>
                    <a:pt x="3354403" y="208064"/>
                  </a:lnTo>
                  <a:lnTo>
                    <a:pt x="2096502" y="266191"/>
                  </a:lnTo>
                  <a:lnTo>
                    <a:pt x="1090181" y="340506"/>
                  </a:lnTo>
                  <a:lnTo>
                    <a:pt x="0" y="433745"/>
                  </a:lnTo>
                  <a:close/>
                </a:path>
              </a:pathLst>
            </a:custGeom>
            <a:solidFill>
              <a:srgbClr val="9C6B2F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26" name="pl925"/>
            <p:cNvSpPr/>
            <p:nvPr/>
          </p:nvSpPr>
          <p:spPr>
            <a:xfrm>
              <a:off x="2072883" y="2297243"/>
              <a:ext cx="4402655" cy="232660"/>
            </a:xfrm>
            <a:custGeom>
              <a:avLst/>
              <a:pathLst>
                <a:path w="4402655" h="232660">
                  <a:moveTo>
                    <a:pt x="0" y="232660"/>
                  </a:moveTo>
                  <a:lnTo>
                    <a:pt x="1090181" y="205325"/>
                  </a:lnTo>
                  <a:lnTo>
                    <a:pt x="2096502" y="168340"/>
                  </a:lnTo>
                  <a:lnTo>
                    <a:pt x="3354403" y="87344"/>
                  </a:lnTo>
                  <a:lnTo>
                    <a:pt x="440265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27" name="pl926"/>
            <p:cNvSpPr/>
            <p:nvPr/>
          </p:nvSpPr>
          <p:spPr>
            <a:xfrm>
              <a:off x="2072883" y="2476715"/>
              <a:ext cx="4402655" cy="254272"/>
            </a:xfrm>
            <a:custGeom>
              <a:avLst/>
              <a:pathLst>
                <a:path w="4402655" h="254272">
                  <a:moveTo>
                    <a:pt x="4402655" y="0"/>
                  </a:moveTo>
                  <a:lnTo>
                    <a:pt x="3354403" y="28591"/>
                  </a:lnTo>
                  <a:lnTo>
                    <a:pt x="2096502" y="86718"/>
                  </a:lnTo>
                  <a:lnTo>
                    <a:pt x="1090181" y="161033"/>
                  </a:lnTo>
                  <a:lnTo>
                    <a:pt x="0" y="2542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28" name="pl927"/>
            <p:cNvSpPr/>
            <p:nvPr/>
          </p:nvSpPr>
          <p:spPr>
            <a:xfrm>
              <a:off x="2072883" y="2304576"/>
              <a:ext cx="4402655" cy="251515"/>
            </a:xfrm>
            <a:custGeom>
              <a:avLst/>
              <a:pathLst>
                <a:path w="4402655" h="251515">
                  <a:moveTo>
                    <a:pt x="0" y="251515"/>
                  </a:moveTo>
                  <a:lnTo>
                    <a:pt x="1090181" y="189235"/>
                  </a:lnTo>
                  <a:lnTo>
                    <a:pt x="2096502" y="131746"/>
                  </a:lnTo>
                  <a:lnTo>
                    <a:pt x="3354403" y="59884"/>
                  </a:lnTo>
                  <a:lnTo>
                    <a:pt x="4402655" y="0"/>
                  </a:lnTo>
                </a:path>
              </a:pathLst>
            </a:custGeom>
            <a:ln w="3252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l928"/>
            <p:cNvSpPr/>
            <p:nvPr/>
          </p:nvSpPr>
          <p:spPr>
            <a:xfrm>
              <a:off x="2072883" y="2386979"/>
              <a:ext cx="4402655" cy="243466"/>
            </a:xfrm>
            <a:custGeom>
              <a:avLst/>
              <a:pathLst>
                <a:path w="4402655" h="243466">
                  <a:moveTo>
                    <a:pt x="0" y="243466"/>
                  </a:moveTo>
                  <a:lnTo>
                    <a:pt x="1090181" y="183179"/>
                  </a:lnTo>
                  <a:lnTo>
                    <a:pt x="2096502" y="127529"/>
                  </a:lnTo>
                  <a:lnTo>
                    <a:pt x="3354403" y="57968"/>
                  </a:lnTo>
                  <a:lnTo>
                    <a:pt x="4402655" y="0"/>
                  </a:lnTo>
                </a:path>
              </a:pathLst>
            </a:custGeom>
            <a:ln w="3252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tx929"/>
            <p:cNvSpPr/>
            <p:nvPr/>
          </p:nvSpPr>
          <p:spPr>
            <a:xfrm>
              <a:off x="2072883" y="1157870"/>
              <a:ext cx="74331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Aboveground: </a:t>
              </a:r>
            </a:p>
          </p:txBody>
        </p:sp>
        <p:sp>
          <p:nvSpPr>
            <p:cNvPr id="931" name="tx930"/>
            <p:cNvSpPr/>
            <p:nvPr/>
          </p:nvSpPr>
          <p:spPr>
            <a:xfrm>
              <a:off x="2816198" y="1157870"/>
              <a:ext cx="7626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S</a:t>
              </a:r>
            </a:p>
          </p:txBody>
        </p:sp>
        <p:sp>
          <p:nvSpPr>
            <p:cNvPr id="932" name="tx931"/>
            <p:cNvSpPr/>
            <p:nvPr/>
          </p:nvSpPr>
          <p:spPr>
            <a:xfrm>
              <a:off x="2905064" y="1157870"/>
              <a:ext cx="2542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l</a:t>
              </a:r>
            </a:p>
          </p:txBody>
        </p:sp>
        <p:sp>
          <p:nvSpPr>
            <p:cNvPr id="933" name="tx932"/>
            <p:cNvSpPr/>
            <p:nvPr/>
          </p:nvSpPr>
          <p:spPr>
            <a:xfrm>
              <a:off x="2942788" y="1157870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o</a:t>
              </a:r>
            </a:p>
          </p:txBody>
        </p:sp>
        <p:sp>
          <p:nvSpPr>
            <p:cNvPr id="934" name="tx933"/>
            <p:cNvSpPr/>
            <p:nvPr/>
          </p:nvSpPr>
          <p:spPr>
            <a:xfrm>
              <a:off x="3015570" y="1157870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935" name="tx934"/>
            <p:cNvSpPr/>
            <p:nvPr/>
          </p:nvSpPr>
          <p:spPr>
            <a:xfrm>
              <a:off x="3088310" y="1157870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e</a:t>
              </a:r>
            </a:p>
          </p:txBody>
        </p:sp>
        <p:sp>
          <p:nvSpPr>
            <p:cNvPr id="936" name="tx935"/>
            <p:cNvSpPr/>
            <p:nvPr/>
          </p:nvSpPr>
          <p:spPr>
            <a:xfrm>
              <a:off x="3161023" y="1157870"/>
              <a:ext cx="41614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 = 0.067</a:t>
              </a:r>
            </a:p>
          </p:txBody>
        </p:sp>
        <p:sp>
          <p:nvSpPr>
            <p:cNvPr id="937" name="tx936"/>
            <p:cNvSpPr/>
            <p:nvPr/>
          </p:nvSpPr>
          <p:spPr>
            <a:xfrm>
              <a:off x="3577167" y="1157870"/>
              <a:ext cx="6345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, </a:t>
              </a:r>
            </a:p>
          </p:txBody>
        </p:sp>
        <p:sp>
          <p:nvSpPr>
            <p:cNvPr id="938" name="tx937"/>
            <p:cNvSpPr/>
            <p:nvPr/>
          </p:nvSpPr>
          <p:spPr>
            <a:xfrm>
              <a:off x="3640626" y="1157870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939" name="tx938"/>
            <p:cNvSpPr/>
            <p:nvPr/>
          </p:nvSpPr>
          <p:spPr>
            <a:xfrm>
              <a:off x="3713367" y="1157870"/>
              <a:ext cx="41614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 = 0.028</a:t>
              </a:r>
            </a:p>
          </p:txBody>
        </p:sp>
        <p:sp>
          <p:nvSpPr>
            <p:cNvPr id="940" name="tx939"/>
            <p:cNvSpPr/>
            <p:nvPr/>
          </p:nvSpPr>
          <p:spPr>
            <a:xfrm>
              <a:off x="2072883" y="1301786"/>
              <a:ext cx="73060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Belowground: </a:t>
              </a:r>
            </a:p>
          </p:txBody>
        </p:sp>
        <p:sp>
          <p:nvSpPr>
            <p:cNvPr id="941" name="tx940"/>
            <p:cNvSpPr/>
            <p:nvPr/>
          </p:nvSpPr>
          <p:spPr>
            <a:xfrm>
              <a:off x="2803488" y="1301786"/>
              <a:ext cx="7626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S</a:t>
              </a:r>
            </a:p>
          </p:txBody>
        </p:sp>
        <p:sp>
          <p:nvSpPr>
            <p:cNvPr id="942" name="tx941"/>
            <p:cNvSpPr/>
            <p:nvPr/>
          </p:nvSpPr>
          <p:spPr>
            <a:xfrm>
              <a:off x="2892354" y="1301786"/>
              <a:ext cx="2542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l</a:t>
              </a:r>
            </a:p>
          </p:txBody>
        </p:sp>
        <p:sp>
          <p:nvSpPr>
            <p:cNvPr id="943" name="tx942"/>
            <p:cNvSpPr/>
            <p:nvPr/>
          </p:nvSpPr>
          <p:spPr>
            <a:xfrm>
              <a:off x="2930078" y="1301786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o</a:t>
              </a:r>
            </a:p>
          </p:txBody>
        </p:sp>
        <p:sp>
          <p:nvSpPr>
            <p:cNvPr id="944" name="tx943"/>
            <p:cNvSpPr/>
            <p:nvPr/>
          </p:nvSpPr>
          <p:spPr>
            <a:xfrm>
              <a:off x="3002859" y="1301786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945" name="tx944"/>
            <p:cNvSpPr/>
            <p:nvPr/>
          </p:nvSpPr>
          <p:spPr>
            <a:xfrm>
              <a:off x="3075600" y="1301786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e</a:t>
              </a:r>
            </a:p>
          </p:txBody>
        </p:sp>
        <p:sp>
          <p:nvSpPr>
            <p:cNvPr id="946" name="tx945"/>
            <p:cNvSpPr/>
            <p:nvPr/>
          </p:nvSpPr>
          <p:spPr>
            <a:xfrm>
              <a:off x="3148313" y="1301786"/>
              <a:ext cx="41614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 = 0.064</a:t>
              </a:r>
            </a:p>
          </p:txBody>
        </p:sp>
        <p:sp>
          <p:nvSpPr>
            <p:cNvPr id="947" name="tx946"/>
            <p:cNvSpPr/>
            <p:nvPr/>
          </p:nvSpPr>
          <p:spPr>
            <a:xfrm>
              <a:off x="3564456" y="1301786"/>
              <a:ext cx="6345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, </a:t>
              </a:r>
            </a:p>
          </p:txBody>
        </p:sp>
        <p:sp>
          <p:nvSpPr>
            <p:cNvPr id="948" name="tx947"/>
            <p:cNvSpPr/>
            <p:nvPr/>
          </p:nvSpPr>
          <p:spPr>
            <a:xfrm>
              <a:off x="3627916" y="1301786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949" name="tx948"/>
            <p:cNvSpPr/>
            <p:nvPr/>
          </p:nvSpPr>
          <p:spPr>
            <a:xfrm>
              <a:off x="3700656" y="1301786"/>
              <a:ext cx="41614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 = 0.017</a:t>
              </a:r>
            </a:p>
          </p:txBody>
        </p:sp>
        <p:sp>
          <p:nvSpPr>
            <p:cNvPr id="950" name="tx949"/>
            <p:cNvSpPr/>
            <p:nvPr/>
          </p:nvSpPr>
          <p:spPr>
            <a:xfrm>
              <a:off x="2012532" y="1534135"/>
              <a:ext cx="12070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ns</a:t>
              </a:r>
            </a:p>
          </p:txBody>
        </p:sp>
        <p:sp>
          <p:nvSpPr>
            <p:cNvPr id="951" name="tx950"/>
            <p:cNvSpPr/>
            <p:nvPr/>
          </p:nvSpPr>
          <p:spPr>
            <a:xfrm>
              <a:off x="3459408" y="1490993"/>
              <a:ext cx="13331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***</a:t>
              </a:r>
            </a:p>
          </p:txBody>
        </p:sp>
        <p:sp>
          <p:nvSpPr>
            <p:cNvPr id="952" name="tx951"/>
            <p:cNvSpPr/>
            <p:nvPr/>
          </p:nvSpPr>
          <p:spPr>
            <a:xfrm>
              <a:off x="4912592" y="1564864"/>
              <a:ext cx="13331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***</a:t>
              </a:r>
            </a:p>
          </p:txBody>
        </p:sp>
        <p:sp>
          <p:nvSpPr>
            <p:cNvPr id="953" name="tx952"/>
            <p:cNvSpPr/>
            <p:nvPr/>
          </p:nvSpPr>
          <p:spPr>
            <a:xfrm>
              <a:off x="6410217" y="1519114"/>
              <a:ext cx="4443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*</a:t>
              </a:r>
            </a:p>
          </p:txBody>
        </p:sp>
        <p:sp>
          <p:nvSpPr>
            <p:cNvPr id="954" name="rc953"/>
            <p:cNvSpPr/>
            <p:nvPr/>
          </p:nvSpPr>
          <p:spPr>
            <a:xfrm>
              <a:off x="1567801" y="1084613"/>
              <a:ext cx="5365377" cy="236112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55" name="pl954"/>
            <p:cNvSpPr/>
            <p:nvPr/>
          </p:nvSpPr>
          <p:spPr>
            <a:xfrm>
              <a:off x="1567801" y="1084613"/>
              <a:ext cx="0" cy="2361120"/>
            </a:xfrm>
            <a:custGeom>
              <a:avLst/>
              <a:pathLst>
                <a:path w="0" h="2361120">
                  <a:moveTo>
                    <a:pt x="0" y="2361120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tx955"/>
            <p:cNvSpPr/>
            <p:nvPr/>
          </p:nvSpPr>
          <p:spPr>
            <a:xfrm>
              <a:off x="1375284" y="3296860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957" name="tx956"/>
            <p:cNvSpPr/>
            <p:nvPr/>
          </p:nvSpPr>
          <p:spPr>
            <a:xfrm>
              <a:off x="1375284" y="2937071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958" name="tx957"/>
            <p:cNvSpPr/>
            <p:nvPr/>
          </p:nvSpPr>
          <p:spPr>
            <a:xfrm>
              <a:off x="1375284" y="2577281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959" name="tx958"/>
            <p:cNvSpPr/>
            <p:nvPr/>
          </p:nvSpPr>
          <p:spPr>
            <a:xfrm>
              <a:off x="1375284" y="2217491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960" name="tx959"/>
            <p:cNvSpPr/>
            <p:nvPr/>
          </p:nvSpPr>
          <p:spPr>
            <a:xfrm>
              <a:off x="1375284" y="1857701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961" name="tx960"/>
            <p:cNvSpPr/>
            <p:nvPr/>
          </p:nvSpPr>
          <p:spPr>
            <a:xfrm>
              <a:off x="1375284" y="1497912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962" name="pl961"/>
            <p:cNvSpPr/>
            <p:nvPr/>
          </p:nvSpPr>
          <p:spPr>
            <a:xfrm>
              <a:off x="1539333" y="333329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l962"/>
            <p:cNvSpPr/>
            <p:nvPr/>
          </p:nvSpPr>
          <p:spPr>
            <a:xfrm>
              <a:off x="1539333" y="297350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l963"/>
            <p:cNvSpPr/>
            <p:nvPr/>
          </p:nvSpPr>
          <p:spPr>
            <a:xfrm>
              <a:off x="1539333" y="261372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l964"/>
            <p:cNvSpPr/>
            <p:nvPr/>
          </p:nvSpPr>
          <p:spPr>
            <a:xfrm>
              <a:off x="1539333" y="225393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l965"/>
            <p:cNvSpPr/>
            <p:nvPr/>
          </p:nvSpPr>
          <p:spPr>
            <a:xfrm>
              <a:off x="1539333" y="189414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l966"/>
            <p:cNvSpPr/>
            <p:nvPr/>
          </p:nvSpPr>
          <p:spPr>
            <a:xfrm>
              <a:off x="1539333" y="153435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l967"/>
            <p:cNvSpPr/>
            <p:nvPr/>
          </p:nvSpPr>
          <p:spPr>
            <a:xfrm>
              <a:off x="1567801" y="3445734"/>
              <a:ext cx="5365377" cy="0"/>
            </a:xfrm>
            <a:custGeom>
              <a:avLst/>
              <a:pathLst>
                <a:path w="5365377" h="0">
                  <a:moveTo>
                    <a:pt x="0" y="0"/>
                  </a:moveTo>
                  <a:lnTo>
                    <a:pt x="5365377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l968"/>
            <p:cNvSpPr/>
            <p:nvPr/>
          </p:nvSpPr>
          <p:spPr>
            <a:xfrm>
              <a:off x="2072883" y="344573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l969"/>
            <p:cNvSpPr/>
            <p:nvPr/>
          </p:nvSpPr>
          <p:spPr>
            <a:xfrm>
              <a:off x="3526067" y="344573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l970"/>
            <p:cNvSpPr/>
            <p:nvPr/>
          </p:nvSpPr>
          <p:spPr>
            <a:xfrm>
              <a:off x="4979252" y="344573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l971"/>
            <p:cNvSpPr/>
            <p:nvPr/>
          </p:nvSpPr>
          <p:spPr>
            <a:xfrm>
              <a:off x="6432437" y="344573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2"/>
            <p:cNvSpPr/>
            <p:nvPr/>
          </p:nvSpPr>
          <p:spPr>
            <a:xfrm>
              <a:off x="2044628" y="3496976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974" name="tx973"/>
            <p:cNvSpPr/>
            <p:nvPr/>
          </p:nvSpPr>
          <p:spPr>
            <a:xfrm>
              <a:off x="3497812" y="3496976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975" name="tx974"/>
            <p:cNvSpPr/>
            <p:nvPr/>
          </p:nvSpPr>
          <p:spPr>
            <a:xfrm>
              <a:off x="4950997" y="3496976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976" name="tx975"/>
            <p:cNvSpPr/>
            <p:nvPr/>
          </p:nvSpPr>
          <p:spPr>
            <a:xfrm>
              <a:off x="6404182" y="3496976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977" name="tx976"/>
            <p:cNvSpPr/>
            <p:nvPr/>
          </p:nvSpPr>
          <p:spPr>
            <a:xfrm rot="-5400000">
              <a:off x="757851" y="2219591"/>
              <a:ext cx="861090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Gini Coefficient</a:t>
              </a:r>
            </a:p>
          </p:txBody>
        </p:sp>
        <p:sp>
          <p:nvSpPr>
            <p:cNvPr id="978" name="rc977"/>
            <p:cNvSpPr/>
            <p:nvPr/>
          </p:nvSpPr>
          <p:spPr>
            <a:xfrm>
              <a:off x="2986347" y="3706221"/>
              <a:ext cx="2528285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79" name="tx978"/>
            <p:cNvSpPr/>
            <p:nvPr/>
          </p:nvSpPr>
          <p:spPr>
            <a:xfrm>
              <a:off x="2986347" y="3755073"/>
              <a:ext cx="742950" cy="82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Compartment</a:t>
              </a:r>
            </a:p>
          </p:txBody>
        </p:sp>
        <p:sp>
          <p:nvSpPr>
            <p:cNvPr id="980" name="rc979"/>
            <p:cNvSpPr/>
            <p:nvPr/>
          </p:nvSpPr>
          <p:spPr>
            <a:xfrm>
              <a:off x="3786234" y="3706221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81" name="pt980"/>
            <p:cNvSpPr/>
            <p:nvPr/>
          </p:nvSpPr>
          <p:spPr>
            <a:xfrm>
              <a:off x="3845451" y="376543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2" name="pl981"/>
            <p:cNvSpPr/>
            <p:nvPr/>
          </p:nvSpPr>
          <p:spPr>
            <a:xfrm>
              <a:off x="3876234" y="3841221"/>
              <a:ext cx="0" cy="26999"/>
            </a:xfrm>
            <a:custGeom>
              <a:avLst/>
              <a:pathLst>
                <a:path w="0" h="26999">
                  <a:moveTo>
                    <a:pt x="0" y="2699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3" name="pl982"/>
            <p:cNvSpPr/>
            <p:nvPr/>
          </p:nvSpPr>
          <p:spPr>
            <a:xfrm>
              <a:off x="3876234" y="3724221"/>
              <a:ext cx="0" cy="27000"/>
            </a:xfrm>
            <a:custGeom>
              <a:avLst/>
              <a:pathLst>
                <a:path w="0" h="27000">
                  <a:moveTo>
                    <a:pt x="0" y="2700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4" name="rc983"/>
            <p:cNvSpPr/>
            <p:nvPr/>
          </p:nvSpPr>
          <p:spPr>
            <a:xfrm>
              <a:off x="3808734" y="3751221"/>
              <a:ext cx="135000" cy="89999"/>
            </a:xfrm>
            <a:prstGeom prst="rect">
              <a:avLst/>
            </a:pr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5" name="pl984"/>
            <p:cNvSpPr/>
            <p:nvPr/>
          </p:nvSpPr>
          <p:spPr>
            <a:xfrm>
              <a:off x="3808734" y="3796221"/>
              <a:ext cx="134999" cy="0"/>
            </a:xfrm>
            <a:custGeom>
              <a:avLst/>
              <a:pathLst>
                <a:path w="134999" h="0">
                  <a:moveTo>
                    <a:pt x="0" y="0"/>
                  </a:moveTo>
                  <a:lnTo>
                    <a:pt x="134999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6" name="pl985"/>
            <p:cNvSpPr/>
            <p:nvPr/>
          </p:nvSpPr>
          <p:spPr>
            <a:xfrm>
              <a:off x="3876234" y="3868221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7" name="pl986"/>
            <p:cNvSpPr/>
            <p:nvPr/>
          </p:nvSpPr>
          <p:spPr>
            <a:xfrm>
              <a:off x="3876234" y="3724221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8" name="pl987"/>
            <p:cNvSpPr/>
            <p:nvPr/>
          </p:nvSpPr>
          <p:spPr>
            <a:xfrm>
              <a:off x="3804234" y="3796221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3252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rc988"/>
            <p:cNvSpPr/>
            <p:nvPr/>
          </p:nvSpPr>
          <p:spPr>
            <a:xfrm>
              <a:off x="4684617" y="3706221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90" name="pt989"/>
            <p:cNvSpPr/>
            <p:nvPr/>
          </p:nvSpPr>
          <p:spPr>
            <a:xfrm>
              <a:off x="4743834" y="376543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1" name="pl990"/>
            <p:cNvSpPr/>
            <p:nvPr/>
          </p:nvSpPr>
          <p:spPr>
            <a:xfrm>
              <a:off x="4774617" y="3841221"/>
              <a:ext cx="0" cy="26999"/>
            </a:xfrm>
            <a:custGeom>
              <a:avLst/>
              <a:pathLst>
                <a:path w="0" h="26999">
                  <a:moveTo>
                    <a:pt x="0" y="2699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2" name="pl991"/>
            <p:cNvSpPr/>
            <p:nvPr/>
          </p:nvSpPr>
          <p:spPr>
            <a:xfrm>
              <a:off x="4774617" y="3724221"/>
              <a:ext cx="0" cy="27000"/>
            </a:xfrm>
            <a:custGeom>
              <a:avLst/>
              <a:pathLst>
                <a:path w="0" h="27000">
                  <a:moveTo>
                    <a:pt x="0" y="2700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3" name="rc992"/>
            <p:cNvSpPr/>
            <p:nvPr/>
          </p:nvSpPr>
          <p:spPr>
            <a:xfrm>
              <a:off x="4707117" y="3751221"/>
              <a:ext cx="134999" cy="89999"/>
            </a:xfrm>
            <a:prstGeom prst="rect">
              <a:avLst/>
            </a:pr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4" name="pl993"/>
            <p:cNvSpPr/>
            <p:nvPr/>
          </p:nvSpPr>
          <p:spPr>
            <a:xfrm>
              <a:off x="4707117" y="3796221"/>
              <a:ext cx="135000" cy="0"/>
            </a:xfrm>
            <a:custGeom>
              <a:avLst/>
              <a:pathLst>
                <a:path w="135000" h="0">
                  <a:moveTo>
                    <a:pt x="0" y="0"/>
                  </a:moveTo>
                  <a:lnTo>
                    <a:pt x="13500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5" name="pl994"/>
            <p:cNvSpPr/>
            <p:nvPr/>
          </p:nvSpPr>
          <p:spPr>
            <a:xfrm>
              <a:off x="4774617" y="3868221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6" name="pl995"/>
            <p:cNvSpPr/>
            <p:nvPr/>
          </p:nvSpPr>
          <p:spPr>
            <a:xfrm>
              <a:off x="4774617" y="3724221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7" name="pl996"/>
            <p:cNvSpPr/>
            <p:nvPr/>
          </p:nvSpPr>
          <p:spPr>
            <a:xfrm>
              <a:off x="4702617" y="3796221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3252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tx997"/>
            <p:cNvSpPr/>
            <p:nvPr/>
          </p:nvSpPr>
          <p:spPr>
            <a:xfrm>
              <a:off x="4023170" y="3759782"/>
              <a:ext cx="604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Aboveground</a:t>
              </a:r>
            </a:p>
          </p:txBody>
        </p:sp>
        <p:sp>
          <p:nvSpPr>
            <p:cNvPr id="999" name="tx998"/>
            <p:cNvSpPr/>
            <p:nvPr/>
          </p:nvSpPr>
          <p:spPr>
            <a:xfrm>
              <a:off x="4921553" y="3759782"/>
              <a:ext cx="59307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Belowground</a:t>
              </a:r>
            </a:p>
          </p:txBody>
        </p:sp>
        <p:sp>
          <p:nvSpPr>
            <p:cNvPr id="1000" name="tx999"/>
            <p:cNvSpPr/>
            <p:nvPr/>
          </p:nvSpPr>
          <p:spPr>
            <a:xfrm>
              <a:off x="1015620" y="979091"/>
              <a:ext cx="155356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(a)</a:t>
              </a:r>
            </a:p>
          </p:txBody>
        </p:sp>
        <p:sp>
          <p:nvSpPr>
            <p:cNvPr id="1001" name="rc1000"/>
            <p:cNvSpPr/>
            <p:nvPr/>
          </p:nvSpPr>
          <p:spPr>
            <a:xfrm>
              <a:off x="965010" y="3911526"/>
              <a:ext cx="3203349" cy="273488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02" name="rc1001"/>
            <p:cNvSpPr/>
            <p:nvPr/>
          </p:nvSpPr>
          <p:spPr>
            <a:xfrm>
              <a:off x="4168359" y="3911526"/>
              <a:ext cx="2815430" cy="273488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03" name="rc1002"/>
            <p:cNvSpPr/>
            <p:nvPr/>
          </p:nvSpPr>
          <p:spPr>
            <a:xfrm>
              <a:off x="1567801" y="4113371"/>
              <a:ext cx="2549947" cy="236112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04" name="pt1003"/>
            <p:cNvSpPr/>
            <p:nvPr/>
          </p:nvSpPr>
          <p:spPr>
            <a:xfrm>
              <a:off x="1815547" y="578962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5" name="pt1004"/>
            <p:cNvSpPr/>
            <p:nvPr/>
          </p:nvSpPr>
          <p:spPr>
            <a:xfrm>
              <a:off x="1884582" y="612472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6" name="pt1005"/>
            <p:cNvSpPr/>
            <p:nvPr/>
          </p:nvSpPr>
          <p:spPr>
            <a:xfrm>
              <a:off x="1845843" y="50288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7" name="pt1006"/>
            <p:cNvSpPr/>
            <p:nvPr/>
          </p:nvSpPr>
          <p:spPr>
            <a:xfrm>
              <a:off x="1872118" y="597339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8" name="pt1007"/>
            <p:cNvSpPr/>
            <p:nvPr/>
          </p:nvSpPr>
          <p:spPr>
            <a:xfrm>
              <a:off x="1770237" y="601402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9" name="pt1008"/>
            <p:cNvSpPr/>
            <p:nvPr/>
          </p:nvSpPr>
          <p:spPr>
            <a:xfrm>
              <a:off x="1829890" y="611773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0" name="pt1009"/>
            <p:cNvSpPr/>
            <p:nvPr/>
          </p:nvSpPr>
          <p:spPr>
            <a:xfrm>
              <a:off x="1813890" y="618291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1" name="pt1010"/>
            <p:cNvSpPr/>
            <p:nvPr/>
          </p:nvSpPr>
          <p:spPr>
            <a:xfrm>
              <a:off x="1822708" y="619920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2" name="pt1011"/>
            <p:cNvSpPr/>
            <p:nvPr/>
          </p:nvSpPr>
          <p:spPr>
            <a:xfrm>
              <a:off x="1778114" y="506311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3" name="pt1012"/>
            <p:cNvSpPr/>
            <p:nvPr/>
          </p:nvSpPr>
          <p:spPr>
            <a:xfrm>
              <a:off x="1800615" y="599984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4" name="pt1013"/>
            <p:cNvSpPr/>
            <p:nvPr/>
          </p:nvSpPr>
          <p:spPr>
            <a:xfrm>
              <a:off x="1660502" y="633638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5" name="pt1014"/>
            <p:cNvSpPr/>
            <p:nvPr/>
          </p:nvSpPr>
          <p:spPr>
            <a:xfrm>
              <a:off x="1837638" y="608372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6" name="pt1015"/>
            <p:cNvSpPr/>
            <p:nvPr/>
          </p:nvSpPr>
          <p:spPr>
            <a:xfrm>
              <a:off x="1905043" y="571860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7" name="pt1016"/>
            <p:cNvSpPr/>
            <p:nvPr/>
          </p:nvSpPr>
          <p:spPr>
            <a:xfrm>
              <a:off x="1944467" y="633638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8" name="pt1017"/>
            <p:cNvSpPr/>
            <p:nvPr/>
          </p:nvSpPr>
          <p:spPr>
            <a:xfrm>
              <a:off x="1937578" y="568864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9" name="pt1018"/>
            <p:cNvSpPr/>
            <p:nvPr/>
          </p:nvSpPr>
          <p:spPr>
            <a:xfrm>
              <a:off x="1761938" y="623667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0" name="pt1019"/>
            <p:cNvSpPr/>
            <p:nvPr/>
          </p:nvSpPr>
          <p:spPr>
            <a:xfrm>
              <a:off x="1880925" y="533253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1" name="pt1020"/>
            <p:cNvSpPr/>
            <p:nvPr/>
          </p:nvSpPr>
          <p:spPr>
            <a:xfrm>
              <a:off x="1820221" y="592610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2" name="pt1021"/>
            <p:cNvSpPr/>
            <p:nvPr/>
          </p:nvSpPr>
          <p:spPr>
            <a:xfrm>
              <a:off x="1848751" y="607155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3" name="pt1022"/>
            <p:cNvSpPr/>
            <p:nvPr/>
          </p:nvSpPr>
          <p:spPr>
            <a:xfrm>
              <a:off x="1797403" y="579475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4" name="pt1023"/>
            <p:cNvSpPr/>
            <p:nvPr/>
          </p:nvSpPr>
          <p:spPr>
            <a:xfrm>
              <a:off x="1910383" y="584297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5" name="pt1024"/>
            <p:cNvSpPr/>
            <p:nvPr/>
          </p:nvSpPr>
          <p:spPr>
            <a:xfrm>
              <a:off x="1716529" y="624608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6" name="pt1025"/>
            <p:cNvSpPr/>
            <p:nvPr/>
          </p:nvSpPr>
          <p:spPr>
            <a:xfrm>
              <a:off x="1860354" y="564444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7" name="pt1026"/>
            <p:cNvSpPr/>
            <p:nvPr/>
          </p:nvSpPr>
          <p:spPr>
            <a:xfrm>
              <a:off x="1811756" y="587104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8" name="pt1027"/>
            <p:cNvSpPr/>
            <p:nvPr/>
          </p:nvSpPr>
          <p:spPr>
            <a:xfrm>
              <a:off x="1920313" y="623028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9" name="pt1028"/>
            <p:cNvSpPr/>
            <p:nvPr/>
          </p:nvSpPr>
          <p:spPr>
            <a:xfrm>
              <a:off x="1676054" y="555386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0" name="pt1029"/>
            <p:cNvSpPr/>
            <p:nvPr/>
          </p:nvSpPr>
          <p:spPr>
            <a:xfrm>
              <a:off x="1850905" y="542094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1" name="pt1030"/>
            <p:cNvSpPr/>
            <p:nvPr/>
          </p:nvSpPr>
          <p:spPr>
            <a:xfrm>
              <a:off x="1726021" y="633638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2" name="pt1031"/>
            <p:cNvSpPr/>
            <p:nvPr/>
          </p:nvSpPr>
          <p:spPr>
            <a:xfrm>
              <a:off x="1760399" y="632492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3" name="pt1032"/>
            <p:cNvSpPr/>
            <p:nvPr/>
          </p:nvSpPr>
          <p:spPr>
            <a:xfrm>
              <a:off x="1700970" y="616777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4" name="pt1033"/>
            <p:cNvSpPr/>
            <p:nvPr/>
          </p:nvSpPr>
          <p:spPr>
            <a:xfrm>
              <a:off x="1665153" y="612856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5" name="pt1034"/>
            <p:cNvSpPr/>
            <p:nvPr/>
          </p:nvSpPr>
          <p:spPr>
            <a:xfrm>
              <a:off x="1772883" y="633638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6" name="pt1035"/>
            <p:cNvSpPr/>
            <p:nvPr/>
          </p:nvSpPr>
          <p:spPr>
            <a:xfrm>
              <a:off x="1898415" y="633638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7" name="pt1036"/>
            <p:cNvSpPr/>
            <p:nvPr/>
          </p:nvSpPr>
          <p:spPr>
            <a:xfrm>
              <a:off x="1676076" y="546593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8" name="pt1037"/>
            <p:cNvSpPr/>
            <p:nvPr/>
          </p:nvSpPr>
          <p:spPr>
            <a:xfrm>
              <a:off x="1895751" y="598598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9" name="pt1038"/>
            <p:cNvSpPr/>
            <p:nvPr/>
          </p:nvSpPr>
          <p:spPr>
            <a:xfrm>
              <a:off x="1917868" y="609877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0" name="pt1039"/>
            <p:cNvSpPr/>
            <p:nvPr/>
          </p:nvSpPr>
          <p:spPr>
            <a:xfrm>
              <a:off x="1767352" y="523700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1" name="pt1040"/>
            <p:cNvSpPr/>
            <p:nvPr/>
          </p:nvSpPr>
          <p:spPr>
            <a:xfrm>
              <a:off x="1694732" y="525139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2" name="pt1041"/>
            <p:cNvSpPr/>
            <p:nvPr/>
          </p:nvSpPr>
          <p:spPr>
            <a:xfrm>
              <a:off x="1717356" y="491699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3" name="pt1042"/>
            <p:cNvSpPr/>
            <p:nvPr/>
          </p:nvSpPr>
          <p:spPr>
            <a:xfrm>
              <a:off x="1885592" y="611306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4" name="pt1043"/>
            <p:cNvSpPr/>
            <p:nvPr/>
          </p:nvSpPr>
          <p:spPr>
            <a:xfrm>
              <a:off x="1675793" y="608150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5" name="pt1044"/>
            <p:cNvSpPr/>
            <p:nvPr/>
          </p:nvSpPr>
          <p:spPr>
            <a:xfrm>
              <a:off x="1877423" y="555342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6" name="pt1045"/>
            <p:cNvSpPr/>
            <p:nvPr/>
          </p:nvSpPr>
          <p:spPr>
            <a:xfrm>
              <a:off x="1690696" y="558095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7" name="pt1046"/>
            <p:cNvSpPr/>
            <p:nvPr/>
          </p:nvSpPr>
          <p:spPr>
            <a:xfrm>
              <a:off x="1895781" y="598950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8" name="pt1047"/>
            <p:cNvSpPr/>
            <p:nvPr/>
          </p:nvSpPr>
          <p:spPr>
            <a:xfrm>
              <a:off x="1845942" y="56913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9" name="pt1048"/>
            <p:cNvSpPr/>
            <p:nvPr/>
          </p:nvSpPr>
          <p:spPr>
            <a:xfrm>
              <a:off x="1748483" y="624138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0" name="pt1049"/>
            <p:cNvSpPr/>
            <p:nvPr/>
          </p:nvSpPr>
          <p:spPr>
            <a:xfrm>
              <a:off x="1673291" y="615325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1" name="pt1050"/>
            <p:cNvSpPr/>
            <p:nvPr/>
          </p:nvSpPr>
          <p:spPr>
            <a:xfrm>
              <a:off x="1860773" y="633638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2" name="pt1051"/>
            <p:cNvSpPr/>
            <p:nvPr/>
          </p:nvSpPr>
          <p:spPr>
            <a:xfrm>
              <a:off x="1835718" y="573210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3" name="pt1052"/>
            <p:cNvSpPr/>
            <p:nvPr/>
          </p:nvSpPr>
          <p:spPr>
            <a:xfrm>
              <a:off x="1894796" y="572139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4" name="pt1053"/>
            <p:cNvSpPr/>
            <p:nvPr/>
          </p:nvSpPr>
          <p:spPr>
            <a:xfrm>
              <a:off x="1755018" y="633544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5" name="pt1054"/>
            <p:cNvSpPr/>
            <p:nvPr/>
          </p:nvSpPr>
          <p:spPr>
            <a:xfrm>
              <a:off x="1817352" y="564329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6" name="pt1055"/>
            <p:cNvSpPr/>
            <p:nvPr/>
          </p:nvSpPr>
          <p:spPr>
            <a:xfrm>
              <a:off x="1799614" y="563199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7" name="pt1056"/>
            <p:cNvSpPr/>
            <p:nvPr/>
          </p:nvSpPr>
          <p:spPr>
            <a:xfrm>
              <a:off x="1823525" y="431141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8" name="pt1057"/>
            <p:cNvSpPr/>
            <p:nvPr/>
          </p:nvSpPr>
          <p:spPr>
            <a:xfrm>
              <a:off x="1901545" y="585320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9" name="pt1058"/>
            <p:cNvSpPr/>
            <p:nvPr/>
          </p:nvSpPr>
          <p:spPr>
            <a:xfrm>
              <a:off x="1924057" y="542775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0" name="pt1059"/>
            <p:cNvSpPr/>
            <p:nvPr/>
          </p:nvSpPr>
          <p:spPr>
            <a:xfrm>
              <a:off x="1839764" y="476182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1" name="pt1060"/>
            <p:cNvSpPr/>
            <p:nvPr/>
          </p:nvSpPr>
          <p:spPr>
            <a:xfrm>
              <a:off x="1822417" y="480040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2" name="pt1061"/>
            <p:cNvSpPr/>
            <p:nvPr/>
          </p:nvSpPr>
          <p:spPr>
            <a:xfrm>
              <a:off x="1927737" y="575694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3" name="pt1062"/>
            <p:cNvSpPr/>
            <p:nvPr/>
          </p:nvSpPr>
          <p:spPr>
            <a:xfrm>
              <a:off x="1794811" y="633638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4" name="pt1063"/>
            <p:cNvSpPr/>
            <p:nvPr/>
          </p:nvSpPr>
          <p:spPr>
            <a:xfrm>
              <a:off x="1860142" y="599027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5" name="pt1064"/>
            <p:cNvSpPr/>
            <p:nvPr/>
          </p:nvSpPr>
          <p:spPr>
            <a:xfrm>
              <a:off x="1727935" y="584238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6" name="pt1065"/>
            <p:cNvSpPr/>
            <p:nvPr/>
          </p:nvSpPr>
          <p:spPr>
            <a:xfrm>
              <a:off x="1875731" y="53723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7" name="pt1066"/>
            <p:cNvSpPr/>
            <p:nvPr/>
          </p:nvSpPr>
          <p:spPr>
            <a:xfrm>
              <a:off x="1806520" y="480944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8" name="pt1067"/>
            <p:cNvSpPr/>
            <p:nvPr/>
          </p:nvSpPr>
          <p:spPr>
            <a:xfrm>
              <a:off x="1711103" y="607974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9" name="pt1068"/>
            <p:cNvSpPr/>
            <p:nvPr/>
          </p:nvSpPr>
          <p:spPr>
            <a:xfrm>
              <a:off x="1660895" y="610806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0" name="pt1069"/>
            <p:cNvSpPr/>
            <p:nvPr/>
          </p:nvSpPr>
          <p:spPr>
            <a:xfrm>
              <a:off x="1766180" y="593333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1" name="pt1070"/>
            <p:cNvSpPr/>
            <p:nvPr/>
          </p:nvSpPr>
          <p:spPr>
            <a:xfrm>
              <a:off x="1850769" y="549219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2" name="pt1071"/>
            <p:cNvSpPr/>
            <p:nvPr/>
          </p:nvSpPr>
          <p:spPr>
            <a:xfrm>
              <a:off x="1797408" y="598741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3" name="pt1072"/>
            <p:cNvSpPr/>
            <p:nvPr/>
          </p:nvSpPr>
          <p:spPr>
            <a:xfrm>
              <a:off x="1838512" y="548753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4" name="pt1073"/>
            <p:cNvSpPr/>
            <p:nvPr/>
          </p:nvSpPr>
          <p:spPr>
            <a:xfrm>
              <a:off x="1680268" y="566986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5" name="pt1074"/>
            <p:cNvSpPr/>
            <p:nvPr/>
          </p:nvSpPr>
          <p:spPr>
            <a:xfrm>
              <a:off x="1666294" y="612492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6" name="pt1075"/>
            <p:cNvSpPr/>
            <p:nvPr/>
          </p:nvSpPr>
          <p:spPr>
            <a:xfrm>
              <a:off x="1655733" y="609734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7" name="pt1076"/>
            <p:cNvSpPr/>
            <p:nvPr/>
          </p:nvSpPr>
          <p:spPr>
            <a:xfrm>
              <a:off x="1784524" y="617990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8" name="pt1077"/>
            <p:cNvSpPr/>
            <p:nvPr/>
          </p:nvSpPr>
          <p:spPr>
            <a:xfrm>
              <a:off x="1909477" y="607778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9" name="pt1078"/>
            <p:cNvSpPr/>
            <p:nvPr/>
          </p:nvSpPr>
          <p:spPr>
            <a:xfrm>
              <a:off x="1705335" y="606088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80" name="pt1079"/>
            <p:cNvSpPr/>
            <p:nvPr/>
          </p:nvSpPr>
          <p:spPr>
            <a:xfrm>
              <a:off x="1824322" y="584718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81" name="pt1080"/>
            <p:cNvSpPr/>
            <p:nvPr/>
          </p:nvSpPr>
          <p:spPr>
            <a:xfrm>
              <a:off x="1931682" y="581027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82" name="pt1081"/>
            <p:cNvSpPr/>
            <p:nvPr/>
          </p:nvSpPr>
          <p:spPr>
            <a:xfrm>
              <a:off x="1774077" y="571438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83" name="pt1082"/>
            <p:cNvSpPr/>
            <p:nvPr/>
          </p:nvSpPr>
          <p:spPr>
            <a:xfrm>
              <a:off x="1753491" y="633638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84" name="pt1083"/>
            <p:cNvSpPr/>
            <p:nvPr/>
          </p:nvSpPr>
          <p:spPr>
            <a:xfrm>
              <a:off x="1924074" y="531541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85" name="pt1084"/>
            <p:cNvSpPr/>
            <p:nvPr/>
          </p:nvSpPr>
          <p:spPr>
            <a:xfrm>
              <a:off x="1930157" y="631330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86" name="pt1085"/>
            <p:cNvSpPr/>
            <p:nvPr/>
          </p:nvSpPr>
          <p:spPr>
            <a:xfrm>
              <a:off x="1667066" y="613337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87" name="pt1086"/>
            <p:cNvSpPr/>
            <p:nvPr/>
          </p:nvSpPr>
          <p:spPr>
            <a:xfrm>
              <a:off x="1679600" y="600368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88" name="pt1087"/>
            <p:cNvSpPr/>
            <p:nvPr/>
          </p:nvSpPr>
          <p:spPr>
            <a:xfrm>
              <a:off x="1943024" y="607314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89" name="pt1088"/>
            <p:cNvSpPr/>
            <p:nvPr/>
          </p:nvSpPr>
          <p:spPr>
            <a:xfrm>
              <a:off x="1705752" y="457406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0" name="pt1089"/>
            <p:cNvSpPr/>
            <p:nvPr/>
          </p:nvSpPr>
          <p:spPr>
            <a:xfrm>
              <a:off x="1790495" y="56370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1" name="pt1090"/>
            <p:cNvSpPr/>
            <p:nvPr/>
          </p:nvSpPr>
          <p:spPr>
            <a:xfrm>
              <a:off x="1891310" y="516099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2" name="pt1091"/>
            <p:cNvSpPr/>
            <p:nvPr/>
          </p:nvSpPr>
          <p:spPr>
            <a:xfrm>
              <a:off x="1742273" y="508545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3" name="pt1092"/>
            <p:cNvSpPr/>
            <p:nvPr/>
          </p:nvSpPr>
          <p:spPr>
            <a:xfrm>
              <a:off x="1723060" y="511987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4" name="pt1093"/>
            <p:cNvSpPr/>
            <p:nvPr/>
          </p:nvSpPr>
          <p:spPr>
            <a:xfrm>
              <a:off x="1871206" y="595956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5" name="pt1094"/>
            <p:cNvSpPr/>
            <p:nvPr/>
          </p:nvSpPr>
          <p:spPr>
            <a:xfrm>
              <a:off x="1786943" y="568146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6" name="pt1095"/>
            <p:cNvSpPr/>
            <p:nvPr/>
          </p:nvSpPr>
          <p:spPr>
            <a:xfrm>
              <a:off x="1935083" y="430757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7" name="pt1096"/>
            <p:cNvSpPr/>
            <p:nvPr/>
          </p:nvSpPr>
          <p:spPr>
            <a:xfrm>
              <a:off x="1841670" y="633023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8" name="pt1097"/>
            <p:cNvSpPr/>
            <p:nvPr/>
          </p:nvSpPr>
          <p:spPr>
            <a:xfrm>
              <a:off x="2798193" y="571094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9" name="pt1098"/>
            <p:cNvSpPr/>
            <p:nvPr/>
          </p:nvSpPr>
          <p:spPr>
            <a:xfrm>
              <a:off x="2911487" y="612899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00" name="pt1099"/>
            <p:cNvSpPr/>
            <p:nvPr/>
          </p:nvSpPr>
          <p:spPr>
            <a:xfrm>
              <a:off x="2841615" y="626626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01" name="pt1100"/>
            <p:cNvSpPr/>
            <p:nvPr/>
          </p:nvSpPr>
          <p:spPr>
            <a:xfrm>
              <a:off x="2804796" y="572619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02" name="pt1101"/>
            <p:cNvSpPr/>
            <p:nvPr/>
          </p:nvSpPr>
          <p:spPr>
            <a:xfrm>
              <a:off x="2727679" y="619788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03" name="pt1102"/>
            <p:cNvSpPr/>
            <p:nvPr/>
          </p:nvSpPr>
          <p:spPr>
            <a:xfrm>
              <a:off x="2768855" y="624640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04" name="pt1103"/>
            <p:cNvSpPr/>
            <p:nvPr/>
          </p:nvSpPr>
          <p:spPr>
            <a:xfrm>
              <a:off x="2939732" y="628924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05" name="pt1104"/>
            <p:cNvSpPr/>
            <p:nvPr/>
          </p:nvSpPr>
          <p:spPr>
            <a:xfrm>
              <a:off x="2833671" y="594978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06" name="pt1105"/>
            <p:cNvSpPr/>
            <p:nvPr/>
          </p:nvSpPr>
          <p:spPr>
            <a:xfrm>
              <a:off x="2812439" y="614466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07" name="pt1106"/>
            <p:cNvSpPr/>
            <p:nvPr/>
          </p:nvSpPr>
          <p:spPr>
            <a:xfrm>
              <a:off x="2842131" y="620406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08" name="pt1107"/>
            <p:cNvSpPr/>
            <p:nvPr/>
          </p:nvSpPr>
          <p:spPr>
            <a:xfrm>
              <a:off x="2774237" y="62507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09" name="pt1108"/>
            <p:cNvSpPr/>
            <p:nvPr/>
          </p:nvSpPr>
          <p:spPr>
            <a:xfrm>
              <a:off x="2889720" y="62474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0" name="pt1109"/>
            <p:cNvSpPr/>
            <p:nvPr/>
          </p:nvSpPr>
          <p:spPr>
            <a:xfrm>
              <a:off x="2799918" y="60169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1" name="pt1110"/>
            <p:cNvSpPr/>
            <p:nvPr/>
          </p:nvSpPr>
          <p:spPr>
            <a:xfrm>
              <a:off x="2886166" y="588217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2" name="pt1111"/>
            <p:cNvSpPr/>
            <p:nvPr/>
          </p:nvSpPr>
          <p:spPr>
            <a:xfrm>
              <a:off x="2922200" y="599883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3" name="pt1112"/>
            <p:cNvSpPr/>
            <p:nvPr/>
          </p:nvSpPr>
          <p:spPr>
            <a:xfrm>
              <a:off x="2803361" y="617680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4" name="pt1113"/>
            <p:cNvSpPr/>
            <p:nvPr/>
          </p:nvSpPr>
          <p:spPr>
            <a:xfrm>
              <a:off x="2847078" y="602217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5" name="pt1114"/>
            <p:cNvSpPr/>
            <p:nvPr/>
          </p:nvSpPr>
          <p:spPr>
            <a:xfrm>
              <a:off x="2928507" y="619336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6" name="pt1115"/>
            <p:cNvSpPr/>
            <p:nvPr/>
          </p:nvSpPr>
          <p:spPr>
            <a:xfrm>
              <a:off x="2708639" y="608779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7" name="pt1116"/>
            <p:cNvSpPr/>
            <p:nvPr/>
          </p:nvSpPr>
          <p:spPr>
            <a:xfrm>
              <a:off x="2953419" y="623126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8" name="pt1117"/>
            <p:cNvSpPr/>
            <p:nvPr/>
          </p:nvSpPr>
          <p:spPr>
            <a:xfrm>
              <a:off x="2666412" y="620486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9" name="pt1118"/>
            <p:cNvSpPr/>
            <p:nvPr/>
          </p:nvSpPr>
          <p:spPr>
            <a:xfrm>
              <a:off x="2737116" y="618611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0" name="pt1119"/>
            <p:cNvSpPr/>
            <p:nvPr/>
          </p:nvSpPr>
          <p:spPr>
            <a:xfrm>
              <a:off x="2680257" y="540445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1" name="pt1120"/>
            <p:cNvSpPr/>
            <p:nvPr/>
          </p:nvSpPr>
          <p:spPr>
            <a:xfrm>
              <a:off x="2919832" y="61988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2" name="pt1121"/>
            <p:cNvSpPr/>
            <p:nvPr/>
          </p:nvSpPr>
          <p:spPr>
            <a:xfrm>
              <a:off x="2901986" y="564224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3" name="pt1122"/>
            <p:cNvSpPr/>
            <p:nvPr/>
          </p:nvSpPr>
          <p:spPr>
            <a:xfrm>
              <a:off x="2852754" y="633638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4" name="pt1123"/>
            <p:cNvSpPr/>
            <p:nvPr/>
          </p:nvSpPr>
          <p:spPr>
            <a:xfrm>
              <a:off x="2861236" y="582357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5" name="pt1124"/>
            <p:cNvSpPr/>
            <p:nvPr/>
          </p:nvSpPr>
          <p:spPr>
            <a:xfrm>
              <a:off x="2805631" y="633638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6" name="pt1125"/>
            <p:cNvSpPr/>
            <p:nvPr/>
          </p:nvSpPr>
          <p:spPr>
            <a:xfrm>
              <a:off x="2670680" y="617281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7" name="pt1126"/>
            <p:cNvSpPr/>
            <p:nvPr/>
          </p:nvSpPr>
          <p:spPr>
            <a:xfrm>
              <a:off x="2733271" y="632944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8" name="pt1127"/>
            <p:cNvSpPr/>
            <p:nvPr/>
          </p:nvSpPr>
          <p:spPr>
            <a:xfrm>
              <a:off x="2949334" y="633638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9" name="pt1128"/>
            <p:cNvSpPr/>
            <p:nvPr/>
          </p:nvSpPr>
          <p:spPr>
            <a:xfrm>
              <a:off x="2921583" y="550821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0" name="pt1129"/>
            <p:cNvSpPr/>
            <p:nvPr/>
          </p:nvSpPr>
          <p:spPr>
            <a:xfrm>
              <a:off x="2784279" y="633497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1" name="pt1130"/>
            <p:cNvSpPr/>
            <p:nvPr/>
          </p:nvSpPr>
          <p:spPr>
            <a:xfrm>
              <a:off x="2668263" y="581938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2" name="pt1131"/>
            <p:cNvSpPr/>
            <p:nvPr/>
          </p:nvSpPr>
          <p:spPr>
            <a:xfrm>
              <a:off x="2867559" y="604421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3" name="pt1132"/>
            <p:cNvSpPr/>
            <p:nvPr/>
          </p:nvSpPr>
          <p:spPr>
            <a:xfrm>
              <a:off x="2707833" y="528957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4" name="pt1133"/>
            <p:cNvSpPr/>
            <p:nvPr/>
          </p:nvSpPr>
          <p:spPr>
            <a:xfrm>
              <a:off x="2850855" y="63361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5" name="pt1134"/>
            <p:cNvSpPr/>
            <p:nvPr/>
          </p:nvSpPr>
          <p:spPr>
            <a:xfrm>
              <a:off x="2744206" y="596274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6" name="pt1135"/>
            <p:cNvSpPr/>
            <p:nvPr/>
          </p:nvSpPr>
          <p:spPr>
            <a:xfrm>
              <a:off x="2750070" y="618844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7" name="pt1136"/>
            <p:cNvSpPr/>
            <p:nvPr/>
          </p:nvSpPr>
          <p:spPr>
            <a:xfrm>
              <a:off x="2798722" y="608013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8" name="pt1137"/>
            <p:cNvSpPr/>
            <p:nvPr/>
          </p:nvSpPr>
          <p:spPr>
            <a:xfrm>
              <a:off x="2719060" y="592428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9" name="pt1138"/>
            <p:cNvSpPr/>
            <p:nvPr/>
          </p:nvSpPr>
          <p:spPr>
            <a:xfrm>
              <a:off x="2839166" y="603228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0" name="pt1139"/>
            <p:cNvSpPr/>
            <p:nvPr/>
          </p:nvSpPr>
          <p:spPr>
            <a:xfrm>
              <a:off x="2770516" y="616474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1" name="pt1140"/>
            <p:cNvSpPr/>
            <p:nvPr/>
          </p:nvSpPr>
          <p:spPr>
            <a:xfrm>
              <a:off x="2715478" y="575963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2" name="pt1141"/>
            <p:cNvSpPr/>
            <p:nvPr/>
          </p:nvSpPr>
          <p:spPr>
            <a:xfrm>
              <a:off x="2854319" y="577539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3" name="pt1142"/>
            <p:cNvSpPr/>
            <p:nvPr/>
          </p:nvSpPr>
          <p:spPr>
            <a:xfrm>
              <a:off x="2849736" y="603996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4" name="pt1143"/>
            <p:cNvSpPr/>
            <p:nvPr/>
          </p:nvSpPr>
          <p:spPr>
            <a:xfrm>
              <a:off x="2909648" y="54769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5" name="pt1144"/>
            <p:cNvSpPr/>
            <p:nvPr/>
          </p:nvSpPr>
          <p:spPr>
            <a:xfrm>
              <a:off x="2765918" y="601983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6" name="pt1145"/>
            <p:cNvSpPr/>
            <p:nvPr/>
          </p:nvSpPr>
          <p:spPr>
            <a:xfrm>
              <a:off x="2736681" y="534252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7" name="pt1146"/>
            <p:cNvSpPr/>
            <p:nvPr/>
          </p:nvSpPr>
          <p:spPr>
            <a:xfrm>
              <a:off x="2840931" y="597739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8" name="pt1147"/>
            <p:cNvSpPr/>
            <p:nvPr/>
          </p:nvSpPr>
          <p:spPr>
            <a:xfrm>
              <a:off x="2683639" y="617120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9" name="pt1148"/>
            <p:cNvSpPr/>
            <p:nvPr/>
          </p:nvSpPr>
          <p:spPr>
            <a:xfrm>
              <a:off x="2944053" y="527381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0" name="pt1149"/>
            <p:cNvSpPr/>
            <p:nvPr/>
          </p:nvSpPr>
          <p:spPr>
            <a:xfrm>
              <a:off x="2714384" y="504512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1" name="pt1150"/>
            <p:cNvSpPr/>
            <p:nvPr/>
          </p:nvSpPr>
          <p:spPr>
            <a:xfrm>
              <a:off x="2804915" y="544740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2" name="pt1151"/>
            <p:cNvSpPr/>
            <p:nvPr/>
          </p:nvSpPr>
          <p:spPr>
            <a:xfrm>
              <a:off x="2831021" y="614530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3" name="pt1152"/>
            <p:cNvSpPr/>
            <p:nvPr/>
          </p:nvSpPr>
          <p:spPr>
            <a:xfrm>
              <a:off x="2699406" y="615769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4" name="pt1153"/>
            <p:cNvSpPr/>
            <p:nvPr/>
          </p:nvSpPr>
          <p:spPr>
            <a:xfrm>
              <a:off x="2940638" y="617669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5" name="pt1154"/>
            <p:cNvSpPr/>
            <p:nvPr/>
          </p:nvSpPr>
          <p:spPr>
            <a:xfrm>
              <a:off x="2891903" y="567140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6" name="pt1155"/>
            <p:cNvSpPr/>
            <p:nvPr/>
          </p:nvSpPr>
          <p:spPr>
            <a:xfrm>
              <a:off x="2875181" y="623137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7" name="pt1156"/>
            <p:cNvSpPr/>
            <p:nvPr/>
          </p:nvSpPr>
          <p:spPr>
            <a:xfrm>
              <a:off x="2739979" y="603337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8" name="pt1157"/>
            <p:cNvSpPr/>
            <p:nvPr/>
          </p:nvSpPr>
          <p:spPr>
            <a:xfrm>
              <a:off x="2777937" y="618263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9" name="pt1158"/>
            <p:cNvSpPr/>
            <p:nvPr/>
          </p:nvSpPr>
          <p:spPr>
            <a:xfrm>
              <a:off x="2765895" y="563024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0" name="pt1159"/>
            <p:cNvSpPr/>
            <p:nvPr/>
          </p:nvSpPr>
          <p:spPr>
            <a:xfrm>
              <a:off x="2698929" y="586693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1" name="pt1160"/>
            <p:cNvSpPr/>
            <p:nvPr/>
          </p:nvSpPr>
          <p:spPr>
            <a:xfrm>
              <a:off x="2877780" y="605452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2" name="pt1161"/>
            <p:cNvSpPr/>
            <p:nvPr/>
          </p:nvSpPr>
          <p:spPr>
            <a:xfrm>
              <a:off x="2765812" y="586023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3" name="pt1162"/>
            <p:cNvSpPr/>
            <p:nvPr/>
          </p:nvSpPr>
          <p:spPr>
            <a:xfrm>
              <a:off x="2920938" y="616139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4" name="pt1163"/>
            <p:cNvSpPr/>
            <p:nvPr/>
          </p:nvSpPr>
          <p:spPr>
            <a:xfrm>
              <a:off x="2798909" y="554869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5" name="pt1164"/>
            <p:cNvSpPr/>
            <p:nvPr/>
          </p:nvSpPr>
          <p:spPr>
            <a:xfrm>
              <a:off x="2852855" y="573176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6" name="pt1165"/>
            <p:cNvSpPr/>
            <p:nvPr/>
          </p:nvSpPr>
          <p:spPr>
            <a:xfrm>
              <a:off x="2700921" y="613356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7" name="pt1166"/>
            <p:cNvSpPr/>
            <p:nvPr/>
          </p:nvSpPr>
          <p:spPr>
            <a:xfrm>
              <a:off x="2938158" y="561671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8" name="pt1167"/>
            <p:cNvSpPr/>
            <p:nvPr/>
          </p:nvSpPr>
          <p:spPr>
            <a:xfrm>
              <a:off x="2715296" y="609120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9" name="pt1168"/>
            <p:cNvSpPr/>
            <p:nvPr/>
          </p:nvSpPr>
          <p:spPr>
            <a:xfrm>
              <a:off x="2690764" y="622128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0" name="pt1169"/>
            <p:cNvSpPr/>
            <p:nvPr/>
          </p:nvSpPr>
          <p:spPr>
            <a:xfrm>
              <a:off x="2871891" y="446315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1" name="pt1170"/>
            <p:cNvSpPr/>
            <p:nvPr/>
          </p:nvSpPr>
          <p:spPr>
            <a:xfrm>
              <a:off x="2823821" y="602511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2" name="pt1171"/>
            <p:cNvSpPr/>
            <p:nvPr/>
          </p:nvSpPr>
          <p:spPr>
            <a:xfrm>
              <a:off x="2793196" y="618801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3" name="pt1172"/>
            <p:cNvSpPr/>
            <p:nvPr/>
          </p:nvSpPr>
          <p:spPr>
            <a:xfrm>
              <a:off x="2667708" y="627145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4" name="pt1173"/>
            <p:cNvSpPr/>
            <p:nvPr/>
          </p:nvSpPr>
          <p:spPr>
            <a:xfrm>
              <a:off x="2954259" y="557973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5" name="pt1174"/>
            <p:cNvSpPr/>
            <p:nvPr/>
          </p:nvSpPr>
          <p:spPr>
            <a:xfrm>
              <a:off x="2885220" y="610179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6" name="pt1175"/>
            <p:cNvSpPr/>
            <p:nvPr/>
          </p:nvSpPr>
          <p:spPr>
            <a:xfrm>
              <a:off x="2856452" y="587671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7" name="pt1176"/>
            <p:cNvSpPr/>
            <p:nvPr/>
          </p:nvSpPr>
          <p:spPr>
            <a:xfrm>
              <a:off x="2957057" y="521567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8" name="pt1177"/>
            <p:cNvSpPr/>
            <p:nvPr/>
          </p:nvSpPr>
          <p:spPr>
            <a:xfrm>
              <a:off x="2709938" y="603943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9" name="pt1178"/>
            <p:cNvSpPr/>
            <p:nvPr/>
          </p:nvSpPr>
          <p:spPr>
            <a:xfrm>
              <a:off x="2940702" y="621622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0" name="pt1179"/>
            <p:cNvSpPr/>
            <p:nvPr/>
          </p:nvSpPr>
          <p:spPr>
            <a:xfrm>
              <a:off x="2722320" y="581284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1" name="pt1180"/>
            <p:cNvSpPr/>
            <p:nvPr/>
          </p:nvSpPr>
          <p:spPr>
            <a:xfrm>
              <a:off x="2793401" y="572152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2" name="pt1181"/>
            <p:cNvSpPr/>
            <p:nvPr/>
          </p:nvSpPr>
          <p:spPr>
            <a:xfrm>
              <a:off x="2704704" y="531070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3" name="pt1182"/>
            <p:cNvSpPr/>
            <p:nvPr/>
          </p:nvSpPr>
          <p:spPr>
            <a:xfrm>
              <a:off x="2824021" y="41899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4" name="pt1183"/>
            <p:cNvSpPr/>
            <p:nvPr/>
          </p:nvSpPr>
          <p:spPr>
            <a:xfrm>
              <a:off x="2799116" y="61823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5" name="pt1184"/>
            <p:cNvSpPr/>
            <p:nvPr/>
          </p:nvSpPr>
          <p:spPr>
            <a:xfrm>
              <a:off x="2938735" y="599677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6" name="pt1185"/>
            <p:cNvSpPr/>
            <p:nvPr/>
          </p:nvSpPr>
          <p:spPr>
            <a:xfrm>
              <a:off x="2940719" y="607522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7" name="pt1186"/>
            <p:cNvSpPr/>
            <p:nvPr/>
          </p:nvSpPr>
          <p:spPr>
            <a:xfrm>
              <a:off x="2757439" y="567442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8" name="pt1187"/>
            <p:cNvSpPr/>
            <p:nvPr/>
          </p:nvSpPr>
          <p:spPr>
            <a:xfrm>
              <a:off x="2704222" y="479429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9" name="pt1188"/>
            <p:cNvSpPr/>
            <p:nvPr/>
          </p:nvSpPr>
          <p:spPr>
            <a:xfrm>
              <a:off x="2866579" y="592212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0" name="pt1189"/>
            <p:cNvSpPr/>
            <p:nvPr/>
          </p:nvSpPr>
          <p:spPr>
            <a:xfrm>
              <a:off x="2932674" y="604606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1" name="pt1190"/>
            <p:cNvSpPr/>
            <p:nvPr/>
          </p:nvSpPr>
          <p:spPr>
            <a:xfrm>
              <a:off x="2932811" y="630727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2" name="pt1191"/>
            <p:cNvSpPr/>
            <p:nvPr/>
          </p:nvSpPr>
          <p:spPr>
            <a:xfrm>
              <a:off x="2845525" y="632608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3" name="pt1192"/>
            <p:cNvSpPr/>
            <p:nvPr/>
          </p:nvSpPr>
          <p:spPr>
            <a:xfrm>
              <a:off x="2941112" y="567690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4" name="pt1193"/>
            <p:cNvSpPr/>
            <p:nvPr/>
          </p:nvSpPr>
          <p:spPr>
            <a:xfrm>
              <a:off x="2816895" y="633638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5" name="pt1194"/>
            <p:cNvSpPr/>
            <p:nvPr/>
          </p:nvSpPr>
          <p:spPr>
            <a:xfrm>
              <a:off x="2925327" y="576858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6" name="pt1195"/>
            <p:cNvSpPr/>
            <p:nvPr/>
          </p:nvSpPr>
          <p:spPr>
            <a:xfrm>
              <a:off x="2757163" y="562286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7" name="pt1196"/>
            <p:cNvSpPr/>
            <p:nvPr/>
          </p:nvSpPr>
          <p:spPr>
            <a:xfrm>
              <a:off x="2941433" y="633638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8" name="pt1197"/>
            <p:cNvSpPr/>
            <p:nvPr/>
          </p:nvSpPr>
          <p:spPr>
            <a:xfrm>
              <a:off x="2782217" y="633638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9" name="pt1198"/>
            <p:cNvSpPr/>
            <p:nvPr/>
          </p:nvSpPr>
          <p:spPr>
            <a:xfrm>
              <a:off x="3910304" y="607149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0" name="pt1199"/>
            <p:cNvSpPr/>
            <p:nvPr/>
          </p:nvSpPr>
          <p:spPr>
            <a:xfrm>
              <a:off x="3963272" y="625664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1" name="pt1200"/>
            <p:cNvSpPr/>
            <p:nvPr/>
          </p:nvSpPr>
          <p:spPr>
            <a:xfrm>
              <a:off x="3809585" y="619401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2" name="pt1201"/>
            <p:cNvSpPr/>
            <p:nvPr/>
          </p:nvSpPr>
          <p:spPr>
            <a:xfrm>
              <a:off x="3768973" y="613834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3" name="pt1202"/>
            <p:cNvSpPr/>
            <p:nvPr/>
          </p:nvSpPr>
          <p:spPr>
            <a:xfrm>
              <a:off x="3909871" y="599391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4" name="pt1203"/>
            <p:cNvSpPr/>
            <p:nvPr/>
          </p:nvSpPr>
          <p:spPr>
            <a:xfrm>
              <a:off x="3921467" y="586056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5" name="pt1204"/>
            <p:cNvSpPr/>
            <p:nvPr/>
          </p:nvSpPr>
          <p:spPr>
            <a:xfrm>
              <a:off x="3680406" y="628472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6" name="pt1205"/>
            <p:cNvSpPr/>
            <p:nvPr/>
          </p:nvSpPr>
          <p:spPr>
            <a:xfrm>
              <a:off x="3741291" y="625036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7" name="pt1206"/>
            <p:cNvSpPr/>
            <p:nvPr/>
          </p:nvSpPr>
          <p:spPr>
            <a:xfrm>
              <a:off x="3950730" y="621459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8" name="pt1207"/>
            <p:cNvSpPr/>
            <p:nvPr/>
          </p:nvSpPr>
          <p:spPr>
            <a:xfrm>
              <a:off x="3721848" y="625416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9" name="pt1208"/>
            <p:cNvSpPr/>
            <p:nvPr/>
          </p:nvSpPr>
          <p:spPr>
            <a:xfrm>
              <a:off x="3921280" y="631264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0" name="pt1209"/>
            <p:cNvSpPr/>
            <p:nvPr/>
          </p:nvSpPr>
          <p:spPr>
            <a:xfrm>
              <a:off x="3754109" y="632679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1" name="pt1210"/>
            <p:cNvSpPr/>
            <p:nvPr/>
          </p:nvSpPr>
          <p:spPr>
            <a:xfrm>
              <a:off x="3784490" y="631119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2" name="pt1211"/>
            <p:cNvSpPr/>
            <p:nvPr/>
          </p:nvSpPr>
          <p:spPr>
            <a:xfrm>
              <a:off x="3743469" y="626010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3" name="pt1212"/>
            <p:cNvSpPr/>
            <p:nvPr/>
          </p:nvSpPr>
          <p:spPr>
            <a:xfrm>
              <a:off x="3772507" y="608884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4" name="pt1213"/>
            <p:cNvSpPr/>
            <p:nvPr/>
          </p:nvSpPr>
          <p:spPr>
            <a:xfrm>
              <a:off x="3762574" y="628291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5" name="pt1214"/>
            <p:cNvSpPr/>
            <p:nvPr/>
          </p:nvSpPr>
          <p:spPr>
            <a:xfrm>
              <a:off x="3908914" y="633009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6" name="pt1215"/>
            <p:cNvSpPr/>
            <p:nvPr/>
          </p:nvSpPr>
          <p:spPr>
            <a:xfrm>
              <a:off x="3897921" y="630149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7" name="pt1216"/>
            <p:cNvSpPr/>
            <p:nvPr/>
          </p:nvSpPr>
          <p:spPr>
            <a:xfrm>
              <a:off x="3950443" y="633638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8" name="pt1217"/>
            <p:cNvSpPr/>
            <p:nvPr/>
          </p:nvSpPr>
          <p:spPr>
            <a:xfrm>
              <a:off x="3802141" y="628436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9" name="pt1218"/>
            <p:cNvSpPr/>
            <p:nvPr/>
          </p:nvSpPr>
          <p:spPr>
            <a:xfrm>
              <a:off x="3897317" y="612051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0" name="pt1219"/>
            <p:cNvSpPr/>
            <p:nvPr/>
          </p:nvSpPr>
          <p:spPr>
            <a:xfrm>
              <a:off x="3704469" y="580543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1" name="pt1220"/>
            <p:cNvSpPr/>
            <p:nvPr/>
          </p:nvSpPr>
          <p:spPr>
            <a:xfrm>
              <a:off x="3829088" y="630562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2" name="pt1221"/>
            <p:cNvSpPr/>
            <p:nvPr/>
          </p:nvSpPr>
          <p:spPr>
            <a:xfrm>
              <a:off x="3940608" y="625194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3" name="pt1222"/>
            <p:cNvSpPr/>
            <p:nvPr/>
          </p:nvSpPr>
          <p:spPr>
            <a:xfrm>
              <a:off x="3695781" y="630008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4" name="pt1223"/>
            <p:cNvSpPr/>
            <p:nvPr/>
          </p:nvSpPr>
          <p:spPr>
            <a:xfrm>
              <a:off x="3764139" y="632638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5" name="pt1224"/>
            <p:cNvSpPr/>
            <p:nvPr/>
          </p:nvSpPr>
          <p:spPr>
            <a:xfrm>
              <a:off x="3884393" y="631732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6" name="pt1225"/>
            <p:cNvSpPr/>
            <p:nvPr/>
          </p:nvSpPr>
          <p:spPr>
            <a:xfrm>
              <a:off x="3915909" y="629843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7" name="pt1226"/>
            <p:cNvSpPr/>
            <p:nvPr/>
          </p:nvSpPr>
          <p:spPr>
            <a:xfrm>
              <a:off x="3835032" y="630911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8" name="pt1227"/>
            <p:cNvSpPr/>
            <p:nvPr/>
          </p:nvSpPr>
          <p:spPr>
            <a:xfrm>
              <a:off x="3742335" y="595480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9" name="pt1228"/>
            <p:cNvSpPr/>
            <p:nvPr/>
          </p:nvSpPr>
          <p:spPr>
            <a:xfrm>
              <a:off x="3925975" y="627554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0" name="pt1229"/>
            <p:cNvSpPr/>
            <p:nvPr/>
          </p:nvSpPr>
          <p:spPr>
            <a:xfrm>
              <a:off x="3872362" y="630370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1" name="pt1230"/>
            <p:cNvSpPr/>
            <p:nvPr/>
          </p:nvSpPr>
          <p:spPr>
            <a:xfrm>
              <a:off x="3899238" y="633638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2" name="pt1231"/>
            <p:cNvSpPr/>
            <p:nvPr/>
          </p:nvSpPr>
          <p:spPr>
            <a:xfrm>
              <a:off x="3743126" y="624954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3" name="pt1232"/>
            <p:cNvSpPr/>
            <p:nvPr/>
          </p:nvSpPr>
          <p:spPr>
            <a:xfrm>
              <a:off x="3808915" y="608521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4" name="pt1233"/>
            <p:cNvSpPr/>
            <p:nvPr/>
          </p:nvSpPr>
          <p:spPr>
            <a:xfrm>
              <a:off x="3877443" y="633521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5" name="pt1234"/>
            <p:cNvSpPr/>
            <p:nvPr/>
          </p:nvSpPr>
          <p:spPr>
            <a:xfrm>
              <a:off x="3853903" y="592331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6" name="pt1235"/>
            <p:cNvSpPr/>
            <p:nvPr/>
          </p:nvSpPr>
          <p:spPr>
            <a:xfrm>
              <a:off x="3908121" y="632488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7" name="pt1236"/>
            <p:cNvSpPr/>
            <p:nvPr/>
          </p:nvSpPr>
          <p:spPr>
            <a:xfrm>
              <a:off x="3687401" y="593682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8" name="pt1237"/>
            <p:cNvSpPr/>
            <p:nvPr/>
          </p:nvSpPr>
          <p:spPr>
            <a:xfrm>
              <a:off x="3748776" y="621090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9" name="pt1238"/>
            <p:cNvSpPr/>
            <p:nvPr/>
          </p:nvSpPr>
          <p:spPr>
            <a:xfrm>
              <a:off x="3964811" y="622711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0" name="pt1239"/>
            <p:cNvSpPr/>
            <p:nvPr/>
          </p:nvSpPr>
          <p:spPr>
            <a:xfrm>
              <a:off x="3766241" y="633638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1" name="pt1240"/>
            <p:cNvSpPr/>
            <p:nvPr/>
          </p:nvSpPr>
          <p:spPr>
            <a:xfrm>
              <a:off x="3864577" y="625560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2" name="pt1241"/>
            <p:cNvSpPr/>
            <p:nvPr/>
          </p:nvSpPr>
          <p:spPr>
            <a:xfrm>
              <a:off x="3775217" y="630086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3" name="pt1242"/>
            <p:cNvSpPr/>
            <p:nvPr/>
          </p:nvSpPr>
          <p:spPr>
            <a:xfrm>
              <a:off x="3740380" y="620501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4" name="pt1243"/>
            <p:cNvSpPr/>
            <p:nvPr/>
          </p:nvSpPr>
          <p:spPr>
            <a:xfrm>
              <a:off x="3911083" y="552398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5" name="pt1244"/>
            <p:cNvSpPr/>
            <p:nvPr/>
          </p:nvSpPr>
          <p:spPr>
            <a:xfrm>
              <a:off x="3885801" y="505357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6" name="pt1245"/>
            <p:cNvSpPr/>
            <p:nvPr/>
          </p:nvSpPr>
          <p:spPr>
            <a:xfrm>
              <a:off x="3917659" y="60690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7" name="pt1246"/>
            <p:cNvSpPr/>
            <p:nvPr/>
          </p:nvSpPr>
          <p:spPr>
            <a:xfrm>
              <a:off x="3885631" y="590465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8" name="pt1247"/>
            <p:cNvSpPr/>
            <p:nvPr/>
          </p:nvSpPr>
          <p:spPr>
            <a:xfrm>
              <a:off x="3861176" y="609404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9" name="pt1248"/>
            <p:cNvSpPr/>
            <p:nvPr/>
          </p:nvSpPr>
          <p:spPr>
            <a:xfrm>
              <a:off x="3950996" y="509679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0" name="pt1249"/>
            <p:cNvSpPr/>
            <p:nvPr/>
          </p:nvSpPr>
          <p:spPr>
            <a:xfrm>
              <a:off x="3703583" y="624549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1" name="pt1250"/>
            <p:cNvSpPr/>
            <p:nvPr/>
          </p:nvSpPr>
          <p:spPr>
            <a:xfrm>
              <a:off x="3811568" y="629981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2" name="pt1251"/>
            <p:cNvSpPr/>
            <p:nvPr/>
          </p:nvSpPr>
          <p:spPr>
            <a:xfrm>
              <a:off x="3872405" y="62542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3" name="pt1252"/>
            <p:cNvSpPr/>
            <p:nvPr/>
          </p:nvSpPr>
          <p:spPr>
            <a:xfrm>
              <a:off x="3920188" y="631074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4" name="pt1253"/>
            <p:cNvSpPr/>
            <p:nvPr/>
          </p:nvSpPr>
          <p:spPr>
            <a:xfrm>
              <a:off x="3955362" y="624631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5" name="pt1254"/>
            <p:cNvSpPr/>
            <p:nvPr/>
          </p:nvSpPr>
          <p:spPr>
            <a:xfrm>
              <a:off x="3745689" y="625468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6" name="pt1255"/>
            <p:cNvSpPr/>
            <p:nvPr/>
          </p:nvSpPr>
          <p:spPr>
            <a:xfrm>
              <a:off x="3963899" y="613112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7" name="pt1256"/>
            <p:cNvSpPr/>
            <p:nvPr/>
          </p:nvSpPr>
          <p:spPr>
            <a:xfrm>
              <a:off x="3749985" y="625203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8" name="pt1257"/>
            <p:cNvSpPr/>
            <p:nvPr/>
          </p:nvSpPr>
          <p:spPr>
            <a:xfrm>
              <a:off x="3957584" y="631821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9" name="pt1258"/>
            <p:cNvSpPr/>
            <p:nvPr/>
          </p:nvSpPr>
          <p:spPr>
            <a:xfrm>
              <a:off x="3934962" y="630438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0" name="pt1259"/>
            <p:cNvSpPr/>
            <p:nvPr/>
          </p:nvSpPr>
          <p:spPr>
            <a:xfrm>
              <a:off x="3771884" y="588113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1" name="pt1260"/>
            <p:cNvSpPr/>
            <p:nvPr/>
          </p:nvSpPr>
          <p:spPr>
            <a:xfrm>
              <a:off x="3905031" y="612298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2" name="pt1261"/>
            <p:cNvSpPr/>
            <p:nvPr/>
          </p:nvSpPr>
          <p:spPr>
            <a:xfrm>
              <a:off x="3877899" y="608890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3" name="pt1262"/>
            <p:cNvSpPr/>
            <p:nvPr/>
          </p:nvSpPr>
          <p:spPr>
            <a:xfrm>
              <a:off x="3751135" y="628311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4" name="pt1263"/>
            <p:cNvSpPr/>
            <p:nvPr/>
          </p:nvSpPr>
          <p:spPr>
            <a:xfrm>
              <a:off x="3745685" y="603495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5" name="pt1264"/>
            <p:cNvSpPr/>
            <p:nvPr/>
          </p:nvSpPr>
          <p:spPr>
            <a:xfrm>
              <a:off x="3969443" y="631000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6" name="pt1265"/>
            <p:cNvSpPr/>
            <p:nvPr/>
          </p:nvSpPr>
          <p:spPr>
            <a:xfrm>
              <a:off x="3841068" y="605700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7" name="pt1266"/>
            <p:cNvSpPr/>
            <p:nvPr/>
          </p:nvSpPr>
          <p:spPr>
            <a:xfrm>
              <a:off x="3834739" y="605184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8" name="pt1267"/>
            <p:cNvSpPr/>
            <p:nvPr/>
          </p:nvSpPr>
          <p:spPr>
            <a:xfrm>
              <a:off x="3915744" y="623025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9" name="pt1268"/>
            <p:cNvSpPr/>
            <p:nvPr/>
          </p:nvSpPr>
          <p:spPr>
            <a:xfrm>
              <a:off x="3716076" y="629668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0" name="pt1269"/>
            <p:cNvSpPr/>
            <p:nvPr/>
          </p:nvSpPr>
          <p:spPr>
            <a:xfrm>
              <a:off x="3835867" y="579863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1" name="pt1270"/>
            <p:cNvSpPr/>
            <p:nvPr/>
          </p:nvSpPr>
          <p:spPr>
            <a:xfrm>
              <a:off x="3834257" y="612185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2" name="pt1271"/>
            <p:cNvSpPr/>
            <p:nvPr/>
          </p:nvSpPr>
          <p:spPr>
            <a:xfrm>
              <a:off x="3952840" y="632903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3" name="pt1272"/>
            <p:cNvSpPr/>
            <p:nvPr/>
          </p:nvSpPr>
          <p:spPr>
            <a:xfrm>
              <a:off x="3942438" y="56374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4" name="pt1273"/>
            <p:cNvSpPr/>
            <p:nvPr/>
          </p:nvSpPr>
          <p:spPr>
            <a:xfrm>
              <a:off x="3900604" y="608481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5" name="pt1274"/>
            <p:cNvSpPr/>
            <p:nvPr/>
          </p:nvSpPr>
          <p:spPr>
            <a:xfrm>
              <a:off x="3739376" y="573266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6" name="pt1275"/>
            <p:cNvSpPr/>
            <p:nvPr/>
          </p:nvSpPr>
          <p:spPr>
            <a:xfrm>
              <a:off x="3919850" y="627255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7" name="pt1276"/>
            <p:cNvSpPr/>
            <p:nvPr/>
          </p:nvSpPr>
          <p:spPr>
            <a:xfrm>
              <a:off x="3766433" y="628589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8" name="pt1277"/>
            <p:cNvSpPr/>
            <p:nvPr/>
          </p:nvSpPr>
          <p:spPr>
            <a:xfrm>
              <a:off x="3689233" y="614676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9" name="pt1278"/>
            <p:cNvSpPr/>
            <p:nvPr/>
          </p:nvSpPr>
          <p:spPr>
            <a:xfrm>
              <a:off x="3915699" y="63189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0" name="pt1279"/>
            <p:cNvSpPr/>
            <p:nvPr/>
          </p:nvSpPr>
          <p:spPr>
            <a:xfrm>
              <a:off x="3890154" y="483221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1" name="pt1280"/>
            <p:cNvSpPr/>
            <p:nvPr/>
          </p:nvSpPr>
          <p:spPr>
            <a:xfrm>
              <a:off x="3746962" y="628967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2" name="pt1281"/>
            <p:cNvSpPr/>
            <p:nvPr/>
          </p:nvSpPr>
          <p:spPr>
            <a:xfrm>
              <a:off x="3959826" y="611456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3" name="pt1282"/>
            <p:cNvSpPr/>
            <p:nvPr/>
          </p:nvSpPr>
          <p:spPr>
            <a:xfrm>
              <a:off x="3782494" y="579436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4" name="pt1283"/>
            <p:cNvSpPr/>
            <p:nvPr/>
          </p:nvSpPr>
          <p:spPr>
            <a:xfrm>
              <a:off x="3699769" y="565984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5" name="pt1284"/>
            <p:cNvSpPr/>
            <p:nvPr/>
          </p:nvSpPr>
          <p:spPr>
            <a:xfrm>
              <a:off x="3785270" y="613780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6" name="pt1285"/>
            <p:cNvSpPr/>
            <p:nvPr/>
          </p:nvSpPr>
          <p:spPr>
            <a:xfrm>
              <a:off x="3757098" y="616537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7" name="pt1286"/>
            <p:cNvSpPr/>
            <p:nvPr/>
          </p:nvSpPr>
          <p:spPr>
            <a:xfrm>
              <a:off x="3698692" y="610422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8" name="pt1287"/>
            <p:cNvSpPr/>
            <p:nvPr/>
          </p:nvSpPr>
          <p:spPr>
            <a:xfrm>
              <a:off x="3890612" y="585798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9" name="pt1288"/>
            <p:cNvSpPr/>
            <p:nvPr/>
          </p:nvSpPr>
          <p:spPr>
            <a:xfrm>
              <a:off x="3705799" y="562109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0" name="pt1289"/>
            <p:cNvSpPr/>
            <p:nvPr/>
          </p:nvSpPr>
          <p:spPr>
            <a:xfrm>
              <a:off x="3925336" y="599111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1" name="pt1290"/>
            <p:cNvSpPr/>
            <p:nvPr/>
          </p:nvSpPr>
          <p:spPr>
            <a:xfrm>
              <a:off x="3799063" y="633638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2" name="pt1291"/>
            <p:cNvSpPr/>
            <p:nvPr/>
          </p:nvSpPr>
          <p:spPr>
            <a:xfrm>
              <a:off x="3718342" y="633613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3" name="pt1292"/>
            <p:cNvSpPr/>
            <p:nvPr/>
          </p:nvSpPr>
          <p:spPr>
            <a:xfrm>
              <a:off x="3865037" y="591580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4" name="pt1293"/>
            <p:cNvSpPr/>
            <p:nvPr/>
          </p:nvSpPr>
          <p:spPr>
            <a:xfrm>
              <a:off x="3867224" y="586962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5" name="pt1294"/>
            <p:cNvSpPr/>
            <p:nvPr/>
          </p:nvSpPr>
          <p:spPr>
            <a:xfrm>
              <a:off x="3762855" y="621927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6" name="pt1295"/>
            <p:cNvSpPr/>
            <p:nvPr/>
          </p:nvSpPr>
          <p:spPr>
            <a:xfrm>
              <a:off x="3798786" y="632473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7" name="pt1296"/>
            <p:cNvSpPr/>
            <p:nvPr/>
          </p:nvSpPr>
          <p:spPr>
            <a:xfrm>
              <a:off x="3958664" y="633280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8" name="pt1297"/>
            <p:cNvSpPr/>
            <p:nvPr/>
          </p:nvSpPr>
          <p:spPr>
            <a:xfrm>
              <a:off x="3813893" y="61959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9" name="pt1298"/>
            <p:cNvSpPr/>
            <p:nvPr/>
          </p:nvSpPr>
          <p:spPr>
            <a:xfrm>
              <a:off x="3758772" y="633164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0" name="pt1299"/>
            <p:cNvSpPr/>
            <p:nvPr/>
          </p:nvSpPr>
          <p:spPr>
            <a:xfrm>
              <a:off x="3795701" y="633177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1" name="pt1300"/>
            <p:cNvSpPr/>
            <p:nvPr/>
          </p:nvSpPr>
          <p:spPr>
            <a:xfrm>
              <a:off x="3728994" y="628738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2" name="pt1301"/>
            <p:cNvSpPr/>
            <p:nvPr/>
          </p:nvSpPr>
          <p:spPr>
            <a:xfrm>
              <a:off x="3792400" y="623491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3" name="pt1302"/>
            <p:cNvSpPr/>
            <p:nvPr/>
          </p:nvSpPr>
          <p:spPr>
            <a:xfrm>
              <a:off x="3934227" y="633143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4" name="pt1303"/>
            <p:cNvSpPr/>
            <p:nvPr/>
          </p:nvSpPr>
          <p:spPr>
            <a:xfrm>
              <a:off x="3727066" y="576831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5" name="pt1304"/>
            <p:cNvSpPr/>
            <p:nvPr/>
          </p:nvSpPr>
          <p:spPr>
            <a:xfrm>
              <a:off x="3775272" y="619376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6" name="pt1305"/>
            <p:cNvSpPr/>
            <p:nvPr/>
          </p:nvSpPr>
          <p:spPr>
            <a:xfrm>
              <a:off x="3868920" y="628546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7" name="pt1306"/>
            <p:cNvSpPr/>
            <p:nvPr/>
          </p:nvSpPr>
          <p:spPr>
            <a:xfrm>
              <a:off x="3959389" y="632337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8" name="pt1307"/>
            <p:cNvSpPr/>
            <p:nvPr/>
          </p:nvSpPr>
          <p:spPr>
            <a:xfrm>
              <a:off x="3755392" y="606126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9" name="pt1308"/>
            <p:cNvSpPr/>
            <p:nvPr/>
          </p:nvSpPr>
          <p:spPr>
            <a:xfrm>
              <a:off x="3894440" y="633638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0" name="pt1309"/>
            <p:cNvSpPr/>
            <p:nvPr/>
          </p:nvSpPr>
          <p:spPr>
            <a:xfrm>
              <a:off x="3909399" y="628924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1" name="pt1310"/>
            <p:cNvSpPr/>
            <p:nvPr/>
          </p:nvSpPr>
          <p:spPr>
            <a:xfrm>
              <a:off x="3889567" y="570588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2" name="pt1311"/>
            <p:cNvSpPr/>
            <p:nvPr/>
          </p:nvSpPr>
          <p:spPr>
            <a:xfrm>
              <a:off x="3890263" y="630463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3" name="pt1312"/>
            <p:cNvSpPr/>
            <p:nvPr/>
          </p:nvSpPr>
          <p:spPr>
            <a:xfrm>
              <a:off x="3696578" y="632424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4" name="pt1313"/>
            <p:cNvSpPr/>
            <p:nvPr/>
          </p:nvSpPr>
          <p:spPr>
            <a:xfrm>
              <a:off x="3937228" y="585013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5" name="pl1314"/>
            <p:cNvSpPr/>
            <p:nvPr/>
          </p:nvSpPr>
          <p:spPr>
            <a:xfrm>
              <a:off x="1829843" y="4792612"/>
              <a:ext cx="0" cy="798811"/>
            </a:xfrm>
            <a:custGeom>
              <a:avLst/>
              <a:pathLst>
                <a:path w="0" h="798811">
                  <a:moveTo>
                    <a:pt x="0" y="798811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" name="pl1315"/>
            <p:cNvSpPr/>
            <p:nvPr/>
          </p:nvSpPr>
          <p:spPr>
            <a:xfrm>
              <a:off x="1829843" y="6155656"/>
              <a:ext cx="0" cy="211511"/>
            </a:xfrm>
            <a:custGeom>
              <a:avLst/>
              <a:pathLst>
                <a:path w="0" h="211511">
                  <a:moveTo>
                    <a:pt x="0" y="0"/>
                  </a:moveTo>
                  <a:lnTo>
                    <a:pt x="0" y="211511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" name="pg1316"/>
            <p:cNvSpPr/>
            <p:nvPr/>
          </p:nvSpPr>
          <p:spPr>
            <a:xfrm>
              <a:off x="1683708" y="5591423"/>
              <a:ext cx="292270" cy="564233"/>
            </a:xfrm>
            <a:custGeom>
              <a:avLst/>
              <a:pathLst>
                <a:path w="292270" h="564233">
                  <a:moveTo>
                    <a:pt x="0" y="0"/>
                  </a:moveTo>
                  <a:lnTo>
                    <a:pt x="0" y="564233"/>
                  </a:lnTo>
                  <a:lnTo>
                    <a:pt x="292270" y="564233"/>
                  </a:lnTo>
                  <a:lnTo>
                    <a:pt x="292270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18" name="pl1317"/>
            <p:cNvSpPr/>
            <p:nvPr/>
          </p:nvSpPr>
          <p:spPr>
            <a:xfrm>
              <a:off x="1683708" y="5960502"/>
              <a:ext cx="292270" cy="0"/>
            </a:xfrm>
            <a:custGeom>
              <a:avLst/>
              <a:pathLst>
                <a:path w="292270" h="0">
                  <a:moveTo>
                    <a:pt x="0" y="0"/>
                  </a:moveTo>
                  <a:lnTo>
                    <a:pt x="292270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19" name="pl1318"/>
            <p:cNvSpPr/>
            <p:nvPr/>
          </p:nvSpPr>
          <p:spPr>
            <a:xfrm>
              <a:off x="2842775" y="5075905"/>
              <a:ext cx="0" cy="686638"/>
            </a:xfrm>
            <a:custGeom>
              <a:avLst/>
              <a:pathLst>
                <a:path w="0" h="686638">
                  <a:moveTo>
                    <a:pt x="0" y="68663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" name="pl1319"/>
            <p:cNvSpPr/>
            <p:nvPr/>
          </p:nvSpPr>
          <p:spPr>
            <a:xfrm>
              <a:off x="2842775" y="6224143"/>
              <a:ext cx="0" cy="143024"/>
            </a:xfrm>
            <a:custGeom>
              <a:avLst/>
              <a:pathLst>
                <a:path w="0" h="143024">
                  <a:moveTo>
                    <a:pt x="0" y="0"/>
                  </a:moveTo>
                  <a:lnTo>
                    <a:pt x="0" y="143024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" name="pg1320"/>
            <p:cNvSpPr/>
            <p:nvPr/>
          </p:nvSpPr>
          <p:spPr>
            <a:xfrm>
              <a:off x="2696640" y="5762544"/>
              <a:ext cx="292270" cy="461599"/>
            </a:xfrm>
            <a:custGeom>
              <a:avLst/>
              <a:pathLst>
                <a:path w="292270" h="461599">
                  <a:moveTo>
                    <a:pt x="0" y="0"/>
                  </a:moveTo>
                  <a:lnTo>
                    <a:pt x="0" y="461599"/>
                  </a:lnTo>
                  <a:lnTo>
                    <a:pt x="292270" y="461599"/>
                  </a:lnTo>
                  <a:lnTo>
                    <a:pt x="292270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22" name="pl1321"/>
            <p:cNvSpPr/>
            <p:nvPr/>
          </p:nvSpPr>
          <p:spPr>
            <a:xfrm>
              <a:off x="2696640" y="6070752"/>
              <a:ext cx="292270" cy="0"/>
            </a:xfrm>
            <a:custGeom>
              <a:avLst/>
              <a:pathLst>
                <a:path w="292270" h="0">
                  <a:moveTo>
                    <a:pt x="0" y="0"/>
                  </a:moveTo>
                  <a:lnTo>
                    <a:pt x="292270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23" name="pl1322"/>
            <p:cNvSpPr/>
            <p:nvPr/>
          </p:nvSpPr>
          <p:spPr>
            <a:xfrm>
              <a:off x="3855707" y="5763449"/>
              <a:ext cx="0" cy="334423"/>
            </a:xfrm>
            <a:custGeom>
              <a:avLst/>
              <a:pathLst>
                <a:path w="0" h="334423">
                  <a:moveTo>
                    <a:pt x="0" y="33442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" name="pl1323"/>
            <p:cNvSpPr/>
            <p:nvPr/>
          </p:nvSpPr>
          <p:spPr>
            <a:xfrm>
              <a:off x="3855707" y="6335231"/>
              <a:ext cx="0" cy="31936"/>
            </a:xfrm>
            <a:custGeom>
              <a:avLst/>
              <a:pathLst>
                <a:path w="0" h="31936">
                  <a:moveTo>
                    <a:pt x="0" y="0"/>
                  </a:moveTo>
                  <a:lnTo>
                    <a:pt x="0" y="31936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" name="pg1324"/>
            <p:cNvSpPr/>
            <p:nvPr/>
          </p:nvSpPr>
          <p:spPr>
            <a:xfrm>
              <a:off x="3709572" y="6097872"/>
              <a:ext cx="292270" cy="237358"/>
            </a:xfrm>
            <a:custGeom>
              <a:avLst/>
              <a:pathLst>
                <a:path w="292270" h="237358">
                  <a:moveTo>
                    <a:pt x="0" y="0"/>
                  </a:moveTo>
                  <a:lnTo>
                    <a:pt x="0" y="237358"/>
                  </a:lnTo>
                  <a:lnTo>
                    <a:pt x="292270" y="237358"/>
                  </a:lnTo>
                  <a:lnTo>
                    <a:pt x="292270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26" name="pl1325"/>
            <p:cNvSpPr/>
            <p:nvPr/>
          </p:nvSpPr>
          <p:spPr>
            <a:xfrm>
              <a:off x="3709572" y="6278716"/>
              <a:ext cx="292270" cy="0"/>
            </a:xfrm>
            <a:custGeom>
              <a:avLst/>
              <a:pathLst>
                <a:path w="292270" h="0">
                  <a:moveTo>
                    <a:pt x="0" y="0"/>
                  </a:moveTo>
                  <a:lnTo>
                    <a:pt x="292270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27" name="pg1326"/>
            <p:cNvSpPr/>
            <p:nvPr/>
          </p:nvSpPr>
          <p:spPr>
            <a:xfrm>
              <a:off x="1829843" y="5641515"/>
              <a:ext cx="2045892" cy="623557"/>
            </a:xfrm>
            <a:custGeom>
              <a:avLst/>
              <a:pathLst>
                <a:path w="2045892" h="623557">
                  <a:moveTo>
                    <a:pt x="0" y="0"/>
                  </a:moveTo>
                  <a:lnTo>
                    <a:pt x="511473" y="136477"/>
                  </a:lnTo>
                  <a:lnTo>
                    <a:pt x="1008332" y="257256"/>
                  </a:lnTo>
                  <a:lnTo>
                    <a:pt x="1461351" y="341933"/>
                  </a:lnTo>
                  <a:lnTo>
                    <a:pt x="2045892" y="411573"/>
                  </a:lnTo>
                  <a:lnTo>
                    <a:pt x="2045892" y="623557"/>
                  </a:lnTo>
                  <a:lnTo>
                    <a:pt x="1461351" y="486019"/>
                  </a:lnTo>
                  <a:lnTo>
                    <a:pt x="1008332" y="410134"/>
                  </a:lnTo>
                  <a:lnTo>
                    <a:pt x="511473" y="354811"/>
                  </a:lnTo>
                  <a:lnTo>
                    <a:pt x="0" y="310008"/>
                  </a:lnTo>
                  <a:close/>
                </a:path>
              </a:pathLst>
            </a:custGeom>
            <a:solidFill>
              <a:srgbClr val="2F7F6F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1328" name="pl1327"/>
            <p:cNvSpPr/>
            <p:nvPr/>
          </p:nvSpPr>
          <p:spPr>
            <a:xfrm>
              <a:off x="1829843" y="5641515"/>
              <a:ext cx="2045892" cy="411573"/>
            </a:xfrm>
            <a:custGeom>
              <a:avLst/>
              <a:pathLst>
                <a:path w="2045892" h="411573">
                  <a:moveTo>
                    <a:pt x="0" y="0"/>
                  </a:moveTo>
                  <a:lnTo>
                    <a:pt x="511473" y="136477"/>
                  </a:lnTo>
                  <a:lnTo>
                    <a:pt x="1008332" y="257256"/>
                  </a:lnTo>
                  <a:lnTo>
                    <a:pt x="1461351" y="341933"/>
                  </a:lnTo>
                  <a:lnTo>
                    <a:pt x="2045892" y="4115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329" name="pl1328"/>
            <p:cNvSpPr/>
            <p:nvPr/>
          </p:nvSpPr>
          <p:spPr>
            <a:xfrm>
              <a:off x="1829843" y="5951523"/>
              <a:ext cx="2045892" cy="313549"/>
            </a:xfrm>
            <a:custGeom>
              <a:avLst/>
              <a:pathLst>
                <a:path w="2045892" h="313549">
                  <a:moveTo>
                    <a:pt x="2045892" y="313549"/>
                  </a:moveTo>
                  <a:lnTo>
                    <a:pt x="1461351" y="176011"/>
                  </a:lnTo>
                  <a:lnTo>
                    <a:pt x="1008332" y="100125"/>
                  </a:lnTo>
                  <a:lnTo>
                    <a:pt x="511473" y="4480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330" name="pl1329"/>
            <p:cNvSpPr/>
            <p:nvPr/>
          </p:nvSpPr>
          <p:spPr>
            <a:xfrm>
              <a:off x="1829843" y="5796519"/>
              <a:ext cx="2045892" cy="362561"/>
            </a:xfrm>
            <a:custGeom>
              <a:avLst/>
              <a:pathLst>
                <a:path w="2045892" h="362561">
                  <a:moveTo>
                    <a:pt x="0" y="0"/>
                  </a:moveTo>
                  <a:lnTo>
                    <a:pt x="511473" y="90640"/>
                  </a:lnTo>
                  <a:lnTo>
                    <a:pt x="1008332" y="178690"/>
                  </a:lnTo>
                  <a:lnTo>
                    <a:pt x="1461351" y="258972"/>
                  </a:lnTo>
                  <a:lnTo>
                    <a:pt x="2045892" y="362561"/>
                  </a:lnTo>
                </a:path>
              </a:pathLst>
            </a:custGeom>
            <a:ln w="3252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" name="tx1330"/>
            <p:cNvSpPr/>
            <p:nvPr/>
          </p:nvSpPr>
          <p:spPr>
            <a:xfrm>
              <a:off x="1829843" y="4330031"/>
              <a:ext cx="7626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S</a:t>
              </a:r>
            </a:p>
          </p:txBody>
        </p:sp>
        <p:sp>
          <p:nvSpPr>
            <p:cNvPr id="1332" name="tx1331"/>
            <p:cNvSpPr/>
            <p:nvPr/>
          </p:nvSpPr>
          <p:spPr>
            <a:xfrm>
              <a:off x="1918709" y="4330031"/>
              <a:ext cx="2542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l</a:t>
              </a:r>
            </a:p>
          </p:txBody>
        </p:sp>
        <p:sp>
          <p:nvSpPr>
            <p:cNvPr id="1333" name="tx1332"/>
            <p:cNvSpPr/>
            <p:nvPr/>
          </p:nvSpPr>
          <p:spPr>
            <a:xfrm>
              <a:off x="1956433" y="4330031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o</a:t>
              </a:r>
            </a:p>
          </p:txBody>
        </p:sp>
        <p:sp>
          <p:nvSpPr>
            <p:cNvPr id="1334" name="tx1333"/>
            <p:cNvSpPr/>
            <p:nvPr/>
          </p:nvSpPr>
          <p:spPr>
            <a:xfrm>
              <a:off x="2029215" y="4330031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1335" name="tx1334"/>
            <p:cNvSpPr/>
            <p:nvPr/>
          </p:nvSpPr>
          <p:spPr>
            <a:xfrm>
              <a:off x="2101955" y="4330031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e</a:t>
              </a:r>
            </a:p>
          </p:txBody>
        </p:sp>
        <p:sp>
          <p:nvSpPr>
            <p:cNvPr id="1336" name="tx1335"/>
            <p:cNvSpPr/>
            <p:nvPr/>
          </p:nvSpPr>
          <p:spPr>
            <a:xfrm>
              <a:off x="2174668" y="4330031"/>
              <a:ext cx="45418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 = -1.488</a:t>
              </a:r>
            </a:p>
          </p:txBody>
        </p:sp>
        <p:sp>
          <p:nvSpPr>
            <p:cNvPr id="1337" name="tx1336"/>
            <p:cNvSpPr/>
            <p:nvPr/>
          </p:nvSpPr>
          <p:spPr>
            <a:xfrm>
              <a:off x="2628851" y="4330031"/>
              <a:ext cx="6345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, </a:t>
              </a:r>
            </a:p>
          </p:txBody>
        </p:sp>
        <p:sp>
          <p:nvSpPr>
            <p:cNvPr id="1338" name="tx1337"/>
            <p:cNvSpPr/>
            <p:nvPr/>
          </p:nvSpPr>
          <p:spPr>
            <a:xfrm>
              <a:off x="2692310" y="4330031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1339" name="tx1338"/>
            <p:cNvSpPr/>
            <p:nvPr/>
          </p:nvSpPr>
          <p:spPr>
            <a:xfrm>
              <a:off x="2765051" y="4330031"/>
              <a:ext cx="41614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 = 0.017</a:t>
              </a:r>
            </a:p>
          </p:txBody>
        </p:sp>
        <p:sp>
          <p:nvSpPr>
            <p:cNvPr id="1340" name="rc1339"/>
            <p:cNvSpPr/>
            <p:nvPr/>
          </p:nvSpPr>
          <p:spPr>
            <a:xfrm>
              <a:off x="1567801" y="4113371"/>
              <a:ext cx="2549947" cy="236112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341" name="pl1340"/>
            <p:cNvSpPr/>
            <p:nvPr/>
          </p:nvSpPr>
          <p:spPr>
            <a:xfrm>
              <a:off x="1567801" y="4113371"/>
              <a:ext cx="0" cy="2361120"/>
            </a:xfrm>
            <a:custGeom>
              <a:avLst/>
              <a:pathLst>
                <a:path w="0" h="2361120">
                  <a:moveTo>
                    <a:pt x="0" y="2361120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" name="tx1341"/>
            <p:cNvSpPr/>
            <p:nvPr/>
          </p:nvSpPr>
          <p:spPr>
            <a:xfrm>
              <a:off x="1460049" y="6330729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343" name="tx1342"/>
            <p:cNvSpPr/>
            <p:nvPr/>
          </p:nvSpPr>
          <p:spPr>
            <a:xfrm>
              <a:off x="1460049" y="5634553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344" name="tx1343"/>
            <p:cNvSpPr/>
            <p:nvPr/>
          </p:nvSpPr>
          <p:spPr>
            <a:xfrm>
              <a:off x="1460049" y="493837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1345" name="tx1344"/>
            <p:cNvSpPr/>
            <p:nvPr/>
          </p:nvSpPr>
          <p:spPr>
            <a:xfrm>
              <a:off x="1403539" y="4242202"/>
              <a:ext cx="11301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12</a:t>
              </a:r>
            </a:p>
          </p:txBody>
        </p:sp>
        <p:sp>
          <p:nvSpPr>
            <p:cNvPr id="1346" name="pl1345"/>
            <p:cNvSpPr/>
            <p:nvPr/>
          </p:nvSpPr>
          <p:spPr>
            <a:xfrm>
              <a:off x="1539333" y="636716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" name="pl1346"/>
            <p:cNvSpPr/>
            <p:nvPr/>
          </p:nvSpPr>
          <p:spPr>
            <a:xfrm>
              <a:off x="1539333" y="567099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" name="pl1347"/>
            <p:cNvSpPr/>
            <p:nvPr/>
          </p:nvSpPr>
          <p:spPr>
            <a:xfrm>
              <a:off x="1539333" y="497481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" name="pl1348"/>
            <p:cNvSpPr/>
            <p:nvPr/>
          </p:nvSpPr>
          <p:spPr>
            <a:xfrm>
              <a:off x="1539333" y="427864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" name="pl1349"/>
            <p:cNvSpPr/>
            <p:nvPr/>
          </p:nvSpPr>
          <p:spPr>
            <a:xfrm>
              <a:off x="1567801" y="6474492"/>
              <a:ext cx="2549947" cy="0"/>
            </a:xfrm>
            <a:custGeom>
              <a:avLst/>
              <a:pathLst>
                <a:path w="2549947" h="0">
                  <a:moveTo>
                    <a:pt x="0" y="0"/>
                  </a:moveTo>
                  <a:lnTo>
                    <a:pt x="2549947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" name="pl1350"/>
            <p:cNvSpPr/>
            <p:nvPr/>
          </p:nvSpPr>
          <p:spPr>
            <a:xfrm>
              <a:off x="1829843" y="647449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" name="pl1351"/>
            <p:cNvSpPr/>
            <p:nvPr/>
          </p:nvSpPr>
          <p:spPr>
            <a:xfrm>
              <a:off x="2842775" y="647449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" name="pl1352"/>
            <p:cNvSpPr/>
            <p:nvPr/>
          </p:nvSpPr>
          <p:spPr>
            <a:xfrm>
              <a:off x="3855707" y="647449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" name="tx1353"/>
            <p:cNvSpPr/>
            <p:nvPr/>
          </p:nvSpPr>
          <p:spPr>
            <a:xfrm>
              <a:off x="1801588" y="652573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355" name="tx1354"/>
            <p:cNvSpPr/>
            <p:nvPr/>
          </p:nvSpPr>
          <p:spPr>
            <a:xfrm>
              <a:off x="2814520" y="652573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356" name="tx1355"/>
            <p:cNvSpPr/>
            <p:nvPr/>
          </p:nvSpPr>
          <p:spPr>
            <a:xfrm>
              <a:off x="3827452" y="652573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357" name="tx1356"/>
            <p:cNvSpPr/>
            <p:nvPr/>
          </p:nvSpPr>
          <p:spPr>
            <a:xfrm rot="-5400000">
              <a:off x="271024" y="5248349"/>
              <a:ext cx="1834743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Within-species SS (log-biomass)</a:t>
              </a:r>
            </a:p>
          </p:txBody>
        </p:sp>
        <p:sp>
          <p:nvSpPr>
            <p:cNvPr id="1358" name="tx1357"/>
            <p:cNvSpPr/>
            <p:nvPr/>
          </p:nvSpPr>
          <p:spPr>
            <a:xfrm>
              <a:off x="1567801" y="3936831"/>
              <a:ext cx="1022847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(b) Aboveground</a:t>
              </a:r>
            </a:p>
          </p:txBody>
        </p:sp>
        <p:sp>
          <p:nvSpPr>
            <p:cNvPr id="1359" name="rc1358"/>
            <p:cNvSpPr/>
            <p:nvPr/>
          </p:nvSpPr>
          <p:spPr>
            <a:xfrm>
              <a:off x="4383232" y="4113371"/>
              <a:ext cx="2549947" cy="236112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60" name="pt1359"/>
            <p:cNvSpPr/>
            <p:nvPr/>
          </p:nvSpPr>
          <p:spPr>
            <a:xfrm>
              <a:off x="4517784" y="628917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1" name="pt1360"/>
            <p:cNvSpPr/>
            <p:nvPr/>
          </p:nvSpPr>
          <p:spPr>
            <a:xfrm>
              <a:off x="4715370" y="583833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2" name="pt1361"/>
            <p:cNvSpPr/>
            <p:nvPr/>
          </p:nvSpPr>
          <p:spPr>
            <a:xfrm>
              <a:off x="4628223" y="568574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3" name="pt1362"/>
            <p:cNvSpPr/>
            <p:nvPr/>
          </p:nvSpPr>
          <p:spPr>
            <a:xfrm>
              <a:off x="4526146" y="606090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4" name="pt1363"/>
            <p:cNvSpPr/>
            <p:nvPr/>
          </p:nvSpPr>
          <p:spPr>
            <a:xfrm>
              <a:off x="4529878" y="613605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5" name="pt1364"/>
            <p:cNvSpPr/>
            <p:nvPr/>
          </p:nvSpPr>
          <p:spPr>
            <a:xfrm>
              <a:off x="4543146" y="619842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6" name="pt1365"/>
            <p:cNvSpPr/>
            <p:nvPr/>
          </p:nvSpPr>
          <p:spPr>
            <a:xfrm>
              <a:off x="4511237" y="623184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7" name="pt1366"/>
            <p:cNvSpPr/>
            <p:nvPr/>
          </p:nvSpPr>
          <p:spPr>
            <a:xfrm>
              <a:off x="4609421" y="626003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8" name="pt1367"/>
            <p:cNvSpPr/>
            <p:nvPr/>
          </p:nvSpPr>
          <p:spPr>
            <a:xfrm>
              <a:off x="4666320" y="47791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9" name="pt1368"/>
            <p:cNvSpPr/>
            <p:nvPr/>
          </p:nvSpPr>
          <p:spPr>
            <a:xfrm>
              <a:off x="4471787" y="614234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0" name="pt1369"/>
            <p:cNvSpPr/>
            <p:nvPr/>
          </p:nvSpPr>
          <p:spPr>
            <a:xfrm>
              <a:off x="4541917" y="633638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1" name="pt1370"/>
            <p:cNvSpPr/>
            <p:nvPr/>
          </p:nvSpPr>
          <p:spPr>
            <a:xfrm>
              <a:off x="4633135" y="615234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2" name="pt1371"/>
            <p:cNvSpPr/>
            <p:nvPr/>
          </p:nvSpPr>
          <p:spPr>
            <a:xfrm>
              <a:off x="4584863" y="609666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3" name="pt1372"/>
            <p:cNvSpPr/>
            <p:nvPr/>
          </p:nvSpPr>
          <p:spPr>
            <a:xfrm>
              <a:off x="4756299" y="633638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4" name="pt1373"/>
            <p:cNvSpPr/>
            <p:nvPr/>
          </p:nvSpPr>
          <p:spPr>
            <a:xfrm>
              <a:off x="4505648" y="622261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5" name="pt1374"/>
            <p:cNvSpPr/>
            <p:nvPr/>
          </p:nvSpPr>
          <p:spPr>
            <a:xfrm>
              <a:off x="4661052" y="622942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6" name="pt1375"/>
            <p:cNvSpPr/>
            <p:nvPr/>
          </p:nvSpPr>
          <p:spPr>
            <a:xfrm>
              <a:off x="4691508" y="624546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7" name="pt1376"/>
            <p:cNvSpPr/>
            <p:nvPr/>
          </p:nvSpPr>
          <p:spPr>
            <a:xfrm>
              <a:off x="4640163" y="614588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8" name="pt1377"/>
            <p:cNvSpPr/>
            <p:nvPr/>
          </p:nvSpPr>
          <p:spPr>
            <a:xfrm>
              <a:off x="4661969" y="614968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9" name="pt1378"/>
            <p:cNvSpPr/>
            <p:nvPr/>
          </p:nvSpPr>
          <p:spPr>
            <a:xfrm>
              <a:off x="4508348" y="604846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0" name="pt1379"/>
            <p:cNvSpPr/>
            <p:nvPr/>
          </p:nvSpPr>
          <p:spPr>
            <a:xfrm>
              <a:off x="4684868" y="610145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1" name="pt1380"/>
            <p:cNvSpPr/>
            <p:nvPr/>
          </p:nvSpPr>
          <p:spPr>
            <a:xfrm>
              <a:off x="4534789" y="620131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2" name="pt1381"/>
            <p:cNvSpPr/>
            <p:nvPr/>
          </p:nvSpPr>
          <p:spPr>
            <a:xfrm>
              <a:off x="4506749" y="599053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3" name="pt1382"/>
            <p:cNvSpPr/>
            <p:nvPr/>
          </p:nvSpPr>
          <p:spPr>
            <a:xfrm>
              <a:off x="4737974" y="55259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4" name="pt1383"/>
            <p:cNvSpPr/>
            <p:nvPr/>
          </p:nvSpPr>
          <p:spPr>
            <a:xfrm>
              <a:off x="4734725" y="628993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5" name="pt1384"/>
            <p:cNvSpPr/>
            <p:nvPr/>
          </p:nvSpPr>
          <p:spPr>
            <a:xfrm>
              <a:off x="4651173" y="628732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6" name="pt1385"/>
            <p:cNvSpPr/>
            <p:nvPr/>
          </p:nvSpPr>
          <p:spPr>
            <a:xfrm>
              <a:off x="4530431" y="592766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7" name="pt1386"/>
            <p:cNvSpPr/>
            <p:nvPr/>
          </p:nvSpPr>
          <p:spPr>
            <a:xfrm>
              <a:off x="4712523" y="633638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8" name="pt1387"/>
            <p:cNvSpPr/>
            <p:nvPr/>
          </p:nvSpPr>
          <p:spPr>
            <a:xfrm>
              <a:off x="4474110" y="631101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9" name="pt1388"/>
            <p:cNvSpPr/>
            <p:nvPr/>
          </p:nvSpPr>
          <p:spPr>
            <a:xfrm>
              <a:off x="4720816" y="614596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0" name="pt1389"/>
            <p:cNvSpPr/>
            <p:nvPr/>
          </p:nvSpPr>
          <p:spPr>
            <a:xfrm>
              <a:off x="4727903" y="616893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1" name="pt1390"/>
            <p:cNvSpPr/>
            <p:nvPr/>
          </p:nvSpPr>
          <p:spPr>
            <a:xfrm>
              <a:off x="4617742" y="633638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2" name="pt1391"/>
            <p:cNvSpPr/>
            <p:nvPr/>
          </p:nvSpPr>
          <p:spPr>
            <a:xfrm>
              <a:off x="4696152" y="631479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3" name="pt1392"/>
            <p:cNvSpPr/>
            <p:nvPr/>
          </p:nvSpPr>
          <p:spPr>
            <a:xfrm>
              <a:off x="4744131" y="498871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4" name="pt1393"/>
            <p:cNvSpPr/>
            <p:nvPr/>
          </p:nvSpPr>
          <p:spPr>
            <a:xfrm>
              <a:off x="4680753" y="60453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5" name="pt1394"/>
            <p:cNvSpPr/>
            <p:nvPr/>
          </p:nvSpPr>
          <p:spPr>
            <a:xfrm>
              <a:off x="4659616" y="62497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6" name="pt1395"/>
            <p:cNvSpPr/>
            <p:nvPr/>
          </p:nvSpPr>
          <p:spPr>
            <a:xfrm>
              <a:off x="4488592" y="574501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7" name="pt1396"/>
            <p:cNvSpPr/>
            <p:nvPr/>
          </p:nvSpPr>
          <p:spPr>
            <a:xfrm>
              <a:off x="4682813" y="553072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8" name="pt1397"/>
            <p:cNvSpPr/>
            <p:nvPr/>
          </p:nvSpPr>
          <p:spPr>
            <a:xfrm>
              <a:off x="4719708" y="517883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9" name="pt1398"/>
            <p:cNvSpPr/>
            <p:nvPr/>
          </p:nvSpPr>
          <p:spPr>
            <a:xfrm>
              <a:off x="4746550" y="610728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0" name="pt1399"/>
            <p:cNvSpPr/>
            <p:nvPr/>
          </p:nvSpPr>
          <p:spPr>
            <a:xfrm>
              <a:off x="4560154" y="620147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1" name="pt1400"/>
            <p:cNvSpPr/>
            <p:nvPr/>
          </p:nvSpPr>
          <p:spPr>
            <a:xfrm>
              <a:off x="4718630" y="592485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2" name="pt1401"/>
            <p:cNvSpPr/>
            <p:nvPr/>
          </p:nvSpPr>
          <p:spPr>
            <a:xfrm>
              <a:off x="4549735" y="528552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3" name="pt1402"/>
            <p:cNvSpPr/>
            <p:nvPr/>
          </p:nvSpPr>
          <p:spPr>
            <a:xfrm>
              <a:off x="4583838" y="572753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4" name="pt1403"/>
            <p:cNvSpPr/>
            <p:nvPr/>
          </p:nvSpPr>
          <p:spPr>
            <a:xfrm>
              <a:off x="4644864" y="590896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5" name="pt1404"/>
            <p:cNvSpPr/>
            <p:nvPr/>
          </p:nvSpPr>
          <p:spPr>
            <a:xfrm>
              <a:off x="4662521" y="589446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6" name="pt1405"/>
            <p:cNvSpPr/>
            <p:nvPr/>
          </p:nvSpPr>
          <p:spPr>
            <a:xfrm>
              <a:off x="4718229" y="560294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7" name="pt1406"/>
            <p:cNvSpPr/>
            <p:nvPr/>
          </p:nvSpPr>
          <p:spPr>
            <a:xfrm>
              <a:off x="4493125" y="633638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8" name="pt1407"/>
            <p:cNvSpPr/>
            <p:nvPr/>
          </p:nvSpPr>
          <p:spPr>
            <a:xfrm>
              <a:off x="4480293" y="577100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9" name="pt1408"/>
            <p:cNvSpPr/>
            <p:nvPr/>
          </p:nvSpPr>
          <p:spPr>
            <a:xfrm>
              <a:off x="4651706" y="581657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0" name="pt1409"/>
            <p:cNvSpPr/>
            <p:nvPr/>
          </p:nvSpPr>
          <p:spPr>
            <a:xfrm>
              <a:off x="4502862" y="632650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1" name="pt1410"/>
            <p:cNvSpPr/>
            <p:nvPr/>
          </p:nvSpPr>
          <p:spPr>
            <a:xfrm>
              <a:off x="4537257" y="562985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2" name="pt1411"/>
            <p:cNvSpPr/>
            <p:nvPr/>
          </p:nvSpPr>
          <p:spPr>
            <a:xfrm>
              <a:off x="4573412" y="608240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3" name="pt1412"/>
            <p:cNvSpPr/>
            <p:nvPr/>
          </p:nvSpPr>
          <p:spPr>
            <a:xfrm>
              <a:off x="4736329" y="445571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4" name="pt1413"/>
            <p:cNvSpPr/>
            <p:nvPr/>
          </p:nvSpPr>
          <p:spPr>
            <a:xfrm>
              <a:off x="4498791" y="545900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5" name="pt1414"/>
            <p:cNvSpPr/>
            <p:nvPr/>
          </p:nvSpPr>
          <p:spPr>
            <a:xfrm>
              <a:off x="4697729" y="589110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6" name="pt1415"/>
            <p:cNvSpPr/>
            <p:nvPr/>
          </p:nvSpPr>
          <p:spPr>
            <a:xfrm>
              <a:off x="4656936" y="600234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7" name="pt1416"/>
            <p:cNvSpPr/>
            <p:nvPr/>
          </p:nvSpPr>
          <p:spPr>
            <a:xfrm>
              <a:off x="4566028" y="556711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8" name="pt1417"/>
            <p:cNvSpPr/>
            <p:nvPr/>
          </p:nvSpPr>
          <p:spPr>
            <a:xfrm>
              <a:off x="4636151" y="607198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9" name="pt1418"/>
            <p:cNvSpPr/>
            <p:nvPr/>
          </p:nvSpPr>
          <p:spPr>
            <a:xfrm>
              <a:off x="4725041" y="633638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0" name="pt1419"/>
            <p:cNvSpPr/>
            <p:nvPr/>
          </p:nvSpPr>
          <p:spPr>
            <a:xfrm>
              <a:off x="4653278" y="610228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1" name="pt1420"/>
            <p:cNvSpPr/>
            <p:nvPr/>
          </p:nvSpPr>
          <p:spPr>
            <a:xfrm>
              <a:off x="4642868" y="599907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2" name="pt1421"/>
            <p:cNvSpPr/>
            <p:nvPr/>
          </p:nvSpPr>
          <p:spPr>
            <a:xfrm>
              <a:off x="4556237" y="607857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3" name="pt1422"/>
            <p:cNvSpPr/>
            <p:nvPr/>
          </p:nvSpPr>
          <p:spPr>
            <a:xfrm>
              <a:off x="4606368" y="573294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4" name="pt1423"/>
            <p:cNvSpPr/>
            <p:nvPr/>
          </p:nvSpPr>
          <p:spPr>
            <a:xfrm>
              <a:off x="4700347" y="594996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5" name="pt1424"/>
            <p:cNvSpPr/>
            <p:nvPr/>
          </p:nvSpPr>
          <p:spPr>
            <a:xfrm>
              <a:off x="4730788" y="608604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6" name="pt1425"/>
            <p:cNvSpPr/>
            <p:nvPr/>
          </p:nvSpPr>
          <p:spPr>
            <a:xfrm>
              <a:off x="4630806" y="612248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7" name="pt1426"/>
            <p:cNvSpPr/>
            <p:nvPr/>
          </p:nvSpPr>
          <p:spPr>
            <a:xfrm>
              <a:off x="4640104" y="609186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8" name="pt1427"/>
            <p:cNvSpPr/>
            <p:nvPr/>
          </p:nvSpPr>
          <p:spPr>
            <a:xfrm>
              <a:off x="4716005" y="617451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9" name="pt1428"/>
            <p:cNvSpPr/>
            <p:nvPr/>
          </p:nvSpPr>
          <p:spPr>
            <a:xfrm>
              <a:off x="4583192" y="597683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0" name="pt1429"/>
            <p:cNvSpPr/>
            <p:nvPr/>
          </p:nvSpPr>
          <p:spPr>
            <a:xfrm>
              <a:off x="4612529" y="604283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1" name="pt1430"/>
            <p:cNvSpPr/>
            <p:nvPr/>
          </p:nvSpPr>
          <p:spPr>
            <a:xfrm>
              <a:off x="4593251" y="569421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2" name="pt1431"/>
            <p:cNvSpPr/>
            <p:nvPr/>
          </p:nvSpPr>
          <p:spPr>
            <a:xfrm>
              <a:off x="4594217" y="601674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3" name="pt1432"/>
            <p:cNvSpPr/>
            <p:nvPr/>
          </p:nvSpPr>
          <p:spPr>
            <a:xfrm>
              <a:off x="4558336" y="62516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4" name="pt1433"/>
            <p:cNvSpPr/>
            <p:nvPr/>
          </p:nvSpPr>
          <p:spPr>
            <a:xfrm>
              <a:off x="4473721" y="605114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5" name="pt1434"/>
            <p:cNvSpPr/>
            <p:nvPr/>
          </p:nvSpPr>
          <p:spPr>
            <a:xfrm>
              <a:off x="4504236" y="610253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6" name="pt1435"/>
            <p:cNvSpPr/>
            <p:nvPr/>
          </p:nvSpPr>
          <p:spPr>
            <a:xfrm>
              <a:off x="4739447" y="612899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7" name="pt1436"/>
            <p:cNvSpPr/>
            <p:nvPr/>
          </p:nvSpPr>
          <p:spPr>
            <a:xfrm>
              <a:off x="4584879" y="617262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8" name="pt1437"/>
            <p:cNvSpPr/>
            <p:nvPr/>
          </p:nvSpPr>
          <p:spPr>
            <a:xfrm>
              <a:off x="4593239" y="610710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9" name="pt1438"/>
            <p:cNvSpPr/>
            <p:nvPr/>
          </p:nvSpPr>
          <p:spPr>
            <a:xfrm>
              <a:off x="4744852" y="633638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0" name="pt1439"/>
            <p:cNvSpPr/>
            <p:nvPr/>
          </p:nvSpPr>
          <p:spPr>
            <a:xfrm>
              <a:off x="4625909" y="619030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1" name="pt1440"/>
            <p:cNvSpPr/>
            <p:nvPr/>
          </p:nvSpPr>
          <p:spPr>
            <a:xfrm>
              <a:off x="4472921" y="626302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2" name="pt1441"/>
            <p:cNvSpPr/>
            <p:nvPr/>
          </p:nvSpPr>
          <p:spPr>
            <a:xfrm>
              <a:off x="4609830" y="614209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3" name="pt1442"/>
            <p:cNvSpPr/>
            <p:nvPr/>
          </p:nvSpPr>
          <p:spPr>
            <a:xfrm>
              <a:off x="4475963" y="615717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4" name="pt1443"/>
            <p:cNvSpPr/>
            <p:nvPr/>
          </p:nvSpPr>
          <p:spPr>
            <a:xfrm>
              <a:off x="4720286" y="616218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5" name="pt1444"/>
            <p:cNvSpPr/>
            <p:nvPr/>
          </p:nvSpPr>
          <p:spPr>
            <a:xfrm>
              <a:off x="4643261" y="527659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6" name="pt1445"/>
            <p:cNvSpPr/>
            <p:nvPr/>
          </p:nvSpPr>
          <p:spPr>
            <a:xfrm>
              <a:off x="4594229" y="566696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7" name="pt1446"/>
            <p:cNvSpPr/>
            <p:nvPr/>
          </p:nvSpPr>
          <p:spPr>
            <a:xfrm>
              <a:off x="4578258" y="4995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8" name="pt1447"/>
            <p:cNvSpPr/>
            <p:nvPr/>
          </p:nvSpPr>
          <p:spPr>
            <a:xfrm>
              <a:off x="4657073" y="544325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9" name="pt1448"/>
            <p:cNvSpPr/>
            <p:nvPr/>
          </p:nvSpPr>
          <p:spPr>
            <a:xfrm>
              <a:off x="4657096" y="517407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0" name="pt1449"/>
            <p:cNvSpPr/>
            <p:nvPr/>
          </p:nvSpPr>
          <p:spPr>
            <a:xfrm>
              <a:off x="4577044" y="62000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1" name="pt1450"/>
            <p:cNvSpPr/>
            <p:nvPr/>
          </p:nvSpPr>
          <p:spPr>
            <a:xfrm>
              <a:off x="4690070" y="610671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2" name="pt1451"/>
            <p:cNvSpPr/>
            <p:nvPr/>
          </p:nvSpPr>
          <p:spPr>
            <a:xfrm>
              <a:off x="4583484" y="582034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3" name="pt1452"/>
            <p:cNvSpPr/>
            <p:nvPr/>
          </p:nvSpPr>
          <p:spPr>
            <a:xfrm>
              <a:off x="4639675" y="628265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4" name="pt1453"/>
            <p:cNvSpPr/>
            <p:nvPr/>
          </p:nvSpPr>
          <p:spPr>
            <a:xfrm>
              <a:off x="5563409" y="601315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5" name="pt1454"/>
            <p:cNvSpPr/>
            <p:nvPr/>
          </p:nvSpPr>
          <p:spPr>
            <a:xfrm>
              <a:off x="5762155" y="628723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6" name="pt1455"/>
            <p:cNvSpPr/>
            <p:nvPr/>
          </p:nvSpPr>
          <p:spPr>
            <a:xfrm>
              <a:off x="5679710" y="627597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7" name="pt1456"/>
            <p:cNvSpPr/>
            <p:nvPr/>
          </p:nvSpPr>
          <p:spPr>
            <a:xfrm>
              <a:off x="5647593" y="596074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8" name="pt1457"/>
            <p:cNvSpPr/>
            <p:nvPr/>
          </p:nvSpPr>
          <p:spPr>
            <a:xfrm>
              <a:off x="5664041" y="624153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9" name="pt1458"/>
            <p:cNvSpPr/>
            <p:nvPr/>
          </p:nvSpPr>
          <p:spPr>
            <a:xfrm>
              <a:off x="5761991" y="630879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0" name="pt1459"/>
            <p:cNvSpPr/>
            <p:nvPr/>
          </p:nvSpPr>
          <p:spPr>
            <a:xfrm>
              <a:off x="5525862" y="628231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1" name="pt1460"/>
            <p:cNvSpPr/>
            <p:nvPr/>
          </p:nvSpPr>
          <p:spPr>
            <a:xfrm>
              <a:off x="5729746" y="617815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2" name="pt1461"/>
            <p:cNvSpPr/>
            <p:nvPr/>
          </p:nvSpPr>
          <p:spPr>
            <a:xfrm>
              <a:off x="5502493" y="628648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3" name="pt1462"/>
            <p:cNvSpPr/>
            <p:nvPr/>
          </p:nvSpPr>
          <p:spPr>
            <a:xfrm>
              <a:off x="5587349" y="626436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4" name="pt1463"/>
            <p:cNvSpPr/>
            <p:nvPr/>
          </p:nvSpPr>
          <p:spPr>
            <a:xfrm>
              <a:off x="5652161" y="628818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5" name="pt1464"/>
            <p:cNvSpPr/>
            <p:nvPr/>
          </p:nvSpPr>
          <p:spPr>
            <a:xfrm>
              <a:off x="5742909" y="628811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6" name="pt1465"/>
            <p:cNvSpPr/>
            <p:nvPr/>
          </p:nvSpPr>
          <p:spPr>
            <a:xfrm>
              <a:off x="5650213" y="618890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7" name="pt1466"/>
            <p:cNvSpPr/>
            <p:nvPr/>
          </p:nvSpPr>
          <p:spPr>
            <a:xfrm>
              <a:off x="5565828" y="618837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8" name="pt1467"/>
            <p:cNvSpPr/>
            <p:nvPr/>
          </p:nvSpPr>
          <p:spPr>
            <a:xfrm>
              <a:off x="5591777" y="621442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9" name="pt1468"/>
            <p:cNvSpPr/>
            <p:nvPr/>
          </p:nvSpPr>
          <p:spPr>
            <a:xfrm>
              <a:off x="5546228" y="622476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70" name="pt1469"/>
            <p:cNvSpPr/>
            <p:nvPr/>
          </p:nvSpPr>
          <p:spPr>
            <a:xfrm>
              <a:off x="5542228" y="609494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71" name="pt1470"/>
            <p:cNvSpPr/>
            <p:nvPr/>
          </p:nvSpPr>
          <p:spPr>
            <a:xfrm>
              <a:off x="5715223" y="627520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72" name="pt1471"/>
            <p:cNvSpPr/>
            <p:nvPr/>
          </p:nvSpPr>
          <p:spPr>
            <a:xfrm>
              <a:off x="5565573" y="617499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73" name="pt1472"/>
            <p:cNvSpPr/>
            <p:nvPr/>
          </p:nvSpPr>
          <p:spPr>
            <a:xfrm>
              <a:off x="5574728" y="630845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74" name="pt1473"/>
            <p:cNvSpPr/>
            <p:nvPr/>
          </p:nvSpPr>
          <p:spPr>
            <a:xfrm>
              <a:off x="5770960" y="631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75" name="pt1474"/>
            <p:cNvSpPr/>
            <p:nvPr/>
          </p:nvSpPr>
          <p:spPr>
            <a:xfrm>
              <a:off x="5596250" y="628307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76" name="pt1475"/>
            <p:cNvSpPr/>
            <p:nvPr/>
          </p:nvSpPr>
          <p:spPr>
            <a:xfrm>
              <a:off x="5629027" y="585802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77" name="pt1476"/>
            <p:cNvSpPr/>
            <p:nvPr/>
          </p:nvSpPr>
          <p:spPr>
            <a:xfrm>
              <a:off x="5773475" y="630802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78" name="pt1477"/>
            <p:cNvSpPr/>
            <p:nvPr/>
          </p:nvSpPr>
          <p:spPr>
            <a:xfrm>
              <a:off x="5527328" y="56813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79" name="pt1478"/>
            <p:cNvSpPr/>
            <p:nvPr/>
          </p:nvSpPr>
          <p:spPr>
            <a:xfrm>
              <a:off x="5657911" y="633638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80" name="pt1479"/>
            <p:cNvSpPr/>
            <p:nvPr/>
          </p:nvSpPr>
          <p:spPr>
            <a:xfrm>
              <a:off x="5697199" y="623542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81" name="pt1480"/>
            <p:cNvSpPr/>
            <p:nvPr/>
          </p:nvSpPr>
          <p:spPr>
            <a:xfrm>
              <a:off x="5666886" y="633638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82" name="pt1481"/>
            <p:cNvSpPr/>
            <p:nvPr/>
          </p:nvSpPr>
          <p:spPr>
            <a:xfrm>
              <a:off x="5653339" y="619116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83" name="pt1482"/>
            <p:cNvSpPr/>
            <p:nvPr/>
          </p:nvSpPr>
          <p:spPr>
            <a:xfrm>
              <a:off x="5661469" y="633629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84" name="pt1483"/>
            <p:cNvSpPr/>
            <p:nvPr/>
          </p:nvSpPr>
          <p:spPr>
            <a:xfrm>
              <a:off x="5684739" y="633638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85" name="pt1484"/>
            <p:cNvSpPr/>
            <p:nvPr/>
          </p:nvSpPr>
          <p:spPr>
            <a:xfrm>
              <a:off x="5483381" y="572349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86" name="pt1485"/>
            <p:cNvSpPr/>
            <p:nvPr/>
          </p:nvSpPr>
          <p:spPr>
            <a:xfrm>
              <a:off x="5633070" y="632827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87" name="pt1486"/>
            <p:cNvSpPr/>
            <p:nvPr/>
          </p:nvSpPr>
          <p:spPr>
            <a:xfrm>
              <a:off x="5732391" y="559731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88" name="pt1487"/>
            <p:cNvSpPr/>
            <p:nvPr/>
          </p:nvSpPr>
          <p:spPr>
            <a:xfrm>
              <a:off x="5728438" y="610467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89" name="pt1488"/>
            <p:cNvSpPr/>
            <p:nvPr/>
          </p:nvSpPr>
          <p:spPr>
            <a:xfrm>
              <a:off x="5595672" y="55000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90" name="pt1489"/>
            <p:cNvSpPr/>
            <p:nvPr/>
          </p:nvSpPr>
          <p:spPr>
            <a:xfrm>
              <a:off x="5701301" y="633547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91" name="pt1490"/>
            <p:cNvSpPr/>
            <p:nvPr/>
          </p:nvSpPr>
          <p:spPr>
            <a:xfrm>
              <a:off x="5759104" y="611345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92" name="pt1491"/>
            <p:cNvSpPr/>
            <p:nvPr/>
          </p:nvSpPr>
          <p:spPr>
            <a:xfrm>
              <a:off x="5685416" y="618031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93" name="pt1492"/>
            <p:cNvSpPr/>
            <p:nvPr/>
          </p:nvSpPr>
          <p:spPr>
            <a:xfrm>
              <a:off x="5498689" y="626057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94" name="pt1493"/>
            <p:cNvSpPr/>
            <p:nvPr/>
          </p:nvSpPr>
          <p:spPr>
            <a:xfrm>
              <a:off x="5735240" y="620846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95" name="pt1494"/>
            <p:cNvSpPr/>
            <p:nvPr/>
          </p:nvSpPr>
          <p:spPr>
            <a:xfrm>
              <a:off x="5731286" y="596962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96" name="pt1495"/>
            <p:cNvSpPr/>
            <p:nvPr/>
          </p:nvSpPr>
          <p:spPr>
            <a:xfrm>
              <a:off x="5661200" y="624873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97" name="pt1496"/>
            <p:cNvSpPr/>
            <p:nvPr/>
          </p:nvSpPr>
          <p:spPr>
            <a:xfrm>
              <a:off x="5661031" y="605117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98" name="pt1497"/>
            <p:cNvSpPr/>
            <p:nvPr/>
          </p:nvSpPr>
          <p:spPr>
            <a:xfrm>
              <a:off x="5628576" y="553802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99" name="pt1498"/>
            <p:cNvSpPr/>
            <p:nvPr/>
          </p:nvSpPr>
          <p:spPr>
            <a:xfrm>
              <a:off x="5746509" y="618370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00" name="pt1499"/>
            <p:cNvSpPr/>
            <p:nvPr/>
          </p:nvSpPr>
          <p:spPr>
            <a:xfrm>
              <a:off x="5554038" y="580928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01" name="pt1500"/>
            <p:cNvSpPr/>
            <p:nvPr/>
          </p:nvSpPr>
          <p:spPr>
            <a:xfrm>
              <a:off x="5674417" y="607292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02" name="pt1501"/>
            <p:cNvSpPr/>
            <p:nvPr/>
          </p:nvSpPr>
          <p:spPr>
            <a:xfrm>
              <a:off x="5574510" y="591205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03" name="pt1502"/>
            <p:cNvSpPr/>
            <p:nvPr/>
          </p:nvSpPr>
          <p:spPr>
            <a:xfrm>
              <a:off x="5492761" y="61635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04" name="pt1503"/>
            <p:cNvSpPr/>
            <p:nvPr/>
          </p:nvSpPr>
          <p:spPr>
            <a:xfrm>
              <a:off x="5737123" y="626566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05" name="pt1504"/>
            <p:cNvSpPr/>
            <p:nvPr/>
          </p:nvSpPr>
          <p:spPr>
            <a:xfrm>
              <a:off x="5597572" y="537131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06" name="pt1505"/>
            <p:cNvSpPr/>
            <p:nvPr/>
          </p:nvSpPr>
          <p:spPr>
            <a:xfrm>
              <a:off x="5546609" y="466030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07" name="pt1506"/>
            <p:cNvSpPr/>
            <p:nvPr/>
          </p:nvSpPr>
          <p:spPr>
            <a:xfrm>
              <a:off x="5686063" y="597700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08" name="pt1507"/>
            <p:cNvSpPr/>
            <p:nvPr/>
          </p:nvSpPr>
          <p:spPr>
            <a:xfrm>
              <a:off x="5497515" y="619963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09" name="pt1508"/>
            <p:cNvSpPr/>
            <p:nvPr/>
          </p:nvSpPr>
          <p:spPr>
            <a:xfrm>
              <a:off x="5643632" y="613715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10" name="pt1509"/>
            <p:cNvSpPr/>
            <p:nvPr/>
          </p:nvSpPr>
          <p:spPr>
            <a:xfrm>
              <a:off x="5569360" y="623285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11" name="pt1510"/>
            <p:cNvSpPr/>
            <p:nvPr/>
          </p:nvSpPr>
          <p:spPr>
            <a:xfrm>
              <a:off x="5616223" y="574351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12" name="pt1511"/>
            <p:cNvSpPr/>
            <p:nvPr/>
          </p:nvSpPr>
          <p:spPr>
            <a:xfrm>
              <a:off x="5721544" y="63284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13" name="pt1512"/>
            <p:cNvSpPr/>
            <p:nvPr/>
          </p:nvSpPr>
          <p:spPr>
            <a:xfrm>
              <a:off x="5689367" y="609807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14" name="pt1513"/>
            <p:cNvSpPr/>
            <p:nvPr/>
          </p:nvSpPr>
          <p:spPr>
            <a:xfrm>
              <a:off x="5512263" y="629382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15" name="pt1514"/>
            <p:cNvSpPr/>
            <p:nvPr/>
          </p:nvSpPr>
          <p:spPr>
            <a:xfrm>
              <a:off x="5735171" y="591999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16" name="pt1515"/>
            <p:cNvSpPr/>
            <p:nvPr/>
          </p:nvSpPr>
          <p:spPr>
            <a:xfrm>
              <a:off x="5749027" y="607465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17" name="pt1516"/>
            <p:cNvSpPr/>
            <p:nvPr/>
          </p:nvSpPr>
          <p:spPr>
            <a:xfrm>
              <a:off x="5491570" y="614034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18" name="pt1517"/>
            <p:cNvSpPr/>
            <p:nvPr/>
          </p:nvSpPr>
          <p:spPr>
            <a:xfrm>
              <a:off x="5587037" y="607757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19" name="pt1518"/>
            <p:cNvSpPr/>
            <p:nvPr/>
          </p:nvSpPr>
          <p:spPr>
            <a:xfrm>
              <a:off x="5540638" y="627067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20" name="pt1519"/>
            <p:cNvSpPr/>
            <p:nvPr/>
          </p:nvSpPr>
          <p:spPr>
            <a:xfrm>
              <a:off x="5669922" y="615232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21" name="pt1520"/>
            <p:cNvSpPr/>
            <p:nvPr/>
          </p:nvSpPr>
          <p:spPr>
            <a:xfrm>
              <a:off x="5542433" y="620026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22" name="pt1521"/>
            <p:cNvSpPr/>
            <p:nvPr/>
          </p:nvSpPr>
          <p:spPr>
            <a:xfrm>
              <a:off x="5660511" y="628420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23" name="pt1522"/>
            <p:cNvSpPr/>
            <p:nvPr/>
          </p:nvSpPr>
          <p:spPr>
            <a:xfrm>
              <a:off x="5537415" y="516938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24" name="pt1523"/>
            <p:cNvSpPr/>
            <p:nvPr/>
          </p:nvSpPr>
          <p:spPr>
            <a:xfrm>
              <a:off x="5722627" y="62494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25" name="pt1524"/>
            <p:cNvSpPr/>
            <p:nvPr/>
          </p:nvSpPr>
          <p:spPr>
            <a:xfrm>
              <a:off x="5643039" y="620172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26" name="pt1525"/>
            <p:cNvSpPr/>
            <p:nvPr/>
          </p:nvSpPr>
          <p:spPr>
            <a:xfrm>
              <a:off x="5665792" y="498876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27" name="pt1526"/>
            <p:cNvSpPr/>
            <p:nvPr/>
          </p:nvSpPr>
          <p:spPr>
            <a:xfrm>
              <a:off x="5668727" y="595849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28" name="pt1527"/>
            <p:cNvSpPr/>
            <p:nvPr/>
          </p:nvSpPr>
          <p:spPr>
            <a:xfrm>
              <a:off x="5729994" y="579387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29" name="pt1528"/>
            <p:cNvSpPr/>
            <p:nvPr/>
          </p:nvSpPr>
          <p:spPr>
            <a:xfrm>
              <a:off x="5601578" y="627715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30" name="pt1529"/>
            <p:cNvSpPr/>
            <p:nvPr/>
          </p:nvSpPr>
          <p:spPr>
            <a:xfrm>
              <a:off x="5531567" y="611398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31" name="pt1530"/>
            <p:cNvSpPr/>
            <p:nvPr/>
          </p:nvSpPr>
          <p:spPr>
            <a:xfrm>
              <a:off x="5554141" y="61292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32" name="pt1531"/>
            <p:cNvSpPr/>
            <p:nvPr/>
          </p:nvSpPr>
          <p:spPr>
            <a:xfrm>
              <a:off x="5487323" y="59705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33" name="pt1532"/>
            <p:cNvSpPr/>
            <p:nvPr/>
          </p:nvSpPr>
          <p:spPr>
            <a:xfrm>
              <a:off x="5742443" y="574742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34" name="pt1533"/>
            <p:cNvSpPr/>
            <p:nvPr/>
          </p:nvSpPr>
          <p:spPr>
            <a:xfrm>
              <a:off x="5516152" y="598526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35" name="pt1534"/>
            <p:cNvSpPr/>
            <p:nvPr/>
          </p:nvSpPr>
          <p:spPr>
            <a:xfrm>
              <a:off x="5564178" y="616827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36" name="pt1535"/>
            <p:cNvSpPr/>
            <p:nvPr/>
          </p:nvSpPr>
          <p:spPr>
            <a:xfrm>
              <a:off x="5551133" y="596134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37" name="pt1536"/>
            <p:cNvSpPr/>
            <p:nvPr/>
          </p:nvSpPr>
          <p:spPr>
            <a:xfrm>
              <a:off x="5490895" y="578008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38" name="pt1537"/>
            <p:cNvSpPr/>
            <p:nvPr/>
          </p:nvSpPr>
          <p:spPr>
            <a:xfrm>
              <a:off x="5564691" y="590672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39" name="pt1538"/>
            <p:cNvSpPr/>
            <p:nvPr/>
          </p:nvSpPr>
          <p:spPr>
            <a:xfrm>
              <a:off x="5493083" y="418991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40" name="pt1539"/>
            <p:cNvSpPr/>
            <p:nvPr/>
          </p:nvSpPr>
          <p:spPr>
            <a:xfrm>
              <a:off x="5684325" y="624737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41" name="pt1540"/>
            <p:cNvSpPr/>
            <p:nvPr/>
          </p:nvSpPr>
          <p:spPr>
            <a:xfrm>
              <a:off x="5573650" y="601370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42" name="pt1541"/>
            <p:cNvSpPr/>
            <p:nvPr/>
          </p:nvSpPr>
          <p:spPr>
            <a:xfrm>
              <a:off x="5566933" y="592186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43" name="pt1542"/>
            <p:cNvSpPr/>
            <p:nvPr/>
          </p:nvSpPr>
          <p:spPr>
            <a:xfrm>
              <a:off x="5496481" y="535988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44" name="pt1543"/>
            <p:cNvSpPr/>
            <p:nvPr/>
          </p:nvSpPr>
          <p:spPr>
            <a:xfrm>
              <a:off x="5579248" y="520288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45" name="pt1544"/>
            <p:cNvSpPr/>
            <p:nvPr/>
          </p:nvSpPr>
          <p:spPr>
            <a:xfrm>
              <a:off x="5677385" y="55629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46" name="pt1545"/>
            <p:cNvSpPr/>
            <p:nvPr/>
          </p:nvSpPr>
          <p:spPr>
            <a:xfrm>
              <a:off x="5764332" y="616339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47" name="pt1546"/>
            <p:cNvSpPr/>
            <p:nvPr/>
          </p:nvSpPr>
          <p:spPr>
            <a:xfrm>
              <a:off x="5727367" y="630131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48" name="pt1547"/>
            <p:cNvSpPr/>
            <p:nvPr/>
          </p:nvSpPr>
          <p:spPr>
            <a:xfrm>
              <a:off x="5631645" y="618801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49" name="pt1548"/>
            <p:cNvSpPr/>
            <p:nvPr/>
          </p:nvSpPr>
          <p:spPr>
            <a:xfrm>
              <a:off x="5536415" y="57918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50" name="pt1549"/>
            <p:cNvSpPr/>
            <p:nvPr/>
          </p:nvSpPr>
          <p:spPr>
            <a:xfrm>
              <a:off x="5558889" y="633638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51" name="pt1550"/>
            <p:cNvSpPr/>
            <p:nvPr/>
          </p:nvSpPr>
          <p:spPr>
            <a:xfrm>
              <a:off x="5587864" y="604684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52" name="pt1551"/>
            <p:cNvSpPr/>
            <p:nvPr/>
          </p:nvSpPr>
          <p:spPr>
            <a:xfrm>
              <a:off x="5718484" y="559320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53" name="pt1552"/>
            <p:cNvSpPr/>
            <p:nvPr/>
          </p:nvSpPr>
          <p:spPr>
            <a:xfrm>
              <a:off x="5588551" y="633638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54" name="pt1553"/>
            <p:cNvSpPr/>
            <p:nvPr/>
          </p:nvSpPr>
          <p:spPr>
            <a:xfrm>
              <a:off x="5751916" y="633638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55" name="pt1554"/>
            <p:cNvSpPr/>
            <p:nvPr/>
          </p:nvSpPr>
          <p:spPr>
            <a:xfrm>
              <a:off x="6624860" y="600922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56" name="pt1555"/>
            <p:cNvSpPr/>
            <p:nvPr/>
          </p:nvSpPr>
          <p:spPr>
            <a:xfrm>
              <a:off x="6711893" y="628566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57" name="pt1556"/>
            <p:cNvSpPr/>
            <p:nvPr/>
          </p:nvSpPr>
          <p:spPr>
            <a:xfrm>
              <a:off x="6591810" y="620120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58" name="pt1557"/>
            <p:cNvSpPr/>
            <p:nvPr/>
          </p:nvSpPr>
          <p:spPr>
            <a:xfrm>
              <a:off x="6640126" y="624130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59" name="pt1558"/>
            <p:cNvSpPr/>
            <p:nvPr/>
          </p:nvSpPr>
          <p:spPr>
            <a:xfrm>
              <a:off x="6511108" y="603812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60" name="pt1559"/>
            <p:cNvSpPr/>
            <p:nvPr/>
          </p:nvSpPr>
          <p:spPr>
            <a:xfrm>
              <a:off x="6783722" y="599691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61" name="pt1560"/>
            <p:cNvSpPr/>
            <p:nvPr/>
          </p:nvSpPr>
          <p:spPr>
            <a:xfrm>
              <a:off x="6630372" y="631777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62" name="pt1561"/>
            <p:cNvSpPr/>
            <p:nvPr/>
          </p:nvSpPr>
          <p:spPr>
            <a:xfrm>
              <a:off x="6547889" y="627772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63" name="pt1562"/>
            <p:cNvSpPr/>
            <p:nvPr/>
          </p:nvSpPr>
          <p:spPr>
            <a:xfrm>
              <a:off x="6751118" y="621888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64" name="pt1563"/>
            <p:cNvSpPr/>
            <p:nvPr/>
          </p:nvSpPr>
          <p:spPr>
            <a:xfrm>
              <a:off x="6532576" y="629190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65" name="pt1564"/>
            <p:cNvSpPr/>
            <p:nvPr/>
          </p:nvSpPr>
          <p:spPr>
            <a:xfrm>
              <a:off x="6783791" y="633602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66" name="pt1565"/>
            <p:cNvSpPr/>
            <p:nvPr/>
          </p:nvSpPr>
          <p:spPr>
            <a:xfrm>
              <a:off x="6592434" y="632544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67" name="pt1566"/>
            <p:cNvSpPr/>
            <p:nvPr/>
          </p:nvSpPr>
          <p:spPr>
            <a:xfrm>
              <a:off x="6540959" y="632704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68" name="pt1567"/>
            <p:cNvSpPr/>
            <p:nvPr/>
          </p:nvSpPr>
          <p:spPr>
            <a:xfrm>
              <a:off x="6555842" y="631930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69" name="pt1568"/>
            <p:cNvSpPr/>
            <p:nvPr/>
          </p:nvSpPr>
          <p:spPr>
            <a:xfrm>
              <a:off x="6526689" y="621805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70" name="pt1569"/>
            <p:cNvSpPr/>
            <p:nvPr/>
          </p:nvSpPr>
          <p:spPr>
            <a:xfrm>
              <a:off x="6702370" y="628725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71" name="pt1570"/>
            <p:cNvSpPr/>
            <p:nvPr/>
          </p:nvSpPr>
          <p:spPr>
            <a:xfrm>
              <a:off x="6709269" y="632394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72" name="pt1571"/>
            <p:cNvSpPr/>
            <p:nvPr/>
          </p:nvSpPr>
          <p:spPr>
            <a:xfrm>
              <a:off x="6545820" y="60505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73" name="pt1572"/>
            <p:cNvSpPr/>
            <p:nvPr/>
          </p:nvSpPr>
          <p:spPr>
            <a:xfrm>
              <a:off x="6635952" y="633638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74" name="pt1573"/>
            <p:cNvSpPr/>
            <p:nvPr/>
          </p:nvSpPr>
          <p:spPr>
            <a:xfrm>
              <a:off x="6713071" y="632464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75" name="pt1574"/>
            <p:cNvSpPr/>
            <p:nvPr/>
          </p:nvSpPr>
          <p:spPr>
            <a:xfrm>
              <a:off x="6623706" y="607115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76" name="pt1575"/>
            <p:cNvSpPr/>
            <p:nvPr/>
          </p:nvSpPr>
          <p:spPr>
            <a:xfrm>
              <a:off x="6707044" y="601868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77" name="pt1576"/>
            <p:cNvSpPr/>
            <p:nvPr/>
          </p:nvSpPr>
          <p:spPr>
            <a:xfrm>
              <a:off x="6673319" y="62890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78" name="pt1577"/>
            <p:cNvSpPr/>
            <p:nvPr/>
          </p:nvSpPr>
          <p:spPr>
            <a:xfrm>
              <a:off x="6596773" y="629770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79" name="pt1578"/>
            <p:cNvSpPr/>
            <p:nvPr/>
          </p:nvSpPr>
          <p:spPr>
            <a:xfrm>
              <a:off x="6581279" y="626549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80" name="pt1579"/>
            <p:cNvSpPr/>
            <p:nvPr/>
          </p:nvSpPr>
          <p:spPr>
            <a:xfrm>
              <a:off x="6614531" y="629772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81" name="pt1580"/>
            <p:cNvSpPr/>
            <p:nvPr/>
          </p:nvSpPr>
          <p:spPr>
            <a:xfrm>
              <a:off x="6669143" y="633605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82" name="pt1581"/>
            <p:cNvSpPr/>
            <p:nvPr/>
          </p:nvSpPr>
          <p:spPr>
            <a:xfrm>
              <a:off x="6698476" y="633135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83" name="pt1582"/>
            <p:cNvSpPr/>
            <p:nvPr/>
          </p:nvSpPr>
          <p:spPr>
            <a:xfrm>
              <a:off x="6653431" y="62972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84" name="pt1583"/>
            <p:cNvSpPr/>
            <p:nvPr/>
          </p:nvSpPr>
          <p:spPr>
            <a:xfrm>
              <a:off x="6585155" y="571088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85" name="pt1584"/>
            <p:cNvSpPr/>
            <p:nvPr/>
          </p:nvSpPr>
          <p:spPr>
            <a:xfrm>
              <a:off x="6513948" y="629585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86" name="pt1585"/>
            <p:cNvSpPr/>
            <p:nvPr/>
          </p:nvSpPr>
          <p:spPr>
            <a:xfrm>
              <a:off x="6757745" y="628448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87" name="pt1586"/>
            <p:cNvSpPr/>
            <p:nvPr/>
          </p:nvSpPr>
          <p:spPr>
            <a:xfrm>
              <a:off x="6749679" y="633638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88" name="pt1587"/>
            <p:cNvSpPr/>
            <p:nvPr/>
          </p:nvSpPr>
          <p:spPr>
            <a:xfrm>
              <a:off x="6532005" y="628187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89" name="pt1588"/>
            <p:cNvSpPr/>
            <p:nvPr/>
          </p:nvSpPr>
          <p:spPr>
            <a:xfrm>
              <a:off x="6606930" y="630685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90" name="pt1589"/>
            <p:cNvSpPr/>
            <p:nvPr/>
          </p:nvSpPr>
          <p:spPr>
            <a:xfrm>
              <a:off x="6632148" y="633634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91" name="pt1590"/>
            <p:cNvSpPr/>
            <p:nvPr/>
          </p:nvSpPr>
          <p:spPr>
            <a:xfrm>
              <a:off x="6578525" y="577104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92" name="pt1591"/>
            <p:cNvSpPr/>
            <p:nvPr/>
          </p:nvSpPr>
          <p:spPr>
            <a:xfrm>
              <a:off x="6716471" y="633299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93" name="pt1592"/>
            <p:cNvSpPr/>
            <p:nvPr/>
          </p:nvSpPr>
          <p:spPr>
            <a:xfrm>
              <a:off x="6628114" y="606315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94" name="pt1593"/>
            <p:cNvSpPr/>
            <p:nvPr/>
          </p:nvSpPr>
          <p:spPr>
            <a:xfrm>
              <a:off x="6584753" y="618602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95" name="pt1594"/>
            <p:cNvSpPr/>
            <p:nvPr/>
          </p:nvSpPr>
          <p:spPr>
            <a:xfrm>
              <a:off x="6686963" y="618007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96" name="pt1595"/>
            <p:cNvSpPr/>
            <p:nvPr/>
          </p:nvSpPr>
          <p:spPr>
            <a:xfrm>
              <a:off x="6602707" y="633638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97" name="pt1596"/>
            <p:cNvSpPr/>
            <p:nvPr/>
          </p:nvSpPr>
          <p:spPr>
            <a:xfrm>
              <a:off x="6663073" y="628272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98" name="pt1597"/>
            <p:cNvSpPr/>
            <p:nvPr/>
          </p:nvSpPr>
          <p:spPr>
            <a:xfrm>
              <a:off x="6549038" y="63166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99" name="pt1598"/>
            <p:cNvSpPr/>
            <p:nvPr/>
          </p:nvSpPr>
          <p:spPr>
            <a:xfrm>
              <a:off x="6576233" y="626276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00" name="pt1599"/>
            <p:cNvSpPr/>
            <p:nvPr/>
          </p:nvSpPr>
          <p:spPr>
            <a:xfrm>
              <a:off x="6568986" y="577823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01" name="pt1600"/>
            <p:cNvSpPr/>
            <p:nvPr/>
          </p:nvSpPr>
          <p:spPr>
            <a:xfrm>
              <a:off x="6750564" y="553351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02" name="pt1601"/>
            <p:cNvSpPr/>
            <p:nvPr/>
          </p:nvSpPr>
          <p:spPr>
            <a:xfrm>
              <a:off x="6576389" y="619935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03" name="pt1602"/>
            <p:cNvSpPr/>
            <p:nvPr/>
          </p:nvSpPr>
          <p:spPr>
            <a:xfrm>
              <a:off x="6760584" y="61589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04" name="pt1603"/>
            <p:cNvSpPr/>
            <p:nvPr/>
          </p:nvSpPr>
          <p:spPr>
            <a:xfrm>
              <a:off x="6533713" y="615432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05" name="pt1604"/>
            <p:cNvSpPr/>
            <p:nvPr/>
          </p:nvSpPr>
          <p:spPr>
            <a:xfrm>
              <a:off x="6497912" y="629612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06" name="pt1605"/>
            <p:cNvSpPr/>
            <p:nvPr/>
          </p:nvSpPr>
          <p:spPr>
            <a:xfrm>
              <a:off x="6586562" y="632058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07" name="pt1606"/>
            <p:cNvSpPr/>
            <p:nvPr/>
          </p:nvSpPr>
          <p:spPr>
            <a:xfrm>
              <a:off x="6647301" y="631818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08" name="pt1607"/>
            <p:cNvSpPr/>
            <p:nvPr/>
          </p:nvSpPr>
          <p:spPr>
            <a:xfrm>
              <a:off x="6746141" y="624576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09" name="pt1608"/>
            <p:cNvSpPr/>
            <p:nvPr/>
          </p:nvSpPr>
          <p:spPr>
            <a:xfrm>
              <a:off x="6562077" y="627787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10" name="pt1609"/>
            <p:cNvSpPr/>
            <p:nvPr/>
          </p:nvSpPr>
          <p:spPr>
            <a:xfrm>
              <a:off x="6626269" y="61492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11" name="pt1610"/>
            <p:cNvSpPr/>
            <p:nvPr/>
          </p:nvSpPr>
          <p:spPr>
            <a:xfrm>
              <a:off x="6499874" y="631190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12" name="pt1611"/>
            <p:cNvSpPr/>
            <p:nvPr/>
          </p:nvSpPr>
          <p:spPr>
            <a:xfrm>
              <a:off x="6671846" y="622543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13" name="pt1612"/>
            <p:cNvSpPr/>
            <p:nvPr/>
          </p:nvSpPr>
          <p:spPr>
            <a:xfrm>
              <a:off x="6705336" y="632348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14" name="pt1613"/>
            <p:cNvSpPr/>
            <p:nvPr/>
          </p:nvSpPr>
          <p:spPr>
            <a:xfrm>
              <a:off x="6732365" y="631911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15" name="pt1614"/>
            <p:cNvSpPr/>
            <p:nvPr/>
          </p:nvSpPr>
          <p:spPr>
            <a:xfrm>
              <a:off x="6630736" y="63194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16" name="pt1615"/>
            <p:cNvSpPr/>
            <p:nvPr/>
          </p:nvSpPr>
          <p:spPr>
            <a:xfrm>
              <a:off x="6528691" y="603546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17" name="pt1616"/>
            <p:cNvSpPr/>
            <p:nvPr/>
          </p:nvSpPr>
          <p:spPr>
            <a:xfrm>
              <a:off x="6780301" y="587309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18" name="pt1617"/>
            <p:cNvSpPr/>
            <p:nvPr/>
          </p:nvSpPr>
          <p:spPr>
            <a:xfrm>
              <a:off x="6585159" y="605913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19" name="pt1618"/>
            <p:cNvSpPr/>
            <p:nvPr/>
          </p:nvSpPr>
          <p:spPr>
            <a:xfrm>
              <a:off x="6572763" y="627481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20" name="pt1619"/>
            <p:cNvSpPr/>
            <p:nvPr/>
          </p:nvSpPr>
          <p:spPr>
            <a:xfrm>
              <a:off x="6511489" y="619550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21" name="pt1620"/>
            <p:cNvSpPr/>
            <p:nvPr/>
          </p:nvSpPr>
          <p:spPr>
            <a:xfrm>
              <a:off x="6602535" y="630309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22" name="pt1621"/>
            <p:cNvSpPr/>
            <p:nvPr/>
          </p:nvSpPr>
          <p:spPr>
            <a:xfrm>
              <a:off x="6579329" y="632441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23" name="pt1622"/>
            <p:cNvSpPr/>
            <p:nvPr/>
          </p:nvSpPr>
          <p:spPr>
            <a:xfrm>
              <a:off x="6761459" y="610492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24" name="pt1623"/>
            <p:cNvSpPr/>
            <p:nvPr/>
          </p:nvSpPr>
          <p:spPr>
            <a:xfrm>
              <a:off x="6599179" y="629556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25" name="pt1624"/>
            <p:cNvSpPr/>
            <p:nvPr/>
          </p:nvSpPr>
          <p:spPr>
            <a:xfrm>
              <a:off x="6692508" y="63306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26" name="pt1625"/>
            <p:cNvSpPr/>
            <p:nvPr/>
          </p:nvSpPr>
          <p:spPr>
            <a:xfrm>
              <a:off x="6620353" y="609644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27" name="pt1626"/>
            <p:cNvSpPr/>
            <p:nvPr/>
          </p:nvSpPr>
          <p:spPr>
            <a:xfrm>
              <a:off x="6778179" y="629693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28" name="pt1627"/>
            <p:cNvSpPr/>
            <p:nvPr/>
          </p:nvSpPr>
          <p:spPr>
            <a:xfrm>
              <a:off x="6507389" y="633521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29" name="pt1628"/>
            <p:cNvSpPr/>
            <p:nvPr/>
          </p:nvSpPr>
          <p:spPr>
            <a:xfrm>
              <a:off x="6574576" y="60963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30" name="pt1629"/>
            <p:cNvSpPr/>
            <p:nvPr/>
          </p:nvSpPr>
          <p:spPr>
            <a:xfrm>
              <a:off x="6571458" y="589309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31" name="pt1630"/>
            <p:cNvSpPr/>
            <p:nvPr/>
          </p:nvSpPr>
          <p:spPr>
            <a:xfrm>
              <a:off x="6559038" y="61660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32" name="pt1631"/>
            <p:cNvSpPr/>
            <p:nvPr/>
          </p:nvSpPr>
          <p:spPr>
            <a:xfrm>
              <a:off x="6670089" y="625741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33" name="pt1632"/>
            <p:cNvSpPr/>
            <p:nvPr/>
          </p:nvSpPr>
          <p:spPr>
            <a:xfrm>
              <a:off x="6622535" y="633620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34" name="pt1633"/>
            <p:cNvSpPr/>
            <p:nvPr/>
          </p:nvSpPr>
          <p:spPr>
            <a:xfrm>
              <a:off x="6756700" y="618197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35" name="pt1634"/>
            <p:cNvSpPr/>
            <p:nvPr/>
          </p:nvSpPr>
          <p:spPr>
            <a:xfrm>
              <a:off x="6598901" y="624758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36" name="pt1635"/>
            <p:cNvSpPr/>
            <p:nvPr/>
          </p:nvSpPr>
          <p:spPr>
            <a:xfrm>
              <a:off x="6766963" y="506433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37" name="pt1636"/>
            <p:cNvSpPr/>
            <p:nvPr/>
          </p:nvSpPr>
          <p:spPr>
            <a:xfrm>
              <a:off x="6503883" y="632825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38" name="pt1637"/>
            <p:cNvSpPr/>
            <p:nvPr/>
          </p:nvSpPr>
          <p:spPr>
            <a:xfrm>
              <a:off x="6781027" y="629330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39" name="pt1638"/>
            <p:cNvSpPr/>
            <p:nvPr/>
          </p:nvSpPr>
          <p:spPr>
            <a:xfrm>
              <a:off x="6668390" y="617347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40" name="pt1639"/>
            <p:cNvSpPr/>
            <p:nvPr/>
          </p:nvSpPr>
          <p:spPr>
            <a:xfrm>
              <a:off x="6724564" y="594068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41" name="pt1640"/>
            <p:cNvSpPr/>
            <p:nvPr/>
          </p:nvSpPr>
          <p:spPr>
            <a:xfrm>
              <a:off x="6542320" y="628194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42" name="pt1641"/>
            <p:cNvSpPr/>
            <p:nvPr/>
          </p:nvSpPr>
          <p:spPr>
            <a:xfrm>
              <a:off x="6763286" y="631311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43" name="pt1642"/>
            <p:cNvSpPr/>
            <p:nvPr/>
          </p:nvSpPr>
          <p:spPr>
            <a:xfrm>
              <a:off x="6552209" y="62236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44" name="pt1643"/>
            <p:cNvSpPr/>
            <p:nvPr/>
          </p:nvSpPr>
          <p:spPr>
            <a:xfrm>
              <a:off x="6571719" y="568216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45" name="pt1644"/>
            <p:cNvSpPr/>
            <p:nvPr/>
          </p:nvSpPr>
          <p:spPr>
            <a:xfrm>
              <a:off x="6500770" y="594177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46" name="pt1645"/>
            <p:cNvSpPr/>
            <p:nvPr/>
          </p:nvSpPr>
          <p:spPr>
            <a:xfrm>
              <a:off x="6579211" y="615211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47" name="pt1646"/>
            <p:cNvSpPr/>
            <p:nvPr/>
          </p:nvSpPr>
          <p:spPr>
            <a:xfrm>
              <a:off x="6564032" y="633638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48" name="pt1647"/>
            <p:cNvSpPr/>
            <p:nvPr/>
          </p:nvSpPr>
          <p:spPr>
            <a:xfrm>
              <a:off x="6661720" y="633521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49" name="pt1648"/>
            <p:cNvSpPr/>
            <p:nvPr/>
          </p:nvSpPr>
          <p:spPr>
            <a:xfrm>
              <a:off x="6762279" y="59782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50" name="pt1649"/>
            <p:cNvSpPr/>
            <p:nvPr/>
          </p:nvSpPr>
          <p:spPr>
            <a:xfrm>
              <a:off x="6507922" y="587808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51" name="pt1650"/>
            <p:cNvSpPr/>
            <p:nvPr/>
          </p:nvSpPr>
          <p:spPr>
            <a:xfrm>
              <a:off x="6504575" y="609082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52" name="pt1651"/>
            <p:cNvSpPr/>
            <p:nvPr/>
          </p:nvSpPr>
          <p:spPr>
            <a:xfrm>
              <a:off x="6773146" y="631814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53" name="pt1652"/>
            <p:cNvSpPr/>
            <p:nvPr/>
          </p:nvSpPr>
          <p:spPr>
            <a:xfrm>
              <a:off x="6545429" y="633616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54" name="pt1653"/>
            <p:cNvSpPr/>
            <p:nvPr/>
          </p:nvSpPr>
          <p:spPr>
            <a:xfrm>
              <a:off x="6644977" y="632514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55" name="pt1654"/>
            <p:cNvSpPr/>
            <p:nvPr/>
          </p:nvSpPr>
          <p:spPr>
            <a:xfrm>
              <a:off x="6607170" y="633333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56" name="pt1655"/>
            <p:cNvSpPr/>
            <p:nvPr/>
          </p:nvSpPr>
          <p:spPr>
            <a:xfrm>
              <a:off x="6538827" y="63260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57" name="pt1656"/>
            <p:cNvSpPr/>
            <p:nvPr/>
          </p:nvSpPr>
          <p:spPr>
            <a:xfrm>
              <a:off x="6559533" y="623296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58" name="pt1657"/>
            <p:cNvSpPr/>
            <p:nvPr/>
          </p:nvSpPr>
          <p:spPr>
            <a:xfrm>
              <a:off x="6784742" y="612011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59" name="pt1658"/>
            <p:cNvSpPr/>
            <p:nvPr/>
          </p:nvSpPr>
          <p:spPr>
            <a:xfrm>
              <a:off x="6499654" y="633633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0" name="pt1659"/>
            <p:cNvSpPr/>
            <p:nvPr/>
          </p:nvSpPr>
          <p:spPr>
            <a:xfrm>
              <a:off x="6765593" y="613791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1" name="pt1660"/>
            <p:cNvSpPr/>
            <p:nvPr/>
          </p:nvSpPr>
          <p:spPr>
            <a:xfrm>
              <a:off x="6662262" y="623547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2" name="pt1661"/>
            <p:cNvSpPr/>
            <p:nvPr/>
          </p:nvSpPr>
          <p:spPr>
            <a:xfrm>
              <a:off x="6616604" y="63167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3" name="pt1662"/>
            <p:cNvSpPr/>
            <p:nvPr/>
          </p:nvSpPr>
          <p:spPr>
            <a:xfrm>
              <a:off x="6676942" y="631341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4" name="pt1663"/>
            <p:cNvSpPr/>
            <p:nvPr/>
          </p:nvSpPr>
          <p:spPr>
            <a:xfrm>
              <a:off x="6745833" y="617958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5" name="pt1664"/>
            <p:cNvSpPr/>
            <p:nvPr/>
          </p:nvSpPr>
          <p:spPr>
            <a:xfrm>
              <a:off x="6710215" y="633638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6" name="pt1665"/>
            <p:cNvSpPr/>
            <p:nvPr/>
          </p:nvSpPr>
          <p:spPr>
            <a:xfrm>
              <a:off x="6611995" y="628562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7" name="pt1666"/>
            <p:cNvSpPr/>
            <p:nvPr/>
          </p:nvSpPr>
          <p:spPr>
            <a:xfrm>
              <a:off x="6713568" y="610759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8" name="pt1667"/>
            <p:cNvSpPr/>
            <p:nvPr/>
          </p:nvSpPr>
          <p:spPr>
            <a:xfrm>
              <a:off x="6582037" y="632465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9" name="pt1668"/>
            <p:cNvSpPr/>
            <p:nvPr/>
          </p:nvSpPr>
          <p:spPr>
            <a:xfrm>
              <a:off x="6613354" y="633636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0" name="pt1669"/>
            <p:cNvSpPr/>
            <p:nvPr/>
          </p:nvSpPr>
          <p:spPr>
            <a:xfrm>
              <a:off x="6700858" y="611308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1" name="pl1670"/>
            <p:cNvSpPr/>
            <p:nvPr/>
          </p:nvSpPr>
          <p:spPr>
            <a:xfrm>
              <a:off x="4645274" y="5307382"/>
              <a:ext cx="0" cy="548246"/>
            </a:xfrm>
            <a:custGeom>
              <a:avLst/>
              <a:pathLst>
                <a:path w="0" h="548246">
                  <a:moveTo>
                    <a:pt x="0" y="548246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" name="pl1671"/>
            <p:cNvSpPr/>
            <p:nvPr/>
          </p:nvSpPr>
          <p:spPr>
            <a:xfrm>
              <a:off x="4645274" y="6231792"/>
              <a:ext cx="0" cy="135374"/>
            </a:xfrm>
            <a:custGeom>
              <a:avLst/>
              <a:pathLst>
                <a:path w="0" h="135374">
                  <a:moveTo>
                    <a:pt x="0" y="0"/>
                  </a:moveTo>
                  <a:lnTo>
                    <a:pt x="0" y="135374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" name="pg1672"/>
            <p:cNvSpPr/>
            <p:nvPr/>
          </p:nvSpPr>
          <p:spPr>
            <a:xfrm>
              <a:off x="4499139" y="5855629"/>
              <a:ext cx="292270" cy="376163"/>
            </a:xfrm>
            <a:custGeom>
              <a:avLst/>
              <a:pathLst>
                <a:path w="292270" h="376163">
                  <a:moveTo>
                    <a:pt x="0" y="0"/>
                  </a:moveTo>
                  <a:lnTo>
                    <a:pt x="0" y="376163"/>
                  </a:lnTo>
                  <a:lnTo>
                    <a:pt x="292270" y="376163"/>
                  </a:lnTo>
                  <a:lnTo>
                    <a:pt x="292270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74" name="pl1673"/>
            <p:cNvSpPr/>
            <p:nvPr/>
          </p:nvSpPr>
          <p:spPr>
            <a:xfrm>
              <a:off x="4499139" y="6129844"/>
              <a:ext cx="292270" cy="0"/>
            </a:xfrm>
            <a:custGeom>
              <a:avLst/>
              <a:pathLst>
                <a:path w="292270" h="0">
                  <a:moveTo>
                    <a:pt x="0" y="0"/>
                  </a:moveTo>
                  <a:lnTo>
                    <a:pt x="292270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75" name="pl1674"/>
            <p:cNvSpPr/>
            <p:nvPr/>
          </p:nvSpPr>
          <p:spPr>
            <a:xfrm>
              <a:off x="5658205" y="5530796"/>
              <a:ext cx="0" cy="458481"/>
            </a:xfrm>
            <a:custGeom>
              <a:avLst/>
              <a:pathLst>
                <a:path w="0" h="458481">
                  <a:moveTo>
                    <a:pt x="0" y="458481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6" name="pl1675"/>
            <p:cNvSpPr/>
            <p:nvPr/>
          </p:nvSpPr>
          <p:spPr>
            <a:xfrm>
              <a:off x="5658205" y="6305990"/>
              <a:ext cx="0" cy="61177"/>
            </a:xfrm>
            <a:custGeom>
              <a:avLst/>
              <a:pathLst>
                <a:path w="0" h="61177">
                  <a:moveTo>
                    <a:pt x="0" y="0"/>
                  </a:moveTo>
                  <a:lnTo>
                    <a:pt x="0" y="61177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7" name="pg1676"/>
            <p:cNvSpPr/>
            <p:nvPr/>
          </p:nvSpPr>
          <p:spPr>
            <a:xfrm>
              <a:off x="5512070" y="5989277"/>
              <a:ext cx="292270" cy="316712"/>
            </a:xfrm>
            <a:custGeom>
              <a:avLst/>
              <a:pathLst>
                <a:path w="292270" h="316712">
                  <a:moveTo>
                    <a:pt x="0" y="0"/>
                  </a:moveTo>
                  <a:lnTo>
                    <a:pt x="0" y="316712"/>
                  </a:lnTo>
                  <a:lnTo>
                    <a:pt x="292270" y="316712"/>
                  </a:lnTo>
                  <a:lnTo>
                    <a:pt x="292270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78" name="pl1677"/>
            <p:cNvSpPr/>
            <p:nvPr/>
          </p:nvSpPr>
          <p:spPr>
            <a:xfrm>
              <a:off x="5512070" y="6199061"/>
              <a:ext cx="292270" cy="0"/>
            </a:xfrm>
            <a:custGeom>
              <a:avLst/>
              <a:pathLst>
                <a:path w="292270" h="0">
                  <a:moveTo>
                    <a:pt x="0" y="0"/>
                  </a:moveTo>
                  <a:lnTo>
                    <a:pt x="292270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79" name="pl1678"/>
            <p:cNvSpPr/>
            <p:nvPr/>
          </p:nvSpPr>
          <p:spPr>
            <a:xfrm>
              <a:off x="6671137" y="5923879"/>
              <a:ext cx="0" cy="253291"/>
            </a:xfrm>
            <a:custGeom>
              <a:avLst/>
              <a:pathLst>
                <a:path w="0" h="253291">
                  <a:moveTo>
                    <a:pt x="0" y="253291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" name="pl1679"/>
            <p:cNvSpPr/>
            <p:nvPr/>
          </p:nvSpPr>
          <p:spPr>
            <a:xfrm>
              <a:off x="6671137" y="6350478"/>
              <a:ext cx="0" cy="16688"/>
            </a:xfrm>
            <a:custGeom>
              <a:avLst/>
              <a:pathLst>
                <a:path w="0" h="16688">
                  <a:moveTo>
                    <a:pt x="0" y="0"/>
                  </a:moveTo>
                  <a:lnTo>
                    <a:pt x="0" y="16688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" name="pg1680"/>
            <p:cNvSpPr/>
            <p:nvPr/>
          </p:nvSpPr>
          <p:spPr>
            <a:xfrm>
              <a:off x="6525002" y="6177171"/>
              <a:ext cx="292270" cy="173307"/>
            </a:xfrm>
            <a:custGeom>
              <a:avLst/>
              <a:pathLst>
                <a:path w="292270" h="173307">
                  <a:moveTo>
                    <a:pt x="0" y="0"/>
                  </a:moveTo>
                  <a:lnTo>
                    <a:pt x="0" y="173307"/>
                  </a:lnTo>
                  <a:lnTo>
                    <a:pt x="292270" y="173307"/>
                  </a:lnTo>
                  <a:lnTo>
                    <a:pt x="292270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82" name="pl1681"/>
            <p:cNvSpPr/>
            <p:nvPr/>
          </p:nvSpPr>
          <p:spPr>
            <a:xfrm>
              <a:off x="6525002" y="6312691"/>
              <a:ext cx="292270" cy="0"/>
            </a:xfrm>
            <a:custGeom>
              <a:avLst/>
              <a:pathLst>
                <a:path w="292270" h="0">
                  <a:moveTo>
                    <a:pt x="0" y="0"/>
                  </a:moveTo>
                  <a:lnTo>
                    <a:pt x="292270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83" name="pg1682"/>
            <p:cNvSpPr/>
            <p:nvPr/>
          </p:nvSpPr>
          <p:spPr>
            <a:xfrm>
              <a:off x="4645274" y="5808446"/>
              <a:ext cx="2045892" cy="509761"/>
            </a:xfrm>
            <a:custGeom>
              <a:avLst/>
              <a:pathLst>
                <a:path w="2045892" h="509761">
                  <a:moveTo>
                    <a:pt x="0" y="0"/>
                  </a:moveTo>
                  <a:lnTo>
                    <a:pt x="511473" y="109997"/>
                  </a:lnTo>
                  <a:lnTo>
                    <a:pt x="1008332" y="205965"/>
                  </a:lnTo>
                  <a:lnTo>
                    <a:pt x="1461351" y="269302"/>
                  </a:lnTo>
                  <a:lnTo>
                    <a:pt x="2045892" y="313127"/>
                  </a:lnTo>
                  <a:lnTo>
                    <a:pt x="2045892" y="509761"/>
                  </a:lnTo>
                  <a:lnTo>
                    <a:pt x="1461351" y="401301"/>
                  </a:lnTo>
                  <a:lnTo>
                    <a:pt x="1008332" y="346617"/>
                  </a:lnTo>
                  <a:lnTo>
                    <a:pt x="511473" y="313144"/>
                  </a:lnTo>
                  <a:lnTo>
                    <a:pt x="0" y="289891"/>
                  </a:lnTo>
                  <a:close/>
                </a:path>
              </a:pathLst>
            </a:custGeom>
            <a:solidFill>
              <a:srgbClr val="9C6B2F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1684" name="pl1683"/>
            <p:cNvSpPr/>
            <p:nvPr/>
          </p:nvSpPr>
          <p:spPr>
            <a:xfrm>
              <a:off x="4645274" y="5808446"/>
              <a:ext cx="2045892" cy="313127"/>
            </a:xfrm>
            <a:custGeom>
              <a:avLst/>
              <a:pathLst>
                <a:path w="2045892" h="313127">
                  <a:moveTo>
                    <a:pt x="0" y="0"/>
                  </a:moveTo>
                  <a:lnTo>
                    <a:pt x="511473" y="109997"/>
                  </a:lnTo>
                  <a:lnTo>
                    <a:pt x="1008332" y="205965"/>
                  </a:lnTo>
                  <a:lnTo>
                    <a:pt x="1461351" y="269302"/>
                  </a:lnTo>
                  <a:lnTo>
                    <a:pt x="2045892" y="3131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85" name="pl1684"/>
            <p:cNvSpPr/>
            <p:nvPr/>
          </p:nvSpPr>
          <p:spPr>
            <a:xfrm>
              <a:off x="4645274" y="6098338"/>
              <a:ext cx="2045892" cy="219869"/>
            </a:xfrm>
            <a:custGeom>
              <a:avLst/>
              <a:pathLst>
                <a:path w="2045892" h="219869">
                  <a:moveTo>
                    <a:pt x="2045892" y="219869"/>
                  </a:moveTo>
                  <a:lnTo>
                    <a:pt x="1461351" y="111409"/>
                  </a:lnTo>
                  <a:lnTo>
                    <a:pt x="1008332" y="56725"/>
                  </a:lnTo>
                  <a:lnTo>
                    <a:pt x="511473" y="2325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86" name="pl1685"/>
            <p:cNvSpPr/>
            <p:nvPr/>
          </p:nvSpPr>
          <p:spPr>
            <a:xfrm>
              <a:off x="4645274" y="5953392"/>
              <a:ext cx="2045892" cy="266498"/>
            </a:xfrm>
            <a:custGeom>
              <a:avLst/>
              <a:pathLst>
                <a:path w="2045892" h="266498">
                  <a:moveTo>
                    <a:pt x="0" y="0"/>
                  </a:moveTo>
                  <a:lnTo>
                    <a:pt x="511473" y="66624"/>
                  </a:lnTo>
                  <a:lnTo>
                    <a:pt x="1008332" y="131345"/>
                  </a:lnTo>
                  <a:lnTo>
                    <a:pt x="1461351" y="190356"/>
                  </a:lnTo>
                  <a:lnTo>
                    <a:pt x="2045892" y="266498"/>
                  </a:lnTo>
                </a:path>
              </a:pathLst>
            </a:custGeom>
            <a:ln w="3252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" name="tx1686"/>
            <p:cNvSpPr/>
            <p:nvPr/>
          </p:nvSpPr>
          <p:spPr>
            <a:xfrm>
              <a:off x="4645274" y="4330030"/>
              <a:ext cx="7626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S</a:t>
              </a:r>
            </a:p>
          </p:txBody>
        </p:sp>
        <p:sp>
          <p:nvSpPr>
            <p:cNvPr id="1688" name="tx1687"/>
            <p:cNvSpPr/>
            <p:nvPr/>
          </p:nvSpPr>
          <p:spPr>
            <a:xfrm>
              <a:off x="4734140" y="4330030"/>
              <a:ext cx="2542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l</a:t>
              </a:r>
            </a:p>
          </p:txBody>
        </p:sp>
        <p:sp>
          <p:nvSpPr>
            <p:cNvPr id="1689" name="tx1688"/>
            <p:cNvSpPr/>
            <p:nvPr/>
          </p:nvSpPr>
          <p:spPr>
            <a:xfrm>
              <a:off x="4771863" y="4330030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o</a:t>
              </a:r>
            </a:p>
          </p:txBody>
        </p:sp>
        <p:sp>
          <p:nvSpPr>
            <p:cNvPr id="1690" name="tx1689"/>
            <p:cNvSpPr/>
            <p:nvPr/>
          </p:nvSpPr>
          <p:spPr>
            <a:xfrm>
              <a:off x="4844645" y="4330030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1691" name="tx1690"/>
            <p:cNvSpPr/>
            <p:nvPr/>
          </p:nvSpPr>
          <p:spPr>
            <a:xfrm>
              <a:off x="4917385" y="4330030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e</a:t>
              </a:r>
            </a:p>
          </p:txBody>
        </p:sp>
        <p:sp>
          <p:nvSpPr>
            <p:cNvPr id="1692" name="tx1691"/>
            <p:cNvSpPr/>
            <p:nvPr/>
          </p:nvSpPr>
          <p:spPr>
            <a:xfrm>
              <a:off x="4990099" y="4330030"/>
              <a:ext cx="45418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 = -1.533</a:t>
              </a:r>
            </a:p>
          </p:txBody>
        </p:sp>
        <p:sp>
          <p:nvSpPr>
            <p:cNvPr id="1693" name="tx1692"/>
            <p:cNvSpPr/>
            <p:nvPr/>
          </p:nvSpPr>
          <p:spPr>
            <a:xfrm>
              <a:off x="5444281" y="4330030"/>
              <a:ext cx="6345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, </a:t>
              </a:r>
            </a:p>
          </p:txBody>
        </p:sp>
        <p:sp>
          <p:nvSpPr>
            <p:cNvPr id="1694" name="tx1693"/>
            <p:cNvSpPr/>
            <p:nvPr/>
          </p:nvSpPr>
          <p:spPr>
            <a:xfrm>
              <a:off x="5507740" y="4330030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1695" name="tx1694"/>
            <p:cNvSpPr/>
            <p:nvPr/>
          </p:nvSpPr>
          <p:spPr>
            <a:xfrm>
              <a:off x="5580481" y="4330030"/>
              <a:ext cx="41614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 = 0.038</a:t>
              </a:r>
            </a:p>
          </p:txBody>
        </p:sp>
        <p:sp>
          <p:nvSpPr>
            <p:cNvPr id="1696" name="rc1695"/>
            <p:cNvSpPr/>
            <p:nvPr/>
          </p:nvSpPr>
          <p:spPr>
            <a:xfrm>
              <a:off x="4383232" y="4113371"/>
              <a:ext cx="2549947" cy="236112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697" name="pl1696"/>
            <p:cNvSpPr/>
            <p:nvPr/>
          </p:nvSpPr>
          <p:spPr>
            <a:xfrm>
              <a:off x="4383232" y="4113371"/>
              <a:ext cx="0" cy="2361120"/>
            </a:xfrm>
            <a:custGeom>
              <a:avLst/>
              <a:pathLst>
                <a:path w="0" h="2361120">
                  <a:moveTo>
                    <a:pt x="0" y="2361120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" name="tx1697"/>
            <p:cNvSpPr/>
            <p:nvPr/>
          </p:nvSpPr>
          <p:spPr>
            <a:xfrm>
              <a:off x="4275479" y="6330728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699" name="tx1698"/>
            <p:cNvSpPr/>
            <p:nvPr/>
          </p:nvSpPr>
          <p:spPr>
            <a:xfrm>
              <a:off x="4275479" y="5709681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1700" name="tx1699"/>
            <p:cNvSpPr/>
            <p:nvPr/>
          </p:nvSpPr>
          <p:spPr>
            <a:xfrm>
              <a:off x="4218969" y="5088634"/>
              <a:ext cx="11301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701" name="tx1700"/>
            <p:cNvSpPr/>
            <p:nvPr/>
          </p:nvSpPr>
          <p:spPr>
            <a:xfrm>
              <a:off x="4218969" y="4467587"/>
              <a:ext cx="11301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1702" name="pl1701"/>
            <p:cNvSpPr/>
            <p:nvPr/>
          </p:nvSpPr>
          <p:spPr>
            <a:xfrm>
              <a:off x="4354764" y="636716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" name="pl1702"/>
            <p:cNvSpPr/>
            <p:nvPr/>
          </p:nvSpPr>
          <p:spPr>
            <a:xfrm>
              <a:off x="4354764" y="574612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4" name="pl1703"/>
            <p:cNvSpPr/>
            <p:nvPr/>
          </p:nvSpPr>
          <p:spPr>
            <a:xfrm>
              <a:off x="4354764" y="512507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5" name="pl1704"/>
            <p:cNvSpPr/>
            <p:nvPr/>
          </p:nvSpPr>
          <p:spPr>
            <a:xfrm>
              <a:off x="4354764" y="450402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6" name="pl1705"/>
            <p:cNvSpPr/>
            <p:nvPr/>
          </p:nvSpPr>
          <p:spPr>
            <a:xfrm>
              <a:off x="4383232" y="6474492"/>
              <a:ext cx="2549947" cy="0"/>
            </a:xfrm>
            <a:custGeom>
              <a:avLst/>
              <a:pathLst>
                <a:path w="2549947" h="0">
                  <a:moveTo>
                    <a:pt x="0" y="0"/>
                  </a:moveTo>
                  <a:lnTo>
                    <a:pt x="2549947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7" name="pl1706"/>
            <p:cNvSpPr/>
            <p:nvPr/>
          </p:nvSpPr>
          <p:spPr>
            <a:xfrm>
              <a:off x="4645274" y="647449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" name="pl1707"/>
            <p:cNvSpPr/>
            <p:nvPr/>
          </p:nvSpPr>
          <p:spPr>
            <a:xfrm>
              <a:off x="5658205" y="647449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" name="pl1708"/>
            <p:cNvSpPr/>
            <p:nvPr/>
          </p:nvSpPr>
          <p:spPr>
            <a:xfrm>
              <a:off x="6671137" y="647449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" name="tx1709"/>
            <p:cNvSpPr/>
            <p:nvPr/>
          </p:nvSpPr>
          <p:spPr>
            <a:xfrm>
              <a:off x="4617019" y="652573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711" name="tx1710"/>
            <p:cNvSpPr/>
            <p:nvPr/>
          </p:nvSpPr>
          <p:spPr>
            <a:xfrm>
              <a:off x="5629950" y="652573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712" name="tx1711"/>
            <p:cNvSpPr/>
            <p:nvPr/>
          </p:nvSpPr>
          <p:spPr>
            <a:xfrm>
              <a:off x="6642882" y="652573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713" name="tx1712"/>
            <p:cNvSpPr/>
            <p:nvPr/>
          </p:nvSpPr>
          <p:spPr>
            <a:xfrm>
              <a:off x="4383232" y="3936831"/>
              <a:ext cx="1001816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(c) Belowground</a:t>
              </a:r>
            </a:p>
          </p:txBody>
        </p:sp>
        <p:sp>
          <p:nvSpPr>
            <p:cNvPr id="1714" name="rc1713"/>
            <p:cNvSpPr/>
            <p:nvPr/>
          </p:nvSpPr>
          <p:spPr>
            <a:xfrm>
              <a:off x="965010" y="6646412"/>
              <a:ext cx="3160966" cy="288268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15" name="rc1714"/>
            <p:cNvSpPr/>
            <p:nvPr/>
          </p:nvSpPr>
          <p:spPr>
            <a:xfrm>
              <a:off x="4125977" y="6646412"/>
              <a:ext cx="2857812" cy="288268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16" name="rc1715"/>
            <p:cNvSpPr/>
            <p:nvPr/>
          </p:nvSpPr>
          <p:spPr>
            <a:xfrm>
              <a:off x="1567801" y="6848257"/>
              <a:ext cx="2507564" cy="236112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17" name="pt1716"/>
            <p:cNvSpPr/>
            <p:nvPr/>
          </p:nvSpPr>
          <p:spPr>
            <a:xfrm>
              <a:off x="1927198" y="782148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18" name="pt1717"/>
            <p:cNvSpPr/>
            <p:nvPr/>
          </p:nvSpPr>
          <p:spPr>
            <a:xfrm>
              <a:off x="1860589" y="746256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19" name="pt1718"/>
            <p:cNvSpPr/>
            <p:nvPr/>
          </p:nvSpPr>
          <p:spPr>
            <a:xfrm>
              <a:off x="1857387" y="743991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20" name="pt1719"/>
            <p:cNvSpPr/>
            <p:nvPr/>
          </p:nvSpPr>
          <p:spPr>
            <a:xfrm>
              <a:off x="1896475" y="74013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21" name="pt1720"/>
            <p:cNvSpPr/>
            <p:nvPr/>
          </p:nvSpPr>
          <p:spPr>
            <a:xfrm>
              <a:off x="1669976" y="740650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22" name="pt1721"/>
            <p:cNvSpPr/>
            <p:nvPr/>
          </p:nvSpPr>
          <p:spPr>
            <a:xfrm>
              <a:off x="1784399" y="737248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23" name="pt1722"/>
            <p:cNvSpPr/>
            <p:nvPr/>
          </p:nvSpPr>
          <p:spPr>
            <a:xfrm>
              <a:off x="1706269" y="758506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24" name="pt1723"/>
            <p:cNvSpPr/>
            <p:nvPr/>
          </p:nvSpPr>
          <p:spPr>
            <a:xfrm>
              <a:off x="1789777" y="906613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25" name="pt1724"/>
            <p:cNvSpPr/>
            <p:nvPr/>
          </p:nvSpPr>
          <p:spPr>
            <a:xfrm>
              <a:off x="1806756" y="761489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26" name="pt1725"/>
            <p:cNvSpPr/>
            <p:nvPr/>
          </p:nvSpPr>
          <p:spPr>
            <a:xfrm>
              <a:off x="1923606" y="739642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27" name="pt1726"/>
            <p:cNvSpPr/>
            <p:nvPr/>
          </p:nvSpPr>
          <p:spPr>
            <a:xfrm>
              <a:off x="1788231" y="745110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28" name="pt1727"/>
            <p:cNvSpPr/>
            <p:nvPr/>
          </p:nvSpPr>
          <p:spPr>
            <a:xfrm>
              <a:off x="1930418" y="773839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29" name="pt1728"/>
            <p:cNvSpPr/>
            <p:nvPr/>
          </p:nvSpPr>
          <p:spPr>
            <a:xfrm>
              <a:off x="1671208" y="883110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30" name="pt1729"/>
            <p:cNvSpPr/>
            <p:nvPr/>
          </p:nvSpPr>
          <p:spPr>
            <a:xfrm>
              <a:off x="1784561" y="794282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31" name="pt1730"/>
            <p:cNvSpPr/>
            <p:nvPr/>
          </p:nvSpPr>
          <p:spPr>
            <a:xfrm>
              <a:off x="1888987" y="897467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32" name="pt1731"/>
            <p:cNvSpPr/>
            <p:nvPr/>
          </p:nvSpPr>
          <p:spPr>
            <a:xfrm>
              <a:off x="1675221" y="799185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33" name="pt1732"/>
            <p:cNvSpPr/>
            <p:nvPr/>
          </p:nvSpPr>
          <p:spPr>
            <a:xfrm>
              <a:off x="1653979" y="771015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34" name="pt1733"/>
            <p:cNvSpPr/>
            <p:nvPr/>
          </p:nvSpPr>
          <p:spPr>
            <a:xfrm>
              <a:off x="1839652" y="756619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35" name="pt1734"/>
            <p:cNvSpPr/>
            <p:nvPr/>
          </p:nvSpPr>
          <p:spPr>
            <a:xfrm>
              <a:off x="1833117" y="741363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36" name="pt1735"/>
            <p:cNvSpPr/>
            <p:nvPr/>
          </p:nvSpPr>
          <p:spPr>
            <a:xfrm>
              <a:off x="1844021" y="760805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37" name="pt1736"/>
            <p:cNvSpPr/>
            <p:nvPr/>
          </p:nvSpPr>
          <p:spPr>
            <a:xfrm>
              <a:off x="1675196" y="849207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38" name="pt1737"/>
            <p:cNvSpPr/>
            <p:nvPr/>
          </p:nvSpPr>
          <p:spPr>
            <a:xfrm>
              <a:off x="1806422" y="90661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39" name="pt1738"/>
            <p:cNvSpPr/>
            <p:nvPr/>
          </p:nvSpPr>
          <p:spPr>
            <a:xfrm>
              <a:off x="1711442" y="906613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0" name="pt1739"/>
            <p:cNvSpPr/>
            <p:nvPr/>
          </p:nvSpPr>
          <p:spPr>
            <a:xfrm>
              <a:off x="1913562" y="846522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1" name="pt1740"/>
            <p:cNvSpPr/>
            <p:nvPr/>
          </p:nvSpPr>
          <p:spPr>
            <a:xfrm>
              <a:off x="1852073" y="733638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2" name="pt1741"/>
            <p:cNvSpPr/>
            <p:nvPr/>
          </p:nvSpPr>
          <p:spPr>
            <a:xfrm>
              <a:off x="1901814" y="844010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3" name="pt1742"/>
            <p:cNvSpPr/>
            <p:nvPr/>
          </p:nvSpPr>
          <p:spPr>
            <a:xfrm>
              <a:off x="1869523" y="733643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4" name="pt1743"/>
            <p:cNvSpPr/>
            <p:nvPr/>
          </p:nvSpPr>
          <p:spPr>
            <a:xfrm>
              <a:off x="1904473" y="847883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5" name="pt1744"/>
            <p:cNvSpPr/>
            <p:nvPr/>
          </p:nvSpPr>
          <p:spPr>
            <a:xfrm>
              <a:off x="1687991" y="906612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6" name="pt1745"/>
            <p:cNvSpPr/>
            <p:nvPr/>
          </p:nvSpPr>
          <p:spPr>
            <a:xfrm>
              <a:off x="1802286" y="817456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7" name="pt1746"/>
            <p:cNvSpPr/>
            <p:nvPr/>
          </p:nvSpPr>
          <p:spPr>
            <a:xfrm>
              <a:off x="1927845" y="734616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8" name="pt1747"/>
            <p:cNvSpPr/>
            <p:nvPr/>
          </p:nvSpPr>
          <p:spPr>
            <a:xfrm>
              <a:off x="1659190" y="82580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9" name="pt1748"/>
            <p:cNvSpPr/>
            <p:nvPr/>
          </p:nvSpPr>
          <p:spPr>
            <a:xfrm>
              <a:off x="1899880" y="781155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0" name="pt1749"/>
            <p:cNvSpPr/>
            <p:nvPr/>
          </p:nvSpPr>
          <p:spPr>
            <a:xfrm>
              <a:off x="1788268" y="807034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1" name="pt1750"/>
            <p:cNvSpPr/>
            <p:nvPr/>
          </p:nvSpPr>
          <p:spPr>
            <a:xfrm>
              <a:off x="1779448" y="769925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2" name="pt1751"/>
            <p:cNvSpPr/>
            <p:nvPr/>
          </p:nvSpPr>
          <p:spPr>
            <a:xfrm>
              <a:off x="1673935" y="769967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3" name="pt1752"/>
            <p:cNvSpPr/>
            <p:nvPr/>
          </p:nvSpPr>
          <p:spPr>
            <a:xfrm>
              <a:off x="1773262" y="794220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4" name="pt1753"/>
            <p:cNvSpPr/>
            <p:nvPr/>
          </p:nvSpPr>
          <p:spPr>
            <a:xfrm>
              <a:off x="1652514" y="765721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5" name="pt1754"/>
            <p:cNvSpPr/>
            <p:nvPr/>
          </p:nvSpPr>
          <p:spPr>
            <a:xfrm>
              <a:off x="1886490" y="814694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6" name="pt1755"/>
            <p:cNvSpPr/>
            <p:nvPr/>
          </p:nvSpPr>
          <p:spPr>
            <a:xfrm>
              <a:off x="1888357" y="792354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7" name="pt1756"/>
            <p:cNvSpPr/>
            <p:nvPr/>
          </p:nvSpPr>
          <p:spPr>
            <a:xfrm>
              <a:off x="1900033" y="906538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8" name="pt1757"/>
            <p:cNvSpPr/>
            <p:nvPr/>
          </p:nvSpPr>
          <p:spPr>
            <a:xfrm>
              <a:off x="1740694" y="81368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9" name="pt1758"/>
            <p:cNvSpPr/>
            <p:nvPr/>
          </p:nvSpPr>
          <p:spPr>
            <a:xfrm>
              <a:off x="1907816" y="842552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60" name="pt1759"/>
            <p:cNvSpPr/>
            <p:nvPr/>
          </p:nvSpPr>
          <p:spPr>
            <a:xfrm>
              <a:off x="1917456" y="901799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61" name="pt1760"/>
            <p:cNvSpPr/>
            <p:nvPr/>
          </p:nvSpPr>
          <p:spPr>
            <a:xfrm>
              <a:off x="1796139" y="777869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62" name="pt1761"/>
            <p:cNvSpPr/>
            <p:nvPr/>
          </p:nvSpPr>
          <p:spPr>
            <a:xfrm>
              <a:off x="1813235" y="832088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63" name="pt1762"/>
            <p:cNvSpPr/>
            <p:nvPr/>
          </p:nvSpPr>
          <p:spPr>
            <a:xfrm>
              <a:off x="1788582" y="777896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64" name="pt1763"/>
            <p:cNvSpPr/>
            <p:nvPr/>
          </p:nvSpPr>
          <p:spPr>
            <a:xfrm>
              <a:off x="1888892" y="753139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65" name="pt1764"/>
            <p:cNvSpPr/>
            <p:nvPr/>
          </p:nvSpPr>
          <p:spPr>
            <a:xfrm>
              <a:off x="1798210" y="899395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66" name="pt1765"/>
            <p:cNvSpPr/>
            <p:nvPr/>
          </p:nvSpPr>
          <p:spPr>
            <a:xfrm>
              <a:off x="1713962" y="896231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67" name="pt1766"/>
            <p:cNvSpPr/>
            <p:nvPr/>
          </p:nvSpPr>
          <p:spPr>
            <a:xfrm>
              <a:off x="1827124" y="850434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68" name="pt1767"/>
            <p:cNvSpPr/>
            <p:nvPr/>
          </p:nvSpPr>
          <p:spPr>
            <a:xfrm>
              <a:off x="1672202" y="906615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69" name="pt1768"/>
            <p:cNvSpPr/>
            <p:nvPr/>
          </p:nvSpPr>
          <p:spPr>
            <a:xfrm>
              <a:off x="1754023" y="906523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70" name="pt1769"/>
            <p:cNvSpPr/>
            <p:nvPr/>
          </p:nvSpPr>
          <p:spPr>
            <a:xfrm>
              <a:off x="1859601" y="745573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71" name="pt1770"/>
            <p:cNvSpPr/>
            <p:nvPr/>
          </p:nvSpPr>
          <p:spPr>
            <a:xfrm>
              <a:off x="1828826" y="874322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72" name="pt1771"/>
            <p:cNvSpPr/>
            <p:nvPr/>
          </p:nvSpPr>
          <p:spPr>
            <a:xfrm>
              <a:off x="1764609" y="759779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73" name="pt1772"/>
            <p:cNvSpPr/>
            <p:nvPr/>
          </p:nvSpPr>
          <p:spPr>
            <a:xfrm>
              <a:off x="1892688" y="867103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74" name="pt1773"/>
            <p:cNvSpPr/>
            <p:nvPr/>
          </p:nvSpPr>
          <p:spPr>
            <a:xfrm>
              <a:off x="1817779" y="906613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75" name="pt1774"/>
            <p:cNvSpPr/>
            <p:nvPr/>
          </p:nvSpPr>
          <p:spPr>
            <a:xfrm>
              <a:off x="1724260" y="851114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76" name="pt1775"/>
            <p:cNvSpPr/>
            <p:nvPr/>
          </p:nvSpPr>
          <p:spPr>
            <a:xfrm>
              <a:off x="1789772" y="833269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77" name="pt1776"/>
            <p:cNvSpPr/>
            <p:nvPr/>
          </p:nvSpPr>
          <p:spPr>
            <a:xfrm>
              <a:off x="1691466" y="906615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78" name="pt1777"/>
            <p:cNvSpPr/>
            <p:nvPr/>
          </p:nvSpPr>
          <p:spPr>
            <a:xfrm>
              <a:off x="1752179" y="797022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79" name="pt1778"/>
            <p:cNvSpPr/>
            <p:nvPr/>
          </p:nvSpPr>
          <p:spPr>
            <a:xfrm>
              <a:off x="1778622" y="797280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80" name="pt1779"/>
            <p:cNvSpPr/>
            <p:nvPr/>
          </p:nvSpPr>
          <p:spPr>
            <a:xfrm>
              <a:off x="1685367" y="895808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81" name="pt1780"/>
            <p:cNvSpPr/>
            <p:nvPr/>
          </p:nvSpPr>
          <p:spPr>
            <a:xfrm>
              <a:off x="1929284" y="901416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82" name="pt1781"/>
            <p:cNvSpPr/>
            <p:nvPr/>
          </p:nvSpPr>
          <p:spPr>
            <a:xfrm>
              <a:off x="1889684" y="906613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83" name="pt1782"/>
            <p:cNvSpPr/>
            <p:nvPr/>
          </p:nvSpPr>
          <p:spPr>
            <a:xfrm>
              <a:off x="1809597" y="893995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84" name="pt1783"/>
            <p:cNvSpPr/>
            <p:nvPr/>
          </p:nvSpPr>
          <p:spPr>
            <a:xfrm>
              <a:off x="1912653" y="834851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85" name="pt1784"/>
            <p:cNvSpPr/>
            <p:nvPr/>
          </p:nvSpPr>
          <p:spPr>
            <a:xfrm>
              <a:off x="1925864" y="887261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86" name="pt1785"/>
            <p:cNvSpPr/>
            <p:nvPr/>
          </p:nvSpPr>
          <p:spPr>
            <a:xfrm>
              <a:off x="1821991" y="842195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87" name="pt1786"/>
            <p:cNvSpPr/>
            <p:nvPr/>
          </p:nvSpPr>
          <p:spPr>
            <a:xfrm>
              <a:off x="1840355" y="814721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88" name="pt1787"/>
            <p:cNvSpPr/>
            <p:nvPr/>
          </p:nvSpPr>
          <p:spPr>
            <a:xfrm>
              <a:off x="1929689" y="900676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89" name="pt1788"/>
            <p:cNvSpPr/>
            <p:nvPr/>
          </p:nvSpPr>
          <p:spPr>
            <a:xfrm>
              <a:off x="1775232" y="906614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90" name="pt1789"/>
            <p:cNvSpPr/>
            <p:nvPr/>
          </p:nvSpPr>
          <p:spPr>
            <a:xfrm>
              <a:off x="1757345" y="861708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91" name="pt1790"/>
            <p:cNvSpPr/>
            <p:nvPr/>
          </p:nvSpPr>
          <p:spPr>
            <a:xfrm>
              <a:off x="1745794" y="864875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92" name="pt1791"/>
            <p:cNvSpPr/>
            <p:nvPr/>
          </p:nvSpPr>
          <p:spPr>
            <a:xfrm>
              <a:off x="1663008" y="838579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93" name="pt1792"/>
            <p:cNvSpPr/>
            <p:nvPr/>
          </p:nvSpPr>
          <p:spPr>
            <a:xfrm>
              <a:off x="1806472" y="890705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94" name="pt1793"/>
            <p:cNvSpPr/>
            <p:nvPr/>
          </p:nvSpPr>
          <p:spPr>
            <a:xfrm>
              <a:off x="1676194" y="808910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95" name="pt1794"/>
            <p:cNvSpPr/>
            <p:nvPr/>
          </p:nvSpPr>
          <p:spPr>
            <a:xfrm>
              <a:off x="1819254" y="806913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96" name="pt1795"/>
            <p:cNvSpPr/>
            <p:nvPr/>
          </p:nvSpPr>
          <p:spPr>
            <a:xfrm>
              <a:off x="1926685" y="854052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97" name="pt1796"/>
            <p:cNvSpPr/>
            <p:nvPr/>
          </p:nvSpPr>
          <p:spPr>
            <a:xfrm>
              <a:off x="1913145" y="791162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98" name="pt1797"/>
            <p:cNvSpPr/>
            <p:nvPr/>
          </p:nvSpPr>
          <p:spPr>
            <a:xfrm>
              <a:off x="1773086" y="787060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99" name="pt1798"/>
            <p:cNvSpPr/>
            <p:nvPr/>
          </p:nvSpPr>
          <p:spPr>
            <a:xfrm>
              <a:off x="1714013" y="902057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00" name="pt1799"/>
            <p:cNvSpPr/>
            <p:nvPr/>
          </p:nvSpPr>
          <p:spPr>
            <a:xfrm>
              <a:off x="1738786" y="753863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01" name="pt1800"/>
            <p:cNvSpPr/>
            <p:nvPr/>
          </p:nvSpPr>
          <p:spPr>
            <a:xfrm>
              <a:off x="1674607" y="800191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02" name="pt1801"/>
            <p:cNvSpPr/>
            <p:nvPr/>
          </p:nvSpPr>
          <p:spPr>
            <a:xfrm>
              <a:off x="1683495" y="791494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03" name="pt1802"/>
            <p:cNvSpPr/>
            <p:nvPr/>
          </p:nvSpPr>
          <p:spPr>
            <a:xfrm>
              <a:off x="1927948" y="839144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04" name="pt1803"/>
            <p:cNvSpPr/>
            <p:nvPr/>
          </p:nvSpPr>
          <p:spPr>
            <a:xfrm>
              <a:off x="1875002" y="83831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05" name="pt1804"/>
            <p:cNvSpPr/>
            <p:nvPr/>
          </p:nvSpPr>
          <p:spPr>
            <a:xfrm>
              <a:off x="1887701" y="888677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06" name="pt1805"/>
            <p:cNvSpPr/>
            <p:nvPr/>
          </p:nvSpPr>
          <p:spPr>
            <a:xfrm>
              <a:off x="1892778" y="879628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07" name="pt1806"/>
            <p:cNvSpPr/>
            <p:nvPr/>
          </p:nvSpPr>
          <p:spPr>
            <a:xfrm>
              <a:off x="1920098" y="737707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08" name="pt1807"/>
            <p:cNvSpPr/>
            <p:nvPr/>
          </p:nvSpPr>
          <p:spPr>
            <a:xfrm>
              <a:off x="1761047" y="734404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09" name="pt1808"/>
            <p:cNvSpPr/>
            <p:nvPr/>
          </p:nvSpPr>
          <p:spPr>
            <a:xfrm>
              <a:off x="1840898" y="866727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10" name="pt1809"/>
            <p:cNvSpPr/>
            <p:nvPr/>
          </p:nvSpPr>
          <p:spPr>
            <a:xfrm>
              <a:off x="1742109" y="733637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11" name="pt1810"/>
            <p:cNvSpPr/>
            <p:nvPr/>
          </p:nvSpPr>
          <p:spPr>
            <a:xfrm>
              <a:off x="1812293" y="863818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12" name="pt1811"/>
            <p:cNvSpPr/>
            <p:nvPr/>
          </p:nvSpPr>
          <p:spPr>
            <a:xfrm>
              <a:off x="1822434" y="895091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13" name="pt1812"/>
            <p:cNvSpPr/>
            <p:nvPr/>
          </p:nvSpPr>
          <p:spPr>
            <a:xfrm>
              <a:off x="2855359" y="906258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14" name="pt1813"/>
            <p:cNvSpPr/>
            <p:nvPr/>
          </p:nvSpPr>
          <p:spPr>
            <a:xfrm>
              <a:off x="2701210" y="744193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15" name="pt1814"/>
            <p:cNvSpPr/>
            <p:nvPr/>
          </p:nvSpPr>
          <p:spPr>
            <a:xfrm>
              <a:off x="2842251" y="755119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16" name="pt1815"/>
            <p:cNvSpPr/>
            <p:nvPr/>
          </p:nvSpPr>
          <p:spPr>
            <a:xfrm>
              <a:off x="2656509" y="747024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17" name="pt1816"/>
            <p:cNvSpPr/>
            <p:nvPr/>
          </p:nvSpPr>
          <p:spPr>
            <a:xfrm>
              <a:off x="2874154" y="764014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18" name="pt1817"/>
            <p:cNvSpPr/>
            <p:nvPr/>
          </p:nvSpPr>
          <p:spPr>
            <a:xfrm>
              <a:off x="2738026" y="790426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19" name="pt1818"/>
            <p:cNvSpPr/>
            <p:nvPr/>
          </p:nvSpPr>
          <p:spPr>
            <a:xfrm>
              <a:off x="2791568" y="742897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20" name="pt1819"/>
            <p:cNvSpPr/>
            <p:nvPr/>
          </p:nvSpPr>
          <p:spPr>
            <a:xfrm>
              <a:off x="2802851" y="755109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21" name="pt1820"/>
            <p:cNvSpPr/>
            <p:nvPr/>
          </p:nvSpPr>
          <p:spPr>
            <a:xfrm>
              <a:off x="2691183" y="747915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22" name="pt1821"/>
            <p:cNvSpPr/>
            <p:nvPr/>
          </p:nvSpPr>
          <p:spPr>
            <a:xfrm>
              <a:off x="2701238" y="765989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23" name="pt1822"/>
            <p:cNvSpPr/>
            <p:nvPr/>
          </p:nvSpPr>
          <p:spPr>
            <a:xfrm>
              <a:off x="2668373" y="767885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24" name="pt1823"/>
            <p:cNvSpPr/>
            <p:nvPr/>
          </p:nvSpPr>
          <p:spPr>
            <a:xfrm>
              <a:off x="2910831" y="734772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25" name="pt1824"/>
            <p:cNvSpPr/>
            <p:nvPr/>
          </p:nvSpPr>
          <p:spPr>
            <a:xfrm>
              <a:off x="2807193" y="747436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26" name="pt1825"/>
            <p:cNvSpPr/>
            <p:nvPr/>
          </p:nvSpPr>
          <p:spPr>
            <a:xfrm>
              <a:off x="2735055" y="741548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27" name="pt1826"/>
            <p:cNvSpPr/>
            <p:nvPr/>
          </p:nvSpPr>
          <p:spPr>
            <a:xfrm>
              <a:off x="2770116" y="760887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28" name="pt1827"/>
            <p:cNvSpPr/>
            <p:nvPr/>
          </p:nvSpPr>
          <p:spPr>
            <a:xfrm>
              <a:off x="2747245" y="738186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29" name="pt1828"/>
            <p:cNvSpPr/>
            <p:nvPr/>
          </p:nvSpPr>
          <p:spPr>
            <a:xfrm>
              <a:off x="2666615" y="755808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30" name="pt1829"/>
            <p:cNvSpPr/>
            <p:nvPr/>
          </p:nvSpPr>
          <p:spPr>
            <a:xfrm>
              <a:off x="2841180" y="733641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31" name="pt1830"/>
            <p:cNvSpPr/>
            <p:nvPr/>
          </p:nvSpPr>
          <p:spPr>
            <a:xfrm>
              <a:off x="2862482" y="749776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32" name="pt1831"/>
            <p:cNvSpPr/>
            <p:nvPr/>
          </p:nvSpPr>
          <p:spPr>
            <a:xfrm>
              <a:off x="2654587" y="805534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33" name="pt1832"/>
            <p:cNvSpPr/>
            <p:nvPr/>
          </p:nvSpPr>
          <p:spPr>
            <a:xfrm>
              <a:off x="2773188" y="884567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34" name="pt1833"/>
            <p:cNvSpPr/>
            <p:nvPr/>
          </p:nvSpPr>
          <p:spPr>
            <a:xfrm>
              <a:off x="2689835" y="797584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35" name="pt1834"/>
            <p:cNvSpPr/>
            <p:nvPr/>
          </p:nvSpPr>
          <p:spPr>
            <a:xfrm>
              <a:off x="2686829" y="906614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36" name="pt1835"/>
            <p:cNvSpPr/>
            <p:nvPr/>
          </p:nvSpPr>
          <p:spPr>
            <a:xfrm>
              <a:off x="2887592" y="739825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37" name="pt1836"/>
            <p:cNvSpPr/>
            <p:nvPr/>
          </p:nvSpPr>
          <p:spPr>
            <a:xfrm>
              <a:off x="2841095" y="736821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38" name="pt1837"/>
            <p:cNvSpPr/>
            <p:nvPr/>
          </p:nvSpPr>
          <p:spPr>
            <a:xfrm>
              <a:off x="2926974" y="906612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39" name="pt1838"/>
            <p:cNvSpPr/>
            <p:nvPr/>
          </p:nvSpPr>
          <p:spPr>
            <a:xfrm>
              <a:off x="2912304" y="73793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40" name="pt1839"/>
            <p:cNvSpPr/>
            <p:nvPr/>
          </p:nvSpPr>
          <p:spPr>
            <a:xfrm>
              <a:off x="2788371" y="737309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41" name="pt1840"/>
            <p:cNvSpPr/>
            <p:nvPr/>
          </p:nvSpPr>
          <p:spPr>
            <a:xfrm>
              <a:off x="2923581" y="761226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42" name="pt1841"/>
            <p:cNvSpPr/>
            <p:nvPr/>
          </p:nvSpPr>
          <p:spPr>
            <a:xfrm>
              <a:off x="2843824" y="740141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43" name="pt1842"/>
            <p:cNvSpPr/>
            <p:nvPr/>
          </p:nvSpPr>
          <p:spPr>
            <a:xfrm>
              <a:off x="2653154" y="736528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44" name="pt1843"/>
            <p:cNvSpPr/>
            <p:nvPr/>
          </p:nvSpPr>
          <p:spPr>
            <a:xfrm>
              <a:off x="2773995" y="733638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45" name="pt1844"/>
            <p:cNvSpPr/>
            <p:nvPr/>
          </p:nvSpPr>
          <p:spPr>
            <a:xfrm>
              <a:off x="2735595" y="749786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46" name="pt1845"/>
            <p:cNvSpPr/>
            <p:nvPr/>
          </p:nvSpPr>
          <p:spPr>
            <a:xfrm>
              <a:off x="2848996" y="747734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47" name="pt1846"/>
            <p:cNvSpPr/>
            <p:nvPr/>
          </p:nvSpPr>
          <p:spPr>
            <a:xfrm>
              <a:off x="2826243" y="733727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48" name="pt1847"/>
            <p:cNvSpPr/>
            <p:nvPr/>
          </p:nvSpPr>
          <p:spPr>
            <a:xfrm>
              <a:off x="2854412" y="767833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49" name="pt1848"/>
            <p:cNvSpPr/>
            <p:nvPr/>
          </p:nvSpPr>
          <p:spPr>
            <a:xfrm>
              <a:off x="2671397" y="735095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50" name="pt1849"/>
            <p:cNvSpPr/>
            <p:nvPr/>
          </p:nvSpPr>
          <p:spPr>
            <a:xfrm>
              <a:off x="2921635" y="754906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51" name="pt1850"/>
            <p:cNvSpPr/>
            <p:nvPr/>
          </p:nvSpPr>
          <p:spPr>
            <a:xfrm>
              <a:off x="2917059" y="74011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52" name="pt1851"/>
            <p:cNvSpPr/>
            <p:nvPr/>
          </p:nvSpPr>
          <p:spPr>
            <a:xfrm>
              <a:off x="2778011" y="745781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53" name="pt1852"/>
            <p:cNvSpPr/>
            <p:nvPr/>
          </p:nvSpPr>
          <p:spPr>
            <a:xfrm>
              <a:off x="2695745" y="733643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54" name="pt1853"/>
            <p:cNvSpPr/>
            <p:nvPr/>
          </p:nvSpPr>
          <p:spPr>
            <a:xfrm>
              <a:off x="2925610" y="741842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55" name="pt1854"/>
            <p:cNvSpPr/>
            <p:nvPr/>
          </p:nvSpPr>
          <p:spPr>
            <a:xfrm>
              <a:off x="2919909" y="735797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56" name="pt1855"/>
            <p:cNvSpPr/>
            <p:nvPr/>
          </p:nvSpPr>
          <p:spPr>
            <a:xfrm>
              <a:off x="2686927" y="744035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57" name="pt1856"/>
            <p:cNvSpPr/>
            <p:nvPr/>
          </p:nvSpPr>
          <p:spPr>
            <a:xfrm>
              <a:off x="2831505" y="768277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58" name="pt1857"/>
            <p:cNvSpPr/>
            <p:nvPr/>
          </p:nvSpPr>
          <p:spPr>
            <a:xfrm>
              <a:off x="2876518" y="796647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59" name="pt1858"/>
            <p:cNvSpPr/>
            <p:nvPr/>
          </p:nvSpPr>
          <p:spPr>
            <a:xfrm>
              <a:off x="2733490" y="762686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60" name="pt1859"/>
            <p:cNvSpPr/>
            <p:nvPr/>
          </p:nvSpPr>
          <p:spPr>
            <a:xfrm>
              <a:off x="2656369" y="769136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61" name="pt1860"/>
            <p:cNvSpPr/>
            <p:nvPr/>
          </p:nvSpPr>
          <p:spPr>
            <a:xfrm>
              <a:off x="2661177" y="774426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62" name="pt1861"/>
            <p:cNvSpPr/>
            <p:nvPr/>
          </p:nvSpPr>
          <p:spPr>
            <a:xfrm>
              <a:off x="2820384" y="81482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63" name="pt1862"/>
            <p:cNvSpPr/>
            <p:nvPr/>
          </p:nvSpPr>
          <p:spPr>
            <a:xfrm>
              <a:off x="2786227" y="740406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64" name="pt1863"/>
            <p:cNvSpPr/>
            <p:nvPr/>
          </p:nvSpPr>
          <p:spPr>
            <a:xfrm>
              <a:off x="2673578" y="743783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65" name="pt1864"/>
            <p:cNvSpPr/>
            <p:nvPr/>
          </p:nvSpPr>
          <p:spPr>
            <a:xfrm>
              <a:off x="2917549" y="761713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66" name="pt1865"/>
            <p:cNvSpPr/>
            <p:nvPr/>
          </p:nvSpPr>
          <p:spPr>
            <a:xfrm>
              <a:off x="2652601" y="73767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67" name="pt1866"/>
            <p:cNvSpPr/>
            <p:nvPr/>
          </p:nvSpPr>
          <p:spPr>
            <a:xfrm>
              <a:off x="2902072" y="753574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68" name="pt1867"/>
            <p:cNvSpPr/>
            <p:nvPr/>
          </p:nvSpPr>
          <p:spPr>
            <a:xfrm>
              <a:off x="2824377" y="750673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69" name="pt1868"/>
            <p:cNvSpPr/>
            <p:nvPr/>
          </p:nvSpPr>
          <p:spPr>
            <a:xfrm>
              <a:off x="2770629" y="759347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70" name="pt1869"/>
            <p:cNvSpPr/>
            <p:nvPr/>
          </p:nvSpPr>
          <p:spPr>
            <a:xfrm>
              <a:off x="2657039" y="750598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71" name="pt1870"/>
            <p:cNvSpPr/>
            <p:nvPr/>
          </p:nvSpPr>
          <p:spPr>
            <a:xfrm>
              <a:off x="2685631" y="906612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72" name="pt1871"/>
            <p:cNvSpPr/>
            <p:nvPr/>
          </p:nvSpPr>
          <p:spPr>
            <a:xfrm>
              <a:off x="2928686" y="742947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73" name="pt1872"/>
            <p:cNvSpPr/>
            <p:nvPr/>
          </p:nvSpPr>
          <p:spPr>
            <a:xfrm>
              <a:off x="2765605" y="789436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74" name="pt1873"/>
            <p:cNvSpPr/>
            <p:nvPr/>
          </p:nvSpPr>
          <p:spPr>
            <a:xfrm>
              <a:off x="2915924" y="765017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75" name="pt1874"/>
            <p:cNvSpPr/>
            <p:nvPr/>
          </p:nvSpPr>
          <p:spPr>
            <a:xfrm>
              <a:off x="2711738" y="792634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76" name="pt1875"/>
            <p:cNvSpPr/>
            <p:nvPr/>
          </p:nvSpPr>
          <p:spPr>
            <a:xfrm>
              <a:off x="2721888" y="771763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77" name="pt1876"/>
            <p:cNvSpPr/>
            <p:nvPr/>
          </p:nvSpPr>
          <p:spPr>
            <a:xfrm>
              <a:off x="2743122" y="822697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78" name="pt1877"/>
            <p:cNvSpPr/>
            <p:nvPr/>
          </p:nvSpPr>
          <p:spPr>
            <a:xfrm>
              <a:off x="2762401" y="740968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79" name="pt1878"/>
            <p:cNvSpPr/>
            <p:nvPr/>
          </p:nvSpPr>
          <p:spPr>
            <a:xfrm>
              <a:off x="2927991" y="778766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80" name="pt1879"/>
            <p:cNvSpPr/>
            <p:nvPr/>
          </p:nvSpPr>
          <p:spPr>
            <a:xfrm>
              <a:off x="2693821" y="765666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81" name="pt1880"/>
            <p:cNvSpPr/>
            <p:nvPr/>
          </p:nvSpPr>
          <p:spPr>
            <a:xfrm>
              <a:off x="2719702" y="745516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82" name="pt1881"/>
            <p:cNvSpPr/>
            <p:nvPr/>
          </p:nvSpPr>
          <p:spPr>
            <a:xfrm>
              <a:off x="2786960" y="738560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83" name="pt1882"/>
            <p:cNvSpPr/>
            <p:nvPr/>
          </p:nvSpPr>
          <p:spPr>
            <a:xfrm>
              <a:off x="2881634" y="763669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84" name="pt1883"/>
            <p:cNvSpPr/>
            <p:nvPr/>
          </p:nvSpPr>
          <p:spPr>
            <a:xfrm>
              <a:off x="2778033" y="779262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85" name="pt1884"/>
            <p:cNvSpPr/>
            <p:nvPr/>
          </p:nvSpPr>
          <p:spPr>
            <a:xfrm>
              <a:off x="2696742" y="73779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86" name="pt1885"/>
            <p:cNvSpPr/>
            <p:nvPr/>
          </p:nvSpPr>
          <p:spPr>
            <a:xfrm>
              <a:off x="2884803" y="82427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87" name="pt1886"/>
            <p:cNvSpPr/>
            <p:nvPr/>
          </p:nvSpPr>
          <p:spPr>
            <a:xfrm>
              <a:off x="2758753" y="756669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88" name="pt1887"/>
            <p:cNvSpPr/>
            <p:nvPr/>
          </p:nvSpPr>
          <p:spPr>
            <a:xfrm>
              <a:off x="2705771" y="821195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89" name="pt1888"/>
            <p:cNvSpPr/>
            <p:nvPr/>
          </p:nvSpPr>
          <p:spPr>
            <a:xfrm>
              <a:off x="2931110" y="780358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90" name="pt1889"/>
            <p:cNvSpPr/>
            <p:nvPr/>
          </p:nvSpPr>
          <p:spPr>
            <a:xfrm>
              <a:off x="2933963" y="758106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91" name="pt1890"/>
            <p:cNvSpPr/>
            <p:nvPr/>
          </p:nvSpPr>
          <p:spPr>
            <a:xfrm>
              <a:off x="2861916" y="754400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92" name="pt1891"/>
            <p:cNvSpPr/>
            <p:nvPr/>
          </p:nvSpPr>
          <p:spPr>
            <a:xfrm>
              <a:off x="2654318" y="736176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93" name="pt1892"/>
            <p:cNvSpPr/>
            <p:nvPr/>
          </p:nvSpPr>
          <p:spPr>
            <a:xfrm>
              <a:off x="2748546" y="836508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94" name="pt1893"/>
            <p:cNvSpPr/>
            <p:nvPr/>
          </p:nvSpPr>
          <p:spPr>
            <a:xfrm>
              <a:off x="2783039" y="74359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95" name="pt1894"/>
            <p:cNvSpPr/>
            <p:nvPr/>
          </p:nvSpPr>
          <p:spPr>
            <a:xfrm>
              <a:off x="2910160" y="759953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96" name="pt1895"/>
            <p:cNvSpPr/>
            <p:nvPr/>
          </p:nvSpPr>
          <p:spPr>
            <a:xfrm>
              <a:off x="2923185" y="859632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97" name="pt1896"/>
            <p:cNvSpPr/>
            <p:nvPr/>
          </p:nvSpPr>
          <p:spPr>
            <a:xfrm>
              <a:off x="2681528" y="878049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98" name="pt1897"/>
            <p:cNvSpPr/>
            <p:nvPr/>
          </p:nvSpPr>
          <p:spPr>
            <a:xfrm>
              <a:off x="2793040" y="780587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99" name="pt1898"/>
            <p:cNvSpPr/>
            <p:nvPr/>
          </p:nvSpPr>
          <p:spPr>
            <a:xfrm>
              <a:off x="2684114" y="765706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00" name="pt1899"/>
            <p:cNvSpPr/>
            <p:nvPr/>
          </p:nvSpPr>
          <p:spPr>
            <a:xfrm>
              <a:off x="2754957" y="773786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01" name="pt1900"/>
            <p:cNvSpPr/>
            <p:nvPr/>
          </p:nvSpPr>
          <p:spPr>
            <a:xfrm>
              <a:off x="2723510" y="839851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02" name="pt1901"/>
            <p:cNvSpPr/>
            <p:nvPr/>
          </p:nvSpPr>
          <p:spPr>
            <a:xfrm>
              <a:off x="2698021" y="805054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03" name="pt1902"/>
            <p:cNvSpPr/>
            <p:nvPr/>
          </p:nvSpPr>
          <p:spPr>
            <a:xfrm>
              <a:off x="2882927" y="772782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04" name="pt1903"/>
            <p:cNvSpPr/>
            <p:nvPr/>
          </p:nvSpPr>
          <p:spPr>
            <a:xfrm>
              <a:off x="2711626" y="733637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05" name="pt1904"/>
            <p:cNvSpPr/>
            <p:nvPr/>
          </p:nvSpPr>
          <p:spPr>
            <a:xfrm>
              <a:off x="2741683" y="73371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06" name="pt1905"/>
            <p:cNvSpPr/>
            <p:nvPr/>
          </p:nvSpPr>
          <p:spPr>
            <a:xfrm>
              <a:off x="2663327" y="761944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07" name="pt1906"/>
            <p:cNvSpPr/>
            <p:nvPr/>
          </p:nvSpPr>
          <p:spPr>
            <a:xfrm>
              <a:off x="2659499" y="808011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08" name="pt1907"/>
            <p:cNvSpPr/>
            <p:nvPr/>
          </p:nvSpPr>
          <p:spPr>
            <a:xfrm>
              <a:off x="2900095" y="761859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09" name="pt1908"/>
            <p:cNvSpPr/>
            <p:nvPr/>
          </p:nvSpPr>
          <p:spPr>
            <a:xfrm>
              <a:off x="2677368" y="819085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10" name="pt1909"/>
            <p:cNvSpPr/>
            <p:nvPr/>
          </p:nvSpPr>
          <p:spPr>
            <a:xfrm>
              <a:off x="2737246" y="73443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11" name="pt1910"/>
            <p:cNvSpPr/>
            <p:nvPr/>
          </p:nvSpPr>
          <p:spPr>
            <a:xfrm>
              <a:off x="2835849" y="779988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12" name="pt1911"/>
            <p:cNvSpPr/>
            <p:nvPr/>
          </p:nvSpPr>
          <p:spPr>
            <a:xfrm>
              <a:off x="2730969" y="736760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13" name="pt1912"/>
            <p:cNvSpPr/>
            <p:nvPr/>
          </p:nvSpPr>
          <p:spPr>
            <a:xfrm>
              <a:off x="2805109" y="770861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14" name="pt1913"/>
            <p:cNvSpPr/>
            <p:nvPr/>
          </p:nvSpPr>
          <p:spPr>
            <a:xfrm>
              <a:off x="2827799" y="822744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15" name="pt1914"/>
            <p:cNvSpPr/>
            <p:nvPr/>
          </p:nvSpPr>
          <p:spPr>
            <a:xfrm>
              <a:off x="2709775" y="735687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16" name="pt1915"/>
            <p:cNvSpPr/>
            <p:nvPr/>
          </p:nvSpPr>
          <p:spPr>
            <a:xfrm>
              <a:off x="2798267" y="893582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17" name="pt1916"/>
            <p:cNvSpPr/>
            <p:nvPr/>
          </p:nvSpPr>
          <p:spPr>
            <a:xfrm>
              <a:off x="2851967" y="757882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18" name="pt1917"/>
            <p:cNvSpPr/>
            <p:nvPr/>
          </p:nvSpPr>
          <p:spPr>
            <a:xfrm>
              <a:off x="2796193" y="741618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19" name="pt1918"/>
            <p:cNvSpPr/>
            <p:nvPr/>
          </p:nvSpPr>
          <p:spPr>
            <a:xfrm>
              <a:off x="2801420" y="738328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20" name="pt1919"/>
            <p:cNvSpPr/>
            <p:nvPr/>
          </p:nvSpPr>
          <p:spPr>
            <a:xfrm>
              <a:off x="2921954" y="785184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21" name="pt1920"/>
            <p:cNvSpPr/>
            <p:nvPr/>
          </p:nvSpPr>
          <p:spPr>
            <a:xfrm>
              <a:off x="2812855" y="755538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22" name="pt1921"/>
            <p:cNvSpPr/>
            <p:nvPr/>
          </p:nvSpPr>
          <p:spPr>
            <a:xfrm>
              <a:off x="2787119" y="82097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23" name="pt1922"/>
            <p:cNvSpPr/>
            <p:nvPr/>
          </p:nvSpPr>
          <p:spPr>
            <a:xfrm>
              <a:off x="2691367" y="795826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24" name="pt1923"/>
            <p:cNvSpPr/>
            <p:nvPr/>
          </p:nvSpPr>
          <p:spPr>
            <a:xfrm>
              <a:off x="2778821" y="755569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25" name="pt1924"/>
            <p:cNvSpPr/>
            <p:nvPr/>
          </p:nvSpPr>
          <p:spPr>
            <a:xfrm>
              <a:off x="2868258" y="821043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26" name="pt1925"/>
            <p:cNvSpPr/>
            <p:nvPr/>
          </p:nvSpPr>
          <p:spPr>
            <a:xfrm>
              <a:off x="3692157" y="733638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27" name="pt1926"/>
            <p:cNvSpPr/>
            <p:nvPr/>
          </p:nvSpPr>
          <p:spPr>
            <a:xfrm>
              <a:off x="3715212" y="733639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28" name="pt1927"/>
            <p:cNvSpPr/>
            <p:nvPr/>
          </p:nvSpPr>
          <p:spPr>
            <a:xfrm>
              <a:off x="3670844" y="733641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29" name="pt1928"/>
            <p:cNvSpPr/>
            <p:nvPr/>
          </p:nvSpPr>
          <p:spPr>
            <a:xfrm>
              <a:off x="3859153" y="733637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30" name="pt1929"/>
            <p:cNvSpPr/>
            <p:nvPr/>
          </p:nvSpPr>
          <p:spPr>
            <a:xfrm>
              <a:off x="3858222" y="733637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31" name="pt1930"/>
            <p:cNvSpPr/>
            <p:nvPr/>
          </p:nvSpPr>
          <p:spPr>
            <a:xfrm>
              <a:off x="3868971" y="733641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32" name="pt1931"/>
            <p:cNvSpPr/>
            <p:nvPr/>
          </p:nvSpPr>
          <p:spPr>
            <a:xfrm>
              <a:off x="3675361" y="733637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33" name="pt1932"/>
            <p:cNvSpPr/>
            <p:nvPr/>
          </p:nvSpPr>
          <p:spPr>
            <a:xfrm>
              <a:off x="3886627" y="733639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34" name="pt1933"/>
            <p:cNvSpPr/>
            <p:nvPr/>
          </p:nvSpPr>
          <p:spPr>
            <a:xfrm>
              <a:off x="3696832" y="733638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35" name="pt1934"/>
            <p:cNvSpPr/>
            <p:nvPr/>
          </p:nvSpPr>
          <p:spPr>
            <a:xfrm>
              <a:off x="3893652" y="733637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36" name="pt1935"/>
            <p:cNvSpPr/>
            <p:nvPr/>
          </p:nvSpPr>
          <p:spPr>
            <a:xfrm>
              <a:off x="3769272" y="733636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37" name="pt1936"/>
            <p:cNvSpPr/>
            <p:nvPr/>
          </p:nvSpPr>
          <p:spPr>
            <a:xfrm>
              <a:off x="3653041" y="733642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38" name="pt1937"/>
            <p:cNvSpPr/>
            <p:nvPr/>
          </p:nvSpPr>
          <p:spPr>
            <a:xfrm>
              <a:off x="3661800" y="733637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39" name="pt1938"/>
            <p:cNvSpPr/>
            <p:nvPr/>
          </p:nvSpPr>
          <p:spPr>
            <a:xfrm>
              <a:off x="3814817" y="733639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40" name="pt1939"/>
            <p:cNvSpPr/>
            <p:nvPr/>
          </p:nvSpPr>
          <p:spPr>
            <a:xfrm>
              <a:off x="3785360" y="733638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41" name="pt1940"/>
            <p:cNvSpPr/>
            <p:nvPr/>
          </p:nvSpPr>
          <p:spPr>
            <a:xfrm>
              <a:off x="3923470" y="733641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42" name="pt1941"/>
            <p:cNvSpPr/>
            <p:nvPr/>
          </p:nvSpPr>
          <p:spPr>
            <a:xfrm>
              <a:off x="3896230" y="733636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43" name="pt1942"/>
            <p:cNvSpPr/>
            <p:nvPr/>
          </p:nvSpPr>
          <p:spPr>
            <a:xfrm>
              <a:off x="3674495" y="733641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44" name="pt1943"/>
            <p:cNvSpPr/>
            <p:nvPr/>
          </p:nvSpPr>
          <p:spPr>
            <a:xfrm>
              <a:off x="3891828" y="733637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45" name="pt1944"/>
            <p:cNvSpPr/>
            <p:nvPr/>
          </p:nvSpPr>
          <p:spPr>
            <a:xfrm>
              <a:off x="3891520" y="733638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46" name="pt1945"/>
            <p:cNvSpPr/>
            <p:nvPr/>
          </p:nvSpPr>
          <p:spPr>
            <a:xfrm>
              <a:off x="3752319" y="733639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47" name="pt1946"/>
            <p:cNvSpPr/>
            <p:nvPr/>
          </p:nvSpPr>
          <p:spPr>
            <a:xfrm>
              <a:off x="3865811" y="733641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48" name="pt1947"/>
            <p:cNvSpPr/>
            <p:nvPr/>
          </p:nvSpPr>
          <p:spPr>
            <a:xfrm>
              <a:off x="3872921" y="733643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49" name="pt1948"/>
            <p:cNvSpPr/>
            <p:nvPr/>
          </p:nvSpPr>
          <p:spPr>
            <a:xfrm>
              <a:off x="3834900" y="733638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50" name="pt1949"/>
            <p:cNvSpPr/>
            <p:nvPr/>
          </p:nvSpPr>
          <p:spPr>
            <a:xfrm>
              <a:off x="3823706" y="733637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51" name="pt1950"/>
            <p:cNvSpPr/>
            <p:nvPr/>
          </p:nvSpPr>
          <p:spPr>
            <a:xfrm>
              <a:off x="3685979" y="733640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52" name="pt1951"/>
            <p:cNvSpPr/>
            <p:nvPr/>
          </p:nvSpPr>
          <p:spPr>
            <a:xfrm>
              <a:off x="3779612" y="733640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53" name="pt1952"/>
            <p:cNvSpPr/>
            <p:nvPr/>
          </p:nvSpPr>
          <p:spPr>
            <a:xfrm>
              <a:off x="3920492" y="733640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54" name="pt1953"/>
            <p:cNvSpPr/>
            <p:nvPr/>
          </p:nvSpPr>
          <p:spPr>
            <a:xfrm>
              <a:off x="3825990" y="733641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55" name="pt1954"/>
            <p:cNvSpPr/>
            <p:nvPr/>
          </p:nvSpPr>
          <p:spPr>
            <a:xfrm>
              <a:off x="3765977" y="733639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56" name="pt1955"/>
            <p:cNvSpPr/>
            <p:nvPr/>
          </p:nvSpPr>
          <p:spPr>
            <a:xfrm>
              <a:off x="3864671" y="733642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57" name="pt1956"/>
            <p:cNvSpPr/>
            <p:nvPr/>
          </p:nvSpPr>
          <p:spPr>
            <a:xfrm>
              <a:off x="3864538" y="733642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58" name="pt1957"/>
            <p:cNvSpPr/>
            <p:nvPr/>
          </p:nvSpPr>
          <p:spPr>
            <a:xfrm>
              <a:off x="3865879" y="733638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59" name="pt1958"/>
            <p:cNvSpPr/>
            <p:nvPr/>
          </p:nvSpPr>
          <p:spPr>
            <a:xfrm>
              <a:off x="3889094" y="733642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60" name="pt1959"/>
            <p:cNvSpPr/>
            <p:nvPr/>
          </p:nvSpPr>
          <p:spPr>
            <a:xfrm>
              <a:off x="3817416" y="733640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61" name="pt1960"/>
            <p:cNvSpPr/>
            <p:nvPr/>
          </p:nvSpPr>
          <p:spPr>
            <a:xfrm>
              <a:off x="3858204" y="733638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62" name="pt1961"/>
            <p:cNvSpPr/>
            <p:nvPr/>
          </p:nvSpPr>
          <p:spPr>
            <a:xfrm>
              <a:off x="3879623" y="733642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63" name="pt1962"/>
            <p:cNvSpPr/>
            <p:nvPr/>
          </p:nvSpPr>
          <p:spPr>
            <a:xfrm>
              <a:off x="3717884" y="733638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64" name="pt1963"/>
            <p:cNvSpPr/>
            <p:nvPr/>
          </p:nvSpPr>
          <p:spPr>
            <a:xfrm>
              <a:off x="3768392" y="733637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65" name="pt1964"/>
            <p:cNvSpPr/>
            <p:nvPr/>
          </p:nvSpPr>
          <p:spPr>
            <a:xfrm>
              <a:off x="3775919" y="733641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66" name="pt1965"/>
            <p:cNvSpPr/>
            <p:nvPr/>
          </p:nvSpPr>
          <p:spPr>
            <a:xfrm>
              <a:off x="3700998" y="733641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67" name="pt1966"/>
            <p:cNvSpPr/>
            <p:nvPr/>
          </p:nvSpPr>
          <p:spPr>
            <a:xfrm>
              <a:off x="3912175" y="733636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68" name="pt1967"/>
            <p:cNvSpPr/>
            <p:nvPr/>
          </p:nvSpPr>
          <p:spPr>
            <a:xfrm>
              <a:off x="3797936" y="733931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69" name="pt1968"/>
            <p:cNvSpPr/>
            <p:nvPr/>
          </p:nvSpPr>
          <p:spPr>
            <a:xfrm>
              <a:off x="3730699" y="733637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70" name="pt1969"/>
            <p:cNvSpPr/>
            <p:nvPr/>
          </p:nvSpPr>
          <p:spPr>
            <a:xfrm>
              <a:off x="3667944" y="73364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71" name="pt1970"/>
            <p:cNvSpPr/>
            <p:nvPr/>
          </p:nvSpPr>
          <p:spPr>
            <a:xfrm>
              <a:off x="3768301" y="733642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72" name="pt1971"/>
            <p:cNvSpPr/>
            <p:nvPr/>
          </p:nvSpPr>
          <p:spPr>
            <a:xfrm>
              <a:off x="3855754" y="733640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73" name="pt1972"/>
            <p:cNvSpPr/>
            <p:nvPr/>
          </p:nvSpPr>
          <p:spPr>
            <a:xfrm>
              <a:off x="3864611" y="733638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74" name="pt1973"/>
            <p:cNvSpPr/>
            <p:nvPr/>
          </p:nvSpPr>
          <p:spPr>
            <a:xfrm>
              <a:off x="3721386" y="750489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75" name="pt1974"/>
            <p:cNvSpPr/>
            <p:nvPr/>
          </p:nvSpPr>
          <p:spPr>
            <a:xfrm>
              <a:off x="3834288" y="733636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76" name="pt1975"/>
            <p:cNvSpPr/>
            <p:nvPr/>
          </p:nvSpPr>
          <p:spPr>
            <a:xfrm>
              <a:off x="3749920" y="733638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77" name="pt1976"/>
            <p:cNvSpPr/>
            <p:nvPr/>
          </p:nvSpPr>
          <p:spPr>
            <a:xfrm>
              <a:off x="3681489" y="733637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78" name="pt1977"/>
            <p:cNvSpPr/>
            <p:nvPr/>
          </p:nvSpPr>
          <p:spPr>
            <a:xfrm>
              <a:off x="3774638" y="733640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79" name="pt1978"/>
            <p:cNvSpPr/>
            <p:nvPr/>
          </p:nvSpPr>
          <p:spPr>
            <a:xfrm>
              <a:off x="3867736" y="733637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80" name="pt1979"/>
            <p:cNvSpPr/>
            <p:nvPr/>
          </p:nvSpPr>
          <p:spPr>
            <a:xfrm>
              <a:off x="3801863" y="733638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81" name="pt1980"/>
            <p:cNvSpPr/>
            <p:nvPr/>
          </p:nvSpPr>
          <p:spPr>
            <a:xfrm>
              <a:off x="3713800" y="733637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82" name="pt1981"/>
            <p:cNvSpPr/>
            <p:nvPr/>
          </p:nvSpPr>
          <p:spPr>
            <a:xfrm>
              <a:off x="3725237" y="733639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83" name="pt1982"/>
            <p:cNvSpPr/>
            <p:nvPr/>
          </p:nvSpPr>
          <p:spPr>
            <a:xfrm>
              <a:off x="3824916" y="733638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84" name="pt1983"/>
            <p:cNvSpPr/>
            <p:nvPr/>
          </p:nvSpPr>
          <p:spPr>
            <a:xfrm>
              <a:off x="3903896" y="733642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85" name="pt1984"/>
            <p:cNvSpPr/>
            <p:nvPr/>
          </p:nvSpPr>
          <p:spPr>
            <a:xfrm>
              <a:off x="3769360" y="733639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86" name="pt1985"/>
            <p:cNvSpPr/>
            <p:nvPr/>
          </p:nvSpPr>
          <p:spPr>
            <a:xfrm>
              <a:off x="3675813" y="733640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87" name="pt1986"/>
            <p:cNvSpPr/>
            <p:nvPr/>
          </p:nvSpPr>
          <p:spPr>
            <a:xfrm>
              <a:off x="3646285" y="733639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88" name="pt1987"/>
            <p:cNvSpPr/>
            <p:nvPr/>
          </p:nvSpPr>
          <p:spPr>
            <a:xfrm>
              <a:off x="3827812" y="73364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89" name="pt1988"/>
            <p:cNvSpPr/>
            <p:nvPr/>
          </p:nvSpPr>
          <p:spPr>
            <a:xfrm>
              <a:off x="3777836" y="733637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0" name="pt1989"/>
            <p:cNvSpPr/>
            <p:nvPr/>
          </p:nvSpPr>
          <p:spPr>
            <a:xfrm>
              <a:off x="3758991" y="733640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1" name="pt1990"/>
            <p:cNvSpPr/>
            <p:nvPr/>
          </p:nvSpPr>
          <p:spPr>
            <a:xfrm>
              <a:off x="3859839" y="733643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2" name="pt1991"/>
            <p:cNvSpPr/>
            <p:nvPr/>
          </p:nvSpPr>
          <p:spPr>
            <a:xfrm>
              <a:off x="3743471" y="733640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3" name="pt1992"/>
            <p:cNvSpPr/>
            <p:nvPr/>
          </p:nvSpPr>
          <p:spPr>
            <a:xfrm>
              <a:off x="3711755" y="733640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4" name="pt1993"/>
            <p:cNvSpPr/>
            <p:nvPr/>
          </p:nvSpPr>
          <p:spPr>
            <a:xfrm>
              <a:off x="3913853" y="733637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5" name="pt1994"/>
            <p:cNvSpPr/>
            <p:nvPr/>
          </p:nvSpPr>
          <p:spPr>
            <a:xfrm>
              <a:off x="3749155" y="733636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6" name="pt1995"/>
            <p:cNvSpPr/>
            <p:nvPr/>
          </p:nvSpPr>
          <p:spPr>
            <a:xfrm>
              <a:off x="3726627" y="733641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7" name="pt1996"/>
            <p:cNvSpPr/>
            <p:nvPr/>
          </p:nvSpPr>
          <p:spPr>
            <a:xfrm>
              <a:off x="3707513" y="733640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8" name="pt1997"/>
            <p:cNvSpPr/>
            <p:nvPr/>
          </p:nvSpPr>
          <p:spPr>
            <a:xfrm>
              <a:off x="3647658" y="733638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9" name="pt1998"/>
            <p:cNvSpPr/>
            <p:nvPr/>
          </p:nvSpPr>
          <p:spPr>
            <a:xfrm>
              <a:off x="3815412" y="73364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0" name="pt1999"/>
            <p:cNvSpPr/>
            <p:nvPr/>
          </p:nvSpPr>
          <p:spPr>
            <a:xfrm>
              <a:off x="3745905" y="733636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1" name="pt2000"/>
            <p:cNvSpPr/>
            <p:nvPr/>
          </p:nvSpPr>
          <p:spPr>
            <a:xfrm>
              <a:off x="3807876" y="733642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2" name="pt2001"/>
            <p:cNvSpPr/>
            <p:nvPr/>
          </p:nvSpPr>
          <p:spPr>
            <a:xfrm>
              <a:off x="3766614" y="733636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3" name="pt2002"/>
            <p:cNvSpPr/>
            <p:nvPr/>
          </p:nvSpPr>
          <p:spPr>
            <a:xfrm>
              <a:off x="3805155" y="733643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4" name="pt2003"/>
            <p:cNvSpPr/>
            <p:nvPr/>
          </p:nvSpPr>
          <p:spPr>
            <a:xfrm>
              <a:off x="3665609" y="733636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5" name="pt2004"/>
            <p:cNvSpPr/>
            <p:nvPr/>
          </p:nvSpPr>
          <p:spPr>
            <a:xfrm>
              <a:off x="3665902" y="733637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6" name="pt2005"/>
            <p:cNvSpPr/>
            <p:nvPr/>
          </p:nvSpPr>
          <p:spPr>
            <a:xfrm>
              <a:off x="3894055" y="733636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7" name="pt2006"/>
            <p:cNvSpPr/>
            <p:nvPr/>
          </p:nvSpPr>
          <p:spPr>
            <a:xfrm>
              <a:off x="3711323" y="733640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8" name="pt2007"/>
            <p:cNvSpPr/>
            <p:nvPr/>
          </p:nvSpPr>
          <p:spPr>
            <a:xfrm>
              <a:off x="3812617" y="733637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9" name="pt2008"/>
            <p:cNvSpPr/>
            <p:nvPr/>
          </p:nvSpPr>
          <p:spPr>
            <a:xfrm>
              <a:off x="3888384" y="733640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10" name="pt2009"/>
            <p:cNvSpPr/>
            <p:nvPr/>
          </p:nvSpPr>
          <p:spPr>
            <a:xfrm>
              <a:off x="3839637" y="733638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11" name="pt2010"/>
            <p:cNvSpPr/>
            <p:nvPr/>
          </p:nvSpPr>
          <p:spPr>
            <a:xfrm>
              <a:off x="3727746" y="733641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12" name="pt2011"/>
            <p:cNvSpPr/>
            <p:nvPr/>
          </p:nvSpPr>
          <p:spPr>
            <a:xfrm>
              <a:off x="3871491" y="733639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13" name="pt2012"/>
            <p:cNvSpPr/>
            <p:nvPr/>
          </p:nvSpPr>
          <p:spPr>
            <a:xfrm>
              <a:off x="3836335" y="733641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14" name="pt2013"/>
            <p:cNvSpPr/>
            <p:nvPr/>
          </p:nvSpPr>
          <p:spPr>
            <a:xfrm>
              <a:off x="3903435" y="733640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15" name="pt2014"/>
            <p:cNvSpPr/>
            <p:nvPr/>
          </p:nvSpPr>
          <p:spPr>
            <a:xfrm>
              <a:off x="3659185" y="733637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16" name="pt2015"/>
            <p:cNvSpPr/>
            <p:nvPr/>
          </p:nvSpPr>
          <p:spPr>
            <a:xfrm>
              <a:off x="3745525" y="733637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17" name="pt2016"/>
            <p:cNvSpPr/>
            <p:nvPr/>
          </p:nvSpPr>
          <p:spPr>
            <a:xfrm>
              <a:off x="3922060" y="733643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18" name="pt2017"/>
            <p:cNvSpPr/>
            <p:nvPr/>
          </p:nvSpPr>
          <p:spPr>
            <a:xfrm>
              <a:off x="3874813" y="733637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19" name="pt2018"/>
            <p:cNvSpPr/>
            <p:nvPr/>
          </p:nvSpPr>
          <p:spPr>
            <a:xfrm>
              <a:off x="3651688" y="733640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20" name="pt2019"/>
            <p:cNvSpPr/>
            <p:nvPr/>
          </p:nvSpPr>
          <p:spPr>
            <a:xfrm>
              <a:off x="3816119" y="733641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21" name="pt2020"/>
            <p:cNvSpPr/>
            <p:nvPr/>
          </p:nvSpPr>
          <p:spPr>
            <a:xfrm>
              <a:off x="3732178" y="733643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22" name="pt2021"/>
            <p:cNvSpPr/>
            <p:nvPr/>
          </p:nvSpPr>
          <p:spPr>
            <a:xfrm>
              <a:off x="3805805" y="733640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23" name="pt2022"/>
            <p:cNvSpPr/>
            <p:nvPr/>
          </p:nvSpPr>
          <p:spPr>
            <a:xfrm>
              <a:off x="3744258" y="733637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24" name="pt2023"/>
            <p:cNvSpPr/>
            <p:nvPr/>
          </p:nvSpPr>
          <p:spPr>
            <a:xfrm>
              <a:off x="3754423" y="733642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25" name="pt2024"/>
            <p:cNvSpPr/>
            <p:nvPr/>
          </p:nvSpPr>
          <p:spPr>
            <a:xfrm>
              <a:off x="3646650" y="733641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26" name="pt2025"/>
            <p:cNvSpPr/>
            <p:nvPr/>
          </p:nvSpPr>
          <p:spPr>
            <a:xfrm>
              <a:off x="3647014" y="733642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27" name="pt2026"/>
            <p:cNvSpPr/>
            <p:nvPr/>
          </p:nvSpPr>
          <p:spPr>
            <a:xfrm>
              <a:off x="3862586" y="733639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28" name="pt2027"/>
            <p:cNvSpPr/>
            <p:nvPr/>
          </p:nvSpPr>
          <p:spPr>
            <a:xfrm>
              <a:off x="3740403" y="733638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29" name="pt2028"/>
            <p:cNvSpPr/>
            <p:nvPr/>
          </p:nvSpPr>
          <p:spPr>
            <a:xfrm>
              <a:off x="3843225" y="733643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30" name="pt2029"/>
            <p:cNvSpPr/>
            <p:nvPr/>
          </p:nvSpPr>
          <p:spPr>
            <a:xfrm>
              <a:off x="3822332" y="733636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31" name="pt2030"/>
            <p:cNvSpPr/>
            <p:nvPr/>
          </p:nvSpPr>
          <p:spPr>
            <a:xfrm>
              <a:off x="3700430" y="733640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32" name="pt2031"/>
            <p:cNvSpPr/>
            <p:nvPr/>
          </p:nvSpPr>
          <p:spPr>
            <a:xfrm>
              <a:off x="3783562" y="733639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33" name="pt2032"/>
            <p:cNvSpPr/>
            <p:nvPr/>
          </p:nvSpPr>
          <p:spPr>
            <a:xfrm>
              <a:off x="3661096" y="733641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34" name="pt2033"/>
            <p:cNvSpPr/>
            <p:nvPr/>
          </p:nvSpPr>
          <p:spPr>
            <a:xfrm>
              <a:off x="3707495" y="733642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35" name="pt2034"/>
            <p:cNvSpPr/>
            <p:nvPr/>
          </p:nvSpPr>
          <p:spPr>
            <a:xfrm>
              <a:off x="3734255" y="733640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36" name="pt2035"/>
            <p:cNvSpPr/>
            <p:nvPr/>
          </p:nvSpPr>
          <p:spPr>
            <a:xfrm>
              <a:off x="3878182" y="733639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37" name="pt2036"/>
            <p:cNvSpPr/>
            <p:nvPr/>
          </p:nvSpPr>
          <p:spPr>
            <a:xfrm>
              <a:off x="3898712" y="733640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38" name="pt2037"/>
            <p:cNvSpPr/>
            <p:nvPr/>
          </p:nvSpPr>
          <p:spPr>
            <a:xfrm>
              <a:off x="3771687" y="733640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39" name="pt2038"/>
            <p:cNvSpPr/>
            <p:nvPr/>
          </p:nvSpPr>
          <p:spPr>
            <a:xfrm>
              <a:off x="3837578" y="733637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40" name="pt2039"/>
            <p:cNvSpPr/>
            <p:nvPr/>
          </p:nvSpPr>
          <p:spPr>
            <a:xfrm>
              <a:off x="3831910" y="733637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41" name="pt2040"/>
            <p:cNvSpPr/>
            <p:nvPr/>
          </p:nvSpPr>
          <p:spPr>
            <a:xfrm>
              <a:off x="3772482" y="733638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42" name="pt2041"/>
            <p:cNvSpPr/>
            <p:nvPr/>
          </p:nvSpPr>
          <p:spPr>
            <a:xfrm>
              <a:off x="3836572" y="733643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43" name="pt2042"/>
            <p:cNvSpPr/>
            <p:nvPr/>
          </p:nvSpPr>
          <p:spPr>
            <a:xfrm>
              <a:off x="3868654" y="733639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44" name="pt2043"/>
            <p:cNvSpPr/>
            <p:nvPr/>
          </p:nvSpPr>
          <p:spPr>
            <a:xfrm>
              <a:off x="3896936" y="733637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45" name="pt2044"/>
            <p:cNvSpPr/>
            <p:nvPr/>
          </p:nvSpPr>
          <p:spPr>
            <a:xfrm>
              <a:off x="3893445" y="733639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46" name="pt2045"/>
            <p:cNvSpPr/>
            <p:nvPr/>
          </p:nvSpPr>
          <p:spPr>
            <a:xfrm>
              <a:off x="3796077" y="733639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47" name="pt2046"/>
            <p:cNvSpPr/>
            <p:nvPr/>
          </p:nvSpPr>
          <p:spPr>
            <a:xfrm>
              <a:off x="3763368" y="733642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48" name="pt2047"/>
            <p:cNvSpPr/>
            <p:nvPr/>
          </p:nvSpPr>
          <p:spPr>
            <a:xfrm>
              <a:off x="3854197" y="733641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49" name="pt2048"/>
            <p:cNvSpPr/>
            <p:nvPr/>
          </p:nvSpPr>
          <p:spPr>
            <a:xfrm>
              <a:off x="3652158" y="733643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0" name="pt2049"/>
            <p:cNvSpPr/>
            <p:nvPr/>
          </p:nvSpPr>
          <p:spPr>
            <a:xfrm>
              <a:off x="3755656" y="733639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1" name="pt2050"/>
            <p:cNvSpPr/>
            <p:nvPr/>
          </p:nvSpPr>
          <p:spPr>
            <a:xfrm>
              <a:off x="3841529" y="733640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2" name="pt2051"/>
            <p:cNvSpPr/>
            <p:nvPr/>
          </p:nvSpPr>
          <p:spPr>
            <a:xfrm>
              <a:off x="3801756" y="733637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3" name="pt2052"/>
            <p:cNvSpPr/>
            <p:nvPr/>
          </p:nvSpPr>
          <p:spPr>
            <a:xfrm>
              <a:off x="3772641" y="733640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4" name="pt2053"/>
            <p:cNvSpPr/>
            <p:nvPr/>
          </p:nvSpPr>
          <p:spPr>
            <a:xfrm>
              <a:off x="3865586" y="73364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5" name="pt2054"/>
            <p:cNvSpPr/>
            <p:nvPr/>
          </p:nvSpPr>
          <p:spPr>
            <a:xfrm>
              <a:off x="3854164" y="733641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6" name="pt2055"/>
            <p:cNvSpPr/>
            <p:nvPr/>
          </p:nvSpPr>
          <p:spPr>
            <a:xfrm>
              <a:off x="3924378" y="733639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7" name="pt2056"/>
            <p:cNvSpPr/>
            <p:nvPr/>
          </p:nvSpPr>
          <p:spPr>
            <a:xfrm>
              <a:off x="3758101" y="73364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8" name="pt2057"/>
            <p:cNvSpPr/>
            <p:nvPr/>
          </p:nvSpPr>
          <p:spPr>
            <a:xfrm>
              <a:off x="3684026" y="733641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9" name="pt2058"/>
            <p:cNvSpPr/>
            <p:nvPr/>
          </p:nvSpPr>
          <p:spPr>
            <a:xfrm>
              <a:off x="3649878" y="733637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60" name="pt2059"/>
            <p:cNvSpPr/>
            <p:nvPr/>
          </p:nvSpPr>
          <p:spPr>
            <a:xfrm>
              <a:off x="3801442" y="733638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61" name="pt2060"/>
            <p:cNvSpPr/>
            <p:nvPr/>
          </p:nvSpPr>
          <p:spPr>
            <a:xfrm>
              <a:off x="3680936" y="733641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62" name="pt2061"/>
            <p:cNvSpPr/>
            <p:nvPr/>
          </p:nvSpPr>
          <p:spPr>
            <a:xfrm>
              <a:off x="3861304" y="733639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63" name="pt2062"/>
            <p:cNvSpPr/>
            <p:nvPr/>
          </p:nvSpPr>
          <p:spPr>
            <a:xfrm>
              <a:off x="3885675" y="733640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64" name="pt2063"/>
            <p:cNvSpPr/>
            <p:nvPr/>
          </p:nvSpPr>
          <p:spPr>
            <a:xfrm>
              <a:off x="3666276" y="733637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65" name="pt2064"/>
            <p:cNvSpPr/>
            <p:nvPr/>
          </p:nvSpPr>
          <p:spPr>
            <a:xfrm>
              <a:off x="3764720" y="73364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66" name="pt2065"/>
            <p:cNvSpPr/>
            <p:nvPr/>
          </p:nvSpPr>
          <p:spPr>
            <a:xfrm>
              <a:off x="3722985" y="733638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67" name="pl2066"/>
            <p:cNvSpPr/>
            <p:nvPr/>
          </p:nvSpPr>
          <p:spPr>
            <a:xfrm>
              <a:off x="1825488" y="7367184"/>
              <a:ext cx="0" cy="365923"/>
            </a:xfrm>
            <a:custGeom>
              <a:avLst/>
              <a:pathLst>
                <a:path w="0" h="365923">
                  <a:moveTo>
                    <a:pt x="0" y="36592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" name="pl2067"/>
            <p:cNvSpPr/>
            <p:nvPr/>
          </p:nvSpPr>
          <p:spPr>
            <a:xfrm>
              <a:off x="1825488" y="8914037"/>
              <a:ext cx="0" cy="182905"/>
            </a:xfrm>
            <a:custGeom>
              <a:avLst/>
              <a:pathLst>
                <a:path w="0" h="182905">
                  <a:moveTo>
                    <a:pt x="0" y="0"/>
                  </a:moveTo>
                  <a:lnTo>
                    <a:pt x="0" y="182905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" name="pg2068"/>
            <p:cNvSpPr/>
            <p:nvPr/>
          </p:nvSpPr>
          <p:spPr>
            <a:xfrm>
              <a:off x="1681782" y="7733108"/>
              <a:ext cx="287412" cy="1180928"/>
            </a:xfrm>
            <a:custGeom>
              <a:avLst/>
              <a:pathLst>
                <a:path w="287412" h="1180928">
                  <a:moveTo>
                    <a:pt x="0" y="0"/>
                  </a:moveTo>
                  <a:lnTo>
                    <a:pt x="0" y="1180928"/>
                  </a:lnTo>
                  <a:lnTo>
                    <a:pt x="287412" y="1180928"/>
                  </a:lnTo>
                  <a:lnTo>
                    <a:pt x="287412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70" name="pl2069"/>
            <p:cNvSpPr/>
            <p:nvPr/>
          </p:nvSpPr>
          <p:spPr>
            <a:xfrm>
              <a:off x="1681782" y="8320234"/>
              <a:ext cx="287412" cy="0"/>
            </a:xfrm>
            <a:custGeom>
              <a:avLst/>
              <a:pathLst>
                <a:path w="287412" h="0">
                  <a:moveTo>
                    <a:pt x="0" y="0"/>
                  </a:moveTo>
                  <a:lnTo>
                    <a:pt x="287412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71" name="pl2070"/>
            <p:cNvSpPr/>
            <p:nvPr/>
          </p:nvSpPr>
          <p:spPr>
            <a:xfrm>
              <a:off x="2821584" y="7367184"/>
              <a:ext cx="0" cy="80900"/>
            </a:xfrm>
            <a:custGeom>
              <a:avLst/>
              <a:pathLst>
                <a:path w="0" h="80900">
                  <a:moveTo>
                    <a:pt x="0" y="8090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" name="pl2071"/>
            <p:cNvSpPr/>
            <p:nvPr/>
          </p:nvSpPr>
          <p:spPr>
            <a:xfrm>
              <a:off x="2821584" y="7903878"/>
              <a:ext cx="0" cy="525417"/>
            </a:xfrm>
            <a:custGeom>
              <a:avLst/>
              <a:pathLst>
                <a:path w="0" h="525417">
                  <a:moveTo>
                    <a:pt x="0" y="0"/>
                  </a:moveTo>
                  <a:lnTo>
                    <a:pt x="0" y="525417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" name="pg2072"/>
            <p:cNvSpPr/>
            <p:nvPr/>
          </p:nvSpPr>
          <p:spPr>
            <a:xfrm>
              <a:off x="2677878" y="7448084"/>
              <a:ext cx="287412" cy="455794"/>
            </a:xfrm>
            <a:custGeom>
              <a:avLst/>
              <a:pathLst>
                <a:path w="287412" h="455794">
                  <a:moveTo>
                    <a:pt x="0" y="0"/>
                  </a:moveTo>
                  <a:lnTo>
                    <a:pt x="0" y="455794"/>
                  </a:lnTo>
                  <a:lnTo>
                    <a:pt x="287412" y="455794"/>
                  </a:lnTo>
                  <a:lnTo>
                    <a:pt x="287412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74" name="pl2073"/>
            <p:cNvSpPr/>
            <p:nvPr/>
          </p:nvSpPr>
          <p:spPr>
            <a:xfrm>
              <a:off x="2677878" y="7624225"/>
              <a:ext cx="287412" cy="0"/>
            </a:xfrm>
            <a:custGeom>
              <a:avLst/>
              <a:pathLst>
                <a:path w="287412" h="0">
                  <a:moveTo>
                    <a:pt x="0" y="0"/>
                  </a:moveTo>
                  <a:lnTo>
                    <a:pt x="287412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75" name="pl2074"/>
            <p:cNvSpPr/>
            <p:nvPr/>
          </p:nvSpPr>
          <p:spPr>
            <a:xfrm>
              <a:off x="3817680" y="736718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" name="pl2075"/>
            <p:cNvSpPr/>
            <p:nvPr/>
          </p:nvSpPr>
          <p:spPr>
            <a:xfrm>
              <a:off x="3817680" y="736718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" name="pg2076"/>
            <p:cNvSpPr/>
            <p:nvPr/>
          </p:nvSpPr>
          <p:spPr>
            <a:xfrm>
              <a:off x="3673974" y="7367184"/>
              <a:ext cx="287412" cy="0"/>
            </a:xfrm>
            <a:custGeom>
              <a:avLst/>
              <a:pathLst>
                <a:path w="287412" h="0">
                  <a:moveTo>
                    <a:pt x="0" y="0"/>
                  </a:moveTo>
                  <a:lnTo>
                    <a:pt x="287412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78" name="pl2077"/>
            <p:cNvSpPr/>
            <p:nvPr/>
          </p:nvSpPr>
          <p:spPr>
            <a:xfrm>
              <a:off x="3673974" y="7367184"/>
              <a:ext cx="287412" cy="0"/>
            </a:xfrm>
            <a:custGeom>
              <a:avLst/>
              <a:pathLst>
                <a:path w="287412" h="0">
                  <a:moveTo>
                    <a:pt x="0" y="0"/>
                  </a:moveTo>
                  <a:lnTo>
                    <a:pt x="287412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79" name="pg2078"/>
            <p:cNvSpPr/>
            <p:nvPr/>
          </p:nvSpPr>
          <p:spPr>
            <a:xfrm>
              <a:off x="1820965" y="7126356"/>
              <a:ext cx="2026258" cy="1282483"/>
            </a:xfrm>
            <a:custGeom>
              <a:avLst/>
              <a:pathLst>
                <a:path w="2026258" h="1282483">
                  <a:moveTo>
                    <a:pt x="0" y="998314"/>
                  </a:moveTo>
                  <a:lnTo>
                    <a:pt x="445489" y="823986"/>
                  </a:lnTo>
                  <a:lnTo>
                    <a:pt x="1020314" y="557119"/>
                  </a:lnTo>
                  <a:lnTo>
                    <a:pt x="1451433" y="326443"/>
                  </a:lnTo>
                  <a:lnTo>
                    <a:pt x="2026258" y="0"/>
                  </a:lnTo>
                  <a:lnTo>
                    <a:pt x="2026258" y="407623"/>
                  </a:lnTo>
                  <a:lnTo>
                    <a:pt x="1451433" y="612576"/>
                  </a:lnTo>
                  <a:lnTo>
                    <a:pt x="1020314" y="780448"/>
                  </a:lnTo>
                  <a:lnTo>
                    <a:pt x="445489" y="1044979"/>
                  </a:lnTo>
                  <a:lnTo>
                    <a:pt x="0" y="1282483"/>
                  </a:lnTo>
                  <a:close/>
                </a:path>
              </a:pathLst>
            </a:custGeom>
            <a:solidFill>
              <a:srgbClr val="2F7F6F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080" name="pl2079"/>
            <p:cNvSpPr/>
            <p:nvPr/>
          </p:nvSpPr>
          <p:spPr>
            <a:xfrm>
              <a:off x="1820965" y="7126356"/>
              <a:ext cx="2026258" cy="998314"/>
            </a:xfrm>
            <a:custGeom>
              <a:avLst/>
              <a:pathLst>
                <a:path w="2026258" h="998314">
                  <a:moveTo>
                    <a:pt x="0" y="998314"/>
                  </a:moveTo>
                  <a:lnTo>
                    <a:pt x="445489" y="823986"/>
                  </a:lnTo>
                  <a:lnTo>
                    <a:pt x="1020314" y="557119"/>
                  </a:lnTo>
                  <a:lnTo>
                    <a:pt x="1451433" y="326443"/>
                  </a:lnTo>
                  <a:lnTo>
                    <a:pt x="202625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081" name="pl2080"/>
            <p:cNvSpPr/>
            <p:nvPr/>
          </p:nvSpPr>
          <p:spPr>
            <a:xfrm>
              <a:off x="1820965" y="7533980"/>
              <a:ext cx="2026258" cy="874859"/>
            </a:xfrm>
            <a:custGeom>
              <a:avLst/>
              <a:pathLst>
                <a:path w="2026258" h="874859">
                  <a:moveTo>
                    <a:pt x="2026258" y="0"/>
                  </a:moveTo>
                  <a:lnTo>
                    <a:pt x="1451433" y="204953"/>
                  </a:lnTo>
                  <a:lnTo>
                    <a:pt x="1020314" y="372825"/>
                  </a:lnTo>
                  <a:lnTo>
                    <a:pt x="445489" y="637355"/>
                  </a:lnTo>
                  <a:lnTo>
                    <a:pt x="0" y="8748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082" name="pl2081"/>
            <p:cNvSpPr/>
            <p:nvPr/>
          </p:nvSpPr>
          <p:spPr>
            <a:xfrm>
              <a:off x="1820965" y="7330168"/>
              <a:ext cx="2026258" cy="936587"/>
            </a:xfrm>
            <a:custGeom>
              <a:avLst/>
              <a:pathLst>
                <a:path w="2026258" h="936587">
                  <a:moveTo>
                    <a:pt x="0" y="936587"/>
                  </a:moveTo>
                  <a:lnTo>
                    <a:pt x="445489" y="730671"/>
                  </a:lnTo>
                  <a:lnTo>
                    <a:pt x="1020314" y="464972"/>
                  </a:lnTo>
                  <a:lnTo>
                    <a:pt x="1451433" y="265698"/>
                  </a:lnTo>
                  <a:lnTo>
                    <a:pt x="2026258" y="0"/>
                  </a:lnTo>
                </a:path>
              </a:pathLst>
            </a:custGeom>
            <a:ln w="3252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" name="tx2082"/>
            <p:cNvSpPr/>
            <p:nvPr/>
          </p:nvSpPr>
          <p:spPr>
            <a:xfrm>
              <a:off x="1825488" y="7226897"/>
              <a:ext cx="7626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S</a:t>
              </a:r>
            </a:p>
          </p:txBody>
        </p:sp>
        <p:sp>
          <p:nvSpPr>
            <p:cNvPr id="2084" name="tx2083"/>
            <p:cNvSpPr/>
            <p:nvPr/>
          </p:nvSpPr>
          <p:spPr>
            <a:xfrm>
              <a:off x="1914354" y="7226897"/>
              <a:ext cx="2542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l</a:t>
              </a:r>
            </a:p>
          </p:txBody>
        </p:sp>
        <p:sp>
          <p:nvSpPr>
            <p:cNvPr id="2085" name="tx2084"/>
            <p:cNvSpPr/>
            <p:nvPr/>
          </p:nvSpPr>
          <p:spPr>
            <a:xfrm>
              <a:off x="1952078" y="7226897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o</a:t>
              </a:r>
            </a:p>
          </p:txBody>
        </p:sp>
        <p:sp>
          <p:nvSpPr>
            <p:cNvPr id="2086" name="tx2085"/>
            <p:cNvSpPr/>
            <p:nvPr/>
          </p:nvSpPr>
          <p:spPr>
            <a:xfrm>
              <a:off x="2024859" y="7226897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2087" name="tx2086"/>
            <p:cNvSpPr/>
            <p:nvPr/>
          </p:nvSpPr>
          <p:spPr>
            <a:xfrm>
              <a:off x="2097600" y="7226897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e</a:t>
              </a:r>
            </a:p>
          </p:txBody>
        </p:sp>
        <p:sp>
          <p:nvSpPr>
            <p:cNvPr id="2088" name="tx2087"/>
            <p:cNvSpPr/>
            <p:nvPr/>
          </p:nvSpPr>
          <p:spPr>
            <a:xfrm>
              <a:off x="2170313" y="7226897"/>
              <a:ext cx="41614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 = 0.384</a:t>
              </a:r>
            </a:p>
          </p:txBody>
        </p:sp>
        <p:sp>
          <p:nvSpPr>
            <p:cNvPr id="2089" name="tx2088"/>
            <p:cNvSpPr/>
            <p:nvPr/>
          </p:nvSpPr>
          <p:spPr>
            <a:xfrm>
              <a:off x="2586456" y="7226897"/>
              <a:ext cx="6345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, </a:t>
              </a:r>
            </a:p>
          </p:txBody>
        </p:sp>
        <p:sp>
          <p:nvSpPr>
            <p:cNvPr id="2090" name="tx2089"/>
            <p:cNvSpPr/>
            <p:nvPr/>
          </p:nvSpPr>
          <p:spPr>
            <a:xfrm>
              <a:off x="2649916" y="7226897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2091" name="tx2090"/>
            <p:cNvSpPr/>
            <p:nvPr/>
          </p:nvSpPr>
          <p:spPr>
            <a:xfrm>
              <a:off x="2722656" y="7226897"/>
              <a:ext cx="41614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 &lt; 0.001</a:t>
              </a:r>
            </a:p>
          </p:txBody>
        </p:sp>
        <p:sp>
          <p:nvSpPr>
            <p:cNvPr id="2092" name="rc2091"/>
            <p:cNvSpPr/>
            <p:nvPr/>
          </p:nvSpPr>
          <p:spPr>
            <a:xfrm>
              <a:off x="1567801" y="6848257"/>
              <a:ext cx="2507564" cy="236112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2093" name="pl2092"/>
            <p:cNvSpPr/>
            <p:nvPr/>
          </p:nvSpPr>
          <p:spPr>
            <a:xfrm>
              <a:off x="1567801" y="6848257"/>
              <a:ext cx="0" cy="2361120"/>
            </a:xfrm>
            <a:custGeom>
              <a:avLst/>
              <a:pathLst>
                <a:path w="0" h="2361120">
                  <a:moveTo>
                    <a:pt x="0" y="2361120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" name="tx2093"/>
            <p:cNvSpPr/>
            <p:nvPr/>
          </p:nvSpPr>
          <p:spPr>
            <a:xfrm>
              <a:off x="1318774" y="9060504"/>
              <a:ext cx="19778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095" name="tx2094"/>
            <p:cNvSpPr/>
            <p:nvPr/>
          </p:nvSpPr>
          <p:spPr>
            <a:xfrm>
              <a:off x="1318774" y="8628064"/>
              <a:ext cx="19778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2096" name="tx2095"/>
            <p:cNvSpPr/>
            <p:nvPr/>
          </p:nvSpPr>
          <p:spPr>
            <a:xfrm>
              <a:off x="1318774" y="8195625"/>
              <a:ext cx="19778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2097" name="tx2096"/>
            <p:cNvSpPr/>
            <p:nvPr/>
          </p:nvSpPr>
          <p:spPr>
            <a:xfrm>
              <a:off x="1318774" y="7763185"/>
              <a:ext cx="19778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0.75</a:t>
              </a:r>
            </a:p>
          </p:txBody>
        </p:sp>
        <p:sp>
          <p:nvSpPr>
            <p:cNvPr id="2098" name="tx2097"/>
            <p:cNvSpPr/>
            <p:nvPr/>
          </p:nvSpPr>
          <p:spPr>
            <a:xfrm>
              <a:off x="1318774" y="7330745"/>
              <a:ext cx="19778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1.00</a:t>
              </a:r>
            </a:p>
          </p:txBody>
        </p:sp>
        <p:sp>
          <p:nvSpPr>
            <p:cNvPr id="2099" name="pl2098"/>
            <p:cNvSpPr/>
            <p:nvPr/>
          </p:nvSpPr>
          <p:spPr>
            <a:xfrm>
              <a:off x="1539333" y="909694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" name="pl2099"/>
            <p:cNvSpPr/>
            <p:nvPr/>
          </p:nvSpPr>
          <p:spPr>
            <a:xfrm>
              <a:off x="1539333" y="866450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" name="pl2100"/>
            <p:cNvSpPr/>
            <p:nvPr/>
          </p:nvSpPr>
          <p:spPr>
            <a:xfrm>
              <a:off x="1539333" y="823206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" name="pl2101"/>
            <p:cNvSpPr/>
            <p:nvPr/>
          </p:nvSpPr>
          <p:spPr>
            <a:xfrm>
              <a:off x="1539333" y="779962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" name="pl2102"/>
            <p:cNvSpPr/>
            <p:nvPr/>
          </p:nvSpPr>
          <p:spPr>
            <a:xfrm>
              <a:off x="1539333" y="736718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" name="pl2103"/>
            <p:cNvSpPr/>
            <p:nvPr/>
          </p:nvSpPr>
          <p:spPr>
            <a:xfrm>
              <a:off x="1567801" y="9209377"/>
              <a:ext cx="2507564" cy="0"/>
            </a:xfrm>
            <a:custGeom>
              <a:avLst/>
              <a:pathLst>
                <a:path w="2507564" h="0">
                  <a:moveTo>
                    <a:pt x="0" y="0"/>
                  </a:moveTo>
                  <a:lnTo>
                    <a:pt x="2507564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" name="pl2104"/>
            <p:cNvSpPr/>
            <p:nvPr/>
          </p:nvSpPr>
          <p:spPr>
            <a:xfrm>
              <a:off x="1825488" y="920937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" name="pl2105"/>
            <p:cNvSpPr/>
            <p:nvPr/>
          </p:nvSpPr>
          <p:spPr>
            <a:xfrm>
              <a:off x="2821584" y="920937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" name="pl2106"/>
            <p:cNvSpPr/>
            <p:nvPr/>
          </p:nvSpPr>
          <p:spPr>
            <a:xfrm>
              <a:off x="3817680" y="920937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" name="tx2107"/>
            <p:cNvSpPr/>
            <p:nvPr/>
          </p:nvSpPr>
          <p:spPr>
            <a:xfrm>
              <a:off x="1797233" y="926062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109" name="tx2108"/>
            <p:cNvSpPr/>
            <p:nvPr/>
          </p:nvSpPr>
          <p:spPr>
            <a:xfrm>
              <a:off x="2793329" y="926062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2110" name="tx2109"/>
            <p:cNvSpPr/>
            <p:nvPr/>
          </p:nvSpPr>
          <p:spPr>
            <a:xfrm>
              <a:off x="3789425" y="926062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2111" name="tx2110"/>
            <p:cNvSpPr/>
            <p:nvPr/>
          </p:nvSpPr>
          <p:spPr>
            <a:xfrm>
              <a:off x="2560523" y="9418256"/>
              <a:ext cx="52212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2112" name="tx2111"/>
            <p:cNvSpPr/>
            <p:nvPr/>
          </p:nvSpPr>
          <p:spPr>
            <a:xfrm rot="-5400000">
              <a:off x="76805" y="7983234"/>
              <a:ext cx="2223180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Proportion of variance between species</a:t>
              </a:r>
            </a:p>
          </p:txBody>
        </p:sp>
        <p:sp>
          <p:nvSpPr>
            <p:cNvPr id="2113" name="tx2112"/>
            <p:cNvSpPr/>
            <p:nvPr/>
          </p:nvSpPr>
          <p:spPr>
            <a:xfrm>
              <a:off x="1567801" y="6671717"/>
              <a:ext cx="1015989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(e) Aboveground</a:t>
              </a:r>
            </a:p>
          </p:txBody>
        </p:sp>
        <p:sp>
          <p:nvSpPr>
            <p:cNvPr id="2114" name="rc2113"/>
            <p:cNvSpPr/>
            <p:nvPr/>
          </p:nvSpPr>
          <p:spPr>
            <a:xfrm>
              <a:off x="4425614" y="6848257"/>
              <a:ext cx="2507564" cy="236112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15" name="pt2114"/>
            <p:cNvSpPr/>
            <p:nvPr/>
          </p:nvSpPr>
          <p:spPr>
            <a:xfrm>
              <a:off x="4694568" y="785023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16" name="pt2115"/>
            <p:cNvSpPr/>
            <p:nvPr/>
          </p:nvSpPr>
          <p:spPr>
            <a:xfrm>
              <a:off x="4538491" y="755235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17" name="pt2116"/>
            <p:cNvSpPr/>
            <p:nvPr/>
          </p:nvSpPr>
          <p:spPr>
            <a:xfrm>
              <a:off x="4536827" y="753148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18" name="pt2117"/>
            <p:cNvSpPr/>
            <p:nvPr/>
          </p:nvSpPr>
          <p:spPr>
            <a:xfrm>
              <a:off x="4793457" y="906615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19" name="pt2118"/>
            <p:cNvSpPr/>
            <p:nvPr/>
          </p:nvSpPr>
          <p:spPr>
            <a:xfrm>
              <a:off x="4682211" y="747823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0" name="pt2119"/>
            <p:cNvSpPr/>
            <p:nvPr/>
          </p:nvSpPr>
          <p:spPr>
            <a:xfrm>
              <a:off x="4693453" y="737243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1" name="pt2120"/>
            <p:cNvSpPr/>
            <p:nvPr/>
          </p:nvSpPr>
          <p:spPr>
            <a:xfrm>
              <a:off x="4726126" y="744426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2" name="pt2121"/>
            <p:cNvSpPr/>
            <p:nvPr/>
          </p:nvSpPr>
          <p:spPr>
            <a:xfrm>
              <a:off x="4702331" y="760962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3" name="pt2122"/>
            <p:cNvSpPr/>
            <p:nvPr/>
          </p:nvSpPr>
          <p:spPr>
            <a:xfrm>
              <a:off x="4716590" y="825938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4" name="pt2123"/>
            <p:cNvSpPr/>
            <p:nvPr/>
          </p:nvSpPr>
          <p:spPr>
            <a:xfrm>
              <a:off x="4526311" y="745673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5" name="pt2124"/>
            <p:cNvSpPr/>
            <p:nvPr/>
          </p:nvSpPr>
          <p:spPr>
            <a:xfrm>
              <a:off x="4573334" y="758916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6" name="pt2125"/>
            <p:cNvSpPr/>
            <p:nvPr/>
          </p:nvSpPr>
          <p:spPr>
            <a:xfrm>
              <a:off x="4517021" y="778564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7" name="pt2126"/>
            <p:cNvSpPr/>
            <p:nvPr/>
          </p:nvSpPr>
          <p:spPr>
            <a:xfrm>
              <a:off x="4583897" y="883136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8" name="pt2127"/>
            <p:cNvSpPr/>
            <p:nvPr/>
          </p:nvSpPr>
          <p:spPr>
            <a:xfrm>
              <a:off x="4670261" y="808593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9" name="pt2128"/>
            <p:cNvSpPr/>
            <p:nvPr/>
          </p:nvSpPr>
          <p:spPr>
            <a:xfrm>
              <a:off x="4564000" y="833390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0" name="pt2129"/>
            <p:cNvSpPr/>
            <p:nvPr/>
          </p:nvSpPr>
          <p:spPr>
            <a:xfrm>
              <a:off x="4754066" y="824086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1" name="pt2130"/>
            <p:cNvSpPr/>
            <p:nvPr/>
          </p:nvSpPr>
          <p:spPr>
            <a:xfrm>
              <a:off x="4714435" y="772541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2" name="pt2131"/>
            <p:cNvSpPr/>
            <p:nvPr/>
          </p:nvSpPr>
          <p:spPr>
            <a:xfrm>
              <a:off x="4594483" y="781782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3" name="pt2132"/>
            <p:cNvSpPr/>
            <p:nvPr/>
          </p:nvSpPr>
          <p:spPr>
            <a:xfrm>
              <a:off x="4759255" y="740114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4" name="pt2133"/>
            <p:cNvSpPr/>
            <p:nvPr/>
          </p:nvSpPr>
          <p:spPr>
            <a:xfrm>
              <a:off x="4535274" y="804878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5" name="pt2134"/>
            <p:cNvSpPr/>
            <p:nvPr/>
          </p:nvSpPr>
          <p:spPr>
            <a:xfrm>
              <a:off x="4570939" y="823011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6" name="pt2135"/>
            <p:cNvSpPr/>
            <p:nvPr/>
          </p:nvSpPr>
          <p:spPr>
            <a:xfrm>
              <a:off x="4779220" y="906615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7" name="pt2136"/>
            <p:cNvSpPr/>
            <p:nvPr/>
          </p:nvSpPr>
          <p:spPr>
            <a:xfrm>
              <a:off x="4602030" y="840541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8" name="pt2137"/>
            <p:cNvSpPr/>
            <p:nvPr/>
          </p:nvSpPr>
          <p:spPr>
            <a:xfrm>
              <a:off x="4649578" y="73364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9" name="pt2138"/>
            <p:cNvSpPr/>
            <p:nvPr/>
          </p:nvSpPr>
          <p:spPr>
            <a:xfrm>
              <a:off x="4565281" y="81998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0" name="pt2139"/>
            <p:cNvSpPr/>
            <p:nvPr/>
          </p:nvSpPr>
          <p:spPr>
            <a:xfrm>
              <a:off x="4691092" y="73364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1" name="pt2140"/>
            <p:cNvSpPr/>
            <p:nvPr/>
          </p:nvSpPr>
          <p:spPr>
            <a:xfrm>
              <a:off x="4710754" y="906497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2" name="pt2141"/>
            <p:cNvSpPr/>
            <p:nvPr/>
          </p:nvSpPr>
          <p:spPr>
            <a:xfrm>
              <a:off x="4699921" y="81595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3" name="pt2142"/>
            <p:cNvSpPr/>
            <p:nvPr/>
          </p:nvSpPr>
          <p:spPr>
            <a:xfrm>
              <a:off x="4562746" y="747427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4" name="pt2143"/>
            <p:cNvSpPr/>
            <p:nvPr/>
          </p:nvSpPr>
          <p:spPr>
            <a:xfrm>
              <a:off x="4511213" y="879711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5" name="pt2144"/>
            <p:cNvSpPr/>
            <p:nvPr/>
          </p:nvSpPr>
          <p:spPr>
            <a:xfrm>
              <a:off x="4743653" y="792403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6" name="pt2145"/>
            <p:cNvSpPr/>
            <p:nvPr/>
          </p:nvSpPr>
          <p:spPr>
            <a:xfrm>
              <a:off x="4581899" y="848465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7" name="pt2146"/>
            <p:cNvSpPr/>
            <p:nvPr/>
          </p:nvSpPr>
          <p:spPr>
            <a:xfrm>
              <a:off x="4558804" y="789468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8" name="pt2147"/>
            <p:cNvSpPr/>
            <p:nvPr/>
          </p:nvSpPr>
          <p:spPr>
            <a:xfrm>
              <a:off x="4651478" y="794258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9" name="pt2148"/>
            <p:cNvSpPr/>
            <p:nvPr/>
          </p:nvSpPr>
          <p:spPr>
            <a:xfrm>
              <a:off x="4605393" y="784229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50" name="pt2149"/>
            <p:cNvSpPr/>
            <p:nvPr/>
          </p:nvSpPr>
          <p:spPr>
            <a:xfrm>
              <a:off x="4541369" y="759240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51" name="pt2150"/>
            <p:cNvSpPr/>
            <p:nvPr/>
          </p:nvSpPr>
          <p:spPr>
            <a:xfrm>
              <a:off x="4715554" y="832647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52" name="pt2151"/>
            <p:cNvSpPr/>
            <p:nvPr/>
          </p:nvSpPr>
          <p:spPr>
            <a:xfrm>
              <a:off x="4714956" y="906535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53" name="pt2152"/>
            <p:cNvSpPr/>
            <p:nvPr/>
          </p:nvSpPr>
          <p:spPr>
            <a:xfrm>
              <a:off x="4736162" y="849409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54" name="pt2153"/>
            <p:cNvSpPr/>
            <p:nvPr/>
          </p:nvSpPr>
          <p:spPr>
            <a:xfrm>
              <a:off x="4666014" y="870143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55" name="pt2154"/>
            <p:cNvSpPr/>
            <p:nvPr/>
          </p:nvSpPr>
          <p:spPr>
            <a:xfrm>
              <a:off x="4789493" y="905695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56" name="pt2155"/>
            <p:cNvSpPr/>
            <p:nvPr/>
          </p:nvSpPr>
          <p:spPr>
            <a:xfrm>
              <a:off x="4746819" y="898008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57" name="pt2156"/>
            <p:cNvSpPr/>
            <p:nvPr/>
          </p:nvSpPr>
          <p:spPr>
            <a:xfrm>
              <a:off x="4545318" y="811398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58" name="pt2157"/>
            <p:cNvSpPr/>
            <p:nvPr/>
          </p:nvSpPr>
          <p:spPr>
            <a:xfrm>
              <a:off x="4693802" y="866496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59" name="pt2158"/>
            <p:cNvSpPr/>
            <p:nvPr/>
          </p:nvSpPr>
          <p:spPr>
            <a:xfrm>
              <a:off x="4791100" y="821614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60" name="pt2159"/>
            <p:cNvSpPr/>
            <p:nvPr/>
          </p:nvSpPr>
          <p:spPr>
            <a:xfrm>
              <a:off x="4613811" y="760868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61" name="pt2160"/>
            <p:cNvSpPr/>
            <p:nvPr/>
          </p:nvSpPr>
          <p:spPr>
            <a:xfrm>
              <a:off x="4752495" y="906225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62" name="pt2161"/>
            <p:cNvSpPr/>
            <p:nvPr/>
          </p:nvSpPr>
          <p:spPr>
            <a:xfrm>
              <a:off x="4602000" y="905947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63" name="pt2162"/>
            <p:cNvSpPr/>
            <p:nvPr/>
          </p:nvSpPr>
          <p:spPr>
            <a:xfrm>
              <a:off x="4537244" y="864087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64" name="pt2163"/>
            <p:cNvSpPr/>
            <p:nvPr/>
          </p:nvSpPr>
          <p:spPr>
            <a:xfrm>
              <a:off x="4574363" y="906615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65" name="pt2164"/>
            <p:cNvSpPr/>
            <p:nvPr/>
          </p:nvSpPr>
          <p:spPr>
            <a:xfrm>
              <a:off x="4608719" y="90447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66" name="pt2165"/>
            <p:cNvSpPr/>
            <p:nvPr/>
          </p:nvSpPr>
          <p:spPr>
            <a:xfrm>
              <a:off x="4776090" y="745712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67" name="pt2166"/>
            <p:cNvSpPr/>
            <p:nvPr/>
          </p:nvSpPr>
          <p:spPr>
            <a:xfrm>
              <a:off x="4733601" y="896888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68" name="pt2167"/>
            <p:cNvSpPr/>
            <p:nvPr/>
          </p:nvSpPr>
          <p:spPr>
            <a:xfrm>
              <a:off x="4760560" y="737236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69" name="pt2168"/>
            <p:cNvSpPr/>
            <p:nvPr/>
          </p:nvSpPr>
          <p:spPr>
            <a:xfrm>
              <a:off x="4792035" y="865444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70" name="pt2169"/>
            <p:cNvSpPr/>
            <p:nvPr/>
          </p:nvSpPr>
          <p:spPr>
            <a:xfrm>
              <a:off x="4601814" y="906615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71" name="pt2170"/>
            <p:cNvSpPr/>
            <p:nvPr/>
          </p:nvSpPr>
          <p:spPr>
            <a:xfrm>
              <a:off x="4705378" y="823301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72" name="pt2171"/>
            <p:cNvSpPr/>
            <p:nvPr/>
          </p:nvSpPr>
          <p:spPr>
            <a:xfrm>
              <a:off x="4576798" y="864883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73" name="pt2172"/>
            <p:cNvSpPr/>
            <p:nvPr/>
          </p:nvSpPr>
          <p:spPr>
            <a:xfrm>
              <a:off x="4701884" y="906615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74" name="pt2173"/>
            <p:cNvSpPr/>
            <p:nvPr/>
          </p:nvSpPr>
          <p:spPr>
            <a:xfrm>
              <a:off x="4551168" y="792916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75" name="pt2174"/>
            <p:cNvSpPr/>
            <p:nvPr/>
          </p:nvSpPr>
          <p:spPr>
            <a:xfrm>
              <a:off x="4750162" y="749352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76" name="pt2175"/>
            <p:cNvSpPr/>
            <p:nvPr/>
          </p:nvSpPr>
          <p:spPr>
            <a:xfrm>
              <a:off x="4642370" y="789134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77" name="pt2176"/>
            <p:cNvSpPr/>
            <p:nvPr/>
          </p:nvSpPr>
          <p:spPr>
            <a:xfrm>
              <a:off x="4637995" y="900071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78" name="pt2177"/>
            <p:cNvSpPr/>
            <p:nvPr/>
          </p:nvSpPr>
          <p:spPr>
            <a:xfrm>
              <a:off x="4595357" y="897685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79" name="pt2178"/>
            <p:cNvSpPr/>
            <p:nvPr/>
          </p:nvSpPr>
          <p:spPr>
            <a:xfrm>
              <a:off x="4564882" y="785767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80" name="pt2179"/>
            <p:cNvSpPr/>
            <p:nvPr/>
          </p:nvSpPr>
          <p:spPr>
            <a:xfrm>
              <a:off x="4546827" y="877768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81" name="pt2180"/>
            <p:cNvSpPr/>
            <p:nvPr/>
          </p:nvSpPr>
          <p:spPr>
            <a:xfrm>
              <a:off x="4583960" y="851823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82" name="pt2181"/>
            <p:cNvSpPr/>
            <p:nvPr/>
          </p:nvSpPr>
          <p:spPr>
            <a:xfrm>
              <a:off x="4699389" y="827462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83" name="pt2182"/>
            <p:cNvSpPr/>
            <p:nvPr/>
          </p:nvSpPr>
          <p:spPr>
            <a:xfrm>
              <a:off x="4695798" y="878496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84" name="pt2183"/>
            <p:cNvSpPr/>
            <p:nvPr/>
          </p:nvSpPr>
          <p:spPr>
            <a:xfrm>
              <a:off x="4723933" y="808546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85" name="pt2184"/>
            <p:cNvSpPr/>
            <p:nvPr/>
          </p:nvSpPr>
          <p:spPr>
            <a:xfrm>
              <a:off x="4670754" y="887499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86" name="pt2185"/>
            <p:cNvSpPr/>
            <p:nvPr/>
          </p:nvSpPr>
          <p:spPr>
            <a:xfrm>
              <a:off x="4753800" y="844860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87" name="pt2186"/>
            <p:cNvSpPr/>
            <p:nvPr/>
          </p:nvSpPr>
          <p:spPr>
            <a:xfrm>
              <a:off x="4553331" y="90027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88" name="pt2187"/>
            <p:cNvSpPr/>
            <p:nvPr/>
          </p:nvSpPr>
          <p:spPr>
            <a:xfrm>
              <a:off x="4590806" y="812970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89" name="pt2188"/>
            <p:cNvSpPr/>
            <p:nvPr/>
          </p:nvSpPr>
          <p:spPr>
            <a:xfrm>
              <a:off x="4714884" y="824871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90" name="pt2189"/>
            <p:cNvSpPr/>
            <p:nvPr/>
          </p:nvSpPr>
          <p:spPr>
            <a:xfrm>
              <a:off x="4742998" y="843852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91" name="pt2190"/>
            <p:cNvSpPr/>
            <p:nvPr/>
          </p:nvSpPr>
          <p:spPr>
            <a:xfrm>
              <a:off x="4728261" y="82716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92" name="pt2191"/>
            <p:cNvSpPr/>
            <p:nvPr/>
          </p:nvSpPr>
          <p:spPr>
            <a:xfrm>
              <a:off x="4684637" y="787144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93" name="pt2192"/>
            <p:cNvSpPr/>
            <p:nvPr/>
          </p:nvSpPr>
          <p:spPr>
            <a:xfrm>
              <a:off x="4714674" y="875147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94" name="pt2193"/>
            <p:cNvSpPr/>
            <p:nvPr/>
          </p:nvSpPr>
          <p:spPr>
            <a:xfrm>
              <a:off x="4622753" y="757428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95" name="pt2194"/>
            <p:cNvSpPr/>
            <p:nvPr/>
          </p:nvSpPr>
          <p:spPr>
            <a:xfrm>
              <a:off x="4593049" y="825043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96" name="pt2195"/>
            <p:cNvSpPr/>
            <p:nvPr/>
          </p:nvSpPr>
          <p:spPr>
            <a:xfrm>
              <a:off x="4680358" y="82457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97" name="pt2196"/>
            <p:cNvSpPr/>
            <p:nvPr/>
          </p:nvSpPr>
          <p:spPr>
            <a:xfrm>
              <a:off x="4759860" y="831748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98" name="pt2197"/>
            <p:cNvSpPr/>
            <p:nvPr/>
          </p:nvSpPr>
          <p:spPr>
            <a:xfrm>
              <a:off x="4629144" y="851715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99" name="pt2198"/>
            <p:cNvSpPr/>
            <p:nvPr/>
          </p:nvSpPr>
          <p:spPr>
            <a:xfrm>
              <a:off x="4577533" y="859534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00" name="pt2199"/>
            <p:cNvSpPr/>
            <p:nvPr/>
          </p:nvSpPr>
          <p:spPr>
            <a:xfrm>
              <a:off x="4632045" y="840533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01" name="pt2200"/>
            <p:cNvSpPr/>
            <p:nvPr/>
          </p:nvSpPr>
          <p:spPr>
            <a:xfrm>
              <a:off x="4794631" y="749416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02" name="pt2201"/>
            <p:cNvSpPr/>
            <p:nvPr/>
          </p:nvSpPr>
          <p:spPr>
            <a:xfrm>
              <a:off x="4693501" y="75620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03" name="pt2202"/>
            <p:cNvSpPr/>
            <p:nvPr/>
          </p:nvSpPr>
          <p:spPr>
            <a:xfrm>
              <a:off x="4593527" y="840267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04" name="pt2203"/>
            <p:cNvSpPr/>
            <p:nvPr/>
          </p:nvSpPr>
          <p:spPr>
            <a:xfrm>
              <a:off x="4713292" y="73364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05" name="pt2204"/>
            <p:cNvSpPr/>
            <p:nvPr/>
          </p:nvSpPr>
          <p:spPr>
            <a:xfrm>
              <a:off x="4692976" y="836558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06" name="pt2205"/>
            <p:cNvSpPr/>
            <p:nvPr/>
          </p:nvSpPr>
          <p:spPr>
            <a:xfrm>
              <a:off x="4514288" y="872537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07" name="pt2206"/>
            <p:cNvSpPr/>
            <p:nvPr/>
          </p:nvSpPr>
          <p:spPr>
            <a:xfrm>
              <a:off x="5638491" y="906148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08" name="pt2207"/>
            <p:cNvSpPr/>
            <p:nvPr/>
          </p:nvSpPr>
          <p:spPr>
            <a:xfrm>
              <a:off x="5780658" y="74534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09" name="pt2208"/>
            <p:cNvSpPr/>
            <p:nvPr/>
          </p:nvSpPr>
          <p:spPr>
            <a:xfrm>
              <a:off x="5708233" y="797935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10" name="pt2209"/>
            <p:cNvSpPr/>
            <p:nvPr/>
          </p:nvSpPr>
          <p:spPr>
            <a:xfrm>
              <a:off x="5568706" y="751845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11" name="pt2210"/>
            <p:cNvSpPr/>
            <p:nvPr/>
          </p:nvSpPr>
          <p:spPr>
            <a:xfrm>
              <a:off x="5754988" y="779185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12" name="pt2211"/>
            <p:cNvSpPr/>
            <p:nvPr/>
          </p:nvSpPr>
          <p:spPr>
            <a:xfrm>
              <a:off x="5706134" y="828282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13" name="pt2212"/>
            <p:cNvSpPr/>
            <p:nvPr/>
          </p:nvSpPr>
          <p:spPr>
            <a:xfrm>
              <a:off x="5731926" y="738688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14" name="pt2213"/>
            <p:cNvSpPr/>
            <p:nvPr/>
          </p:nvSpPr>
          <p:spPr>
            <a:xfrm>
              <a:off x="5596278" y="747213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15" name="pt2214"/>
            <p:cNvSpPr/>
            <p:nvPr/>
          </p:nvSpPr>
          <p:spPr>
            <a:xfrm>
              <a:off x="5714294" y="758798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16" name="pt2215"/>
            <p:cNvSpPr/>
            <p:nvPr/>
          </p:nvSpPr>
          <p:spPr>
            <a:xfrm>
              <a:off x="5597386" y="770751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17" name="pt2216"/>
            <p:cNvSpPr/>
            <p:nvPr/>
          </p:nvSpPr>
          <p:spPr>
            <a:xfrm>
              <a:off x="5722685" y="735504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18" name="pt2217"/>
            <p:cNvSpPr/>
            <p:nvPr/>
          </p:nvSpPr>
          <p:spPr>
            <a:xfrm>
              <a:off x="5548395" y="736532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19" name="pt2218"/>
            <p:cNvSpPr/>
            <p:nvPr/>
          </p:nvSpPr>
          <p:spPr>
            <a:xfrm>
              <a:off x="5714156" y="740505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20" name="pt2219"/>
            <p:cNvSpPr/>
            <p:nvPr/>
          </p:nvSpPr>
          <p:spPr>
            <a:xfrm>
              <a:off x="5512702" y="738253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21" name="pt2220"/>
            <p:cNvSpPr/>
            <p:nvPr/>
          </p:nvSpPr>
          <p:spPr>
            <a:xfrm>
              <a:off x="5688360" y="754911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22" name="pt2221"/>
            <p:cNvSpPr/>
            <p:nvPr/>
          </p:nvSpPr>
          <p:spPr>
            <a:xfrm>
              <a:off x="5719718" y="738016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23" name="pt2222"/>
            <p:cNvSpPr/>
            <p:nvPr/>
          </p:nvSpPr>
          <p:spPr>
            <a:xfrm>
              <a:off x="5555073" y="840174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24" name="pt2223"/>
            <p:cNvSpPr/>
            <p:nvPr/>
          </p:nvSpPr>
          <p:spPr>
            <a:xfrm>
              <a:off x="5545063" y="733640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25" name="pt2224"/>
            <p:cNvSpPr/>
            <p:nvPr/>
          </p:nvSpPr>
          <p:spPr>
            <a:xfrm>
              <a:off x="5651016" y="743704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26" name="pt2225"/>
            <p:cNvSpPr/>
            <p:nvPr/>
          </p:nvSpPr>
          <p:spPr>
            <a:xfrm>
              <a:off x="5745185" y="901606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27" name="pt2226"/>
            <p:cNvSpPr/>
            <p:nvPr/>
          </p:nvSpPr>
          <p:spPr>
            <a:xfrm>
              <a:off x="5699825" y="86602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28" name="pt2227"/>
            <p:cNvSpPr/>
            <p:nvPr/>
          </p:nvSpPr>
          <p:spPr>
            <a:xfrm>
              <a:off x="5525714" y="797718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29" name="pt2228"/>
            <p:cNvSpPr/>
            <p:nvPr/>
          </p:nvSpPr>
          <p:spPr>
            <a:xfrm>
              <a:off x="5685265" y="7641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30" name="pt2229"/>
            <p:cNvSpPr/>
            <p:nvPr/>
          </p:nvSpPr>
          <p:spPr>
            <a:xfrm>
              <a:off x="5607426" y="766519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31" name="pt2230"/>
            <p:cNvSpPr/>
            <p:nvPr/>
          </p:nvSpPr>
          <p:spPr>
            <a:xfrm>
              <a:off x="5691310" y="906616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32" name="pt2231"/>
            <p:cNvSpPr/>
            <p:nvPr/>
          </p:nvSpPr>
          <p:spPr>
            <a:xfrm>
              <a:off x="5520210" y="734672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33" name="pt2232"/>
            <p:cNvSpPr/>
            <p:nvPr/>
          </p:nvSpPr>
          <p:spPr>
            <a:xfrm>
              <a:off x="5792166" y="740565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34" name="pt2233"/>
            <p:cNvSpPr/>
            <p:nvPr/>
          </p:nvSpPr>
          <p:spPr>
            <a:xfrm>
              <a:off x="5714928" y="821445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35" name="pt2234"/>
            <p:cNvSpPr/>
            <p:nvPr/>
          </p:nvSpPr>
          <p:spPr>
            <a:xfrm>
              <a:off x="5754847" y="74277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36" name="pt2235"/>
            <p:cNvSpPr/>
            <p:nvPr/>
          </p:nvSpPr>
          <p:spPr>
            <a:xfrm>
              <a:off x="5687804" y="742242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37" name="pt2236"/>
            <p:cNvSpPr/>
            <p:nvPr/>
          </p:nvSpPr>
          <p:spPr>
            <a:xfrm>
              <a:off x="5560253" y="73364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38" name="pt2237"/>
            <p:cNvSpPr/>
            <p:nvPr/>
          </p:nvSpPr>
          <p:spPr>
            <a:xfrm>
              <a:off x="5792113" y="751006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39" name="pt2238"/>
            <p:cNvSpPr/>
            <p:nvPr/>
          </p:nvSpPr>
          <p:spPr>
            <a:xfrm>
              <a:off x="5526954" y="73646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40" name="pt2239"/>
            <p:cNvSpPr/>
            <p:nvPr/>
          </p:nvSpPr>
          <p:spPr>
            <a:xfrm>
              <a:off x="5654476" y="733649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41" name="pt2240"/>
            <p:cNvSpPr/>
            <p:nvPr/>
          </p:nvSpPr>
          <p:spPr>
            <a:xfrm>
              <a:off x="5556137" y="779749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42" name="pt2241"/>
            <p:cNvSpPr/>
            <p:nvPr/>
          </p:nvSpPr>
          <p:spPr>
            <a:xfrm>
              <a:off x="5751175" y="734682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43" name="pt2242"/>
            <p:cNvSpPr/>
            <p:nvPr/>
          </p:nvSpPr>
          <p:spPr>
            <a:xfrm>
              <a:off x="5786067" y="756410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44" name="pt2243"/>
            <p:cNvSpPr/>
            <p:nvPr/>
          </p:nvSpPr>
          <p:spPr>
            <a:xfrm>
              <a:off x="5565284" y="748914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45" name="pt2244"/>
            <p:cNvSpPr/>
            <p:nvPr/>
          </p:nvSpPr>
          <p:spPr>
            <a:xfrm>
              <a:off x="5512066" y="760599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46" name="pt2245"/>
            <p:cNvSpPr/>
            <p:nvPr/>
          </p:nvSpPr>
          <p:spPr>
            <a:xfrm>
              <a:off x="5747125" y="73364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47" name="pt2246"/>
            <p:cNvSpPr/>
            <p:nvPr/>
          </p:nvSpPr>
          <p:spPr>
            <a:xfrm>
              <a:off x="5526003" y="7445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48" name="pt2247"/>
            <p:cNvSpPr/>
            <p:nvPr/>
          </p:nvSpPr>
          <p:spPr>
            <a:xfrm>
              <a:off x="5577202" y="736713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49" name="pt2248"/>
            <p:cNvSpPr/>
            <p:nvPr/>
          </p:nvSpPr>
          <p:spPr>
            <a:xfrm>
              <a:off x="5787833" y="752568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50" name="pt2249"/>
            <p:cNvSpPr/>
            <p:nvPr/>
          </p:nvSpPr>
          <p:spPr>
            <a:xfrm>
              <a:off x="5591458" y="781348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51" name="pt2250"/>
            <p:cNvSpPr/>
            <p:nvPr/>
          </p:nvSpPr>
          <p:spPr>
            <a:xfrm>
              <a:off x="5769649" y="822438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52" name="pt2251"/>
            <p:cNvSpPr/>
            <p:nvPr/>
          </p:nvSpPr>
          <p:spPr>
            <a:xfrm>
              <a:off x="5691124" y="772035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53" name="pt2252"/>
            <p:cNvSpPr/>
            <p:nvPr/>
          </p:nvSpPr>
          <p:spPr>
            <a:xfrm>
              <a:off x="5579562" y="772163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54" name="pt2253"/>
            <p:cNvSpPr/>
            <p:nvPr/>
          </p:nvSpPr>
          <p:spPr>
            <a:xfrm>
              <a:off x="5729889" y="792593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55" name="pt2254"/>
            <p:cNvSpPr/>
            <p:nvPr/>
          </p:nvSpPr>
          <p:spPr>
            <a:xfrm>
              <a:off x="5791566" y="739551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56" name="pt2255"/>
            <p:cNvSpPr/>
            <p:nvPr/>
          </p:nvSpPr>
          <p:spPr>
            <a:xfrm>
              <a:off x="5597966" y="736623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57" name="pt2256"/>
            <p:cNvSpPr/>
            <p:nvPr/>
          </p:nvSpPr>
          <p:spPr>
            <a:xfrm>
              <a:off x="5627478" y="738603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58" name="pt2257"/>
            <p:cNvSpPr/>
            <p:nvPr/>
          </p:nvSpPr>
          <p:spPr>
            <a:xfrm>
              <a:off x="5511448" y="802720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59" name="pt2258"/>
            <p:cNvSpPr/>
            <p:nvPr/>
          </p:nvSpPr>
          <p:spPr>
            <a:xfrm>
              <a:off x="5594763" y="753618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60" name="pt2259"/>
            <p:cNvSpPr/>
            <p:nvPr/>
          </p:nvSpPr>
          <p:spPr>
            <a:xfrm>
              <a:off x="5556572" y="76199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61" name="pt2260"/>
            <p:cNvSpPr/>
            <p:nvPr/>
          </p:nvSpPr>
          <p:spPr>
            <a:xfrm>
              <a:off x="5780687" y="74492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62" name="pt2261"/>
            <p:cNvSpPr/>
            <p:nvPr/>
          </p:nvSpPr>
          <p:spPr>
            <a:xfrm>
              <a:off x="5697296" y="756228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63" name="pt2262"/>
            <p:cNvSpPr/>
            <p:nvPr/>
          </p:nvSpPr>
          <p:spPr>
            <a:xfrm>
              <a:off x="5505662" y="74920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64" name="pt2263"/>
            <p:cNvSpPr/>
            <p:nvPr/>
          </p:nvSpPr>
          <p:spPr>
            <a:xfrm>
              <a:off x="5740715" y="747482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65" name="pt2264"/>
            <p:cNvSpPr/>
            <p:nvPr/>
          </p:nvSpPr>
          <p:spPr>
            <a:xfrm>
              <a:off x="5514210" y="786372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66" name="pt2265"/>
            <p:cNvSpPr/>
            <p:nvPr/>
          </p:nvSpPr>
          <p:spPr>
            <a:xfrm>
              <a:off x="5790727" y="806977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67" name="pt2266"/>
            <p:cNvSpPr/>
            <p:nvPr/>
          </p:nvSpPr>
          <p:spPr>
            <a:xfrm>
              <a:off x="5514082" y="795122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68" name="pt2267"/>
            <p:cNvSpPr/>
            <p:nvPr/>
          </p:nvSpPr>
          <p:spPr>
            <a:xfrm>
              <a:off x="5558225" y="785108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69" name="pt2268"/>
            <p:cNvSpPr/>
            <p:nvPr/>
          </p:nvSpPr>
          <p:spPr>
            <a:xfrm>
              <a:off x="5726134" y="857145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70" name="pt2269"/>
            <p:cNvSpPr/>
            <p:nvPr/>
          </p:nvSpPr>
          <p:spPr>
            <a:xfrm>
              <a:off x="5597952" y="758852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71" name="pt2270"/>
            <p:cNvSpPr/>
            <p:nvPr/>
          </p:nvSpPr>
          <p:spPr>
            <a:xfrm>
              <a:off x="5535129" y="737875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72" name="pt2271"/>
            <p:cNvSpPr/>
            <p:nvPr/>
          </p:nvSpPr>
          <p:spPr>
            <a:xfrm>
              <a:off x="5721406" y="852404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73" name="pt2272"/>
            <p:cNvSpPr/>
            <p:nvPr/>
          </p:nvSpPr>
          <p:spPr>
            <a:xfrm>
              <a:off x="5535397" y="75620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74" name="pt2273"/>
            <p:cNvSpPr/>
            <p:nvPr/>
          </p:nvSpPr>
          <p:spPr>
            <a:xfrm>
              <a:off x="5759738" y="736008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75" name="pt2274"/>
            <p:cNvSpPr/>
            <p:nvPr/>
          </p:nvSpPr>
          <p:spPr>
            <a:xfrm>
              <a:off x="5654052" y="762947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76" name="pt2275"/>
            <p:cNvSpPr/>
            <p:nvPr/>
          </p:nvSpPr>
          <p:spPr>
            <a:xfrm>
              <a:off x="5699201" y="795177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77" name="pt2276"/>
            <p:cNvSpPr/>
            <p:nvPr/>
          </p:nvSpPr>
          <p:spPr>
            <a:xfrm>
              <a:off x="5554894" y="734280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78" name="pt2277"/>
            <p:cNvSpPr/>
            <p:nvPr/>
          </p:nvSpPr>
          <p:spPr>
            <a:xfrm>
              <a:off x="5714774" y="856306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79" name="pt2278"/>
            <p:cNvSpPr/>
            <p:nvPr/>
          </p:nvSpPr>
          <p:spPr>
            <a:xfrm>
              <a:off x="5555861" y="83469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80" name="pt2279"/>
            <p:cNvSpPr/>
            <p:nvPr/>
          </p:nvSpPr>
          <p:spPr>
            <a:xfrm>
              <a:off x="5657507" y="77587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81" name="pt2280"/>
            <p:cNvSpPr/>
            <p:nvPr/>
          </p:nvSpPr>
          <p:spPr>
            <a:xfrm>
              <a:off x="5638933" y="781644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82" name="pt2281"/>
            <p:cNvSpPr/>
            <p:nvPr/>
          </p:nvSpPr>
          <p:spPr>
            <a:xfrm>
              <a:off x="5576766" y="733937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83" name="pt2282"/>
            <p:cNvSpPr/>
            <p:nvPr/>
          </p:nvSpPr>
          <p:spPr>
            <a:xfrm>
              <a:off x="5760417" y="776978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84" name="pt2283"/>
            <p:cNvSpPr/>
            <p:nvPr/>
          </p:nvSpPr>
          <p:spPr>
            <a:xfrm>
              <a:off x="5547427" y="77403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85" name="pt2284"/>
            <p:cNvSpPr/>
            <p:nvPr/>
          </p:nvSpPr>
          <p:spPr>
            <a:xfrm>
              <a:off x="5539747" y="869941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86" name="pt2285"/>
            <p:cNvSpPr/>
            <p:nvPr/>
          </p:nvSpPr>
          <p:spPr>
            <a:xfrm>
              <a:off x="5714385" y="740970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87" name="pt2286"/>
            <p:cNvSpPr/>
            <p:nvPr/>
          </p:nvSpPr>
          <p:spPr>
            <a:xfrm>
              <a:off x="5755889" y="745514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88" name="pt2287"/>
            <p:cNvSpPr/>
            <p:nvPr/>
          </p:nvSpPr>
          <p:spPr>
            <a:xfrm>
              <a:off x="5781170" y="801357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89" name="pt2288"/>
            <p:cNvSpPr/>
            <p:nvPr/>
          </p:nvSpPr>
          <p:spPr>
            <a:xfrm>
              <a:off x="5729285" y="877245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90" name="pt2289"/>
            <p:cNvSpPr/>
            <p:nvPr/>
          </p:nvSpPr>
          <p:spPr>
            <a:xfrm>
              <a:off x="5767042" y="760835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91" name="pt2290"/>
            <p:cNvSpPr/>
            <p:nvPr/>
          </p:nvSpPr>
          <p:spPr>
            <a:xfrm>
              <a:off x="5624144" y="742902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92" name="pt2291"/>
            <p:cNvSpPr/>
            <p:nvPr/>
          </p:nvSpPr>
          <p:spPr>
            <a:xfrm>
              <a:off x="5765906" y="766458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93" name="pt2292"/>
            <p:cNvSpPr/>
            <p:nvPr/>
          </p:nvSpPr>
          <p:spPr>
            <a:xfrm>
              <a:off x="5523962" y="898992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94" name="pt2293"/>
            <p:cNvSpPr/>
            <p:nvPr/>
          </p:nvSpPr>
          <p:spPr>
            <a:xfrm>
              <a:off x="5750661" y="847923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95" name="pt2294"/>
            <p:cNvSpPr/>
            <p:nvPr/>
          </p:nvSpPr>
          <p:spPr>
            <a:xfrm>
              <a:off x="5706910" y="762640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96" name="pt2295"/>
            <p:cNvSpPr/>
            <p:nvPr/>
          </p:nvSpPr>
          <p:spPr>
            <a:xfrm>
              <a:off x="5697885" y="733640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97" name="pt2296"/>
            <p:cNvSpPr/>
            <p:nvPr/>
          </p:nvSpPr>
          <p:spPr>
            <a:xfrm>
              <a:off x="5620798" y="735217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98" name="pt2297"/>
            <p:cNvSpPr/>
            <p:nvPr/>
          </p:nvSpPr>
          <p:spPr>
            <a:xfrm>
              <a:off x="5585783" y="76137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99" name="pt2298"/>
            <p:cNvSpPr/>
            <p:nvPr/>
          </p:nvSpPr>
          <p:spPr>
            <a:xfrm>
              <a:off x="5633855" y="795035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00" name="pt2299"/>
            <p:cNvSpPr/>
            <p:nvPr/>
          </p:nvSpPr>
          <p:spPr>
            <a:xfrm>
              <a:off x="5522890" y="784993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01" name="pt2300"/>
            <p:cNvSpPr/>
            <p:nvPr/>
          </p:nvSpPr>
          <p:spPr>
            <a:xfrm>
              <a:off x="5695258" y="779417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02" name="pt2301"/>
            <p:cNvSpPr/>
            <p:nvPr/>
          </p:nvSpPr>
          <p:spPr>
            <a:xfrm>
              <a:off x="5534632" y="733761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03" name="pt2302"/>
            <p:cNvSpPr/>
            <p:nvPr/>
          </p:nvSpPr>
          <p:spPr>
            <a:xfrm>
              <a:off x="5516212" y="735402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04" name="pt2303"/>
            <p:cNvSpPr/>
            <p:nvPr/>
          </p:nvSpPr>
          <p:spPr>
            <a:xfrm>
              <a:off x="5547050" y="736087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05" name="pt2304"/>
            <p:cNvSpPr/>
            <p:nvPr/>
          </p:nvSpPr>
          <p:spPr>
            <a:xfrm>
              <a:off x="5654629" y="767971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06" name="pt2305"/>
            <p:cNvSpPr/>
            <p:nvPr/>
          </p:nvSpPr>
          <p:spPr>
            <a:xfrm>
              <a:off x="5679511" y="906615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07" name="pt2306"/>
            <p:cNvSpPr/>
            <p:nvPr/>
          </p:nvSpPr>
          <p:spPr>
            <a:xfrm>
              <a:off x="5735715" y="733650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08" name="pt2307"/>
            <p:cNvSpPr/>
            <p:nvPr/>
          </p:nvSpPr>
          <p:spPr>
            <a:xfrm>
              <a:off x="5522592" y="844857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09" name="pt2308"/>
            <p:cNvSpPr/>
            <p:nvPr/>
          </p:nvSpPr>
          <p:spPr>
            <a:xfrm>
              <a:off x="5547816" y="759908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10" name="pt2309"/>
            <p:cNvSpPr/>
            <p:nvPr/>
          </p:nvSpPr>
          <p:spPr>
            <a:xfrm>
              <a:off x="5608797" y="737326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11" name="pt2310"/>
            <p:cNvSpPr/>
            <p:nvPr/>
          </p:nvSpPr>
          <p:spPr>
            <a:xfrm>
              <a:off x="5580768" y="73991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12" name="pt2311"/>
            <p:cNvSpPr/>
            <p:nvPr/>
          </p:nvSpPr>
          <p:spPr>
            <a:xfrm>
              <a:off x="5703219" y="765495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13" name="pt2312"/>
            <p:cNvSpPr/>
            <p:nvPr/>
          </p:nvSpPr>
          <p:spPr>
            <a:xfrm>
              <a:off x="5526982" y="753950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14" name="pt2313"/>
            <p:cNvSpPr/>
            <p:nvPr/>
          </p:nvSpPr>
          <p:spPr>
            <a:xfrm>
              <a:off x="5631150" y="775137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15" name="pt2314"/>
            <p:cNvSpPr/>
            <p:nvPr/>
          </p:nvSpPr>
          <p:spPr>
            <a:xfrm>
              <a:off x="5518760" y="760326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16" name="pt2315"/>
            <p:cNvSpPr/>
            <p:nvPr/>
          </p:nvSpPr>
          <p:spPr>
            <a:xfrm>
              <a:off x="5661810" y="733648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17" name="pt2316"/>
            <p:cNvSpPr/>
            <p:nvPr/>
          </p:nvSpPr>
          <p:spPr>
            <a:xfrm>
              <a:off x="5546393" y="806464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18" name="pt2317"/>
            <p:cNvSpPr/>
            <p:nvPr/>
          </p:nvSpPr>
          <p:spPr>
            <a:xfrm>
              <a:off x="6687013" y="73364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19" name="pt2318"/>
            <p:cNvSpPr/>
            <p:nvPr/>
          </p:nvSpPr>
          <p:spPr>
            <a:xfrm>
              <a:off x="6760425" y="73364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20" name="pt2319"/>
            <p:cNvSpPr/>
            <p:nvPr/>
          </p:nvSpPr>
          <p:spPr>
            <a:xfrm>
              <a:off x="6511201" y="73364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21" name="pt2320"/>
            <p:cNvSpPr/>
            <p:nvPr/>
          </p:nvSpPr>
          <p:spPr>
            <a:xfrm>
              <a:off x="6785702" y="733640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22" name="pt2321"/>
            <p:cNvSpPr/>
            <p:nvPr/>
          </p:nvSpPr>
          <p:spPr>
            <a:xfrm>
              <a:off x="6654106" y="73364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23" name="pt2322"/>
            <p:cNvSpPr/>
            <p:nvPr/>
          </p:nvSpPr>
          <p:spPr>
            <a:xfrm>
              <a:off x="6709278" y="73364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24" name="pt2323"/>
            <p:cNvSpPr/>
            <p:nvPr/>
          </p:nvSpPr>
          <p:spPr>
            <a:xfrm>
              <a:off x="6506403" y="73364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25" name="pt2324"/>
            <p:cNvSpPr/>
            <p:nvPr/>
          </p:nvSpPr>
          <p:spPr>
            <a:xfrm>
              <a:off x="6549978" y="73364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26" name="pt2325"/>
            <p:cNvSpPr/>
            <p:nvPr/>
          </p:nvSpPr>
          <p:spPr>
            <a:xfrm>
              <a:off x="6540966" y="733640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27" name="pt2326"/>
            <p:cNvSpPr/>
            <p:nvPr/>
          </p:nvSpPr>
          <p:spPr>
            <a:xfrm>
              <a:off x="6546242" y="73364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28" name="pt2327"/>
            <p:cNvSpPr/>
            <p:nvPr/>
          </p:nvSpPr>
          <p:spPr>
            <a:xfrm>
              <a:off x="6626252" y="73364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29" name="pt2328"/>
            <p:cNvSpPr/>
            <p:nvPr/>
          </p:nvSpPr>
          <p:spPr>
            <a:xfrm>
              <a:off x="6528034" y="73364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30" name="pt2329"/>
            <p:cNvSpPr/>
            <p:nvPr/>
          </p:nvSpPr>
          <p:spPr>
            <a:xfrm>
              <a:off x="6530764" y="733640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31" name="pt2330"/>
            <p:cNvSpPr/>
            <p:nvPr/>
          </p:nvSpPr>
          <p:spPr>
            <a:xfrm>
              <a:off x="6785851" y="73364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32" name="pt2331"/>
            <p:cNvSpPr/>
            <p:nvPr/>
          </p:nvSpPr>
          <p:spPr>
            <a:xfrm>
              <a:off x="6665101" y="73364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33" name="pt2332"/>
            <p:cNvSpPr/>
            <p:nvPr/>
          </p:nvSpPr>
          <p:spPr>
            <a:xfrm>
              <a:off x="6692677" y="733640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34" name="pt2333"/>
            <p:cNvSpPr/>
            <p:nvPr/>
          </p:nvSpPr>
          <p:spPr>
            <a:xfrm>
              <a:off x="6687089" y="73364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35" name="pt2334"/>
            <p:cNvSpPr/>
            <p:nvPr/>
          </p:nvSpPr>
          <p:spPr>
            <a:xfrm>
              <a:off x="6638724" y="73364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36" name="pt2335"/>
            <p:cNvSpPr/>
            <p:nvPr/>
          </p:nvSpPr>
          <p:spPr>
            <a:xfrm>
              <a:off x="6644736" y="73364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37" name="pt2336"/>
            <p:cNvSpPr/>
            <p:nvPr/>
          </p:nvSpPr>
          <p:spPr>
            <a:xfrm>
              <a:off x="6652177" y="73364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38" name="pt2337"/>
            <p:cNvSpPr/>
            <p:nvPr/>
          </p:nvSpPr>
          <p:spPr>
            <a:xfrm>
              <a:off x="6636873" y="733640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39" name="pt2338"/>
            <p:cNvSpPr/>
            <p:nvPr/>
          </p:nvSpPr>
          <p:spPr>
            <a:xfrm>
              <a:off x="6699452" y="73364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40" name="pt2339"/>
            <p:cNvSpPr/>
            <p:nvPr/>
          </p:nvSpPr>
          <p:spPr>
            <a:xfrm>
              <a:off x="6519191" y="73364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41" name="pt2340"/>
            <p:cNvSpPr/>
            <p:nvPr/>
          </p:nvSpPr>
          <p:spPr>
            <a:xfrm>
              <a:off x="6605645" y="73364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42" name="pt2341"/>
            <p:cNvSpPr/>
            <p:nvPr/>
          </p:nvSpPr>
          <p:spPr>
            <a:xfrm>
              <a:off x="6704269" y="73364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43" name="pt2342"/>
            <p:cNvSpPr/>
            <p:nvPr/>
          </p:nvSpPr>
          <p:spPr>
            <a:xfrm>
              <a:off x="6668511" y="73364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44" name="pt2343"/>
            <p:cNvSpPr/>
            <p:nvPr/>
          </p:nvSpPr>
          <p:spPr>
            <a:xfrm>
              <a:off x="6737095" y="73364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45" name="pt2344"/>
            <p:cNvSpPr/>
            <p:nvPr/>
          </p:nvSpPr>
          <p:spPr>
            <a:xfrm>
              <a:off x="6773835" y="733640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46" name="pt2345"/>
            <p:cNvSpPr/>
            <p:nvPr/>
          </p:nvSpPr>
          <p:spPr>
            <a:xfrm>
              <a:off x="6501201" y="73364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47" name="pt2346"/>
            <p:cNvSpPr/>
            <p:nvPr/>
          </p:nvSpPr>
          <p:spPr>
            <a:xfrm>
              <a:off x="6709882" y="73364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48" name="pt2347"/>
            <p:cNvSpPr/>
            <p:nvPr/>
          </p:nvSpPr>
          <p:spPr>
            <a:xfrm>
              <a:off x="6527849" y="73364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49" name="pt2348"/>
            <p:cNvSpPr/>
            <p:nvPr/>
          </p:nvSpPr>
          <p:spPr>
            <a:xfrm>
              <a:off x="6650625" y="73364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50" name="pt2349"/>
            <p:cNvSpPr/>
            <p:nvPr/>
          </p:nvSpPr>
          <p:spPr>
            <a:xfrm>
              <a:off x="6602141" y="73364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51" name="pt2350"/>
            <p:cNvSpPr/>
            <p:nvPr/>
          </p:nvSpPr>
          <p:spPr>
            <a:xfrm>
              <a:off x="6785690" y="73364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52" name="pt2351"/>
            <p:cNvSpPr/>
            <p:nvPr/>
          </p:nvSpPr>
          <p:spPr>
            <a:xfrm>
              <a:off x="6569181" y="73364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53" name="pt2352"/>
            <p:cNvSpPr/>
            <p:nvPr/>
          </p:nvSpPr>
          <p:spPr>
            <a:xfrm>
              <a:off x="6580041" y="733640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54" name="pt2353"/>
            <p:cNvSpPr/>
            <p:nvPr/>
          </p:nvSpPr>
          <p:spPr>
            <a:xfrm>
              <a:off x="6609928" y="73364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55" name="pt2354"/>
            <p:cNvSpPr/>
            <p:nvPr/>
          </p:nvSpPr>
          <p:spPr>
            <a:xfrm>
              <a:off x="6613254" y="73364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56" name="pt2355"/>
            <p:cNvSpPr/>
            <p:nvPr/>
          </p:nvSpPr>
          <p:spPr>
            <a:xfrm>
              <a:off x="6765549" y="73364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57" name="pt2356"/>
            <p:cNvSpPr/>
            <p:nvPr/>
          </p:nvSpPr>
          <p:spPr>
            <a:xfrm>
              <a:off x="6771336" y="73364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58" name="pt2357"/>
            <p:cNvSpPr/>
            <p:nvPr/>
          </p:nvSpPr>
          <p:spPr>
            <a:xfrm>
              <a:off x="6742632" y="73364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59" name="pt2358"/>
            <p:cNvSpPr/>
            <p:nvPr/>
          </p:nvSpPr>
          <p:spPr>
            <a:xfrm>
              <a:off x="6599575" y="73364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60" name="pt2359"/>
            <p:cNvSpPr/>
            <p:nvPr/>
          </p:nvSpPr>
          <p:spPr>
            <a:xfrm>
              <a:off x="6746445" y="733925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61" name="pt2360"/>
            <p:cNvSpPr/>
            <p:nvPr/>
          </p:nvSpPr>
          <p:spPr>
            <a:xfrm>
              <a:off x="6750674" y="73364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62" name="pt2361"/>
            <p:cNvSpPr/>
            <p:nvPr/>
          </p:nvSpPr>
          <p:spPr>
            <a:xfrm>
              <a:off x="6526448" y="73364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63" name="pt2362"/>
            <p:cNvSpPr/>
            <p:nvPr/>
          </p:nvSpPr>
          <p:spPr>
            <a:xfrm>
              <a:off x="6683106" y="73364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64" name="pt2363"/>
            <p:cNvSpPr/>
            <p:nvPr/>
          </p:nvSpPr>
          <p:spPr>
            <a:xfrm>
              <a:off x="6785498" y="733640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65" name="pt2364"/>
            <p:cNvSpPr/>
            <p:nvPr/>
          </p:nvSpPr>
          <p:spPr>
            <a:xfrm>
              <a:off x="6689103" y="73364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66" name="pt2365"/>
            <p:cNvSpPr/>
            <p:nvPr/>
          </p:nvSpPr>
          <p:spPr>
            <a:xfrm>
              <a:off x="6560920" y="73760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67" name="pt2366"/>
            <p:cNvSpPr/>
            <p:nvPr/>
          </p:nvSpPr>
          <p:spPr>
            <a:xfrm>
              <a:off x="6572153" y="73364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68" name="pt2367"/>
            <p:cNvSpPr/>
            <p:nvPr/>
          </p:nvSpPr>
          <p:spPr>
            <a:xfrm>
              <a:off x="6520199" y="73364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69" name="pt2368"/>
            <p:cNvSpPr/>
            <p:nvPr/>
          </p:nvSpPr>
          <p:spPr>
            <a:xfrm>
              <a:off x="6753138" y="73364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70" name="pt2369"/>
            <p:cNvSpPr/>
            <p:nvPr/>
          </p:nvSpPr>
          <p:spPr>
            <a:xfrm>
              <a:off x="6708032" y="73364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71" name="pt2370"/>
            <p:cNvSpPr/>
            <p:nvPr/>
          </p:nvSpPr>
          <p:spPr>
            <a:xfrm>
              <a:off x="6731350" y="73364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72" name="pt2371"/>
            <p:cNvSpPr/>
            <p:nvPr/>
          </p:nvSpPr>
          <p:spPr>
            <a:xfrm>
              <a:off x="6629603" y="73364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73" name="pt2372"/>
            <p:cNvSpPr/>
            <p:nvPr/>
          </p:nvSpPr>
          <p:spPr>
            <a:xfrm>
              <a:off x="6512946" y="73364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74" name="pt2373"/>
            <p:cNvSpPr/>
            <p:nvPr/>
          </p:nvSpPr>
          <p:spPr>
            <a:xfrm>
              <a:off x="6730458" y="73364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75" name="pt2374"/>
            <p:cNvSpPr/>
            <p:nvPr/>
          </p:nvSpPr>
          <p:spPr>
            <a:xfrm>
              <a:off x="6542758" y="73364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76" name="pt2375"/>
            <p:cNvSpPr/>
            <p:nvPr/>
          </p:nvSpPr>
          <p:spPr>
            <a:xfrm>
              <a:off x="6574409" y="73364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77" name="pt2376"/>
            <p:cNvSpPr/>
            <p:nvPr/>
          </p:nvSpPr>
          <p:spPr>
            <a:xfrm>
              <a:off x="6524628" y="73364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78" name="pt2377"/>
            <p:cNvSpPr/>
            <p:nvPr/>
          </p:nvSpPr>
          <p:spPr>
            <a:xfrm>
              <a:off x="6667928" y="73364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79" name="pt2378"/>
            <p:cNvSpPr/>
            <p:nvPr/>
          </p:nvSpPr>
          <p:spPr>
            <a:xfrm>
              <a:off x="6783259" y="73364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80" name="pt2379"/>
            <p:cNvSpPr/>
            <p:nvPr/>
          </p:nvSpPr>
          <p:spPr>
            <a:xfrm>
              <a:off x="6588538" y="73364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81" name="pt2380"/>
            <p:cNvSpPr/>
            <p:nvPr/>
          </p:nvSpPr>
          <p:spPr>
            <a:xfrm>
              <a:off x="6741725" y="73364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82" name="pt2381"/>
            <p:cNvSpPr/>
            <p:nvPr/>
          </p:nvSpPr>
          <p:spPr>
            <a:xfrm>
              <a:off x="6566988" y="733640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83" name="pt2382"/>
            <p:cNvSpPr/>
            <p:nvPr/>
          </p:nvSpPr>
          <p:spPr>
            <a:xfrm>
              <a:off x="6543633" y="73364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84" name="pt2383"/>
            <p:cNvSpPr/>
            <p:nvPr/>
          </p:nvSpPr>
          <p:spPr>
            <a:xfrm>
              <a:off x="6616127" y="733640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85" name="pt2384"/>
            <p:cNvSpPr/>
            <p:nvPr/>
          </p:nvSpPr>
          <p:spPr>
            <a:xfrm>
              <a:off x="6542373" y="733640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86" name="pt2385"/>
            <p:cNvSpPr/>
            <p:nvPr/>
          </p:nvSpPr>
          <p:spPr>
            <a:xfrm>
              <a:off x="6660876" y="73364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87" name="pt2386"/>
            <p:cNvSpPr/>
            <p:nvPr/>
          </p:nvSpPr>
          <p:spPr>
            <a:xfrm>
              <a:off x="6752394" y="73364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88" name="pt2387"/>
            <p:cNvSpPr/>
            <p:nvPr/>
          </p:nvSpPr>
          <p:spPr>
            <a:xfrm>
              <a:off x="6602211" y="73364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89" name="pt2388"/>
            <p:cNvSpPr/>
            <p:nvPr/>
          </p:nvSpPr>
          <p:spPr>
            <a:xfrm>
              <a:off x="6631707" y="73364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90" name="pt2389"/>
            <p:cNvSpPr/>
            <p:nvPr/>
          </p:nvSpPr>
          <p:spPr>
            <a:xfrm>
              <a:off x="6755858" y="733640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91" name="pt2390"/>
            <p:cNvSpPr/>
            <p:nvPr/>
          </p:nvSpPr>
          <p:spPr>
            <a:xfrm>
              <a:off x="6601998" y="73364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92" name="pt2391"/>
            <p:cNvSpPr/>
            <p:nvPr/>
          </p:nvSpPr>
          <p:spPr>
            <a:xfrm>
              <a:off x="6564313" y="73364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93" name="pt2392"/>
            <p:cNvSpPr/>
            <p:nvPr/>
          </p:nvSpPr>
          <p:spPr>
            <a:xfrm>
              <a:off x="6642633" y="73364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94" name="pt2393"/>
            <p:cNvSpPr/>
            <p:nvPr/>
          </p:nvSpPr>
          <p:spPr>
            <a:xfrm>
              <a:off x="6765423" y="733640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95" name="pt2394"/>
            <p:cNvSpPr/>
            <p:nvPr/>
          </p:nvSpPr>
          <p:spPr>
            <a:xfrm>
              <a:off x="6679944" y="73364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96" name="pt2395"/>
            <p:cNvSpPr/>
            <p:nvPr/>
          </p:nvSpPr>
          <p:spPr>
            <a:xfrm>
              <a:off x="6683057" y="73364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97" name="pt2396"/>
            <p:cNvSpPr/>
            <p:nvPr/>
          </p:nvSpPr>
          <p:spPr>
            <a:xfrm>
              <a:off x="6706977" y="73364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98" name="pt2397"/>
            <p:cNvSpPr/>
            <p:nvPr/>
          </p:nvSpPr>
          <p:spPr>
            <a:xfrm>
              <a:off x="6722593" y="73364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99" name="pt2398"/>
            <p:cNvSpPr/>
            <p:nvPr/>
          </p:nvSpPr>
          <p:spPr>
            <a:xfrm>
              <a:off x="6644048" y="733640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00" name="pt2399"/>
            <p:cNvSpPr/>
            <p:nvPr/>
          </p:nvSpPr>
          <p:spPr>
            <a:xfrm>
              <a:off x="6746325" y="73364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01" name="pt2400"/>
            <p:cNvSpPr/>
            <p:nvPr/>
          </p:nvSpPr>
          <p:spPr>
            <a:xfrm>
              <a:off x="6551606" y="73364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02" name="pt2401"/>
            <p:cNvSpPr/>
            <p:nvPr/>
          </p:nvSpPr>
          <p:spPr>
            <a:xfrm>
              <a:off x="6588497" y="73364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03" name="pt2402"/>
            <p:cNvSpPr/>
            <p:nvPr/>
          </p:nvSpPr>
          <p:spPr>
            <a:xfrm>
              <a:off x="6762013" y="733640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04" name="pt2403"/>
            <p:cNvSpPr/>
            <p:nvPr/>
          </p:nvSpPr>
          <p:spPr>
            <a:xfrm>
              <a:off x="6565084" y="733640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05" name="pt2404"/>
            <p:cNvSpPr/>
            <p:nvPr/>
          </p:nvSpPr>
          <p:spPr>
            <a:xfrm>
              <a:off x="6515727" y="73364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06" name="pt2405"/>
            <p:cNvSpPr/>
            <p:nvPr/>
          </p:nvSpPr>
          <p:spPr>
            <a:xfrm>
              <a:off x="6627398" y="73364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07" name="pt2406"/>
            <p:cNvSpPr/>
            <p:nvPr/>
          </p:nvSpPr>
          <p:spPr>
            <a:xfrm>
              <a:off x="6573438" y="73364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08" name="pt2407"/>
            <p:cNvSpPr/>
            <p:nvPr/>
          </p:nvSpPr>
          <p:spPr>
            <a:xfrm>
              <a:off x="6705647" y="73364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09" name="pt2408"/>
            <p:cNvSpPr/>
            <p:nvPr/>
          </p:nvSpPr>
          <p:spPr>
            <a:xfrm>
              <a:off x="6522282" y="733640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10" name="pt2409"/>
            <p:cNvSpPr/>
            <p:nvPr/>
          </p:nvSpPr>
          <p:spPr>
            <a:xfrm>
              <a:off x="6553066" y="73364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11" name="pt2410"/>
            <p:cNvSpPr/>
            <p:nvPr/>
          </p:nvSpPr>
          <p:spPr>
            <a:xfrm>
              <a:off x="6754740" y="73364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12" name="pt2411"/>
            <p:cNvSpPr/>
            <p:nvPr/>
          </p:nvSpPr>
          <p:spPr>
            <a:xfrm>
              <a:off x="6768039" y="73364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13" name="pt2412"/>
            <p:cNvSpPr/>
            <p:nvPr/>
          </p:nvSpPr>
          <p:spPr>
            <a:xfrm>
              <a:off x="6590383" y="733640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14" name="pt2413"/>
            <p:cNvSpPr/>
            <p:nvPr/>
          </p:nvSpPr>
          <p:spPr>
            <a:xfrm>
              <a:off x="6584222" y="73364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15" name="pt2414"/>
            <p:cNvSpPr/>
            <p:nvPr/>
          </p:nvSpPr>
          <p:spPr>
            <a:xfrm>
              <a:off x="6562499" y="73364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16" name="pt2415"/>
            <p:cNvSpPr/>
            <p:nvPr/>
          </p:nvSpPr>
          <p:spPr>
            <a:xfrm>
              <a:off x="6773572" y="733640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17" name="pt2416"/>
            <p:cNvSpPr/>
            <p:nvPr/>
          </p:nvSpPr>
          <p:spPr>
            <a:xfrm>
              <a:off x="6535883" y="73364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18" name="pt2417"/>
            <p:cNvSpPr/>
            <p:nvPr/>
          </p:nvSpPr>
          <p:spPr>
            <a:xfrm>
              <a:off x="6717977" y="73364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19" name="pt2418"/>
            <p:cNvSpPr/>
            <p:nvPr/>
          </p:nvSpPr>
          <p:spPr>
            <a:xfrm>
              <a:off x="6702777" y="73364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20" name="pt2419"/>
            <p:cNvSpPr/>
            <p:nvPr/>
          </p:nvSpPr>
          <p:spPr>
            <a:xfrm>
              <a:off x="6746816" y="73364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21" name="pt2420"/>
            <p:cNvSpPr/>
            <p:nvPr/>
          </p:nvSpPr>
          <p:spPr>
            <a:xfrm>
              <a:off x="6779136" y="73364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22" name="pt2421"/>
            <p:cNvSpPr/>
            <p:nvPr/>
          </p:nvSpPr>
          <p:spPr>
            <a:xfrm>
              <a:off x="6712532" y="733640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23" name="pt2422"/>
            <p:cNvSpPr/>
            <p:nvPr/>
          </p:nvSpPr>
          <p:spPr>
            <a:xfrm>
              <a:off x="6502623" y="73364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24" name="pt2423"/>
            <p:cNvSpPr/>
            <p:nvPr/>
          </p:nvSpPr>
          <p:spPr>
            <a:xfrm>
              <a:off x="6647640" y="733640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25" name="pt2424"/>
            <p:cNvSpPr/>
            <p:nvPr/>
          </p:nvSpPr>
          <p:spPr>
            <a:xfrm>
              <a:off x="6502024" y="73364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26" name="pt2425"/>
            <p:cNvSpPr/>
            <p:nvPr/>
          </p:nvSpPr>
          <p:spPr>
            <a:xfrm>
              <a:off x="6776335" y="73364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27" name="pt2426"/>
            <p:cNvSpPr/>
            <p:nvPr/>
          </p:nvSpPr>
          <p:spPr>
            <a:xfrm>
              <a:off x="6547734" y="73364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28" name="pt2427"/>
            <p:cNvSpPr/>
            <p:nvPr/>
          </p:nvSpPr>
          <p:spPr>
            <a:xfrm>
              <a:off x="6702915" y="73364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29" name="pt2428"/>
            <p:cNvSpPr/>
            <p:nvPr/>
          </p:nvSpPr>
          <p:spPr>
            <a:xfrm>
              <a:off x="6518325" y="73364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30" name="pt2429"/>
            <p:cNvSpPr/>
            <p:nvPr/>
          </p:nvSpPr>
          <p:spPr>
            <a:xfrm>
              <a:off x="6524697" y="73364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31" name="pt2430"/>
            <p:cNvSpPr/>
            <p:nvPr/>
          </p:nvSpPr>
          <p:spPr>
            <a:xfrm>
              <a:off x="6545624" y="73364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32" name="pt2431"/>
            <p:cNvSpPr/>
            <p:nvPr/>
          </p:nvSpPr>
          <p:spPr>
            <a:xfrm>
              <a:off x="6720746" y="73364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33" name="pt2432"/>
            <p:cNvSpPr/>
            <p:nvPr/>
          </p:nvSpPr>
          <p:spPr>
            <a:xfrm>
              <a:off x="6520420" y="73364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34" name="pt2433"/>
            <p:cNvSpPr/>
            <p:nvPr/>
          </p:nvSpPr>
          <p:spPr>
            <a:xfrm>
              <a:off x="6623280" y="733640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35" name="pt2434"/>
            <p:cNvSpPr/>
            <p:nvPr/>
          </p:nvSpPr>
          <p:spPr>
            <a:xfrm>
              <a:off x="6566044" y="733640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36" name="pt2435"/>
            <p:cNvSpPr/>
            <p:nvPr/>
          </p:nvSpPr>
          <p:spPr>
            <a:xfrm>
              <a:off x="6547434" y="733640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37" name="pt2436"/>
            <p:cNvSpPr/>
            <p:nvPr/>
          </p:nvSpPr>
          <p:spPr>
            <a:xfrm>
              <a:off x="6762340" y="73364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38" name="pt2437"/>
            <p:cNvSpPr/>
            <p:nvPr/>
          </p:nvSpPr>
          <p:spPr>
            <a:xfrm>
              <a:off x="6767144" y="73364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39" name="pt2438"/>
            <p:cNvSpPr/>
            <p:nvPr/>
          </p:nvSpPr>
          <p:spPr>
            <a:xfrm>
              <a:off x="6579371" y="73364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40" name="pt2439"/>
            <p:cNvSpPr/>
            <p:nvPr/>
          </p:nvSpPr>
          <p:spPr>
            <a:xfrm>
              <a:off x="6774881" y="73364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41" name="pt2440"/>
            <p:cNvSpPr/>
            <p:nvPr/>
          </p:nvSpPr>
          <p:spPr>
            <a:xfrm>
              <a:off x="6603672" y="73364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42" name="pt2441"/>
            <p:cNvSpPr/>
            <p:nvPr/>
          </p:nvSpPr>
          <p:spPr>
            <a:xfrm>
              <a:off x="6535301" y="73364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43" name="pt2442"/>
            <p:cNvSpPr/>
            <p:nvPr/>
          </p:nvSpPr>
          <p:spPr>
            <a:xfrm>
              <a:off x="6736769" y="73364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44" name="pt2443"/>
            <p:cNvSpPr/>
            <p:nvPr/>
          </p:nvSpPr>
          <p:spPr>
            <a:xfrm>
              <a:off x="6575923" y="73364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45" name="pt2444"/>
            <p:cNvSpPr/>
            <p:nvPr/>
          </p:nvSpPr>
          <p:spPr>
            <a:xfrm>
              <a:off x="6688000" y="73364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46" name="pt2445"/>
            <p:cNvSpPr/>
            <p:nvPr/>
          </p:nvSpPr>
          <p:spPr>
            <a:xfrm>
              <a:off x="6528453" y="73364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47" name="pt2446"/>
            <p:cNvSpPr/>
            <p:nvPr/>
          </p:nvSpPr>
          <p:spPr>
            <a:xfrm>
              <a:off x="6585575" y="73364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48" name="pt2447"/>
            <p:cNvSpPr/>
            <p:nvPr/>
          </p:nvSpPr>
          <p:spPr>
            <a:xfrm>
              <a:off x="6552157" y="733640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49" name="pt2448"/>
            <p:cNvSpPr/>
            <p:nvPr/>
          </p:nvSpPr>
          <p:spPr>
            <a:xfrm>
              <a:off x="6516947" y="73364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50" name="pt2449"/>
            <p:cNvSpPr/>
            <p:nvPr/>
          </p:nvSpPr>
          <p:spPr>
            <a:xfrm>
              <a:off x="6665817" y="733640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51" name="pt2450"/>
            <p:cNvSpPr/>
            <p:nvPr/>
          </p:nvSpPr>
          <p:spPr>
            <a:xfrm>
              <a:off x="6514743" y="733640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52" name="pt2451"/>
            <p:cNvSpPr/>
            <p:nvPr/>
          </p:nvSpPr>
          <p:spPr>
            <a:xfrm>
              <a:off x="6693203" y="73364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53" name="pt2452"/>
            <p:cNvSpPr/>
            <p:nvPr/>
          </p:nvSpPr>
          <p:spPr>
            <a:xfrm>
              <a:off x="6568306" y="73364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54" name="pt2453"/>
            <p:cNvSpPr/>
            <p:nvPr/>
          </p:nvSpPr>
          <p:spPr>
            <a:xfrm>
              <a:off x="6759540" y="73364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55" name="pt2454"/>
            <p:cNvSpPr/>
            <p:nvPr/>
          </p:nvSpPr>
          <p:spPr>
            <a:xfrm>
              <a:off x="6643394" y="73364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56" name="pt2455"/>
            <p:cNvSpPr/>
            <p:nvPr/>
          </p:nvSpPr>
          <p:spPr>
            <a:xfrm>
              <a:off x="6577263" y="73364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57" name="pt2456"/>
            <p:cNvSpPr/>
            <p:nvPr/>
          </p:nvSpPr>
          <p:spPr>
            <a:xfrm>
              <a:off x="6608960" y="73364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58" name="pt2457"/>
            <p:cNvSpPr/>
            <p:nvPr/>
          </p:nvSpPr>
          <p:spPr>
            <a:xfrm>
              <a:off x="6526558" y="73364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59" name="pl2458"/>
            <p:cNvSpPr/>
            <p:nvPr/>
          </p:nvSpPr>
          <p:spPr>
            <a:xfrm>
              <a:off x="4683301" y="7367184"/>
              <a:ext cx="0" cy="507877"/>
            </a:xfrm>
            <a:custGeom>
              <a:avLst/>
              <a:pathLst>
                <a:path w="0" h="507877">
                  <a:moveTo>
                    <a:pt x="0" y="50787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" name="pl2459"/>
            <p:cNvSpPr/>
            <p:nvPr/>
          </p:nvSpPr>
          <p:spPr>
            <a:xfrm>
              <a:off x="4683301" y="8824859"/>
              <a:ext cx="0" cy="272084"/>
            </a:xfrm>
            <a:custGeom>
              <a:avLst/>
              <a:pathLst>
                <a:path w="0" h="272084">
                  <a:moveTo>
                    <a:pt x="0" y="0"/>
                  </a:moveTo>
                  <a:lnTo>
                    <a:pt x="0" y="272084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" name="pg2460"/>
            <p:cNvSpPr/>
            <p:nvPr/>
          </p:nvSpPr>
          <p:spPr>
            <a:xfrm>
              <a:off x="4539594" y="7875062"/>
              <a:ext cx="287412" cy="949796"/>
            </a:xfrm>
            <a:custGeom>
              <a:avLst/>
              <a:pathLst>
                <a:path w="287412" h="949796">
                  <a:moveTo>
                    <a:pt x="0" y="0"/>
                  </a:moveTo>
                  <a:lnTo>
                    <a:pt x="0" y="949796"/>
                  </a:lnTo>
                  <a:lnTo>
                    <a:pt x="287412" y="949796"/>
                  </a:lnTo>
                  <a:lnTo>
                    <a:pt x="287412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62" name="pl2461"/>
            <p:cNvSpPr/>
            <p:nvPr/>
          </p:nvSpPr>
          <p:spPr>
            <a:xfrm>
              <a:off x="4539594" y="8303922"/>
              <a:ext cx="287412" cy="0"/>
            </a:xfrm>
            <a:custGeom>
              <a:avLst/>
              <a:pathLst>
                <a:path w="287412" h="0">
                  <a:moveTo>
                    <a:pt x="0" y="0"/>
                  </a:moveTo>
                  <a:lnTo>
                    <a:pt x="287412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63" name="pl2462"/>
            <p:cNvSpPr/>
            <p:nvPr/>
          </p:nvSpPr>
          <p:spPr>
            <a:xfrm>
              <a:off x="5679397" y="7367184"/>
              <a:ext cx="0" cy="65682"/>
            </a:xfrm>
            <a:custGeom>
              <a:avLst/>
              <a:pathLst>
                <a:path w="0" h="65682">
                  <a:moveTo>
                    <a:pt x="0" y="65682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" name="pl2463"/>
            <p:cNvSpPr/>
            <p:nvPr/>
          </p:nvSpPr>
          <p:spPr>
            <a:xfrm>
              <a:off x="5679397" y="7982279"/>
              <a:ext cx="0" cy="820956"/>
            </a:xfrm>
            <a:custGeom>
              <a:avLst/>
              <a:pathLst>
                <a:path w="0" h="820956">
                  <a:moveTo>
                    <a:pt x="0" y="0"/>
                  </a:moveTo>
                  <a:lnTo>
                    <a:pt x="0" y="820956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" name="pg2464"/>
            <p:cNvSpPr/>
            <p:nvPr/>
          </p:nvSpPr>
          <p:spPr>
            <a:xfrm>
              <a:off x="5535690" y="7432867"/>
              <a:ext cx="287412" cy="549411"/>
            </a:xfrm>
            <a:custGeom>
              <a:avLst/>
              <a:pathLst>
                <a:path w="287412" h="549411">
                  <a:moveTo>
                    <a:pt x="0" y="0"/>
                  </a:moveTo>
                  <a:lnTo>
                    <a:pt x="0" y="549411"/>
                  </a:lnTo>
                  <a:lnTo>
                    <a:pt x="287412" y="549411"/>
                  </a:lnTo>
                  <a:lnTo>
                    <a:pt x="287412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66" name="pl2465"/>
            <p:cNvSpPr/>
            <p:nvPr/>
          </p:nvSpPr>
          <p:spPr>
            <a:xfrm>
              <a:off x="5535690" y="7636778"/>
              <a:ext cx="287412" cy="0"/>
            </a:xfrm>
            <a:custGeom>
              <a:avLst/>
              <a:pathLst>
                <a:path w="287412" h="0">
                  <a:moveTo>
                    <a:pt x="0" y="0"/>
                  </a:moveTo>
                  <a:lnTo>
                    <a:pt x="287412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67" name="pl2466"/>
            <p:cNvSpPr/>
            <p:nvPr/>
          </p:nvSpPr>
          <p:spPr>
            <a:xfrm>
              <a:off x="6675493" y="736718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" name="pl2467"/>
            <p:cNvSpPr/>
            <p:nvPr/>
          </p:nvSpPr>
          <p:spPr>
            <a:xfrm>
              <a:off x="6675493" y="736718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" name="pg2468"/>
            <p:cNvSpPr/>
            <p:nvPr/>
          </p:nvSpPr>
          <p:spPr>
            <a:xfrm>
              <a:off x="6531786" y="7367184"/>
              <a:ext cx="287412" cy="0"/>
            </a:xfrm>
            <a:custGeom>
              <a:avLst/>
              <a:pathLst>
                <a:path w="287412" h="0">
                  <a:moveTo>
                    <a:pt x="0" y="0"/>
                  </a:moveTo>
                  <a:lnTo>
                    <a:pt x="287412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70" name="pl2469"/>
            <p:cNvSpPr/>
            <p:nvPr/>
          </p:nvSpPr>
          <p:spPr>
            <a:xfrm>
              <a:off x="6531786" y="7367184"/>
              <a:ext cx="287412" cy="0"/>
            </a:xfrm>
            <a:custGeom>
              <a:avLst/>
              <a:pathLst>
                <a:path w="287412" h="0">
                  <a:moveTo>
                    <a:pt x="0" y="0"/>
                  </a:moveTo>
                  <a:lnTo>
                    <a:pt x="287412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71" name="pg2470"/>
            <p:cNvSpPr/>
            <p:nvPr/>
          </p:nvSpPr>
          <p:spPr>
            <a:xfrm>
              <a:off x="4678778" y="7174570"/>
              <a:ext cx="2026258" cy="1257774"/>
            </a:xfrm>
            <a:custGeom>
              <a:avLst/>
              <a:pathLst>
                <a:path w="2026258" h="1257774">
                  <a:moveTo>
                    <a:pt x="0" y="1012942"/>
                  </a:moveTo>
                  <a:lnTo>
                    <a:pt x="445489" y="827768"/>
                  </a:lnTo>
                  <a:lnTo>
                    <a:pt x="1020314" y="555118"/>
                  </a:lnTo>
                  <a:lnTo>
                    <a:pt x="1451433" y="324487"/>
                  </a:lnTo>
                  <a:lnTo>
                    <a:pt x="2026258" y="0"/>
                  </a:lnTo>
                  <a:lnTo>
                    <a:pt x="2026258" y="334354"/>
                  </a:lnTo>
                  <a:lnTo>
                    <a:pt x="1451433" y="559189"/>
                  </a:lnTo>
                  <a:lnTo>
                    <a:pt x="1020314" y="740550"/>
                  </a:lnTo>
                  <a:lnTo>
                    <a:pt x="445489" y="1017223"/>
                  </a:lnTo>
                  <a:lnTo>
                    <a:pt x="0" y="1257774"/>
                  </a:lnTo>
                  <a:close/>
                </a:path>
              </a:pathLst>
            </a:custGeom>
            <a:solidFill>
              <a:srgbClr val="9C6B2F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472" name="pl2471"/>
            <p:cNvSpPr/>
            <p:nvPr/>
          </p:nvSpPr>
          <p:spPr>
            <a:xfrm>
              <a:off x="4678778" y="7174570"/>
              <a:ext cx="2026258" cy="1012942"/>
            </a:xfrm>
            <a:custGeom>
              <a:avLst/>
              <a:pathLst>
                <a:path w="2026258" h="1012942">
                  <a:moveTo>
                    <a:pt x="0" y="1012942"/>
                  </a:moveTo>
                  <a:lnTo>
                    <a:pt x="445489" y="827768"/>
                  </a:lnTo>
                  <a:lnTo>
                    <a:pt x="1020314" y="555118"/>
                  </a:lnTo>
                  <a:lnTo>
                    <a:pt x="1451433" y="324487"/>
                  </a:lnTo>
                  <a:lnTo>
                    <a:pt x="202625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73" name="pl2472"/>
            <p:cNvSpPr/>
            <p:nvPr/>
          </p:nvSpPr>
          <p:spPr>
            <a:xfrm>
              <a:off x="4678778" y="7508925"/>
              <a:ext cx="2026258" cy="923419"/>
            </a:xfrm>
            <a:custGeom>
              <a:avLst/>
              <a:pathLst>
                <a:path w="2026258" h="923419">
                  <a:moveTo>
                    <a:pt x="2026258" y="0"/>
                  </a:moveTo>
                  <a:lnTo>
                    <a:pt x="1451433" y="224834"/>
                  </a:lnTo>
                  <a:lnTo>
                    <a:pt x="1020314" y="406195"/>
                  </a:lnTo>
                  <a:lnTo>
                    <a:pt x="445489" y="682868"/>
                  </a:lnTo>
                  <a:lnTo>
                    <a:pt x="0" y="9234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74" name="pl2473"/>
            <p:cNvSpPr/>
            <p:nvPr/>
          </p:nvSpPr>
          <p:spPr>
            <a:xfrm>
              <a:off x="4678778" y="7341748"/>
              <a:ext cx="2026258" cy="968181"/>
            </a:xfrm>
            <a:custGeom>
              <a:avLst/>
              <a:pathLst>
                <a:path w="2026258" h="968181">
                  <a:moveTo>
                    <a:pt x="0" y="968181"/>
                  </a:moveTo>
                  <a:lnTo>
                    <a:pt x="445489" y="755318"/>
                  </a:lnTo>
                  <a:lnTo>
                    <a:pt x="1020314" y="480657"/>
                  </a:lnTo>
                  <a:lnTo>
                    <a:pt x="1451433" y="274661"/>
                  </a:lnTo>
                  <a:lnTo>
                    <a:pt x="2026258" y="0"/>
                  </a:lnTo>
                </a:path>
              </a:pathLst>
            </a:custGeom>
            <a:ln w="3252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" name="tx2474"/>
            <p:cNvSpPr/>
            <p:nvPr/>
          </p:nvSpPr>
          <p:spPr>
            <a:xfrm>
              <a:off x="4683301" y="7272701"/>
              <a:ext cx="7626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S</a:t>
              </a:r>
            </a:p>
          </p:txBody>
        </p:sp>
        <p:sp>
          <p:nvSpPr>
            <p:cNvPr id="2476" name="tx2475"/>
            <p:cNvSpPr/>
            <p:nvPr/>
          </p:nvSpPr>
          <p:spPr>
            <a:xfrm>
              <a:off x="4772167" y="7272701"/>
              <a:ext cx="2542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l</a:t>
              </a:r>
            </a:p>
          </p:txBody>
        </p:sp>
        <p:sp>
          <p:nvSpPr>
            <p:cNvPr id="2477" name="tx2476"/>
            <p:cNvSpPr/>
            <p:nvPr/>
          </p:nvSpPr>
          <p:spPr>
            <a:xfrm>
              <a:off x="4809890" y="7272701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o</a:t>
              </a:r>
            </a:p>
          </p:txBody>
        </p:sp>
        <p:sp>
          <p:nvSpPr>
            <p:cNvPr id="2478" name="tx2477"/>
            <p:cNvSpPr/>
            <p:nvPr/>
          </p:nvSpPr>
          <p:spPr>
            <a:xfrm>
              <a:off x="4882672" y="7272701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2479" name="tx2478"/>
            <p:cNvSpPr/>
            <p:nvPr/>
          </p:nvSpPr>
          <p:spPr>
            <a:xfrm>
              <a:off x="4955412" y="7272701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e</a:t>
              </a:r>
            </a:p>
          </p:txBody>
        </p:sp>
        <p:sp>
          <p:nvSpPr>
            <p:cNvPr id="2480" name="tx2479"/>
            <p:cNvSpPr/>
            <p:nvPr/>
          </p:nvSpPr>
          <p:spPr>
            <a:xfrm>
              <a:off x="5028126" y="7272701"/>
              <a:ext cx="41614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 = 0.397</a:t>
              </a:r>
            </a:p>
          </p:txBody>
        </p:sp>
        <p:sp>
          <p:nvSpPr>
            <p:cNvPr id="2481" name="tx2480"/>
            <p:cNvSpPr/>
            <p:nvPr/>
          </p:nvSpPr>
          <p:spPr>
            <a:xfrm>
              <a:off x="5444269" y="7272701"/>
              <a:ext cx="6345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, </a:t>
              </a:r>
            </a:p>
          </p:txBody>
        </p:sp>
        <p:sp>
          <p:nvSpPr>
            <p:cNvPr id="2482" name="tx2481"/>
            <p:cNvSpPr/>
            <p:nvPr/>
          </p:nvSpPr>
          <p:spPr>
            <a:xfrm>
              <a:off x="5507728" y="7272701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2483" name="tx2482"/>
            <p:cNvSpPr/>
            <p:nvPr/>
          </p:nvSpPr>
          <p:spPr>
            <a:xfrm>
              <a:off x="5580469" y="7272701"/>
              <a:ext cx="41614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 &lt; 0.001</a:t>
              </a:r>
            </a:p>
          </p:txBody>
        </p:sp>
        <p:sp>
          <p:nvSpPr>
            <p:cNvPr id="2484" name="rc2483"/>
            <p:cNvSpPr/>
            <p:nvPr/>
          </p:nvSpPr>
          <p:spPr>
            <a:xfrm>
              <a:off x="4425614" y="6848257"/>
              <a:ext cx="2507564" cy="236112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2485" name="pl2484"/>
            <p:cNvSpPr/>
            <p:nvPr/>
          </p:nvSpPr>
          <p:spPr>
            <a:xfrm>
              <a:off x="4425614" y="6848257"/>
              <a:ext cx="0" cy="2361120"/>
            </a:xfrm>
            <a:custGeom>
              <a:avLst/>
              <a:pathLst>
                <a:path w="0" h="2361120">
                  <a:moveTo>
                    <a:pt x="0" y="2361120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" name="tx2485"/>
            <p:cNvSpPr/>
            <p:nvPr/>
          </p:nvSpPr>
          <p:spPr>
            <a:xfrm>
              <a:off x="4176587" y="9060504"/>
              <a:ext cx="19778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487" name="tx2486"/>
            <p:cNvSpPr/>
            <p:nvPr/>
          </p:nvSpPr>
          <p:spPr>
            <a:xfrm>
              <a:off x="4176587" y="8628064"/>
              <a:ext cx="19778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2488" name="tx2487"/>
            <p:cNvSpPr/>
            <p:nvPr/>
          </p:nvSpPr>
          <p:spPr>
            <a:xfrm>
              <a:off x="4176587" y="8195625"/>
              <a:ext cx="19778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2489" name="tx2488"/>
            <p:cNvSpPr/>
            <p:nvPr/>
          </p:nvSpPr>
          <p:spPr>
            <a:xfrm>
              <a:off x="4176587" y="7763185"/>
              <a:ext cx="19778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0.75</a:t>
              </a:r>
            </a:p>
          </p:txBody>
        </p:sp>
        <p:sp>
          <p:nvSpPr>
            <p:cNvPr id="2490" name="tx2489"/>
            <p:cNvSpPr/>
            <p:nvPr/>
          </p:nvSpPr>
          <p:spPr>
            <a:xfrm>
              <a:off x="4176587" y="7330745"/>
              <a:ext cx="19778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1.00</a:t>
              </a:r>
            </a:p>
          </p:txBody>
        </p:sp>
        <p:sp>
          <p:nvSpPr>
            <p:cNvPr id="2491" name="pl2490"/>
            <p:cNvSpPr/>
            <p:nvPr/>
          </p:nvSpPr>
          <p:spPr>
            <a:xfrm>
              <a:off x="4397146" y="909694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" name="pl2491"/>
            <p:cNvSpPr/>
            <p:nvPr/>
          </p:nvSpPr>
          <p:spPr>
            <a:xfrm>
              <a:off x="4397146" y="866450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" name="pl2492"/>
            <p:cNvSpPr/>
            <p:nvPr/>
          </p:nvSpPr>
          <p:spPr>
            <a:xfrm>
              <a:off x="4397146" y="823206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" name="pl2493"/>
            <p:cNvSpPr/>
            <p:nvPr/>
          </p:nvSpPr>
          <p:spPr>
            <a:xfrm>
              <a:off x="4397146" y="779962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" name="pl2494"/>
            <p:cNvSpPr/>
            <p:nvPr/>
          </p:nvSpPr>
          <p:spPr>
            <a:xfrm>
              <a:off x="4397146" y="736718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" name="pl2495"/>
            <p:cNvSpPr/>
            <p:nvPr/>
          </p:nvSpPr>
          <p:spPr>
            <a:xfrm>
              <a:off x="4425614" y="9209377"/>
              <a:ext cx="2507564" cy="0"/>
            </a:xfrm>
            <a:custGeom>
              <a:avLst/>
              <a:pathLst>
                <a:path w="2507564" h="0">
                  <a:moveTo>
                    <a:pt x="0" y="0"/>
                  </a:moveTo>
                  <a:lnTo>
                    <a:pt x="2507564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" name="pl2496"/>
            <p:cNvSpPr/>
            <p:nvPr/>
          </p:nvSpPr>
          <p:spPr>
            <a:xfrm>
              <a:off x="4683301" y="920937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" name="pl2497"/>
            <p:cNvSpPr/>
            <p:nvPr/>
          </p:nvSpPr>
          <p:spPr>
            <a:xfrm>
              <a:off x="5679397" y="920937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" name="pl2498"/>
            <p:cNvSpPr/>
            <p:nvPr/>
          </p:nvSpPr>
          <p:spPr>
            <a:xfrm>
              <a:off x="6675493" y="920937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" name="tx2499"/>
            <p:cNvSpPr/>
            <p:nvPr/>
          </p:nvSpPr>
          <p:spPr>
            <a:xfrm>
              <a:off x="4655046" y="926062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501" name="tx2500"/>
            <p:cNvSpPr/>
            <p:nvPr/>
          </p:nvSpPr>
          <p:spPr>
            <a:xfrm>
              <a:off x="5651142" y="926062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2502" name="tx2501"/>
            <p:cNvSpPr/>
            <p:nvPr/>
          </p:nvSpPr>
          <p:spPr>
            <a:xfrm>
              <a:off x="6647238" y="926062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2503" name="tx2502"/>
            <p:cNvSpPr/>
            <p:nvPr/>
          </p:nvSpPr>
          <p:spPr>
            <a:xfrm>
              <a:off x="5418335" y="9418256"/>
              <a:ext cx="52212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2504" name="tx2503"/>
            <p:cNvSpPr/>
            <p:nvPr/>
          </p:nvSpPr>
          <p:spPr>
            <a:xfrm>
              <a:off x="4425614" y="6671717"/>
              <a:ext cx="973470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(f) Belowground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jingyang</cp:lastModifiedBy>
  <cp:revision>3</cp:revision>
  <dcterms:created xsi:type="dcterms:W3CDTF">2017-02-13T16:18:36Z</dcterms:created>
  <dcterms:modified xsi:type="dcterms:W3CDTF">2026-07-20T13:31:26Z</dcterms:modified>
  <cp:category/>
</cp:coreProperties>
</file>