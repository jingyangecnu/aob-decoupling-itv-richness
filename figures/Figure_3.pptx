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3960000"/>
            <a:chOff x="914400" y="914400"/>
            <a:chExt cx="6120000" cy="396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396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396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343534" y="952357"/>
              <a:ext cx="5640255" cy="325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t6"/>
            <p:cNvSpPr/>
            <p:nvPr/>
          </p:nvSpPr>
          <p:spPr>
            <a:xfrm>
              <a:off x="1716679" y="19137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1923882" y="300086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1740498" y="31721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939546" y="29607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784733" y="25060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952445" y="30545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758261" y="33592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965446" y="32481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757998" y="31444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996054" y="32272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757005" y="35288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65371" y="35250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777416" y="32375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997944" y="33004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747855" y="33206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000185" y="34347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768994" y="32621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05455" y="31290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678865" y="26287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966445" y="26410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787467" y="32512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959664" y="32288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11284" y="30594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983584" y="32241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39607" y="29332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984583" y="339663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742145" y="33183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975543" y="31745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763902" y="28840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972750" y="35349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702965" y="31198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910435" y="31248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687347" y="33304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999294" y="32581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688341" y="31654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913421" y="32635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74761" y="32899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904076" y="33241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775724" y="36298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993511" y="34382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771949" y="29477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944079" y="30991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1732312" y="321401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998239" y="30392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1730624" y="32872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996768" y="33139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726781" y="29037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1954847" y="35841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1766653" y="31966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1980367" y="31338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1743439" y="35723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944493" y="32514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1734577" y="31614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1972674" y="30592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1735200" y="27846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943777" y="27368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1773667" y="40112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1990919" y="33072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1702892" y="30093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1991892" y="28294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1783294" y="30946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901908" y="30566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1728315" y="33380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934612" y="35406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1712421" y="28646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911920" y="29662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1678801" y="26093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919726" y="24984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1771752" y="29192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1958426" y="26566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1775306" y="33685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1949387" y="32031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1700059" y="33134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1901494" y="34083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1694192" y="29462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1950373" y="30266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1710979" y="28651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917368" y="25884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1757586" y="33430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1941201" y="31424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1768597" y="29443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1911555" y="30470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1719068" y="33569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1909992" y="25255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1748347" y="28529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1936367" y="22774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1682386" y="30085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1934437" y="30121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1696515" y="31301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1975181" y="27962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1735379" y="38882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1959447" y="35293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1774143" y="27872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1972545" y="25736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1756173" y="29912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1973540" y="31508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1787502" y="26907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1957621" y="24396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1683083" y="31033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1908834" y="27627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1749133" y="27538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1948327" y="29416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1682306" y="28570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1986152" y="31715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1763698" y="25293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1977547" y="26563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1746451" y="31235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1926806" y="32764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1734391" y="32131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1990497" y="325866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1692576" y="31365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1923710" y="31479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1760839" y="17117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1947478" y="21115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1683957" y="21575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1934086" y="24485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1729927" y="33935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1967735" y="32159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1761909" y="34860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1918644" y="34223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1736161" y="32615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001764" y="33473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1691833" y="28198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1940022" y="32405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1716531" y="32090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1928963" y="335871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1732519" y="30423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1927480" y="32287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1681592" y="30820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1938523" y="32374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1751246" y="30039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1926444" y="31384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1771736" y="33588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1947498" y="31410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1767441" y="30103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1905258" y="31026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1735742" y="32889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1932849" y="31947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1715854" y="33193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1933338" y="34996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1755499" y="30108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1997967" y="32584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1764750" y="30899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1917767" y="34129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1734332" y="31215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1938291" y="33358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1787725" y="21654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1970912" y="34225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1739611" y="36075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1996017" y="31700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1749062" y="34997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1995768" y="32912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1703068" y="30915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1935671" y="32704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1741484" y="31126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1997196" y="30734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1713364" y="25673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1977112" y="25532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1733506" y="24752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1937107" y="23707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1716423" y="31532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1906099" y="28533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1781537" y="26732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1991635" y="29145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1727512" y="24841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1965119" y="23096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1764463" y="32500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1942429" y="33551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1769323" y="29141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1907799" y="31604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1702016" y="240813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1926108" y="26621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1698009" y="36896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1976909" y="29415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313661" y="22297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454567" y="23816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229800" y="26233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525924" y="305223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289787" y="30136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457777" y="30702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3262310" y="26528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434628" y="27873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3274452" y="25582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486604" y="267219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3290530" y="26698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3521996" y="28636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3275098" y="28409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3439274" y="28948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3242475" y="25636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3489606" y="27642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3262038" y="32335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3461291" y="35156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3307400" y="30026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3479822" y="34916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3309659" y="26801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439922" y="28909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3204766" y="25484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3491409" y="30551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3229365" y="26890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3480644" y="30059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3297922" y="32035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513379" y="33988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3287882" y="26451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3444576" y="308465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3229743" y="33986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3499150" y="31993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3232229" y="29021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3518848" y="30121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3305519" y="29482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3528476" y="32018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3293849" y="26198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3455445" y="285291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3278686" y="24683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3459432" y="28198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3282298" y="29097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3453709" y="36499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3234370" y="33202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3531244" y="344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3245273" y="272373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3468233" y="26999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3271526" y="26370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3487354" y="32105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3312514" y="26832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3469657" y="28499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3221859" y="36316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3500145" y="34576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3213114" y="31992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442318" y="32529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208499" y="33148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514161" y="32369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285871" y="30943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480876" y="333796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248294" y="36695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505783" y="39691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281323" y="26353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490843" y="25577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288879" y="30917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436614" y="32247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226021" y="25945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483571" y="24589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241175" y="28666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429254" y="28966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253894" y="26227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512374" y="27448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243637" y="39493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451140" y="38667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285077" y="26599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487150" y="28906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228540" y="29189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446447" y="287799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302502" y="27452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468741" y="30633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232582" y="23856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474993" y="25910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260131" y="26156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530586" y="26427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207469" y="30841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511608" y="35375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205038" y="30382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504037" y="29164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281090" y="26433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451738" y="28769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210271" y="29928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484441" y="33463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294534" y="27625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475728" y="29538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288334" y="26695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507135" y="28928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233753" y="22653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469293" y="26362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215946" y="25103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505645" y="310428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3271196" y="21801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3435232" y="268246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302971" y="25587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471481" y="26982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3274462" y="27923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439633" y="25877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216255" y="28544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3445345" y="31286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205028" y="316446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3498178" y="30513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208620" y="33133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3514801" y="31099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248190" y="26086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478311" y="26640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3204234" y="32664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518303" y="30816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3293990" y="29903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3523240" y="33390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291875" y="30561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463083" y="30302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292466" y="31401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3513769" y="34797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295964" y="276691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482402" y="27521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271393" y="30638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458461" y="32036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3276812" y="28393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434304" y="28594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272878" y="25367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445248" y="26055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3291307" y="28956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499758" y="29645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251181" y="30134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523490" y="29442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3293024" y="26239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491731" y="32229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224696" y="30141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470466" y="34263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3281883" y="29931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3456892" y="27978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3241115" y="28195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3478624" y="30283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3210913" y="34121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3530790" y="32080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3209610" y="28319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3495985" y="27255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3221613" y="27870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3523122" y="26659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3304156" y="33680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3508284" y="28391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3213641" y="34681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3494524" y="33833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3243627" y="25986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3497372" y="27962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3280765" y="31115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3508037" y="30995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3260700" y="29412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3439322" y="29690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3221602" y="27891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3514026" y="30027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3306063" y="30364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3504939" y="27564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3212774" y="31163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3532117" y="28674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3288707" y="27266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3465376" y="26530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3237282" y="24023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3434688" y="23680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3279389" y="26747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3473866" y="259882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3288198" y="25596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3497297" y="24940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3275255" y="27152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3431940" y="28891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3237845" y="31369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3430370" y="30951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3255664" y="30229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3472268" y="28471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3280586" y="28821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3524795" y="26541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3265613" y="23894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3453537" y="24400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3231220" y="32797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3445803" y="26717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3224824" y="27244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3429938" y="292119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3297124" y="25059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3445321" y="25688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3256100" y="23527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3502024" y="23318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3271051" y="22962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3461047" y="21338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3293526" y="16551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3513109" y="25147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3257722" y="27393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3451312" y="27886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3313982" y="24472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3446833" y="24028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4748269" y="32336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5026508" y="29696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4833176" y="24043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4965759" y="26535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4816461" y="24537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4953669" y="294782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4786877" y="21805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4984013" y="24358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4814659" y="24982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5050628" y="26341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4810733" y="26666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4961426" y="31234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4787649" y="25383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5036792" y="26022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4811985" y="27514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5011028" y="27474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4772712" y="28328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4953314" y="28682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4830549" y="29864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4985848" y="31659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4758047" y="31187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4984191" y="352305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4778747" y="24507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5011820" y="26908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4825976" y="29782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4951885" y="31795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4837723" y="21955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5048143" y="25595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4766638" y="24493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4987730" y="26317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4830132" y="22116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4987279" y="25314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4753319" y="36859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4956152" y="34717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4739762" y="32692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4985801" y="29529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4804669" y="22221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5048102" y="27401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4764043" y="28813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4953166" y="31846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4813453" y="25266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4955588" y="27078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4790350" y="27164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4964272" y="29393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4791502" y="35239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4954090" y="32592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4736784" y="28870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5000694" y="30874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4829275" y="26950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5011700" y="30554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4802022" y="27846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5008783" y="27386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4820114" y="34476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5020693" y="39268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4797900" y="24299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4986824" y="25940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4835425" y="25543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5037878" y="26355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4732629" y="22462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5056791" y="24900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4836077" y="23380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5009221" y="240155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4755965" y="22918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4989920" y="24118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4768834" y="27884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5012791" y="26275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4793947" y="25274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4984035" y="26269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4810326" y="20939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5028008" y="24183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4789374" y="22830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4957342" y="25921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4760433" y="24138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5051273" y="24471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4769389" y="24638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4993582" y="26503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4785088" y="21513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4982829" y="23058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4774948" y="21945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5007289" y="21516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4804541" y="24640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5013486" y="24972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4782741" y="20085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5029023" y="27217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4806657" y="22705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4965961" y="25576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4801392" y="21169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5057709" y="23982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4798699" y="23501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5057166" y="26031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4811641" y="17648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5038650" y="23569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4828027" y="26903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5050026" y="28185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4826863" y="23481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5008017" y="27068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4758273" y="22953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5038607" y="27676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4796455" y="28518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5046801" y="271208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4812004" y="23826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4983952" y="26327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4820650" y="21711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5057239" y="25634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4742520" y="30405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5025691" y="29018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4741136" y="27558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5011762" y="31782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4799556" y="24256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4970191" y="25596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4822413" y="23851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5044457" y="23865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4760571" y="23382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4964007" y="26260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4732278" y="24426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4975998" y="268694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4801003" y="22858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5042363" y="30313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4784606" y="34607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5004603" y="33786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4756656" y="26802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4998122" y="30511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4838704" y="25974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4989905" y="25682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4806662" y="25859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4960190" y="24350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4838638" y="30265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5047414" y="30015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4776661" y="31135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5048163" y="32414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4739701" y="25596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5049155" y="30407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4764992" y="27464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984789" y="31313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4829249" y="21084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5042839" y="26023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4762205" y="23269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5039122" y="27106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4771680" y="23310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990162" y="29471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4745759" y="26268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022520" y="31357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4766524" y="19851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4974839" y="23994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4805778" y="27901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4960672" y="33894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4816340" y="33430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4963548" y="30094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4753612" y="24027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4994511" y="298852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4756798" y="22659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043264" y="303422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4834712" y="22189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005385" y="24343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4809842" y="33992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017204" y="32104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4794936" y="30430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042944" y="34784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4807375" y="26483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025613" y="29941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4832612" y="21138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038965" y="26871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4738290" y="19934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4975562" y="22670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4762385" y="26107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4986796" y="31360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4835279" y="27181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026792" y="29035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4815819" y="28944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056297" y="29629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4836425" y="23522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002726" y="267975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4746865" y="28092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045404" y="32287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4835034" y="24055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4993087" y="30940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4821623" y="27883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019299" y="29762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4788106" y="30573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5019969" y="28290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4736537" y="21828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5000232" y="27989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4750811" y="24239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5026214" y="26300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4739255" y="17520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5007735" y="22151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4754036" y="29351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4993496" y="31729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4739855" y="28420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5022977" y="23240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4766123" y="27903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5024779" y="24315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4815804" y="28488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5004244" y="27227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4747112" y="35904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5050189" y="31814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4731693" y="27884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5025840" y="29161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4741933" y="23605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5045603" y="25700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4776439" y="30387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5024936" y="31070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4811626" y="37331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4968325" y="35181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4763827" y="32967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4985572" y="29168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4826678" y="30344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4992010" y="26638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4772719" y="28768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4990152" y="26141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4801795" y="26986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5049329" y="29387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4774402" y="29189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4999468" y="29478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4732529" y="28734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4975765" y="276983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4828643" y="26824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5002486" y="25298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4820819" y="27274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4977292" y="271105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4816267" y="2984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5047841" y="26106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4742195" y="24623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5035454" y="22487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762771" y="31990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5017251" y="31833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4742574" y="34566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4958102" y="31925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4828919" y="20691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5053230" y="22365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6266601" y="24851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6496574" y="25493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6352093" y="31406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6543812" y="35168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6338038" y="25444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6563795" y="23389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6307468" y="29385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6495780" y="26740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6363092" y="23127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6567031" y="28255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6285606" y="18815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6580618" y="22694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6266979" y="31471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6545585" y="30438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6327977" y="26258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6541680" y="28322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6334985" y="26520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6493720" y="27678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6309387" y="30806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6568431" y="25342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6335998" y="169203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6505600" y="20297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6302282" y="30000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6585125" y="27268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6327453" y="27291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6503296" y="27061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6326193" y="22560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6562227" y="33307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6275083" y="27424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6522875" y="26641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6352500" y="30853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6510899" y="32188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6299173" y="29906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6543868" y="31728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6277287" y="28174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6539264" y="23689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6270524" y="29004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6506474" y="25557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6274615" y="24585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6516661" y="31810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6363337" y="30416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6499948" y="29993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6315525" y="22759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6504660" y="26138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6363814" y="30921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6547416" y="34774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6355814" y="32743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6518290" y="283854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6267314" y="21446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6585223" y="27786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6336095" y="23378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6493216" y="28165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6258579" y="24750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6583400" y="28405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6284208" y="31268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6498329" y="24683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6344924" y="30137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6544238" y="26605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6340852" y="23915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6518926" y="27654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6305941" y="25556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6585998" y="22277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6294091" y="28993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6535662" y="26761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6333226" y="22256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6500906" y="232281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6256687" y="29003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6514636" y="29636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6361583" y="24915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6525654" y="28226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6262994" y="34670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6503354" y="35419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6286329" y="23168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6541076" y="29526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6358283" y="25266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6578889" y="28111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6264723" y="26120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6508633" y="29986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6357519" y="24931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6580989" y="25199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6326942" y="25221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6514274" y="28609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6331387" y="27304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6499274" y="279279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6322405" y="25966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6567765" y="24569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6307692" y="29027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6570099" y="33993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6346305" y="31660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6508212" y="26937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6338823" y="27090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6517590" y="27581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6348214" y="27634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6500017" y="29918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6292603" y="28196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6579631" y="23912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6342072" y="18908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6499285" y="22619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6338643" y="24210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6551192" y="25080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6265055" y="21696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6492531" y="24311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6287016" y="30085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6586137" y="30085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6345282" y="24192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6550072" y="25312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6260393" y="25859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6500468" y="25298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6339778" y="30150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6509468" y="28414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6256822" y="21735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6539186" y="25865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6327373" y="27875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6568978" y="26906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6318498" y="26308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6556912" y="30035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6343578" y="27208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6523122" y="29172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6274088" y="24722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6532366" y="27615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6269413" y="24691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6482004" y="29312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6360010" y="27404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6501619" y="27958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6337481" y="23773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6562945" y="259959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6259915" y="28876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6583157" y="23753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6260304" y="22186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6547592" y="22100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6264305" y="26413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6500612" y="27211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6354472" y="27670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6574478" y="25957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6359778" y="21347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6515530" y="30740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6361416" y="31283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6487689" y="262318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6294511" y="28330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6565448" y="33282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6300914" y="26554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6536143" y="26672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6305555" y="26947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6522809" y="26891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6320779" y="26699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6572456" y="2947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6289822" y="27067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6485516" y="258334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6330764" y="30935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6554946" y="27046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6266175" y="30074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6513320" y="23443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6294718" y="32158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6534628" y="33672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6296516" y="29867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6488814" y="287332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6312710" y="285571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6541908" y="26807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6294478" y="27397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6536849" y="26315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6329144" y="28224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6515028" y="30469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6356886" y="26882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6525692" y="25226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6322521" y="29367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6488022" y="26928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6334802" y="29794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6561893" y="31230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6319921" y="29783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6516520" y="26330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6291632" y="28611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6567186" y="29681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6282935" y="24922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6513384" y="26056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6325728" y="26626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6569843" y="28183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6272508" y="28379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6580250" y="27686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6330518" y="281936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6538218" y="28687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6256217" y="21621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6570330" y="23515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6311831" y="22474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6574225" y="25907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6346860" y="18965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6584049" y="20368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6262171" y="25716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6542193" y="26229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6325494" y="23539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6507465" y="24366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6342660" y="26205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6490971" y="28234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6294525" y="31673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6578252" y="32087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6281519" y="28223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6574510" y="27223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6364157" y="21810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6486251" y="24624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6271950" y="27294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6480181" y="27780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6262521" y="25755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6504805" y="25886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6314391" y="23126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6549418" y="23488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6300125" y="24203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6536011" y="27720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6364532" y="26793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6509459" y="29618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6299192" y="25996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6482348" y="22855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6348801" y="28769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6558051" y="24824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6354063" y="32617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6513543" y="26644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6279379" y="24481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6538249" y="288045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6336033" y="25941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6485997" y="27301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6357683" y="24605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6490070" y="25920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6356661" y="29365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6507074" y="28657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6357317" y="28916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6478517" y="28766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6317745" y="27396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6558173" y="28912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6267416" y="28274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6566756" y="29970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6306764" y="28101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6531352" y="25823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6314247" y="23124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6517458" y="27311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6317654" y="282806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6546932" y="31499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6274145" y="27240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6572801" y="25580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6283130" y="26719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6548264" y="31683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6309715" y="29080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6569403" y="25037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6357343" y="23202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6478850" y="25207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6326668" y="28611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6543484" y="29110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6327992" y="26897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6511554" y="29269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6363730" y="28688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6584532" y="25832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6340676" y="27044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6548524" y="25211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6329411" y="28693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6550080" y="26823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6304624" y="24152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6482621" y="250119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6281170" y="26119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6526858" y="29761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6292558" y="28091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6555212" y="24853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6363364" y="22632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6501539" y="24361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6343229" y="25271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6514397" y="26710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6299724" y="26793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6582613" y="281859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6360979" y="32500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6543225" y="32518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6300338" y="38473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6524013" y="35615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6269936" y="24133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6533413" y="26516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6275589" y="21099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6487260" y="24431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6356715" y="30701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6584731" y="26889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6347513" y="28248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6557031" y="25695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6325447" y="25816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6563354" y="25541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6319096" y="27970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6518254" y="26623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6338743" y="25815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6554161" y="26551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l888"/>
            <p:cNvSpPr/>
            <p:nvPr/>
          </p:nvSpPr>
          <p:spPr>
            <a:xfrm>
              <a:off x="1764046" y="2439328"/>
              <a:ext cx="0" cy="466436"/>
            </a:xfrm>
            <a:custGeom>
              <a:avLst/>
              <a:pathLst>
                <a:path w="0" h="466436">
                  <a:moveTo>
                    <a:pt x="0" y="46643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l889"/>
            <p:cNvSpPr/>
            <p:nvPr/>
          </p:nvSpPr>
          <p:spPr>
            <a:xfrm>
              <a:off x="1764046" y="3320657"/>
              <a:ext cx="0" cy="598814"/>
            </a:xfrm>
            <a:custGeom>
              <a:avLst/>
              <a:pathLst>
                <a:path w="0" h="598814">
                  <a:moveTo>
                    <a:pt x="0" y="0"/>
                  </a:moveTo>
                  <a:lnTo>
                    <a:pt x="0" y="598814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1653962" y="2905765"/>
              <a:ext cx="220168" cy="414891"/>
            </a:xfrm>
            <a:custGeom>
              <a:avLst/>
              <a:pathLst>
                <a:path w="220168" h="414891">
                  <a:moveTo>
                    <a:pt x="0" y="0"/>
                  </a:moveTo>
                  <a:lnTo>
                    <a:pt x="0" y="414891"/>
                  </a:lnTo>
                  <a:lnTo>
                    <a:pt x="220168" y="414891"/>
                  </a:lnTo>
                  <a:lnTo>
                    <a:pt x="220168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2" name="pl891"/>
            <p:cNvSpPr/>
            <p:nvPr/>
          </p:nvSpPr>
          <p:spPr>
            <a:xfrm>
              <a:off x="1653962" y="3143846"/>
              <a:ext cx="220168" cy="0"/>
            </a:xfrm>
            <a:custGeom>
              <a:avLst/>
              <a:pathLst>
                <a:path w="220168" h="0">
                  <a:moveTo>
                    <a:pt x="0" y="0"/>
                  </a:moveTo>
                  <a:lnTo>
                    <a:pt x="220168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3" name="pl892"/>
            <p:cNvSpPr/>
            <p:nvPr/>
          </p:nvSpPr>
          <p:spPr>
            <a:xfrm>
              <a:off x="3290141" y="2211345"/>
              <a:ext cx="0" cy="442759"/>
            </a:xfrm>
            <a:custGeom>
              <a:avLst/>
              <a:pathLst>
                <a:path w="0" h="442759">
                  <a:moveTo>
                    <a:pt x="0" y="44275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l893"/>
            <p:cNvSpPr/>
            <p:nvPr/>
          </p:nvSpPr>
          <p:spPr>
            <a:xfrm>
              <a:off x="3290141" y="3082870"/>
              <a:ext cx="0" cy="617904"/>
            </a:xfrm>
            <a:custGeom>
              <a:avLst/>
              <a:pathLst>
                <a:path w="0" h="617904">
                  <a:moveTo>
                    <a:pt x="0" y="0"/>
                  </a:moveTo>
                  <a:lnTo>
                    <a:pt x="0" y="617904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3180057" y="2654105"/>
              <a:ext cx="220168" cy="428764"/>
            </a:xfrm>
            <a:custGeom>
              <a:avLst/>
              <a:pathLst>
                <a:path w="220168" h="428764">
                  <a:moveTo>
                    <a:pt x="0" y="0"/>
                  </a:moveTo>
                  <a:lnTo>
                    <a:pt x="0" y="428764"/>
                  </a:lnTo>
                  <a:lnTo>
                    <a:pt x="220168" y="428764"/>
                  </a:lnTo>
                  <a:lnTo>
                    <a:pt x="220168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6" name="pl895"/>
            <p:cNvSpPr/>
            <p:nvPr/>
          </p:nvSpPr>
          <p:spPr>
            <a:xfrm>
              <a:off x="3180057" y="2821945"/>
              <a:ext cx="220168" cy="0"/>
            </a:xfrm>
            <a:custGeom>
              <a:avLst/>
              <a:pathLst>
                <a:path w="220168" h="0">
                  <a:moveTo>
                    <a:pt x="0" y="0"/>
                  </a:moveTo>
                  <a:lnTo>
                    <a:pt x="220168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7" name="pl896"/>
            <p:cNvSpPr/>
            <p:nvPr/>
          </p:nvSpPr>
          <p:spPr>
            <a:xfrm>
              <a:off x="4816236" y="1783213"/>
              <a:ext cx="0" cy="586082"/>
            </a:xfrm>
            <a:custGeom>
              <a:avLst/>
              <a:pathLst>
                <a:path w="0" h="586082">
                  <a:moveTo>
                    <a:pt x="0" y="58608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l897"/>
            <p:cNvSpPr/>
            <p:nvPr/>
          </p:nvSpPr>
          <p:spPr>
            <a:xfrm>
              <a:off x="4816236" y="2910253"/>
              <a:ext cx="0" cy="806861"/>
            </a:xfrm>
            <a:custGeom>
              <a:avLst/>
              <a:pathLst>
                <a:path w="0" h="806861">
                  <a:moveTo>
                    <a:pt x="0" y="0"/>
                  </a:moveTo>
                  <a:lnTo>
                    <a:pt x="0" y="806861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4706151" y="2369296"/>
              <a:ext cx="220168" cy="540957"/>
            </a:xfrm>
            <a:custGeom>
              <a:avLst/>
              <a:pathLst>
                <a:path w="220168" h="540957">
                  <a:moveTo>
                    <a:pt x="0" y="0"/>
                  </a:moveTo>
                  <a:lnTo>
                    <a:pt x="0" y="540957"/>
                  </a:lnTo>
                  <a:lnTo>
                    <a:pt x="220168" y="540957"/>
                  </a:lnTo>
                  <a:lnTo>
                    <a:pt x="220168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0" name="pl899"/>
            <p:cNvSpPr/>
            <p:nvPr/>
          </p:nvSpPr>
          <p:spPr>
            <a:xfrm>
              <a:off x="4706151" y="2628627"/>
              <a:ext cx="220168" cy="0"/>
            </a:xfrm>
            <a:custGeom>
              <a:avLst/>
              <a:pathLst>
                <a:path w="220168" h="0">
                  <a:moveTo>
                    <a:pt x="0" y="0"/>
                  </a:moveTo>
                  <a:lnTo>
                    <a:pt x="220168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1" name="pl900"/>
            <p:cNvSpPr/>
            <p:nvPr/>
          </p:nvSpPr>
          <p:spPr>
            <a:xfrm>
              <a:off x="6342330" y="1912716"/>
              <a:ext cx="0" cy="590721"/>
            </a:xfrm>
            <a:custGeom>
              <a:avLst/>
              <a:pathLst>
                <a:path w="0" h="590721">
                  <a:moveTo>
                    <a:pt x="0" y="59072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1"/>
            <p:cNvSpPr/>
            <p:nvPr/>
          </p:nvSpPr>
          <p:spPr>
            <a:xfrm>
              <a:off x="6342330" y="2922861"/>
              <a:ext cx="0" cy="575376"/>
            </a:xfrm>
            <a:custGeom>
              <a:avLst/>
              <a:pathLst>
                <a:path w="0" h="575376">
                  <a:moveTo>
                    <a:pt x="0" y="0"/>
                  </a:moveTo>
                  <a:lnTo>
                    <a:pt x="0" y="575376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6232246" y="2503437"/>
              <a:ext cx="220168" cy="419424"/>
            </a:xfrm>
            <a:custGeom>
              <a:avLst/>
              <a:pathLst>
                <a:path w="220168" h="419424">
                  <a:moveTo>
                    <a:pt x="0" y="0"/>
                  </a:moveTo>
                  <a:lnTo>
                    <a:pt x="0" y="419424"/>
                  </a:lnTo>
                  <a:lnTo>
                    <a:pt x="220168" y="419424"/>
                  </a:lnTo>
                  <a:lnTo>
                    <a:pt x="220168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4" name="pl903"/>
            <p:cNvSpPr/>
            <p:nvPr/>
          </p:nvSpPr>
          <p:spPr>
            <a:xfrm>
              <a:off x="6232246" y="2735640"/>
              <a:ext cx="220168" cy="0"/>
            </a:xfrm>
            <a:custGeom>
              <a:avLst/>
              <a:pathLst>
                <a:path w="220168" h="0">
                  <a:moveTo>
                    <a:pt x="0" y="0"/>
                  </a:moveTo>
                  <a:lnTo>
                    <a:pt x="220168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5" name="pl904"/>
            <p:cNvSpPr/>
            <p:nvPr/>
          </p:nvSpPr>
          <p:spPr>
            <a:xfrm>
              <a:off x="1984215" y="2470815"/>
              <a:ext cx="0" cy="501992"/>
            </a:xfrm>
            <a:custGeom>
              <a:avLst/>
              <a:pathLst>
                <a:path w="0" h="501992">
                  <a:moveTo>
                    <a:pt x="0" y="50199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l905"/>
            <p:cNvSpPr/>
            <p:nvPr/>
          </p:nvSpPr>
          <p:spPr>
            <a:xfrm>
              <a:off x="1984215" y="3315056"/>
              <a:ext cx="0" cy="300258"/>
            </a:xfrm>
            <a:custGeom>
              <a:avLst/>
              <a:pathLst>
                <a:path w="0" h="300258">
                  <a:moveTo>
                    <a:pt x="0" y="0"/>
                  </a:moveTo>
                  <a:lnTo>
                    <a:pt x="0" y="300258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1874131" y="2972807"/>
              <a:ext cx="220168" cy="342248"/>
            </a:xfrm>
            <a:custGeom>
              <a:avLst/>
              <a:pathLst>
                <a:path w="220168" h="342248">
                  <a:moveTo>
                    <a:pt x="0" y="0"/>
                  </a:moveTo>
                  <a:lnTo>
                    <a:pt x="0" y="342248"/>
                  </a:lnTo>
                  <a:lnTo>
                    <a:pt x="220168" y="342248"/>
                  </a:lnTo>
                  <a:lnTo>
                    <a:pt x="220168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8" name="pl907"/>
            <p:cNvSpPr/>
            <p:nvPr/>
          </p:nvSpPr>
          <p:spPr>
            <a:xfrm>
              <a:off x="1874131" y="3182087"/>
              <a:ext cx="220168" cy="0"/>
            </a:xfrm>
            <a:custGeom>
              <a:avLst/>
              <a:pathLst>
                <a:path w="220168" h="0">
                  <a:moveTo>
                    <a:pt x="0" y="0"/>
                  </a:moveTo>
                  <a:lnTo>
                    <a:pt x="220168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9" name="pl908"/>
            <p:cNvSpPr/>
            <p:nvPr/>
          </p:nvSpPr>
          <p:spPr>
            <a:xfrm>
              <a:off x="3510310" y="2165058"/>
              <a:ext cx="0" cy="564771"/>
            </a:xfrm>
            <a:custGeom>
              <a:avLst/>
              <a:pathLst>
                <a:path w="0" h="564771">
                  <a:moveTo>
                    <a:pt x="0" y="56477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l909"/>
            <p:cNvSpPr/>
            <p:nvPr/>
          </p:nvSpPr>
          <p:spPr>
            <a:xfrm>
              <a:off x="3510310" y="3155192"/>
              <a:ext cx="0" cy="525925"/>
            </a:xfrm>
            <a:custGeom>
              <a:avLst/>
              <a:pathLst>
                <a:path w="0" h="525925">
                  <a:moveTo>
                    <a:pt x="0" y="0"/>
                  </a:moveTo>
                  <a:lnTo>
                    <a:pt x="0" y="525925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3400226" y="2729829"/>
              <a:ext cx="220168" cy="425362"/>
            </a:xfrm>
            <a:custGeom>
              <a:avLst/>
              <a:pathLst>
                <a:path w="220168" h="425362">
                  <a:moveTo>
                    <a:pt x="0" y="0"/>
                  </a:moveTo>
                  <a:lnTo>
                    <a:pt x="0" y="425362"/>
                  </a:lnTo>
                  <a:lnTo>
                    <a:pt x="220168" y="425362"/>
                  </a:lnTo>
                  <a:lnTo>
                    <a:pt x="220168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2" name="pl911"/>
            <p:cNvSpPr/>
            <p:nvPr/>
          </p:nvSpPr>
          <p:spPr>
            <a:xfrm>
              <a:off x="3400226" y="2925024"/>
              <a:ext cx="220168" cy="0"/>
            </a:xfrm>
            <a:custGeom>
              <a:avLst/>
              <a:pathLst>
                <a:path w="220168" h="0">
                  <a:moveTo>
                    <a:pt x="0" y="0"/>
                  </a:moveTo>
                  <a:lnTo>
                    <a:pt x="220168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3" name="pl912"/>
            <p:cNvSpPr/>
            <p:nvPr/>
          </p:nvSpPr>
          <p:spPr>
            <a:xfrm>
              <a:off x="5036405" y="2182888"/>
              <a:ext cx="0" cy="429410"/>
            </a:xfrm>
            <a:custGeom>
              <a:avLst/>
              <a:pathLst>
                <a:path w="0" h="429410">
                  <a:moveTo>
                    <a:pt x="0" y="42941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3"/>
            <p:cNvSpPr/>
            <p:nvPr/>
          </p:nvSpPr>
          <p:spPr>
            <a:xfrm>
              <a:off x="5036405" y="3068676"/>
              <a:ext cx="0" cy="485575"/>
            </a:xfrm>
            <a:custGeom>
              <a:avLst/>
              <a:pathLst>
                <a:path w="0" h="485575">
                  <a:moveTo>
                    <a:pt x="0" y="0"/>
                  </a:moveTo>
                  <a:lnTo>
                    <a:pt x="0" y="485575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4926320" y="2612299"/>
              <a:ext cx="220168" cy="456377"/>
            </a:xfrm>
            <a:custGeom>
              <a:avLst/>
              <a:pathLst>
                <a:path w="220168" h="456377">
                  <a:moveTo>
                    <a:pt x="0" y="0"/>
                  </a:moveTo>
                  <a:lnTo>
                    <a:pt x="0" y="456377"/>
                  </a:lnTo>
                  <a:lnTo>
                    <a:pt x="220168" y="456377"/>
                  </a:lnTo>
                  <a:lnTo>
                    <a:pt x="220168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6" name="pl915"/>
            <p:cNvSpPr/>
            <p:nvPr/>
          </p:nvSpPr>
          <p:spPr>
            <a:xfrm>
              <a:off x="4926320" y="2753932"/>
              <a:ext cx="220168" cy="0"/>
            </a:xfrm>
            <a:custGeom>
              <a:avLst/>
              <a:pathLst>
                <a:path w="220168" h="0">
                  <a:moveTo>
                    <a:pt x="0" y="0"/>
                  </a:moveTo>
                  <a:lnTo>
                    <a:pt x="220168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7" name="pl916"/>
            <p:cNvSpPr/>
            <p:nvPr/>
          </p:nvSpPr>
          <p:spPr>
            <a:xfrm>
              <a:off x="6562499" y="2241280"/>
              <a:ext cx="0" cy="344095"/>
            </a:xfrm>
            <a:custGeom>
              <a:avLst/>
              <a:pathLst>
                <a:path w="0" h="344095">
                  <a:moveTo>
                    <a:pt x="0" y="34409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7"/>
            <p:cNvSpPr/>
            <p:nvPr/>
          </p:nvSpPr>
          <p:spPr>
            <a:xfrm>
              <a:off x="6562499" y="2922417"/>
              <a:ext cx="0" cy="476061"/>
            </a:xfrm>
            <a:custGeom>
              <a:avLst/>
              <a:pathLst>
                <a:path w="0" h="476061">
                  <a:moveTo>
                    <a:pt x="0" y="0"/>
                  </a:moveTo>
                  <a:lnTo>
                    <a:pt x="0" y="476061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6452415" y="2585375"/>
              <a:ext cx="220168" cy="337041"/>
            </a:xfrm>
            <a:custGeom>
              <a:avLst/>
              <a:pathLst>
                <a:path w="220168" h="337041">
                  <a:moveTo>
                    <a:pt x="0" y="0"/>
                  </a:moveTo>
                  <a:lnTo>
                    <a:pt x="0" y="337041"/>
                  </a:lnTo>
                  <a:lnTo>
                    <a:pt x="220168" y="337041"/>
                  </a:lnTo>
                  <a:lnTo>
                    <a:pt x="220168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0" name="pl919"/>
            <p:cNvSpPr/>
            <p:nvPr/>
          </p:nvSpPr>
          <p:spPr>
            <a:xfrm>
              <a:off x="6452415" y="2724893"/>
              <a:ext cx="220168" cy="0"/>
            </a:xfrm>
            <a:custGeom>
              <a:avLst/>
              <a:pathLst>
                <a:path w="220168" h="0">
                  <a:moveTo>
                    <a:pt x="0" y="0"/>
                  </a:moveTo>
                  <a:lnTo>
                    <a:pt x="220168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1874131" y="2484211"/>
              <a:ext cx="4623547" cy="658743"/>
            </a:xfrm>
            <a:custGeom>
              <a:avLst/>
              <a:pathLst>
                <a:path w="4623547" h="658743">
                  <a:moveTo>
                    <a:pt x="0" y="329067"/>
                  </a:moveTo>
                  <a:lnTo>
                    <a:pt x="1144878" y="297487"/>
                  </a:lnTo>
                  <a:lnTo>
                    <a:pt x="2201689" y="248919"/>
                  </a:lnTo>
                  <a:lnTo>
                    <a:pt x="3522702" y="130871"/>
                  </a:lnTo>
                  <a:lnTo>
                    <a:pt x="4623547" y="0"/>
                  </a:lnTo>
                  <a:lnTo>
                    <a:pt x="4623547" y="295296"/>
                  </a:lnTo>
                  <a:lnTo>
                    <a:pt x="3522702" y="329309"/>
                  </a:lnTo>
                  <a:lnTo>
                    <a:pt x="2201689" y="409122"/>
                  </a:lnTo>
                  <a:lnTo>
                    <a:pt x="1144878" y="518843"/>
                  </a:lnTo>
                  <a:lnTo>
                    <a:pt x="0" y="658743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2" name="pl921"/>
            <p:cNvSpPr/>
            <p:nvPr/>
          </p:nvSpPr>
          <p:spPr>
            <a:xfrm>
              <a:off x="1874131" y="2484211"/>
              <a:ext cx="4623547" cy="329067"/>
            </a:xfrm>
            <a:custGeom>
              <a:avLst/>
              <a:pathLst>
                <a:path w="4623547" h="329067">
                  <a:moveTo>
                    <a:pt x="0" y="329067"/>
                  </a:moveTo>
                  <a:lnTo>
                    <a:pt x="1144878" y="297487"/>
                  </a:lnTo>
                  <a:lnTo>
                    <a:pt x="2201689" y="248919"/>
                  </a:lnTo>
                  <a:lnTo>
                    <a:pt x="3522702" y="130871"/>
                  </a:lnTo>
                  <a:lnTo>
                    <a:pt x="462354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3" name="pl922"/>
            <p:cNvSpPr/>
            <p:nvPr/>
          </p:nvSpPr>
          <p:spPr>
            <a:xfrm>
              <a:off x="1874131" y="2779508"/>
              <a:ext cx="4623547" cy="363446"/>
            </a:xfrm>
            <a:custGeom>
              <a:avLst/>
              <a:pathLst>
                <a:path w="4623547" h="363446">
                  <a:moveTo>
                    <a:pt x="4623547" y="0"/>
                  </a:moveTo>
                  <a:lnTo>
                    <a:pt x="3522702" y="34012"/>
                  </a:lnTo>
                  <a:lnTo>
                    <a:pt x="2201689" y="113825"/>
                  </a:lnTo>
                  <a:lnTo>
                    <a:pt x="1144878" y="223546"/>
                  </a:lnTo>
                  <a:lnTo>
                    <a:pt x="0" y="3634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1874131" y="2621764"/>
              <a:ext cx="4623547" cy="597129"/>
            </a:xfrm>
            <a:custGeom>
              <a:avLst/>
              <a:pathLst>
                <a:path w="4623547" h="597129">
                  <a:moveTo>
                    <a:pt x="0" y="320299"/>
                  </a:moveTo>
                  <a:lnTo>
                    <a:pt x="1144878" y="282667"/>
                  </a:lnTo>
                  <a:lnTo>
                    <a:pt x="2201689" y="231752"/>
                  </a:lnTo>
                  <a:lnTo>
                    <a:pt x="3522702" y="120246"/>
                  </a:lnTo>
                  <a:lnTo>
                    <a:pt x="4623547" y="0"/>
                  </a:lnTo>
                  <a:lnTo>
                    <a:pt x="4623547" y="247077"/>
                  </a:lnTo>
                  <a:lnTo>
                    <a:pt x="3522702" y="286438"/>
                  </a:lnTo>
                  <a:lnTo>
                    <a:pt x="2201689" y="366461"/>
                  </a:lnTo>
                  <a:lnTo>
                    <a:pt x="1144878" y="468769"/>
                  </a:lnTo>
                  <a:lnTo>
                    <a:pt x="0" y="597129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5" name="pl924"/>
            <p:cNvSpPr/>
            <p:nvPr/>
          </p:nvSpPr>
          <p:spPr>
            <a:xfrm>
              <a:off x="1874131" y="2621764"/>
              <a:ext cx="4623547" cy="320299"/>
            </a:xfrm>
            <a:custGeom>
              <a:avLst/>
              <a:pathLst>
                <a:path w="4623547" h="320299">
                  <a:moveTo>
                    <a:pt x="0" y="320299"/>
                  </a:moveTo>
                  <a:lnTo>
                    <a:pt x="1144878" y="282667"/>
                  </a:lnTo>
                  <a:lnTo>
                    <a:pt x="2201689" y="231752"/>
                  </a:lnTo>
                  <a:lnTo>
                    <a:pt x="3522702" y="120246"/>
                  </a:lnTo>
                  <a:lnTo>
                    <a:pt x="462354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6" name="pl925"/>
            <p:cNvSpPr/>
            <p:nvPr/>
          </p:nvSpPr>
          <p:spPr>
            <a:xfrm>
              <a:off x="1874131" y="2868841"/>
              <a:ext cx="4623547" cy="350052"/>
            </a:xfrm>
            <a:custGeom>
              <a:avLst/>
              <a:pathLst>
                <a:path w="4623547" h="350052">
                  <a:moveTo>
                    <a:pt x="4623547" y="0"/>
                  </a:moveTo>
                  <a:lnTo>
                    <a:pt x="3522702" y="39361"/>
                  </a:lnTo>
                  <a:lnTo>
                    <a:pt x="2201689" y="119384"/>
                  </a:lnTo>
                  <a:lnTo>
                    <a:pt x="1144878" y="221692"/>
                  </a:lnTo>
                  <a:lnTo>
                    <a:pt x="0" y="3500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7" name="pl926"/>
            <p:cNvSpPr/>
            <p:nvPr/>
          </p:nvSpPr>
          <p:spPr>
            <a:xfrm>
              <a:off x="1874131" y="2631860"/>
              <a:ext cx="4623547" cy="346257"/>
            </a:xfrm>
            <a:custGeom>
              <a:avLst/>
              <a:pathLst>
                <a:path w="4623547" h="346257">
                  <a:moveTo>
                    <a:pt x="0" y="346257"/>
                  </a:moveTo>
                  <a:lnTo>
                    <a:pt x="1144878" y="260517"/>
                  </a:lnTo>
                  <a:lnTo>
                    <a:pt x="2201689" y="181372"/>
                  </a:lnTo>
                  <a:lnTo>
                    <a:pt x="3522702" y="82442"/>
                  </a:lnTo>
                  <a:lnTo>
                    <a:pt x="4623547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7"/>
            <p:cNvSpPr/>
            <p:nvPr/>
          </p:nvSpPr>
          <p:spPr>
            <a:xfrm>
              <a:off x="1874131" y="2745303"/>
              <a:ext cx="4623547" cy="335175"/>
            </a:xfrm>
            <a:custGeom>
              <a:avLst/>
              <a:pathLst>
                <a:path w="4623547" h="335175">
                  <a:moveTo>
                    <a:pt x="0" y="335175"/>
                  </a:moveTo>
                  <a:lnTo>
                    <a:pt x="1144878" y="252180"/>
                  </a:lnTo>
                  <a:lnTo>
                    <a:pt x="2201689" y="175568"/>
                  </a:lnTo>
                  <a:lnTo>
                    <a:pt x="3522702" y="79803"/>
                  </a:lnTo>
                  <a:lnTo>
                    <a:pt x="4623547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tx928"/>
            <p:cNvSpPr/>
            <p:nvPr/>
          </p:nvSpPr>
          <p:spPr>
            <a:xfrm>
              <a:off x="1874131" y="1067151"/>
              <a:ext cx="82579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</a:t>
              </a:r>
            </a:p>
          </p:txBody>
        </p:sp>
        <p:sp>
          <p:nvSpPr>
            <p:cNvPr id="930" name="tx929"/>
            <p:cNvSpPr/>
            <p:nvPr/>
          </p:nvSpPr>
          <p:spPr>
            <a:xfrm>
              <a:off x="2699926" y="1067242"/>
              <a:ext cx="84673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931" name="tx930"/>
            <p:cNvSpPr/>
            <p:nvPr/>
          </p:nvSpPr>
          <p:spPr>
            <a:xfrm>
              <a:off x="2798603" y="1067242"/>
              <a:ext cx="28254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932" name="tx931"/>
            <p:cNvSpPr/>
            <p:nvPr/>
          </p:nvSpPr>
          <p:spPr>
            <a:xfrm>
              <a:off x="2840519" y="106724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933" name="tx932"/>
            <p:cNvSpPr/>
            <p:nvPr/>
          </p:nvSpPr>
          <p:spPr>
            <a:xfrm>
              <a:off x="2921357" y="106724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34" name="tx933"/>
            <p:cNvSpPr/>
            <p:nvPr/>
          </p:nvSpPr>
          <p:spPr>
            <a:xfrm>
              <a:off x="3002153" y="106724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935" name="tx934"/>
            <p:cNvSpPr/>
            <p:nvPr/>
          </p:nvSpPr>
          <p:spPr>
            <a:xfrm>
              <a:off x="3082936" y="1067151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0.067</a:t>
              </a:r>
            </a:p>
          </p:txBody>
        </p:sp>
        <p:sp>
          <p:nvSpPr>
            <p:cNvPr id="936" name="tx935"/>
            <p:cNvSpPr/>
            <p:nvPr/>
          </p:nvSpPr>
          <p:spPr>
            <a:xfrm>
              <a:off x="3545348" y="1067151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937" name="tx936"/>
            <p:cNvSpPr/>
            <p:nvPr/>
          </p:nvSpPr>
          <p:spPr>
            <a:xfrm>
              <a:off x="3615940" y="106724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38" name="tx937"/>
            <p:cNvSpPr/>
            <p:nvPr/>
          </p:nvSpPr>
          <p:spPr>
            <a:xfrm>
              <a:off x="3696736" y="1067151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0.028</a:t>
              </a:r>
            </a:p>
          </p:txBody>
        </p:sp>
        <p:sp>
          <p:nvSpPr>
            <p:cNvPr id="939" name="tx938"/>
            <p:cNvSpPr/>
            <p:nvPr/>
          </p:nvSpPr>
          <p:spPr>
            <a:xfrm>
              <a:off x="1874131" y="1265277"/>
              <a:ext cx="8117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</a:t>
              </a:r>
            </a:p>
          </p:txBody>
        </p:sp>
        <p:sp>
          <p:nvSpPr>
            <p:cNvPr id="940" name="tx939"/>
            <p:cNvSpPr/>
            <p:nvPr/>
          </p:nvSpPr>
          <p:spPr>
            <a:xfrm>
              <a:off x="2685844" y="1265369"/>
              <a:ext cx="84673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941" name="tx940"/>
            <p:cNvSpPr/>
            <p:nvPr/>
          </p:nvSpPr>
          <p:spPr>
            <a:xfrm>
              <a:off x="2784521" y="1265369"/>
              <a:ext cx="28254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942" name="tx941"/>
            <p:cNvSpPr/>
            <p:nvPr/>
          </p:nvSpPr>
          <p:spPr>
            <a:xfrm>
              <a:off x="2826437" y="126536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943" name="tx942"/>
            <p:cNvSpPr/>
            <p:nvPr/>
          </p:nvSpPr>
          <p:spPr>
            <a:xfrm>
              <a:off x="2907275" y="126536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44" name="tx943"/>
            <p:cNvSpPr/>
            <p:nvPr/>
          </p:nvSpPr>
          <p:spPr>
            <a:xfrm>
              <a:off x="2988071" y="126536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945" name="tx944"/>
            <p:cNvSpPr/>
            <p:nvPr/>
          </p:nvSpPr>
          <p:spPr>
            <a:xfrm>
              <a:off x="3068854" y="1265277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0.064</a:t>
              </a:r>
            </a:p>
          </p:txBody>
        </p:sp>
        <p:sp>
          <p:nvSpPr>
            <p:cNvPr id="946" name="tx945"/>
            <p:cNvSpPr/>
            <p:nvPr/>
          </p:nvSpPr>
          <p:spPr>
            <a:xfrm>
              <a:off x="3531266" y="1265277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947" name="tx946"/>
            <p:cNvSpPr/>
            <p:nvPr/>
          </p:nvSpPr>
          <p:spPr>
            <a:xfrm>
              <a:off x="3601858" y="126536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48" name="tx947"/>
            <p:cNvSpPr/>
            <p:nvPr/>
          </p:nvSpPr>
          <p:spPr>
            <a:xfrm>
              <a:off x="3682654" y="1265277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0.017</a:t>
              </a:r>
            </a:p>
          </p:txBody>
        </p:sp>
        <p:sp>
          <p:nvSpPr>
            <p:cNvPr id="949" name="tx948"/>
            <p:cNvSpPr/>
            <p:nvPr/>
          </p:nvSpPr>
          <p:spPr>
            <a:xfrm>
              <a:off x="1807105" y="1582083"/>
              <a:ext cx="13405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ns</a:t>
              </a:r>
            </a:p>
          </p:txBody>
        </p:sp>
        <p:sp>
          <p:nvSpPr>
            <p:cNvPr id="950" name="tx949"/>
            <p:cNvSpPr/>
            <p:nvPr/>
          </p:nvSpPr>
          <p:spPr>
            <a:xfrm>
              <a:off x="3326022" y="1522690"/>
              <a:ext cx="148407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51" name="tx950"/>
            <p:cNvSpPr/>
            <p:nvPr/>
          </p:nvSpPr>
          <p:spPr>
            <a:xfrm>
              <a:off x="4852117" y="1624387"/>
              <a:ext cx="148407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52" name="tx951"/>
            <p:cNvSpPr/>
            <p:nvPr/>
          </p:nvSpPr>
          <p:spPr>
            <a:xfrm>
              <a:off x="6427680" y="1561403"/>
              <a:ext cx="49469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</a:t>
              </a:r>
            </a:p>
          </p:txBody>
        </p:sp>
        <p:sp>
          <p:nvSpPr>
            <p:cNvPr id="953" name="rc952"/>
            <p:cNvSpPr/>
            <p:nvPr/>
          </p:nvSpPr>
          <p:spPr>
            <a:xfrm>
              <a:off x="1343534" y="952357"/>
              <a:ext cx="5640255" cy="325051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54" name="pl953"/>
            <p:cNvSpPr/>
            <p:nvPr/>
          </p:nvSpPr>
          <p:spPr>
            <a:xfrm>
              <a:off x="1343534" y="952357"/>
              <a:ext cx="0" cy="3250515"/>
            </a:xfrm>
            <a:custGeom>
              <a:avLst/>
              <a:pathLst>
                <a:path w="0" h="3250515">
                  <a:moveTo>
                    <a:pt x="0" y="3250515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tx954"/>
            <p:cNvSpPr/>
            <p:nvPr/>
          </p:nvSpPr>
          <p:spPr>
            <a:xfrm>
              <a:off x="1127766" y="400707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956" name="tx955"/>
            <p:cNvSpPr/>
            <p:nvPr/>
          </p:nvSpPr>
          <p:spPr>
            <a:xfrm>
              <a:off x="1127766" y="351175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57" name="tx956"/>
            <p:cNvSpPr/>
            <p:nvPr/>
          </p:nvSpPr>
          <p:spPr>
            <a:xfrm>
              <a:off x="1127766" y="301644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958" name="tx957"/>
            <p:cNvSpPr/>
            <p:nvPr/>
          </p:nvSpPr>
          <p:spPr>
            <a:xfrm>
              <a:off x="1127766" y="252112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959" name="tx958"/>
            <p:cNvSpPr/>
            <p:nvPr/>
          </p:nvSpPr>
          <p:spPr>
            <a:xfrm>
              <a:off x="1127766" y="202580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960" name="tx959"/>
            <p:cNvSpPr/>
            <p:nvPr/>
          </p:nvSpPr>
          <p:spPr>
            <a:xfrm>
              <a:off x="1127766" y="153049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961" name="pl960"/>
            <p:cNvSpPr/>
            <p:nvPr/>
          </p:nvSpPr>
          <p:spPr>
            <a:xfrm>
              <a:off x="1311902" y="404808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1"/>
            <p:cNvSpPr/>
            <p:nvPr/>
          </p:nvSpPr>
          <p:spPr>
            <a:xfrm>
              <a:off x="1311902" y="355277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2"/>
            <p:cNvSpPr/>
            <p:nvPr/>
          </p:nvSpPr>
          <p:spPr>
            <a:xfrm>
              <a:off x="1311902" y="305745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3"/>
            <p:cNvSpPr/>
            <p:nvPr/>
          </p:nvSpPr>
          <p:spPr>
            <a:xfrm>
              <a:off x="1311902" y="256213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4"/>
            <p:cNvSpPr/>
            <p:nvPr/>
          </p:nvSpPr>
          <p:spPr>
            <a:xfrm>
              <a:off x="1311902" y="206682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5"/>
            <p:cNvSpPr/>
            <p:nvPr/>
          </p:nvSpPr>
          <p:spPr>
            <a:xfrm>
              <a:off x="1311902" y="157150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6"/>
            <p:cNvSpPr/>
            <p:nvPr/>
          </p:nvSpPr>
          <p:spPr>
            <a:xfrm>
              <a:off x="1343534" y="4202873"/>
              <a:ext cx="5640255" cy="0"/>
            </a:xfrm>
            <a:custGeom>
              <a:avLst/>
              <a:pathLst>
                <a:path w="5640255" h="0">
                  <a:moveTo>
                    <a:pt x="0" y="0"/>
                  </a:moveTo>
                  <a:lnTo>
                    <a:pt x="5640255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7"/>
            <p:cNvSpPr/>
            <p:nvPr/>
          </p:nvSpPr>
          <p:spPr>
            <a:xfrm>
              <a:off x="1874131" y="420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8"/>
            <p:cNvSpPr/>
            <p:nvPr/>
          </p:nvSpPr>
          <p:spPr>
            <a:xfrm>
              <a:off x="3400226" y="420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69"/>
            <p:cNvSpPr/>
            <p:nvPr/>
          </p:nvSpPr>
          <p:spPr>
            <a:xfrm>
              <a:off x="4926320" y="420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0"/>
            <p:cNvSpPr/>
            <p:nvPr/>
          </p:nvSpPr>
          <p:spPr>
            <a:xfrm>
              <a:off x="6452415" y="420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tx971"/>
            <p:cNvSpPr/>
            <p:nvPr/>
          </p:nvSpPr>
          <p:spPr>
            <a:xfrm>
              <a:off x="1842356" y="425980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73" name="tx972"/>
            <p:cNvSpPr/>
            <p:nvPr/>
          </p:nvSpPr>
          <p:spPr>
            <a:xfrm>
              <a:off x="3368450" y="425980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74" name="tx973"/>
            <p:cNvSpPr/>
            <p:nvPr/>
          </p:nvSpPr>
          <p:spPr>
            <a:xfrm>
              <a:off x="4894545" y="425980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75" name="tx974"/>
            <p:cNvSpPr/>
            <p:nvPr/>
          </p:nvSpPr>
          <p:spPr>
            <a:xfrm>
              <a:off x="6420639" y="425980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76" name="tx975"/>
            <p:cNvSpPr/>
            <p:nvPr/>
          </p:nvSpPr>
          <p:spPr>
            <a:xfrm>
              <a:off x="3876357" y="443587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77" name="tx976"/>
            <p:cNvSpPr/>
            <p:nvPr/>
          </p:nvSpPr>
          <p:spPr>
            <a:xfrm rot="-5400000">
              <a:off x="-145482" y="2527506"/>
              <a:ext cx="225939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Gini coefficient of biomass inequality</a:t>
              </a:r>
            </a:p>
          </p:txBody>
        </p:sp>
        <p:sp>
          <p:nvSpPr>
            <p:cNvPr id="978" name="rc977"/>
            <p:cNvSpPr/>
            <p:nvPr/>
          </p:nvSpPr>
          <p:spPr>
            <a:xfrm>
              <a:off x="2770783" y="4656442"/>
              <a:ext cx="2785756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tx978"/>
            <p:cNvSpPr/>
            <p:nvPr/>
          </p:nvSpPr>
          <p:spPr>
            <a:xfrm>
              <a:off x="2770783" y="4700722"/>
              <a:ext cx="8257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980" name="rc979"/>
            <p:cNvSpPr/>
            <p:nvPr/>
          </p:nvSpPr>
          <p:spPr>
            <a:xfrm>
              <a:off x="3659749" y="4656442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3718557" y="47152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l981"/>
            <p:cNvSpPr/>
            <p:nvPr/>
          </p:nvSpPr>
          <p:spPr>
            <a:xfrm>
              <a:off x="3749749" y="4791442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3" name="pl982"/>
            <p:cNvSpPr/>
            <p:nvPr/>
          </p:nvSpPr>
          <p:spPr>
            <a:xfrm>
              <a:off x="3749749" y="4674442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4" name="rc983"/>
            <p:cNvSpPr/>
            <p:nvPr/>
          </p:nvSpPr>
          <p:spPr>
            <a:xfrm>
              <a:off x="3682249" y="4701442"/>
              <a:ext cx="134999" cy="89999"/>
            </a:xfrm>
            <a:prstGeom prst="rect">
              <a:avLst/>
            </a:pr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5" name="pl984"/>
            <p:cNvSpPr/>
            <p:nvPr/>
          </p:nvSpPr>
          <p:spPr>
            <a:xfrm>
              <a:off x="3682249" y="4746442"/>
              <a:ext cx="135000" cy="0"/>
            </a:xfrm>
            <a:custGeom>
              <a:avLst/>
              <a:pathLst>
                <a:path w="135000" h="0">
                  <a:moveTo>
                    <a:pt x="0" y="0"/>
                  </a:moveTo>
                  <a:lnTo>
                    <a:pt x="13500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6" name="pl985"/>
            <p:cNvSpPr/>
            <p:nvPr/>
          </p:nvSpPr>
          <p:spPr>
            <a:xfrm>
              <a:off x="3749749" y="48184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7" name="pl986"/>
            <p:cNvSpPr/>
            <p:nvPr/>
          </p:nvSpPr>
          <p:spPr>
            <a:xfrm>
              <a:off x="3749749" y="46744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8" name="pl987"/>
            <p:cNvSpPr/>
            <p:nvPr/>
          </p:nvSpPr>
          <p:spPr>
            <a:xfrm>
              <a:off x="3677749" y="4746442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rc988"/>
            <p:cNvSpPr/>
            <p:nvPr/>
          </p:nvSpPr>
          <p:spPr>
            <a:xfrm>
              <a:off x="4646131" y="4656442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4704939" y="47152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l990"/>
            <p:cNvSpPr/>
            <p:nvPr/>
          </p:nvSpPr>
          <p:spPr>
            <a:xfrm>
              <a:off x="4736131" y="4791442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2" name="pl991"/>
            <p:cNvSpPr/>
            <p:nvPr/>
          </p:nvSpPr>
          <p:spPr>
            <a:xfrm>
              <a:off x="4736131" y="4674442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3" name="rc992"/>
            <p:cNvSpPr/>
            <p:nvPr/>
          </p:nvSpPr>
          <p:spPr>
            <a:xfrm>
              <a:off x="4668631" y="4701442"/>
              <a:ext cx="135000" cy="89999"/>
            </a:xfrm>
            <a:prstGeom prst="rect">
              <a:avLst/>
            </a:pr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4" name="pl993"/>
            <p:cNvSpPr/>
            <p:nvPr/>
          </p:nvSpPr>
          <p:spPr>
            <a:xfrm>
              <a:off x="4668631" y="4746442"/>
              <a:ext cx="135000" cy="0"/>
            </a:xfrm>
            <a:custGeom>
              <a:avLst/>
              <a:pathLst>
                <a:path w="135000" h="0">
                  <a:moveTo>
                    <a:pt x="0" y="0"/>
                  </a:moveTo>
                  <a:lnTo>
                    <a:pt x="13500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5" name="pl994"/>
            <p:cNvSpPr/>
            <p:nvPr/>
          </p:nvSpPr>
          <p:spPr>
            <a:xfrm>
              <a:off x="4736131" y="48184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6" name="pl995"/>
            <p:cNvSpPr/>
            <p:nvPr/>
          </p:nvSpPr>
          <p:spPr>
            <a:xfrm>
              <a:off x="4736131" y="46744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7" name="pl996"/>
            <p:cNvSpPr/>
            <p:nvPr/>
          </p:nvSpPr>
          <p:spPr>
            <a:xfrm>
              <a:off x="4664131" y="4746442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tx997"/>
            <p:cNvSpPr/>
            <p:nvPr/>
          </p:nvSpPr>
          <p:spPr>
            <a:xfrm>
              <a:off x="3903012" y="4705431"/>
              <a:ext cx="67985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999" name="tx998"/>
            <p:cNvSpPr/>
            <p:nvPr/>
          </p:nvSpPr>
          <p:spPr>
            <a:xfrm>
              <a:off x="4889394" y="4705431"/>
              <a:ext cx="66714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2026-07-20T15:00:58Z</dcterms:modified>
  <cp:category/>
</cp:coreProperties>
</file>