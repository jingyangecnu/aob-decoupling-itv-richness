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3960000"/>
            <a:chOff x="914400" y="914400"/>
            <a:chExt cx="6120000" cy="396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396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396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305325" y="952357"/>
              <a:ext cx="5678464" cy="3295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t6"/>
            <p:cNvSpPr/>
            <p:nvPr/>
          </p:nvSpPr>
          <p:spPr>
            <a:xfrm>
              <a:off x="1665809" y="19280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1868759" y="30302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1658143" y="32038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901496" y="29895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674131" y="25284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974955" y="30846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712547" y="33936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909135" y="32810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702854" y="31757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886826" y="32598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739981" y="35655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65072" y="35617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680737" y="32702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870230" y="33339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732302" y="33544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3037" y="34702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734193" y="32952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895722" y="31601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745748" y="26529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915499" y="26653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742376" y="32841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897610" y="3261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682447" y="30896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940240" y="32566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676572" y="29616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975128" y="34315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33936" y="33521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900986" y="32063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05072" y="29117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975696" y="35717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23047" y="31508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905419" y="31559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696589" y="33643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941877" y="32911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652641" y="31971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968604" y="32965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40624" y="33233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887627" y="33580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25313" y="36679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922863" y="34737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649554" y="29763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949708" y="31299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1715308" y="32463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887724" y="30691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1720512" y="33206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865080" y="33476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645348" y="29318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1948254" y="36216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1724544" y="32287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1908359" y="3165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1660824" y="36097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876881" y="32842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1752502" y="31930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1887249" y="30894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1689250" y="28109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921266" y="27625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1644831" y="40546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1881489" y="33408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1717850" y="30388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1917299" y="28564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1652847" y="31253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884647" y="30868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1693053" y="33721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867138" y="35775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1733893" y="28921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865023" y="29951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1684455" y="26332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888166" y="25208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1654593" y="29474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1968193" y="26812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1737957" y="34030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1937604" y="32353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1663643" y="33472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1886227" y="34434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1748761" y="29748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1919306" y="30563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1667329" y="28926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897383" y="26120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1740981" y="33772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1917850" y="31738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1687290" y="29729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1894352" y="30770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1713583" y="33912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1889161" y="25482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1736204" y="28803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1868925" y="22967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1658637" y="30380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1898342" y="30416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1741758" y="31613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1926784" y="28227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1752161" y="39300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958466" y="35660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1703149" y="28136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1959562" y="25970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1643472" y="30205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1934848" y="31823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1688388" y="27157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1895823" y="24611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1684789" y="31341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1960113" y="27888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1708786" y="27798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1961658" y="29702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1748072" y="28844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1959223" y="32032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1717645" y="25521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1886314" y="26809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1669851" y="31545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1941013" y="33096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1723426" y="32454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1930752" y="32916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1652728" y="31678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1900468" y="31793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1680281" y="17231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1943292" y="21285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1672815" y="21751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1917946" y="24702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1727933" y="34283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1866799" y="32482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1660694" y="35222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1874845" y="34576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1726552" y="32945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1957100" y="33815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1695817" y="28467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1870578" y="32732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1676376" y="32413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1934848" y="33930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1674759" y="30722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1919177" y="32612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1653541" y="31125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1930294" y="32700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1724215" y="30333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1895414" y="31697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1644505" y="33932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1869647" y="31723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1674760" y="30398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1872826" y="31334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1750613" y="33223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1928282" y="32268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1674198" y="33532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1918606" y="35359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1715957" y="30403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1942893" y="32914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1749248" y="31206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1955290" y="34480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1696529" y="31526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1866958" y="33699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1711138" y="21831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1934109" y="34577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1724498" y="36453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1949168" y="32018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1732899" y="35360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1975610" y="33247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1731187" y="31222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1913735" y="33036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1750956" y="31435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1928590" y="31038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1731364" y="25907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1923013" y="25763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1646559" y="24972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1885081" y="23913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1669208" y="31847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1880128" y="28806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1718762" y="26980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1941183" y="29427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1748078" y="25063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1923601" y="23294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1746341" y="32829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1911885" y="33894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1678330" y="29422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1890908" y="31920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1749940" y="24292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1909967" y="26867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1737094" y="37286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1952537" y="29700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271047" y="22484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485401" y="24023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244784" y="26474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444162" y="30823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269328" y="30431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488032" y="31006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3251627" y="26774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440956" y="28137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3190925" y="25814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444143" y="26969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3257133" y="26946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3496894" y="28911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3211072" y="28681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3442298" y="29227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3216400" y="25869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3413328" y="27903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3232042" y="32661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3428640" y="35522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3210460" y="30320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3507512" y="35278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3215629" y="27050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438730" y="29188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3270525" y="25715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3480765" y="30853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3233204" y="27141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3469078" y="30353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3211535" y="32357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415161" y="34337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3195806" y="26695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3480836" y="31152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3225929" y="34335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3409080" y="32314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3225840" y="29301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3481029" y="30416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3247981" y="29768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3443048" y="32340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3234279" y="26439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3488580" y="28802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3246166" y="24902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3482714" y="28466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3265642" y="29378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3507835" y="36883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3259154" y="33541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3405517" y="34812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3241917" y="27492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3469595" y="27251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3215895" y="26613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3485080" y="32428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3215799" y="27082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3420592" y="28772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3217906" y="36698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3424328" y="34934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3254661" y="32313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463549" y="32858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252636" y="33485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430934" y="32696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214008" y="31250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504331" y="33720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243647" y="37082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412769" y="40120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183409" y="26596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407039" y="25809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280025" y="31223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481178" y="32572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251576" y="26183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485738" y="24808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239187" y="28942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413587" y="29245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249489" y="26468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483853" y="27707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226468" y="39919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429896" y="39082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190559" y="26845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409589" y="29185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261058" y="29471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435819" y="29056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179785" y="277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466966" y="30935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183734" y="24064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446988" y="26147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210010" y="26396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451613" y="26671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256357" y="31146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452997" y="35744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250671" y="30681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494903" y="29446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192004" y="26677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447930" y="29045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203114" y="30220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488892" y="33805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208544" y="27885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438007" y="29825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269616" y="26943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410177" y="29206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228663" y="22844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415114" y="26605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262790" y="25329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440272" y="3135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3285159" y="21981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3445147" y="27074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201915" y="25820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410151" y="27233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3272243" y="28187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416137" y="26113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232548" y="28817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3419389" y="31598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224288" y="31961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3447301" y="30814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255456" y="33470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3407752" y="31408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269914" y="26326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422807" y="26887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188357" y="32994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438591" y="31121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3285698" y="30195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3463415" y="33731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205151" y="30863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469937" y="30600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188535" y="31714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3455726" y="35157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187792" y="27930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416886" y="27780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221224" y="30940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418105" y="32358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286235" y="28665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424655" y="28868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258374" y="25596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496711" y="26293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3192706" y="29235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462079" y="29934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220059" y="30430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441039" y="29728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3182673" y="26481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454380" y="32553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263744" y="30437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459516" y="34616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3211888" y="30224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3500599" y="28244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3181410" y="28464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3406449" y="30581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3278636" y="34472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3453666" y="32402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3258986" y="28589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3411802" y="27510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3241585" y="28134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3482093" y="26906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3181429" y="34025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3508896" y="28662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3238555" y="35040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3477757" y="34180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3211686" y="26224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3437411" y="28228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3223788" y="31425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3426870" y="31303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3193862" y="2969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3450642" y="29980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3241495" y="28156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3435294" y="30321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3229426" y="30663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3505772" y="27824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3206155" y="31473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3489240" y="28949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3266981" y="27521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3471926" y="26775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3233846" y="24234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3461132" y="23885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3266668" y="26996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3501592" y="26226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3257504" y="25829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3425531" y="25163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3191343" y="27406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3438666" y="29169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3201270" y="31682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3504835" y="31258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3282668" y="30526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3488829" y="28743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3180737" y="29099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3464688" y="26786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3210549" y="24103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3470595" y="24615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3233992" y="33129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3429447" y="26965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3250299" y="27499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3494474" y="29494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3240699" y="25284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3401957" y="25922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3240076" y="23731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3490199" y="23518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3245588" y="23158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3446010" y="21511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3234859" y="16658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3482672" y="25373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3269124" y="27650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3449664" y="28151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3273116" y="24689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3481353" y="24238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4816765" y="32662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4998293" y="29985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4792540" y="24254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4972907" y="26780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4791414" y="24754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5004588" y="29764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4793168" y="21985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5043893" y="24573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4756767" y="25206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5024360" y="26584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4755861" y="26913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5035058" y="31545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4747333" y="25613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4955475" y="26260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4753594" y="27773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4987721" y="27733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4726392" y="28599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4996481" y="28957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4754022" y="30155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5037824" y="31976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4794131" y="31497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4959708" y="35597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4733184" y="24724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5040842" y="27159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4717536" y="30073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4944067" y="32114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4716078" y="22137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4947555" y="25827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4783706" y="24710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5029095" y="26559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4734934" y="22299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5023175" y="25542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4756523" y="37248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5041507" y="35076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4726441" y="33024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4947135" y="29816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4797649" y="22406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5027621" y="27658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4741767" y="29090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5039882" y="32166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4752733" y="25494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4991278" y="27331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4814167" y="27418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5026962" y="29679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4777622" y="35606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5040093" y="32922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4753009" y="29148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5030619" y="31180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4749982" y="27202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4954248" y="30855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4752919" y="28110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4954883" y="27643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4745448" y="34832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5015156" y="39691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4751985" y="24513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5040806" y="26177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4759817" y="25775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5007425" y="26598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4824022" y="22651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4983414" y="25122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4773753" y="23581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4939090" y="24225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4759541" y="23113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4997612" y="24330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4717904" y="28149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5018607" y="26517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4727170" y="25502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5044611" y="26510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4817980" y="21106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5009916" y="24396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4776934" y="23024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4995828" y="26158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4757462" y="24350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4989968" y="24687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4806052" y="24857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4966965" y="26748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4724302" y="21688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4969117" y="23255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4777208" y="22127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5038266" y="21692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4800560" y="24860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4951630" y="25196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4739276" y="20240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5039990" y="27472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4752071" y="22897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4971453" y="25808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4804156" y="21339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4998676" y="24192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4727227" y="23704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5022983" y="26269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4765205" y="17769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4956209" y="23773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4814817" y="27154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4965412" y="28453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4772695" y="23683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4948384" y="27321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4816960" y="23148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4962200" y="27938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4802115" y="28791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5033504" y="27374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4726532" y="24034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5040442" y="26569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4788379" y="21889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5038825" y="25867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4824834" y="30704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5039948" y="29298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4744018" y="27817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4985286" y="32101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4722649" y="24470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4996152" y="25828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4734824" y="24059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4992010" y="24073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4803957" y="23583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5035698" y="26501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4823703" y="24642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5033647" y="27119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4748103" y="23052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5041753" y="30611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4768660" y="34965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4971524" y="34132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4732774" y="27051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4996652" y="30811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4774134" y="26211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4980133" y="25915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4724393" y="26095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4992647" y="24565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4766321" y="30563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5039168" y="30309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4728999" y="31444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5022071" y="32742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4809940" y="25829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5010469" y="30706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4740839" y="27722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970438" y="31625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4784990" y="21254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968848" y="26261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786809" y="23469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4963368" y="27360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4809459" y="23511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5013125" y="29758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4736655" y="26509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4959869" y="31669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4743419" y="20003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034549" y="24204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4762627" y="28166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034842" y="34242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4742999" y="33772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4946688" y="30389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4752866" y="24238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019666" y="30177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4720139" y="22850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038860" y="30640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4726628" y="22374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4997815" y="24558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4720347" y="34342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4974205" y="32427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4738847" y="30730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4975047" y="35144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4778975" y="26728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4940422" y="30234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4754253" y="21308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4973678" y="27121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4726075" y="20088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4982013" y="22861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4783917" y="26347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4942200" y="31672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4728098" y="27436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017338" y="29315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4802713" y="29223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4946678" y="29917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4754259" y="23726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4938743" y="27046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4752728" y="28360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4963804" y="32613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4751536" y="24266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009886" y="31247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4715868" y="28148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4962174" y="30052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4785733" y="30875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5038859" y="28560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4781614" y="22008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4989502" y="28255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4797523" y="24453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4982425" y="26542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4806189" y="17640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4974111" y="22336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4790579" y="29636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5003661" y="32046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4747974" y="28692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4992227" y="23439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4818758" y="28168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4956842" y="24530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4765081" y="28760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5021261" y="27482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4777628" y="36280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4943339" y="32133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4734659" y="28149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4981600" y="29443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4784253" y="23810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5042683" y="2593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4773367" y="30686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5005011" y="31379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4721892" y="37727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4940040" y="35547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4755827" y="33303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4987525" y="29450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4824301" y="30642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5036584" y="26885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4762703" y="29044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5042886" y="26381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4790576" y="27238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4958941" y="29672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4815147" y="29472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5040009" y="29764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4797936" y="29010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4972540" y="27959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4732999" y="27074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4949132" y="25526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4799611" y="27530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5019879" y="27364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4716251" y="30140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939729" y="26345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4722812" y="24841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5023229" y="22676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720202" y="32311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5038798" y="32153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4803295" y="34923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5008152" y="32246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4765468" y="20855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951153" y="22552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6344528" y="25073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6504081" y="25724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6282605" y="31720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6562023" y="35534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6268838" y="25674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6528824" y="23591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6265408" y="29671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6485968" y="26988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6266822" y="23324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6530140" y="28524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6309705" y="18953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6551375" y="22886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6333781" y="31786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6487777" y="30738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6358381" y="26500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6525036" y="28592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6359750" y="26765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6560267" y="27939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6350621" y="31111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6506497" y="25571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6331233" y="17031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6544660" y="20456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6334206" y="30294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6515678" y="27524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6312883" y="27547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6510928" y="27314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6313258" y="22750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6575201" y="33647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6362569" y="27682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6540732" y="26888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6348388" y="31159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6478945" y="32512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6282268" y="30199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6506309" y="32046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6278353" y="28442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6545057" y="23895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6312068" y="29284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6542098" y="25789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6361905" y="24803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6534064" y="32129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6326467" y="30715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6571006" y="30286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6332354" y="22952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6569281" y="26378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6281314" y="31228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6556002" y="35134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6288183" y="33075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6475228" y="28656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6291412" y="21620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6510197" y="28048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6309312" y="23579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6579739" y="28434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6277472" y="24971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6491886" y="28677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6254798" y="31579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6515110" y="24903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6333168" y="30432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6512130" y="26852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6278056" y="24124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6578295" y="27915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6270867" y="25788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6566985" y="22463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6362395" y="29272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6564732" y="27009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6350101" y="22442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6476879" y="23427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6349846" y="29283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6583175" y="29925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6359986" y="25138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6487506" y="28495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6286611" y="35029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6577721" y="35789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6306778" y="23366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6531402" y="29813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6310282" y="25494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6532492" y="28378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6274685" y="26360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6547301" y="30279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6311132" y="25154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6485923" y="25426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6294684" y="25448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6517176" y="28883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6264048" y="27560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6511190" y="28192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6353772" y="26204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6572676" y="24787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6350024" y="29307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6522627" y="34342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6352573" y="31976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6493806" y="27188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6347834" y="27343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6512464" y="27841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6304608" y="27895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6575372" y="30210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6315102" y="28465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6572293" y="24121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6264793" y="19047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6520773" y="22810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6359630" y="24423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6523756" y="25306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6273511" y="21874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6529107" y="24526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6362622" y="30380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6518740" y="30380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6297525" y="24405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6495036" y="25540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6285006" y="26095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6504469" y="25526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6284950" y="30446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6564296" y="28686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6344226" y="21914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6494692" y="26101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6342714" y="28139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6539743" y="27157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6338280" y="26551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6565306" y="30329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6256406" y="27463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6544349" y="29454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6345552" y="24942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6520393" y="27876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6357714" y="24911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6526032" y="29596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6351574" y="27661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6551682" y="28223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6283021" y="23980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6480194" y="26233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6258251" y="29154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6540421" y="23959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6339072" y="22371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6549654" y="22284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6290033" y="26656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6496153" y="27466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6324035" y="27931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6474524" y="26194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6344716" y="21520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6571250" y="31044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6286574" y="31595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6577956" y="26473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6293382" y="28601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6511663" y="33621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6361614" y="26800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6547893" y="26919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6320505" y="27198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6481277" y="27141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6305929" y="26947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6552987" y="29765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6280094" y="27320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6530724" y="26069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6263681" y="31242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6520250" y="27299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6347036" y="30369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6568887" y="23646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6295154" y="32482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6526468" y="34017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6324525" y="30159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6577305" y="29009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6290404" y="28830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6474004" y="27056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6297849" y="27654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6517166" y="26558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6269914" y="28493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6559554" y="30770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6322332" y="27132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6575860" y="25453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6308496" y="29652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6529358" y="27178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6278272" y="30085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6549990" y="31541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6255918" y="30074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6482521" y="26572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6277622" y="28885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6507717" y="29971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6283496" y="25145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6567778" y="26295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6317759" y="26873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6482270" y="28452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6328283" y="28650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6569237" y="27948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6286752" y="28462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6575200" y="28963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6272910" y="21798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6547743" y="23718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6309631" y="22663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6575815" y="26144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6264361" y="19105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6555074" y="20527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6275790" y="25950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6479702" y="26470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6292293" y="23743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6482744" y="24581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6257094" y="26446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6513388" y="28503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6291876" y="31990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6492342" y="32410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6257980" y="28492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6478217" y="27478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6340198" y="21989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6549929" y="24843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6264171" y="27550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6583598" y="28043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6361055" y="25990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6533364" y="26122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6338655" y="23323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6508367" y="23691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6277567" y="24416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6527775" y="27982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6360729" y="27042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6548503" y="29906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6342583" y="26234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6489951" y="23049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6273857" y="29045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6554812" y="25045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6344396" y="32947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6550369" y="26891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6357073" y="24698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6543028" y="29081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6352927" y="26178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6488256" y="27557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6330184" y="24824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6479614" y="26157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6332311" y="29650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6531528" y="28932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6260508" y="29195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6544518" y="29042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6326319" y="27653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6560758" y="29190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6255553" y="28544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6543904" y="302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6281653" y="28368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6561074" y="26059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6305624" y="23322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6529667" y="27567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6350009" y="28550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6544149" y="31813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6287234" y="27496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6556366" y="25812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6349914" y="26967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6506249" y="32000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6361352" y="29361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6580430" y="25262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6328548" y="23401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6489232" y="25433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6255307" y="28885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6483094" y="29391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6270160" y="27147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6561268" y="29553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6328065" y="28963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6528556" y="26068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6275268" y="27297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6475743" y="25438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6306558" y="28969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6584076" y="27073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6361859" y="24364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6569941" y="25236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6256341" y="26359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6510010" y="30051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6300285" y="28358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6528554" y="25075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6314953" y="22823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6503423" y="24576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6306873" y="25499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6478766" y="26957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6332556" y="27042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6572105" y="28454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6355724" y="32828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6518303" y="32846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6259666" y="38885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6490649" y="35987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6344949" y="24345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6564652" y="26762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6278037" y="21269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6490919" y="24647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6270005" y="31005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6485090" y="27140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6261976" y="28517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6552395" y="25928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6277379" y="26051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6506172" y="25773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6336573" y="28235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6509644" y="26870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6267414" y="26050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6513228" y="26797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l888"/>
            <p:cNvSpPr/>
            <p:nvPr/>
          </p:nvSpPr>
          <p:spPr>
            <a:xfrm>
              <a:off x="1729476" y="2460044"/>
              <a:ext cx="0" cy="472934"/>
            </a:xfrm>
            <a:custGeom>
              <a:avLst/>
              <a:pathLst>
                <a:path w="0" h="472934">
                  <a:moveTo>
                    <a:pt x="0" y="47293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l889"/>
            <p:cNvSpPr/>
            <p:nvPr/>
          </p:nvSpPr>
          <p:spPr>
            <a:xfrm>
              <a:off x="1729476" y="3353650"/>
              <a:ext cx="0" cy="607156"/>
            </a:xfrm>
            <a:custGeom>
              <a:avLst/>
              <a:pathLst>
                <a:path w="0" h="607156">
                  <a:moveTo>
                    <a:pt x="0" y="0"/>
                  </a:moveTo>
                  <a:lnTo>
                    <a:pt x="0" y="607156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1618658" y="2932979"/>
              <a:ext cx="221637" cy="420671"/>
            </a:xfrm>
            <a:custGeom>
              <a:avLst/>
              <a:pathLst>
                <a:path w="221637" h="420671">
                  <a:moveTo>
                    <a:pt x="0" y="0"/>
                  </a:moveTo>
                  <a:lnTo>
                    <a:pt x="0" y="420671"/>
                  </a:lnTo>
                  <a:lnTo>
                    <a:pt x="221637" y="420671"/>
                  </a:lnTo>
                  <a:lnTo>
                    <a:pt x="221637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2" name="pl891"/>
            <p:cNvSpPr/>
            <p:nvPr/>
          </p:nvSpPr>
          <p:spPr>
            <a:xfrm>
              <a:off x="1618658" y="3174376"/>
              <a:ext cx="221637" cy="0"/>
            </a:xfrm>
            <a:custGeom>
              <a:avLst/>
              <a:pathLst>
                <a:path w="221637" h="0">
                  <a:moveTo>
                    <a:pt x="0" y="0"/>
                  </a:moveTo>
                  <a:lnTo>
                    <a:pt x="221637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3" name="pl892"/>
            <p:cNvSpPr/>
            <p:nvPr/>
          </p:nvSpPr>
          <p:spPr>
            <a:xfrm>
              <a:off x="3265747" y="2228885"/>
              <a:ext cx="0" cy="448927"/>
            </a:xfrm>
            <a:custGeom>
              <a:avLst/>
              <a:pathLst>
                <a:path w="0" h="448927">
                  <a:moveTo>
                    <a:pt x="0" y="44892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l893"/>
            <p:cNvSpPr/>
            <p:nvPr/>
          </p:nvSpPr>
          <p:spPr>
            <a:xfrm>
              <a:off x="3265747" y="3112551"/>
              <a:ext cx="0" cy="626512"/>
            </a:xfrm>
            <a:custGeom>
              <a:avLst/>
              <a:pathLst>
                <a:path w="0" h="626512">
                  <a:moveTo>
                    <a:pt x="0" y="0"/>
                  </a:moveTo>
                  <a:lnTo>
                    <a:pt x="0" y="626512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3154928" y="2677813"/>
              <a:ext cx="221637" cy="434737"/>
            </a:xfrm>
            <a:custGeom>
              <a:avLst/>
              <a:pathLst>
                <a:path w="221637" h="434737">
                  <a:moveTo>
                    <a:pt x="0" y="0"/>
                  </a:moveTo>
                  <a:lnTo>
                    <a:pt x="0" y="434737"/>
                  </a:lnTo>
                  <a:lnTo>
                    <a:pt x="221637" y="434737"/>
                  </a:lnTo>
                  <a:lnTo>
                    <a:pt x="221637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6" name="pl895"/>
            <p:cNvSpPr/>
            <p:nvPr/>
          </p:nvSpPr>
          <p:spPr>
            <a:xfrm>
              <a:off x="3154928" y="2847991"/>
              <a:ext cx="221637" cy="0"/>
            </a:xfrm>
            <a:custGeom>
              <a:avLst/>
              <a:pathLst>
                <a:path w="221637" h="0">
                  <a:moveTo>
                    <a:pt x="0" y="0"/>
                  </a:moveTo>
                  <a:lnTo>
                    <a:pt x="221637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7" name="pl896"/>
            <p:cNvSpPr/>
            <p:nvPr/>
          </p:nvSpPr>
          <p:spPr>
            <a:xfrm>
              <a:off x="4802018" y="1794788"/>
              <a:ext cx="0" cy="594247"/>
            </a:xfrm>
            <a:custGeom>
              <a:avLst/>
              <a:pathLst>
                <a:path w="0" h="594247">
                  <a:moveTo>
                    <a:pt x="0" y="59424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l897"/>
            <p:cNvSpPr/>
            <p:nvPr/>
          </p:nvSpPr>
          <p:spPr>
            <a:xfrm>
              <a:off x="4802018" y="2937529"/>
              <a:ext cx="0" cy="818101"/>
            </a:xfrm>
            <a:custGeom>
              <a:avLst/>
              <a:pathLst>
                <a:path w="0" h="818101">
                  <a:moveTo>
                    <a:pt x="0" y="0"/>
                  </a:moveTo>
                  <a:lnTo>
                    <a:pt x="0" y="818101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4691199" y="2389035"/>
              <a:ext cx="221637" cy="548493"/>
            </a:xfrm>
            <a:custGeom>
              <a:avLst/>
              <a:pathLst>
                <a:path w="221637" h="548493">
                  <a:moveTo>
                    <a:pt x="0" y="0"/>
                  </a:moveTo>
                  <a:lnTo>
                    <a:pt x="0" y="548493"/>
                  </a:lnTo>
                  <a:lnTo>
                    <a:pt x="221637" y="548493"/>
                  </a:lnTo>
                  <a:lnTo>
                    <a:pt x="221637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0" name="pl899"/>
            <p:cNvSpPr/>
            <p:nvPr/>
          </p:nvSpPr>
          <p:spPr>
            <a:xfrm>
              <a:off x="4691199" y="2651979"/>
              <a:ext cx="221637" cy="0"/>
            </a:xfrm>
            <a:custGeom>
              <a:avLst/>
              <a:pathLst>
                <a:path w="221637" h="0">
                  <a:moveTo>
                    <a:pt x="0" y="0"/>
                  </a:moveTo>
                  <a:lnTo>
                    <a:pt x="221637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1" name="pl900"/>
            <p:cNvSpPr/>
            <p:nvPr/>
          </p:nvSpPr>
          <p:spPr>
            <a:xfrm>
              <a:off x="6338288" y="1926095"/>
              <a:ext cx="0" cy="598950"/>
            </a:xfrm>
            <a:custGeom>
              <a:avLst/>
              <a:pathLst>
                <a:path w="0" h="598950">
                  <a:moveTo>
                    <a:pt x="0" y="59895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1"/>
            <p:cNvSpPr/>
            <p:nvPr/>
          </p:nvSpPr>
          <p:spPr>
            <a:xfrm>
              <a:off x="6338288" y="2950313"/>
              <a:ext cx="0" cy="583391"/>
            </a:xfrm>
            <a:custGeom>
              <a:avLst/>
              <a:pathLst>
                <a:path w="0" h="583391">
                  <a:moveTo>
                    <a:pt x="0" y="0"/>
                  </a:moveTo>
                  <a:lnTo>
                    <a:pt x="0" y="583391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6227470" y="2525045"/>
              <a:ext cx="221637" cy="425267"/>
            </a:xfrm>
            <a:custGeom>
              <a:avLst/>
              <a:pathLst>
                <a:path w="221637" h="425267">
                  <a:moveTo>
                    <a:pt x="0" y="0"/>
                  </a:moveTo>
                  <a:lnTo>
                    <a:pt x="0" y="425267"/>
                  </a:lnTo>
                  <a:lnTo>
                    <a:pt x="221637" y="425267"/>
                  </a:lnTo>
                  <a:lnTo>
                    <a:pt x="221637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4" name="pl903"/>
            <p:cNvSpPr/>
            <p:nvPr/>
          </p:nvSpPr>
          <p:spPr>
            <a:xfrm>
              <a:off x="6227470" y="2760483"/>
              <a:ext cx="221637" cy="0"/>
            </a:xfrm>
            <a:custGeom>
              <a:avLst/>
              <a:pathLst>
                <a:path w="221637" h="0">
                  <a:moveTo>
                    <a:pt x="0" y="0"/>
                  </a:moveTo>
                  <a:lnTo>
                    <a:pt x="221637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5" name="pl904"/>
            <p:cNvSpPr/>
            <p:nvPr/>
          </p:nvSpPr>
          <p:spPr>
            <a:xfrm>
              <a:off x="1951113" y="2491969"/>
              <a:ext cx="0" cy="508986"/>
            </a:xfrm>
            <a:custGeom>
              <a:avLst/>
              <a:pathLst>
                <a:path w="0" h="508986">
                  <a:moveTo>
                    <a:pt x="0" y="50898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l905"/>
            <p:cNvSpPr/>
            <p:nvPr/>
          </p:nvSpPr>
          <p:spPr>
            <a:xfrm>
              <a:off x="1951113" y="3347971"/>
              <a:ext cx="0" cy="304441"/>
            </a:xfrm>
            <a:custGeom>
              <a:avLst/>
              <a:pathLst>
                <a:path w="0" h="304441">
                  <a:moveTo>
                    <a:pt x="0" y="0"/>
                  </a:moveTo>
                  <a:lnTo>
                    <a:pt x="0" y="304441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1840295" y="3000955"/>
              <a:ext cx="221637" cy="347016"/>
            </a:xfrm>
            <a:custGeom>
              <a:avLst/>
              <a:pathLst>
                <a:path w="221637" h="347016">
                  <a:moveTo>
                    <a:pt x="0" y="0"/>
                  </a:moveTo>
                  <a:lnTo>
                    <a:pt x="0" y="347016"/>
                  </a:lnTo>
                  <a:lnTo>
                    <a:pt x="221637" y="347016"/>
                  </a:lnTo>
                  <a:lnTo>
                    <a:pt x="221637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8" name="pl907"/>
            <p:cNvSpPr/>
            <p:nvPr/>
          </p:nvSpPr>
          <p:spPr>
            <a:xfrm>
              <a:off x="1840295" y="3213150"/>
              <a:ext cx="221637" cy="0"/>
            </a:xfrm>
            <a:custGeom>
              <a:avLst/>
              <a:pathLst>
                <a:path w="221637" h="0">
                  <a:moveTo>
                    <a:pt x="0" y="0"/>
                  </a:moveTo>
                  <a:lnTo>
                    <a:pt x="221637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9" name="pl908"/>
            <p:cNvSpPr/>
            <p:nvPr/>
          </p:nvSpPr>
          <p:spPr>
            <a:xfrm>
              <a:off x="3487384" y="2181952"/>
              <a:ext cx="0" cy="572639"/>
            </a:xfrm>
            <a:custGeom>
              <a:avLst/>
              <a:pathLst>
                <a:path w="0" h="572639">
                  <a:moveTo>
                    <a:pt x="0" y="57263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l909"/>
            <p:cNvSpPr/>
            <p:nvPr/>
          </p:nvSpPr>
          <p:spPr>
            <a:xfrm>
              <a:off x="3487384" y="3185880"/>
              <a:ext cx="0" cy="533251"/>
            </a:xfrm>
            <a:custGeom>
              <a:avLst/>
              <a:pathLst>
                <a:path w="0" h="533251">
                  <a:moveTo>
                    <a:pt x="0" y="0"/>
                  </a:moveTo>
                  <a:lnTo>
                    <a:pt x="0" y="533251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3376565" y="2754591"/>
              <a:ext cx="221637" cy="431288"/>
            </a:xfrm>
            <a:custGeom>
              <a:avLst/>
              <a:pathLst>
                <a:path w="221637" h="431288">
                  <a:moveTo>
                    <a:pt x="0" y="0"/>
                  </a:moveTo>
                  <a:lnTo>
                    <a:pt x="0" y="431288"/>
                  </a:lnTo>
                  <a:lnTo>
                    <a:pt x="221637" y="431288"/>
                  </a:lnTo>
                  <a:lnTo>
                    <a:pt x="221637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2" name="pl911"/>
            <p:cNvSpPr/>
            <p:nvPr/>
          </p:nvSpPr>
          <p:spPr>
            <a:xfrm>
              <a:off x="3376565" y="2952506"/>
              <a:ext cx="221637" cy="0"/>
            </a:xfrm>
            <a:custGeom>
              <a:avLst/>
              <a:pathLst>
                <a:path w="221637" h="0">
                  <a:moveTo>
                    <a:pt x="0" y="0"/>
                  </a:moveTo>
                  <a:lnTo>
                    <a:pt x="221637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3" name="pl912"/>
            <p:cNvSpPr/>
            <p:nvPr/>
          </p:nvSpPr>
          <p:spPr>
            <a:xfrm>
              <a:off x="5023655" y="2200031"/>
              <a:ext cx="0" cy="435392"/>
            </a:xfrm>
            <a:custGeom>
              <a:avLst/>
              <a:pathLst>
                <a:path w="0" h="435392">
                  <a:moveTo>
                    <a:pt x="0" y="43539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3"/>
            <p:cNvSpPr/>
            <p:nvPr/>
          </p:nvSpPr>
          <p:spPr>
            <a:xfrm>
              <a:off x="5023655" y="3098159"/>
              <a:ext cx="0" cy="492339"/>
            </a:xfrm>
            <a:custGeom>
              <a:avLst/>
              <a:pathLst>
                <a:path w="0" h="492339">
                  <a:moveTo>
                    <a:pt x="0" y="0"/>
                  </a:moveTo>
                  <a:lnTo>
                    <a:pt x="0" y="492339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4912836" y="2635424"/>
              <a:ext cx="221637" cy="462735"/>
            </a:xfrm>
            <a:custGeom>
              <a:avLst/>
              <a:pathLst>
                <a:path w="221637" h="462735">
                  <a:moveTo>
                    <a:pt x="0" y="0"/>
                  </a:moveTo>
                  <a:lnTo>
                    <a:pt x="0" y="462735"/>
                  </a:lnTo>
                  <a:lnTo>
                    <a:pt x="221637" y="462735"/>
                  </a:lnTo>
                  <a:lnTo>
                    <a:pt x="221637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6" name="pl915"/>
            <p:cNvSpPr/>
            <p:nvPr/>
          </p:nvSpPr>
          <p:spPr>
            <a:xfrm>
              <a:off x="4912836" y="2779030"/>
              <a:ext cx="221637" cy="0"/>
            </a:xfrm>
            <a:custGeom>
              <a:avLst/>
              <a:pathLst>
                <a:path w="221637" h="0">
                  <a:moveTo>
                    <a:pt x="0" y="0"/>
                  </a:moveTo>
                  <a:lnTo>
                    <a:pt x="221637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7" name="pl916"/>
            <p:cNvSpPr/>
            <p:nvPr/>
          </p:nvSpPr>
          <p:spPr>
            <a:xfrm>
              <a:off x="6559925" y="2259236"/>
              <a:ext cx="0" cy="348888"/>
            </a:xfrm>
            <a:custGeom>
              <a:avLst/>
              <a:pathLst>
                <a:path w="0" h="348888">
                  <a:moveTo>
                    <a:pt x="0" y="34888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7"/>
            <p:cNvSpPr/>
            <p:nvPr/>
          </p:nvSpPr>
          <p:spPr>
            <a:xfrm>
              <a:off x="6559925" y="2949862"/>
              <a:ext cx="0" cy="482693"/>
            </a:xfrm>
            <a:custGeom>
              <a:avLst/>
              <a:pathLst>
                <a:path w="0" h="482693">
                  <a:moveTo>
                    <a:pt x="0" y="0"/>
                  </a:moveTo>
                  <a:lnTo>
                    <a:pt x="0" y="48269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6449107" y="2608125"/>
              <a:ext cx="221637" cy="341737"/>
            </a:xfrm>
            <a:custGeom>
              <a:avLst/>
              <a:pathLst>
                <a:path w="221637" h="341737">
                  <a:moveTo>
                    <a:pt x="0" y="0"/>
                  </a:moveTo>
                  <a:lnTo>
                    <a:pt x="0" y="341737"/>
                  </a:lnTo>
                  <a:lnTo>
                    <a:pt x="221637" y="341737"/>
                  </a:lnTo>
                  <a:lnTo>
                    <a:pt x="221637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0" name="pl919"/>
            <p:cNvSpPr/>
            <p:nvPr/>
          </p:nvSpPr>
          <p:spPr>
            <a:xfrm>
              <a:off x="6449107" y="2749587"/>
              <a:ext cx="221637" cy="0"/>
            </a:xfrm>
            <a:custGeom>
              <a:avLst/>
              <a:pathLst>
                <a:path w="221637" h="0">
                  <a:moveTo>
                    <a:pt x="0" y="0"/>
                  </a:moveTo>
                  <a:lnTo>
                    <a:pt x="221637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1840295" y="2505552"/>
              <a:ext cx="4654377" cy="667920"/>
            </a:xfrm>
            <a:custGeom>
              <a:avLst/>
              <a:pathLst>
                <a:path w="4654377" h="667920">
                  <a:moveTo>
                    <a:pt x="0" y="333651"/>
                  </a:moveTo>
                  <a:lnTo>
                    <a:pt x="1152512" y="301632"/>
                  </a:lnTo>
                  <a:lnTo>
                    <a:pt x="2216370" y="252387"/>
                  </a:lnTo>
                  <a:lnTo>
                    <a:pt x="3546192" y="132694"/>
                  </a:lnTo>
                  <a:lnTo>
                    <a:pt x="4654377" y="0"/>
                  </a:lnTo>
                  <a:lnTo>
                    <a:pt x="4654377" y="299410"/>
                  </a:lnTo>
                  <a:lnTo>
                    <a:pt x="3546192" y="333897"/>
                  </a:lnTo>
                  <a:lnTo>
                    <a:pt x="2216370" y="414822"/>
                  </a:lnTo>
                  <a:lnTo>
                    <a:pt x="1152512" y="526071"/>
                  </a:lnTo>
                  <a:lnTo>
                    <a:pt x="0" y="667920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2" name="pl921"/>
            <p:cNvSpPr/>
            <p:nvPr/>
          </p:nvSpPr>
          <p:spPr>
            <a:xfrm>
              <a:off x="1840295" y="2505552"/>
              <a:ext cx="4654377" cy="333651"/>
            </a:xfrm>
            <a:custGeom>
              <a:avLst/>
              <a:pathLst>
                <a:path w="4654377" h="333651">
                  <a:moveTo>
                    <a:pt x="0" y="333651"/>
                  </a:moveTo>
                  <a:lnTo>
                    <a:pt x="1152512" y="301632"/>
                  </a:lnTo>
                  <a:lnTo>
                    <a:pt x="2216370" y="252387"/>
                  </a:lnTo>
                  <a:lnTo>
                    <a:pt x="3546192" y="132694"/>
                  </a:lnTo>
                  <a:lnTo>
                    <a:pt x="46543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3" name="pl922"/>
            <p:cNvSpPr/>
            <p:nvPr/>
          </p:nvSpPr>
          <p:spPr>
            <a:xfrm>
              <a:off x="1840295" y="2804963"/>
              <a:ext cx="4654377" cy="368509"/>
            </a:xfrm>
            <a:custGeom>
              <a:avLst/>
              <a:pathLst>
                <a:path w="4654377" h="368509">
                  <a:moveTo>
                    <a:pt x="4654377" y="0"/>
                  </a:moveTo>
                  <a:lnTo>
                    <a:pt x="3546192" y="34486"/>
                  </a:lnTo>
                  <a:lnTo>
                    <a:pt x="2216370" y="115411"/>
                  </a:lnTo>
                  <a:lnTo>
                    <a:pt x="1152512" y="226660"/>
                  </a:lnTo>
                  <a:lnTo>
                    <a:pt x="0" y="368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1840295" y="2645021"/>
              <a:ext cx="4654377" cy="605448"/>
            </a:xfrm>
            <a:custGeom>
              <a:avLst/>
              <a:pathLst>
                <a:path w="4654377" h="605448">
                  <a:moveTo>
                    <a:pt x="0" y="324761"/>
                  </a:moveTo>
                  <a:lnTo>
                    <a:pt x="1152512" y="286605"/>
                  </a:lnTo>
                  <a:lnTo>
                    <a:pt x="2216370" y="234980"/>
                  </a:lnTo>
                  <a:lnTo>
                    <a:pt x="3546192" y="121921"/>
                  </a:lnTo>
                  <a:lnTo>
                    <a:pt x="4654377" y="0"/>
                  </a:lnTo>
                  <a:lnTo>
                    <a:pt x="4654377" y="250519"/>
                  </a:lnTo>
                  <a:lnTo>
                    <a:pt x="3546192" y="290428"/>
                  </a:lnTo>
                  <a:lnTo>
                    <a:pt x="2216370" y="371566"/>
                  </a:lnTo>
                  <a:lnTo>
                    <a:pt x="1152512" y="475299"/>
                  </a:lnTo>
                  <a:lnTo>
                    <a:pt x="0" y="605448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5" name="pl924"/>
            <p:cNvSpPr/>
            <p:nvPr/>
          </p:nvSpPr>
          <p:spPr>
            <a:xfrm>
              <a:off x="1840295" y="2645021"/>
              <a:ext cx="4654377" cy="324761"/>
            </a:xfrm>
            <a:custGeom>
              <a:avLst/>
              <a:pathLst>
                <a:path w="4654377" h="324761">
                  <a:moveTo>
                    <a:pt x="0" y="324761"/>
                  </a:moveTo>
                  <a:lnTo>
                    <a:pt x="1152512" y="286605"/>
                  </a:lnTo>
                  <a:lnTo>
                    <a:pt x="2216370" y="234980"/>
                  </a:lnTo>
                  <a:lnTo>
                    <a:pt x="3546192" y="121921"/>
                  </a:lnTo>
                  <a:lnTo>
                    <a:pt x="46543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6" name="pl925"/>
            <p:cNvSpPr/>
            <p:nvPr/>
          </p:nvSpPr>
          <p:spPr>
            <a:xfrm>
              <a:off x="1840295" y="2895540"/>
              <a:ext cx="4654377" cy="354929"/>
            </a:xfrm>
            <a:custGeom>
              <a:avLst/>
              <a:pathLst>
                <a:path w="4654377" h="354929">
                  <a:moveTo>
                    <a:pt x="4654377" y="0"/>
                  </a:moveTo>
                  <a:lnTo>
                    <a:pt x="3546192" y="39909"/>
                  </a:lnTo>
                  <a:lnTo>
                    <a:pt x="2216370" y="121047"/>
                  </a:lnTo>
                  <a:lnTo>
                    <a:pt x="1152512" y="224780"/>
                  </a:lnTo>
                  <a:lnTo>
                    <a:pt x="0" y="3549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7" name="pl926"/>
            <p:cNvSpPr/>
            <p:nvPr/>
          </p:nvSpPr>
          <p:spPr>
            <a:xfrm>
              <a:off x="1840295" y="2655257"/>
              <a:ext cx="4654377" cy="351080"/>
            </a:xfrm>
            <a:custGeom>
              <a:avLst/>
              <a:pathLst>
                <a:path w="4654377" h="351080">
                  <a:moveTo>
                    <a:pt x="0" y="351080"/>
                  </a:moveTo>
                  <a:lnTo>
                    <a:pt x="1152512" y="264146"/>
                  </a:lnTo>
                  <a:lnTo>
                    <a:pt x="2216370" y="183899"/>
                  </a:lnTo>
                  <a:lnTo>
                    <a:pt x="3546192" y="83590"/>
                  </a:lnTo>
                  <a:lnTo>
                    <a:pt x="4654377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7"/>
            <p:cNvSpPr/>
            <p:nvPr/>
          </p:nvSpPr>
          <p:spPr>
            <a:xfrm>
              <a:off x="1840295" y="2770281"/>
              <a:ext cx="4654377" cy="339845"/>
            </a:xfrm>
            <a:custGeom>
              <a:avLst/>
              <a:pathLst>
                <a:path w="4654377" h="339845">
                  <a:moveTo>
                    <a:pt x="0" y="339845"/>
                  </a:moveTo>
                  <a:lnTo>
                    <a:pt x="1152512" y="255693"/>
                  </a:lnTo>
                  <a:lnTo>
                    <a:pt x="2216370" y="178014"/>
                  </a:lnTo>
                  <a:lnTo>
                    <a:pt x="3546192" y="80915"/>
                  </a:lnTo>
                  <a:lnTo>
                    <a:pt x="4654377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tx928"/>
            <p:cNvSpPr/>
            <p:nvPr/>
          </p:nvSpPr>
          <p:spPr>
            <a:xfrm>
              <a:off x="1840295" y="1075464"/>
              <a:ext cx="7433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</a:t>
              </a:r>
            </a:p>
          </p:txBody>
        </p:sp>
        <p:sp>
          <p:nvSpPr>
            <p:cNvPr id="930" name="tx929"/>
            <p:cNvSpPr/>
            <p:nvPr/>
          </p:nvSpPr>
          <p:spPr>
            <a:xfrm>
              <a:off x="2583610" y="1075464"/>
              <a:ext cx="762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931" name="tx930"/>
            <p:cNvSpPr/>
            <p:nvPr/>
          </p:nvSpPr>
          <p:spPr>
            <a:xfrm>
              <a:off x="2672476" y="1075464"/>
              <a:ext cx="2542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932" name="tx931"/>
            <p:cNvSpPr/>
            <p:nvPr/>
          </p:nvSpPr>
          <p:spPr>
            <a:xfrm>
              <a:off x="2710200" y="1075464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933" name="tx932"/>
            <p:cNvSpPr/>
            <p:nvPr/>
          </p:nvSpPr>
          <p:spPr>
            <a:xfrm>
              <a:off x="2782982" y="1075464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34" name="tx933"/>
            <p:cNvSpPr/>
            <p:nvPr/>
          </p:nvSpPr>
          <p:spPr>
            <a:xfrm>
              <a:off x="2855722" y="1075464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935" name="tx934"/>
            <p:cNvSpPr/>
            <p:nvPr/>
          </p:nvSpPr>
          <p:spPr>
            <a:xfrm>
              <a:off x="2928435" y="1075464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0.067</a:t>
              </a:r>
            </a:p>
          </p:txBody>
        </p:sp>
        <p:sp>
          <p:nvSpPr>
            <p:cNvPr id="936" name="tx935"/>
            <p:cNvSpPr/>
            <p:nvPr/>
          </p:nvSpPr>
          <p:spPr>
            <a:xfrm>
              <a:off x="3344579" y="1075464"/>
              <a:ext cx="634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937" name="tx936"/>
            <p:cNvSpPr/>
            <p:nvPr/>
          </p:nvSpPr>
          <p:spPr>
            <a:xfrm>
              <a:off x="3408038" y="1075464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38" name="tx937"/>
            <p:cNvSpPr/>
            <p:nvPr/>
          </p:nvSpPr>
          <p:spPr>
            <a:xfrm>
              <a:off x="3480779" y="1075464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0.028</a:t>
              </a:r>
            </a:p>
          </p:txBody>
        </p:sp>
        <p:sp>
          <p:nvSpPr>
            <p:cNvPr id="939" name="tx938"/>
            <p:cNvSpPr/>
            <p:nvPr/>
          </p:nvSpPr>
          <p:spPr>
            <a:xfrm>
              <a:off x="1840295" y="1276351"/>
              <a:ext cx="73060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</a:t>
              </a:r>
            </a:p>
          </p:txBody>
        </p:sp>
        <p:sp>
          <p:nvSpPr>
            <p:cNvPr id="940" name="tx939"/>
            <p:cNvSpPr/>
            <p:nvPr/>
          </p:nvSpPr>
          <p:spPr>
            <a:xfrm>
              <a:off x="2570900" y="1276351"/>
              <a:ext cx="762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941" name="tx940"/>
            <p:cNvSpPr/>
            <p:nvPr/>
          </p:nvSpPr>
          <p:spPr>
            <a:xfrm>
              <a:off x="2659766" y="1276351"/>
              <a:ext cx="2542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942" name="tx941"/>
            <p:cNvSpPr/>
            <p:nvPr/>
          </p:nvSpPr>
          <p:spPr>
            <a:xfrm>
              <a:off x="2697490" y="127635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943" name="tx942"/>
            <p:cNvSpPr/>
            <p:nvPr/>
          </p:nvSpPr>
          <p:spPr>
            <a:xfrm>
              <a:off x="2770271" y="127635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44" name="tx943"/>
            <p:cNvSpPr/>
            <p:nvPr/>
          </p:nvSpPr>
          <p:spPr>
            <a:xfrm>
              <a:off x="2843012" y="127635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945" name="tx944"/>
            <p:cNvSpPr/>
            <p:nvPr/>
          </p:nvSpPr>
          <p:spPr>
            <a:xfrm>
              <a:off x="2915725" y="1276351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0.064</a:t>
              </a:r>
            </a:p>
          </p:txBody>
        </p:sp>
        <p:sp>
          <p:nvSpPr>
            <p:cNvPr id="946" name="tx945"/>
            <p:cNvSpPr/>
            <p:nvPr/>
          </p:nvSpPr>
          <p:spPr>
            <a:xfrm>
              <a:off x="3331869" y="1276351"/>
              <a:ext cx="634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947" name="tx946"/>
            <p:cNvSpPr/>
            <p:nvPr/>
          </p:nvSpPr>
          <p:spPr>
            <a:xfrm>
              <a:off x="3395328" y="127635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48" name="tx947"/>
            <p:cNvSpPr/>
            <p:nvPr/>
          </p:nvSpPr>
          <p:spPr>
            <a:xfrm>
              <a:off x="3468068" y="1276351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0.017</a:t>
              </a:r>
            </a:p>
          </p:txBody>
        </p:sp>
        <p:sp>
          <p:nvSpPr>
            <p:cNvPr id="949" name="tx948"/>
            <p:cNvSpPr/>
            <p:nvPr/>
          </p:nvSpPr>
          <p:spPr>
            <a:xfrm>
              <a:off x="1779944" y="1596063"/>
              <a:ext cx="1207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ns</a:t>
              </a:r>
            </a:p>
          </p:txBody>
        </p:sp>
        <p:sp>
          <p:nvSpPr>
            <p:cNvPr id="950" name="tx949"/>
            <p:cNvSpPr/>
            <p:nvPr/>
          </p:nvSpPr>
          <p:spPr>
            <a:xfrm>
              <a:off x="3309906" y="1535842"/>
              <a:ext cx="13331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51" name="tx950"/>
            <p:cNvSpPr/>
            <p:nvPr/>
          </p:nvSpPr>
          <p:spPr>
            <a:xfrm>
              <a:off x="4846176" y="1638956"/>
              <a:ext cx="13331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52" name="tx951"/>
            <p:cNvSpPr/>
            <p:nvPr/>
          </p:nvSpPr>
          <p:spPr>
            <a:xfrm>
              <a:off x="6426887" y="1575095"/>
              <a:ext cx="4443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</a:t>
              </a:r>
            </a:p>
          </p:txBody>
        </p:sp>
        <p:sp>
          <p:nvSpPr>
            <p:cNvPr id="953" name="rc952"/>
            <p:cNvSpPr/>
            <p:nvPr/>
          </p:nvSpPr>
          <p:spPr>
            <a:xfrm>
              <a:off x="1305325" y="952357"/>
              <a:ext cx="5678464" cy="329579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54" name="pl953"/>
            <p:cNvSpPr/>
            <p:nvPr/>
          </p:nvSpPr>
          <p:spPr>
            <a:xfrm>
              <a:off x="1305325" y="952357"/>
              <a:ext cx="0" cy="3295799"/>
            </a:xfrm>
            <a:custGeom>
              <a:avLst/>
              <a:pathLst>
                <a:path w="0" h="3295799">
                  <a:moveTo>
                    <a:pt x="0" y="3295799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tx954"/>
            <p:cNvSpPr/>
            <p:nvPr/>
          </p:nvSpPr>
          <p:spPr>
            <a:xfrm>
              <a:off x="1112807" y="405477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956" name="tx955"/>
            <p:cNvSpPr/>
            <p:nvPr/>
          </p:nvSpPr>
          <p:spPr>
            <a:xfrm>
              <a:off x="1112807" y="355255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57" name="tx956"/>
            <p:cNvSpPr/>
            <p:nvPr/>
          </p:nvSpPr>
          <p:spPr>
            <a:xfrm>
              <a:off x="1112807" y="305034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958" name="tx957"/>
            <p:cNvSpPr/>
            <p:nvPr/>
          </p:nvSpPr>
          <p:spPr>
            <a:xfrm>
              <a:off x="1112807" y="254812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959" name="tx958"/>
            <p:cNvSpPr/>
            <p:nvPr/>
          </p:nvSpPr>
          <p:spPr>
            <a:xfrm>
              <a:off x="1112807" y="204590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960" name="tx959"/>
            <p:cNvSpPr/>
            <p:nvPr/>
          </p:nvSpPr>
          <p:spPr>
            <a:xfrm>
              <a:off x="1112807" y="154369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961" name="pl960"/>
            <p:cNvSpPr/>
            <p:nvPr/>
          </p:nvSpPr>
          <p:spPr>
            <a:xfrm>
              <a:off x="1276857" y="409121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1"/>
            <p:cNvSpPr/>
            <p:nvPr/>
          </p:nvSpPr>
          <p:spPr>
            <a:xfrm>
              <a:off x="1276857" y="358899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2"/>
            <p:cNvSpPr/>
            <p:nvPr/>
          </p:nvSpPr>
          <p:spPr>
            <a:xfrm>
              <a:off x="1276857" y="308678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3"/>
            <p:cNvSpPr/>
            <p:nvPr/>
          </p:nvSpPr>
          <p:spPr>
            <a:xfrm>
              <a:off x="1276857" y="258456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4"/>
            <p:cNvSpPr/>
            <p:nvPr/>
          </p:nvSpPr>
          <p:spPr>
            <a:xfrm>
              <a:off x="1276857" y="208234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5"/>
            <p:cNvSpPr/>
            <p:nvPr/>
          </p:nvSpPr>
          <p:spPr>
            <a:xfrm>
              <a:off x="1276857" y="158012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6"/>
            <p:cNvSpPr/>
            <p:nvPr/>
          </p:nvSpPr>
          <p:spPr>
            <a:xfrm>
              <a:off x="1305325" y="4248157"/>
              <a:ext cx="5678464" cy="0"/>
            </a:xfrm>
            <a:custGeom>
              <a:avLst/>
              <a:pathLst>
                <a:path w="5678464" h="0">
                  <a:moveTo>
                    <a:pt x="0" y="0"/>
                  </a:moveTo>
                  <a:lnTo>
                    <a:pt x="5678464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7"/>
            <p:cNvSpPr/>
            <p:nvPr/>
          </p:nvSpPr>
          <p:spPr>
            <a:xfrm>
              <a:off x="1840295" y="424815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8"/>
            <p:cNvSpPr/>
            <p:nvPr/>
          </p:nvSpPr>
          <p:spPr>
            <a:xfrm>
              <a:off x="3376565" y="424815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69"/>
            <p:cNvSpPr/>
            <p:nvPr/>
          </p:nvSpPr>
          <p:spPr>
            <a:xfrm>
              <a:off x="4912836" y="424815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0"/>
            <p:cNvSpPr/>
            <p:nvPr/>
          </p:nvSpPr>
          <p:spPr>
            <a:xfrm>
              <a:off x="6449107" y="424815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tx971"/>
            <p:cNvSpPr/>
            <p:nvPr/>
          </p:nvSpPr>
          <p:spPr>
            <a:xfrm>
              <a:off x="1812040" y="429940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73" name="tx972"/>
            <p:cNvSpPr/>
            <p:nvPr/>
          </p:nvSpPr>
          <p:spPr>
            <a:xfrm>
              <a:off x="3348310" y="429940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74" name="tx973"/>
            <p:cNvSpPr/>
            <p:nvPr/>
          </p:nvSpPr>
          <p:spPr>
            <a:xfrm>
              <a:off x="4884581" y="429940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75" name="tx974"/>
            <p:cNvSpPr/>
            <p:nvPr/>
          </p:nvSpPr>
          <p:spPr>
            <a:xfrm>
              <a:off x="6420852" y="429940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76" name="tx975"/>
            <p:cNvSpPr/>
            <p:nvPr/>
          </p:nvSpPr>
          <p:spPr>
            <a:xfrm>
              <a:off x="3883496" y="445703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77" name="tx976"/>
            <p:cNvSpPr/>
            <p:nvPr/>
          </p:nvSpPr>
          <p:spPr>
            <a:xfrm rot="-5400000">
              <a:off x="-44487" y="2554674"/>
              <a:ext cx="205383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Gini coefficient of biomass inequality</a:t>
              </a:r>
            </a:p>
          </p:txBody>
        </p:sp>
        <p:sp>
          <p:nvSpPr>
            <p:cNvPr id="978" name="rc977"/>
            <p:cNvSpPr/>
            <p:nvPr/>
          </p:nvSpPr>
          <p:spPr>
            <a:xfrm>
              <a:off x="2880414" y="4656442"/>
              <a:ext cx="2528285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tx978"/>
            <p:cNvSpPr/>
            <p:nvPr/>
          </p:nvSpPr>
          <p:spPr>
            <a:xfrm>
              <a:off x="2880414" y="4705294"/>
              <a:ext cx="742950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980" name="rc979"/>
            <p:cNvSpPr/>
            <p:nvPr/>
          </p:nvSpPr>
          <p:spPr>
            <a:xfrm>
              <a:off x="3680301" y="4656442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3739518" y="47156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l981"/>
            <p:cNvSpPr/>
            <p:nvPr/>
          </p:nvSpPr>
          <p:spPr>
            <a:xfrm>
              <a:off x="3770301" y="4791442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3" name="pl982"/>
            <p:cNvSpPr/>
            <p:nvPr/>
          </p:nvSpPr>
          <p:spPr>
            <a:xfrm>
              <a:off x="3770301" y="4674442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4" name="rc983"/>
            <p:cNvSpPr/>
            <p:nvPr/>
          </p:nvSpPr>
          <p:spPr>
            <a:xfrm>
              <a:off x="3702801" y="4701442"/>
              <a:ext cx="134999" cy="89999"/>
            </a:xfrm>
            <a:prstGeom prst="rect">
              <a:avLst/>
            </a:pr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5" name="pl984"/>
            <p:cNvSpPr/>
            <p:nvPr/>
          </p:nvSpPr>
          <p:spPr>
            <a:xfrm>
              <a:off x="3702801" y="4746442"/>
              <a:ext cx="135000" cy="0"/>
            </a:xfrm>
            <a:custGeom>
              <a:avLst/>
              <a:pathLst>
                <a:path w="135000" h="0">
                  <a:moveTo>
                    <a:pt x="0" y="0"/>
                  </a:moveTo>
                  <a:lnTo>
                    <a:pt x="13500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6" name="pl985"/>
            <p:cNvSpPr/>
            <p:nvPr/>
          </p:nvSpPr>
          <p:spPr>
            <a:xfrm>
              <a:off x="3770301" y="48184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7" name="pl986"/>
            <p:cNvSpPr/>
            <p:nvPr/>
          </p:nvSpPr>
          <p:spPr>
            <a:xfrm>
              <a:off x="3770301" y="46744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8" name="pl987"/>
            <p:cNvSpPr/>
            <p:nvPr/>
          </p:nvSpPr>
          <p:spPr>
            <a:xfrm>
              <a:off x="3698301" y="4746442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rc988"/>
            <p:cNvSpPr/>
            <p:nvPr/>
          </p:nvSpPr>
          <p:spPr>
            <a:xfrm>
              <a:off x="4578684" y="4656442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4637900" y="47156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l990"/>
            <p:cNvSpPr/>
            <p:nvPr/>
          </p:nvSpPr>
          <p:spPr>
            <a:xfrm>
              <a:off x="4668684" y="4791442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2" name="pl991"/>
            <p:cNvSpPr/>
            <p:nvPr/>
          </p:nvSpPr>
          <p:spPr>
            <a:xfrm>
              <a:off x="4668684" y="4674442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3" name="rc992"/>
            <p:cNvSpPr/>
            <p:nvPr/>
          </p:nvSpPr>
          <p:spPr>
            <a:xfrm>
              <a:off x="4601184" y="4701442"/>
              <a:ext cx="135000" cy="89999"/>
            </a:xfrm>
            <a:prstGeom prst="rect">
              <a:avLst/>
            </a:pr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4" name="pl993"/>
            <p:cNvSpPr/>
            <p:nvPr/>
          </p:nvSpPr>
          <p:spPr>
            <a:xfrm>
              <a:off x="4601184" y="4746442"/>
              <a:ext cx="135000" cy="0"/>
            </a:xfrm>
            <a:custGeom>
              <a:avLst/>
              <a:pathLst>
                <a:path w="135000" h="0">
                  <a:moveTo>
                    <a:pt x="0" y="0"/>
                  </a:moveTo>
                  <a:lnTo>
                    <a:pt x="13500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5" name="pl994"/>
            <p:cNvSpPr/>
            <p:nvPr/>
          </p:nvSpPr>
          <p:spPr>
            <a:xfrm>
              <a:off x="4668684" y="48184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6" name="pl995"/>
            <p:cNvSpPr/>
            <p:nvPr/>
          </p:nvSpPr>
          <p:spPr>
            <a:xfrm>
              <a:off x="4668684" y="46744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7" name="pl996"/>
            <p:cNvSpPr/>
            <p:nvPr/>
          </p:nvSpPr>
          <p:spPr>
            <a:xfrm>
              <a:off x="4596684" y="4746442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tx997"/>
            <p:cNvSpPr/>
            <p:nvPr/>
          </p:nvSpPr>
          <p:spPr>
            <a:xfrm>
              <a:off x="3917237" y="4710003"/>
              <a:ext cx="604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999" name="tx998"/>
            <p:cNvSpPr/>
            <p:nvPr/>
          </p:nvSpPr>
          <p:spPr>
            <a:xfrm>
              <a:off x="4815620" y="4710003"/>
              <a:ext cx="59307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2026-07-20T14:52:32Z</dcterms:modified>
  <cp:category/>
</cp:coreProperties>
</file>