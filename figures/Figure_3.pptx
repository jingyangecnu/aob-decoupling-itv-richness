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3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35706" y="1084613"/>
              <a:ext cx="5397473" cy="2508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856413" y="1414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096680" y="2462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15591" y="262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080979" y="2424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47107" y="1985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102009" y="2514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56390" y="2808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130870" y="27014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68726" y="26013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066475" y="26813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03888" y="2972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09560" y="2968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62561" y="26912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162570" y="2751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2924" y="2771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59884" y="28815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63391" y="2715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073299" y="2586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870357" y="2103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64248" y="211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944473" y="2704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119379" y="26828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58152" y="251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55161" y="2678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15764" y="23976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26824" y="2844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11424" y="2769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58417" y="26304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90420" y="23501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00385" y="2978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96300" y="2577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138035" y="2582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64564" y="2780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099550" y="27111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901661" y="2621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123067" y="2716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90792" y="2741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65375" y="2774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36386" y="30696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59526" y="2884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906413" y="2411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62792" y="2557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12922" y="2668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7121" y="2499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69068" y="2739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74395" y="27649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22400" y="23692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23325" y="3025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95365" y="26517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0213" y="259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21267" y="3014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10389" y="2704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58663" y="2617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33435" y="2519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67671" y="2254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62239" y="2208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897732" y="343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46276" y="2758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58184" y="2471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099343" y="2297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32672" y="255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168219" y="2516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37168" y="27881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21376" y="29836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14591" y="23315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099880" y="2429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76185" y="2085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069736" y="1978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57891" y="2384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100374" y="2130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936070" y="2817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141240" y="2658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883171" y="2764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128146" y="2856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909924" y="2410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42885" y="2487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10973" y="2331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104650" y="2064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81807" y="2793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17177" y="2599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56874" y="2408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123734" y="2507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85052" y="2806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072150" y="2004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53578" y="23202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085966" y="1764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20607" y="2470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54324" y="2473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15299" y="258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55382" y="2265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883331" y="3319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087973" y="297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55283" y="2256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31880" y="2050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19085" y="2453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48541" y="2607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67349" y="2163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25730" y="1921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39650" y="2561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11583" y="2233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48267" y="2224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090061" y="24058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18387" y="232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56140" y="26275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904917" y="2008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65878" y="2130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15703" y="258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69801" y="2728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861733" y="2667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42759" y="27115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0157" y="2593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48698" y="26047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51702" y="1219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142168" y="1604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866031" y="1649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39592" y="1930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900061" y="2841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96126" y="2670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894539" y="2931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123976" y="286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927814" y="2714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105653" y="2797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880535" y="2288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10237" y="2694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868116" y="2663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100594" y="28081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38035" y="2502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122679" y="2682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925833" y="2541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082249" y="2691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948153" y="2465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142152" y="2595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915535" y="2808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24233" y="2598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937319" y="2472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93756" y="2561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16122" y="2740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73079" y="2649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09432" y="277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156485" y="2944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898725" y="247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38758" y="27114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55626" y="2548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152887" y="2860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873882" y="2579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132603" y="2786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861201" y="1656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13189" y="2869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85351" y="3048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147127" y="2626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956190" y="294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156076" y="2743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884594" y="2550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068773" y="2722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898994" y="2570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134248" y="2532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65741" y="2044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077112" y="2031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895952" y="1955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161352" y="1855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940665" y="2609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148976" y="2320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05066" y="214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097862" y="2379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42284" y="1964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105759" y="1796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871846" y="2703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126649" y="28046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929170" y="2379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073123" y="2616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877087" y="1891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141066" y="2136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55916" y="3127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166059" y="2405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84837" y="1718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619493" y="1865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414641" y="20987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556567" y="25124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37575" y="2475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42039" y="252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407598" y="2127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589346" y="2256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22715" y="2035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570688" y="21458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412309" y="2143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83105" y="2330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28343" y="230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626507" y="236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408909" y="2041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576689" y="2234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21654" y="2687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576469" y="2959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68031" y="2464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82910" y="293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57214" y="2153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598142" y="2356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350281" y="2026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544206" y="2515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369628" y="2162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550295" y="24677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343323" y="2658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618553" y="2846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407254" y="2119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28000" y="2543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320982" y="2846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592072" y="265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84496" y="2367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09363" y="2473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398004" y="2412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19333" y="26568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366176" y="2095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598122" y="2320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57276" y="1949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603420" y="2288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397455" y="2375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29494" y="3089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409326" y="2771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91989" y="2892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71924" y="2195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68007" y="2172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351162" y="2111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08753" y="2665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399082" y="2156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534947" y="2317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334987" y="3071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27004" y="290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411885" y="2654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89388" y="2706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61719" y="2765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571055" y="2690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65419" y="2553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38819" y="2788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68869" y="31080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73420" y="339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15415" y="2110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74793" y="2035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40015" y="25505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47810" y="267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401651" y="2070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74388" y="1940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368778" y="2333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29006" y="236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22790" y="2098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627842" y="2215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9320" y="3377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88801" y="32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84050" y="2133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01371" y="23565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77324" y="2383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07781" y="2344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397258" y="22163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30812" y="25231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51734" y="1869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35800" y="2067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383340" y="2091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615379" y="21173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47153" y="25431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79590" y="298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401897" y="2498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627280" y="2381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76950" y="211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540071" y="2343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19955" y="2455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90869" y="27961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93600" y="2232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65889" y="2417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56491" y="2143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22935" y="23586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92732" y="17532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627864" y="211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09227" y="1989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71918" y="2562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23491" y="167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44732" y="21557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70189" y="2036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566652" y="2170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52398" y="2261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59151" y="20643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73481" y="2321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606570" y="258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52495" y="2620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14547" y="2511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76209" y="2764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57174" y="2568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416382" y="2084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620699" y="2137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26249" y="2719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617591" y="2540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29678" y="2452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12400" y="2789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404989" y="25162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28759" y="2491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64406" y="25972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34783" y="29248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06525" y="22371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99521" y="2222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15696" y="2523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574028" y="2658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49336" y="2307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628948" y="23264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03071" y="2015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609995" y="20814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381742" y="236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552949" y="2427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48443" y="247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576848" y="2408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72610" y="209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83558" y="2677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414546" y="2475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59644" y="2873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87473" y="2455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71801" y="226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417376" y="2288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627372" y="2489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43641" y="2859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601209" y="2662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410406" y="2299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578851" y="21972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21298" y="22566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39524" y="2139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339821" y="28171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58776" y="2306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410395" y="2913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605800" y="2831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406077" y="207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577207" y="2265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37122" y="2569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597854" y="2558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419422" y="2405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45460" y="2432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408003" y="22586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69350" y="2464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60690" y="2497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65754" y="222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414468" y="25742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571880" y="2334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372292" y="2198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586441" y="212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64784" y="1885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93777" y="1852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96170" y="2148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26776" y="2075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16620" y="2037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32521" y="1973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30470" y="2187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628886" y="2355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29587" y="25942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613198" y="2553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86955" y="2484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600750" y="23145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87987" y="2348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54778" y="2128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42983" y="1873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586944" y="1921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382613" y="2731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98766" y="2145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56188" y="2196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606327" y="23860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22639" y="1985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68286" y="2046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65444" y="18376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71085" y="1817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25604" y="1783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42950" y="1626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314814" y="1164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536990" y="1993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55867" y="2210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619153" y="2258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54518" y="1928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99099" y="1885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858186" y="2687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32461" y="2432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68545" y="1887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084955" y="2127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64009" y="1935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50368" y="2411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829311" y="1671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997526" y="1917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842552" y="1978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77549" y="2109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835461" y="2140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12765" y="2581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870663" y="2016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001681" y="2078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802187" y="2222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46881" y="2218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789345" y="2300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80985" y="23349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15189" y="2448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061942" y="2622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870632" y="2576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16409" y="2966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26726" y="1932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019458" y="2163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44735" y="2441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021372" y="2635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795246" y="1685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22870" y="203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874261" y="1930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993243" y="21067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34316" y="170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72897" y="2009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852043" y="3123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19701" y="2917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865823" y="272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54852" y="2416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797930" y="1711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086849" y="2211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57080" y="2347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82661" y="26402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797368" y="200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04549" y="2180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833444" y="2188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23388" y="2403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781177" y="2967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00655" y="27121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821903" y="2353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30178" y="2546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17034" y="2167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071170" y="2515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57474" y="22542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47934" y="22099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788347" y="2893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991343" y="3356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777200" y="1912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989157" y="2070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775845" y="203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084353" y="2110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858711" y="173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90148" y="1970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834333" y="1823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80983" y="1884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16604" y="1778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37409" y="1894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791349" y="225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26498" y="2102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38616" y="2006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80936" y="2102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59528" y="1587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18239" y="1900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782534" y="1770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63165" y="2068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854859" y="1896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64734" y="1928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13621" y="1944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074292" y="21247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794382" y="1643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010758" y="17924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815607" y="1685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72779" y="1643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795720" y="1945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79188" y="1977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44464" y="15055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05138" y="2193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45465" y="1758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20650" y="2035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875536" y="1610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14471" y="1881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03245" y="1835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986960" y="2079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76722" y="12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53120" y="184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857777" y="21633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062938" y="2286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841542" y="183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042027" y="217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822132" y="17822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74314" y="2237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04475" y="2319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67926" y="2184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870681" y="186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30075" y="2107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35011" y="1662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37967" y="2040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855843" y="250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024833" y="2367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808401" y="2226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18212" y="2634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867725" y="1907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48587" y="20371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67009" y="1868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29367" y="1870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63767" y="1823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20631" y="21012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788741" y="1924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76087" y="2160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17996" y="17730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16213" y="2492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44489" y="2906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990790" y="2827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818314" y="2153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88633" y="2511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37961" y="2073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01630" y="204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10410" y="2062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38539" y="1917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852957" y="24877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22363" y="2463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852674" y="25715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994361" y="26950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849561" y="2037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63438" y="250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863819" y="2217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06970" y="258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840985" y="16019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987373" y="2078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61497" y="1812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09838" y="21829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786950" y="1816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54994" y="2411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27652" y="2102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10481" y="2592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60119" y="148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56481" y="1882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789767" y="2259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51430" y="2837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06697" y="2793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19499" y="2471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80408" y="1885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85362" y="2450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66168" y="175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85061" y="2495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72490" y="1708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26624" y="1916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37159" y="2847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47676" y="2665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813412" y="2503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71776" y="2923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783566" y="2122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4986236" y="245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05205" y="1607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995538" y="2160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815404" y="1491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41853" y="1754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832888" y="2086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4994276" y="259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794269" y="21901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24500" y="23689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824678" y="23602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67291" y="24262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55681" y="1837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64236" y="2153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811071" y="22780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83087" y="268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787693" y="1888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20684" y="2552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803861" y="22578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77825" y="24390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78228" y="2517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28991" y="229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858797" y="1673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63166" y="2268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861806" y="1906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06699" y="2105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860234" y="1258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002113" y="1704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37832" y="2399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80855" y="26288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846324" y="2309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05232" y="18099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790407" y="22598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050365" y="19136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819403" y="2316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51956" y="2194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807417" y="3031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36896" y="2637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31918" y="2257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48805" y="2381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861519" y="1845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84371" y="2047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03893" y="24994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018113" y="256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79074" y="316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28439" y="2961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790965" y="2748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12494" y="2381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824131" y="2495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27057" y="21378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792652" y="2343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60537" y="2089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27974" y="2171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63432" y="24029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30775" y="238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033133" y="2411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26294" y="2339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032292" y="224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05927" y="215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054749" y="2008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808632" y="2199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74344" y="2183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851179" y="2447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33321" y="2086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793063" y="19433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011491" y="1737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789090" y="2654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45795" y="26389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871264" y="2902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19205" y="2647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33843" y="1564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01655" y="1725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274831" y="1965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464120" y="2027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331451" y="2597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447054" y="2960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331669" y="20225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02158" y="1824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297004" y="24028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50166" y="21475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334683" y="1798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520671" y="2293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238512" y="1383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470412" y="1757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289930" y="2604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17694" y="2504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285022" y="2101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449245" y="230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245008" y="212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454822" y="2238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275045" y="2539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523179" y="2012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294741" y="1200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512887" y="1526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334398" y="2462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68556" y="2198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250033" y="22007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49989" y="21785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311759" y="1744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489989" y="2781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238942" y="2213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27241" y="2138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39336" y="2544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499278" y="2673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275159" y="2453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84301" y="2628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324513" y="2285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483027" y="1853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94616" y="2366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39490" y="203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335452" y="1939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27887" y="2636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247603" y="2502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486300" y="2461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264815" y="1763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550723" y="2089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238938" y="2550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72852" y="2922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251284" y="2726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475225" y="2306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340117" y="1636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501985" y="224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284994" y="1823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504909" y="2285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308115" y="1955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43964" y="230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295917" y="25844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525410" y="1949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301593" y="2475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463714" y="2134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287424" y="1875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35131" y="2235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249526" y="2033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551693" y="1717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331162" y="236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463987" y="2149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287005" y="1714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452872" y="1808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294373" y="2365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35663" y="2427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263682" y="1971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531699" y="2291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314467" y="2912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477464" y="298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319227" y="1802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17670" y="241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49772" y="2005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543952" y="22798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318165" y="2087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513160" y="2460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263829" y="1973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488570" y="1998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243437" y="2001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477756" y="23278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306305" y="2201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538856" y="2262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333313" y="2072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452631" y="1938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304579" y="2368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506711" y="2847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295475" y="2622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544920" y="21665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312139" y="218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464651" y="2228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312293" y="2233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448639" y="2454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236612" y="2288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469750" y="1874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332671" y="1392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508810" y="1750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59507" y="1903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454366" y="1987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335867" y="1660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495524" y="1913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88343" y="2470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543378" y="2470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262116" y="1901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457981" y="2009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339213" y="2062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489198" y="2008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291646" y="2476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17780" y="2309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265342" y="1664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481322" y="2063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270740" y="2257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543328" y="2163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289668" y="2105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535907" y="246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295192" y="2192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481131" y="2382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334385" y="1952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499516" y="2232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78172" y="19499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484684" y="2395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323028" y="22116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537507" y="226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240554" y="1861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515464" y="2075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238796" y="2353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525655" y="1859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329114" y="1708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492341" y="1699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324946" y="2116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532533" y="2193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319204" y="2237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460881" y="2072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331827" y="1627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550038" y="2533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325026" y="2585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85475" y="2098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321735" y="2301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531680" y="2778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281315" y="2129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486887" y="2141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93084" y="2167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521921" y="2162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323483" y="21436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475698" y="2411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310556" y="2179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92349" y="20600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248209" y="2552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466038" y="2177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244702" y="2469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499853" y="1829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252017" y="2670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492317" y="281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327965" y="24492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462742" y="2339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291229" y="232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455787" y="2154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74490" y="22109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89783" y="2106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257330" y="2290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543456" y="250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259742" y="2161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531451" y="200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272299" y="2401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474727" y="21656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262277" y="2442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459040" y="2580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289138" y="2441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539631" y="2107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300306" y="2328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479778" y="2431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314472" y="1972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453406" y="2081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236674" y="2136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535987" y="2286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282305" y="23057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531659" y="2238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264475" y="2287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92020" y="2335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278434" y="1653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481445" y="1836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235929" y="1736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454180" y="2067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272008" y="1397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464896" y="15328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248288" y="2048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85586" y="209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332501" y="18388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472796" y="191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332186" y="2095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523481" y="2291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293551" y="2623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536504" y="2663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254437" y="229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475978" y="2194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266611" y="1671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520900" y="1943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311354" y="22010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488948" y="22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52371" y="2052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543597" y="2065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328996" y="1798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459273" y="1833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272669" y="1902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534834" y="2242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89139" y="2152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519794" y="2425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323437" y="2075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456989" y="1772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324177" y="2343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456876" y="1962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54643" y="2714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530152" y="2138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332085" y="1929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38523" y="2346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42346" y="2070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469503" y="2201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255453" y="1941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515805" y="2068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236469" y="2400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498597" y="233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257927" y="2357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548472" y="23430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314749" y="2210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537213" y="2357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305329" y="22955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460636" y="2459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302836" y="2278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474792" y="2059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251405" y="1798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464625" y="2202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328094" y="2296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507321" y="2606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269217" y="2195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491122" y="20356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252861" y="21456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487780" y="26244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57905" y="23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487344" y="1983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330548" y="1806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449035" y="1999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70726" y="2328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450483" y="2376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335445" y="216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32489" y="2391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65941" y="23354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526211" y="20600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83750" y="2176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514590" y="2000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322029" y="2336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535896" y="2155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336450" y="1897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549065" y="1980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321080" y="2087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519077" y="2439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333224" y="2277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531716" y="1965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325093" y="17512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544501" y="19180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93632" y="2005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546599" y="2144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60870" y="2152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447765" y="2287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310410" y="2703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503366" y="2704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289256" y="3279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455397" y="3003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322549" y="1896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493403" y="2126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318678" y="1603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457949" y="192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265590" y="2529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520349" y="2161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244372" y="2293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551324" y="2046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283473" y="2058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520904" y="2031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300032" y="2266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447215" y="2136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301278" y="2058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460367" y="2129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37289" y="1921840"/>
              <a:ext cx="0" cy="449990"/>
            </a:xfrm>
            <a:custGeom>
              <a:avLst/>
              <a:pathLst>
                <a:path w="0" h="449990">
                  <a:moveTo>
                    <a:pt x="0" y="4499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37289" y="2772094"/>
              <a:ext cx="0" cy="577701"/>
            </a:xfrm>
            <a:custGeom>
              <a:avLst/>
              <a:pathLst>
                <a:path w="0" h="577701">
                  <a:moveTo>
                    <a:pt x="0" y="0"/>
                  </a:moveTo>
                  <a:lnTo>
                    <a:pt x="0" y="577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31926" y="2371831"/>
              <a:ext cx="210725" cy="400263"/>
            </a:xfrm>
            <a:custGeom>
              <a:avLst/>
              <a:pathLst>
                <a:path w="210725" h="400263">
                  <a:moveTo>
                    <a:pt x="0" y="0"/>
                  </a:moveTo>
                  <a:lnTo>
                    <a:pt x="0" y="400263"/>
                  </a:lnTo>
                  <a:lnTo>
                    <a:pt x="210725" y="400263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31926" y="2601517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97930" y="1701895"/>
              <a:ext cx="0" cy="427148"/>
            </a:xfrm>
            <a:custGeom>
              <a:avLst/>
              <a:pathLst>
                <a:path w="0" h="427148">
                  <a:moveTo>
                    <a:pt x="0" y="42714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97930" y="2542691"/>
              <a:ext cx="0" cy="596118"/>
            </a:xfrm>
            <a:custGeom>
              <a:avLst/>
              <a:pathLst>
                <a:path w="0" h="596118">
                  <a:moveTo>
                    <a:pt x="0" y="0"/>
                  </a:moveTo>
                  <a:lnTo>
                    <a:pt x="0" y="59611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92567" y="2129044"/>
              <a:ext cx="210725" cy="413646"/>
            </a:xfrm>
            <a:custGeom>
              <a:avLst/>
              <a:pathLst>
                <a:path w="210725" h="413646">
                  <a:moveTo>
                    <a:pt x="0" y="0"/>
                  </a:moveTo>
                  <a:lnTo>
                    <a:pt x="0" y="413646"/>
                  </a:lnTo>
                  <a:lnTo>
                    <a:pt x="210725" y="413646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92567" y="2290966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8571" y="1288859"/>
              <a:ext cx="0" cy="565417"/>
            </a:xfrm>
            <a:custGeom>
              <a:avLst/>
              <a:pathLst>
                <a:path w="0" h="565417">
                  <a:moveTo>
                    <a:pt x="0" y="56541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8571" y="2376161"/>
              <a:ext cx="0" cy="778411"/>
            </a:xfrm>
            <a:custGeom>
              <a:avLst/>
              <a:pathLst>
                <a:path w="0" h="778411">
                  <a:moveTo>
                    <a:pt x="0" y="0"/>
                  </a:moveTo>
                  <a:lnTo>
                    <a:pt x="0" y="77841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53208" y="1854277"/>
              <a:ext cx="210725" cy="521884"/>
            </a:xfrm>
            <a:custGeom>
              <a:avLst/>
              <a:pathLst>
                <a:path w="210725" h="521884">
                  <a:moveTo>
                    <a:pt x="0" y="0"/>
                  </a:moveTo>
                  <a:lnTo>
                    <a:pt x="0" y="521884"/>
                  </a:lnTo>
                  <a:lnTo>
                    <a:pt x="210725" y="521884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53208" y="2104464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9212" y="1413795"/>
              <a:ext cx="0" cy="569892"/>
            </a:xfrm>
            <a:custGeom>
              <a:avLst/>
              <a:pathLst>
                <a:path w="0" h="569892">
                  <a:moveTo>
                    <a:pt x="0" y="5698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9212" y="2388324"/>
              <a:ext cx="0" cy="555088"/>
            </a:xfrm>
            <a:custGeom>
              <a:avLst/>
              <a:pathLst>
                <a:path w="0" h="555088">
                  <a:moveTo>
                    <a:pt x="0" y="0"/>
                  </a:moveTo>
                  <a:lnTo>
                    <a:pt x="0" y="55508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3849" y="1983688"/>
              <a:ext cx="210725" cy="404636"/>
            </a:xfrm>
            <a:custGeom>
              <a:avLst/>
              <a:pathLst>
                <a:path w="210725" h="404636">
                  <a:moveTo>
                    <a:pt x="0" y="0"/>
                  </a:moveTo>
                  <a:lnTo>
                    <a:pt x="0" y="404636"/>
                  </a:lnTo>
                  <a:lnTo>
                    <a:pt x="210725" y="404636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3849" y="2207704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48015" y="1952216"/>
              <a:ext cx="0" cy="484293"/>
            </a:xfrm>
            <a:custGeom>
              <a:avLst/>
              <a:pathLst>
                <a:path w="0" h="484293">
                  <a:moveTo>
                    <a:pt x="0" y="4842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48015" y="2766690"/>
              <a:ext cx="0" cy="289672"/>
            </a:xfrm>
            <a:custGeom>
              <a:avLst/>
              <a:pathLst>
                <a:path w="0" h="289672">
                  <a:moveTo>
                    <a:pt x="0" y="0"/>
                  </a:moveTo>
                  <a:lnTo>
                    <a:pt x="0" y="289672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42652" y="2436509"/>
              <a:ext cx="210725" cy="330181"/>
            </a:xfrm>
            <a:custGeom>
              <a:avLst/>
              <a:pathLst>
                <a:path w="210725" h="330181">
                  <a:moveTo>
                    <a:pt x="0" y="0"/>
                  </a:moveTo>
                  <a:lnTo>
                    <a:pt x="0" y="330181"/>
                  </a:lnTo>
                  <a:lnTo>
                    <a:pt x="210725" y="330181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42652" y="2638410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608656" y="1657240"/>
              <a:ext cx="0" cy="544858"/>
            </a:xfrm>
            <a:custGeom>
              <a:avLst/>
              <a:pathLst>
                <a:path w="0" h="544858">
                  <a:moveTo>
                    <a:pt x="0" y="5448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608656" y="2612463"/>
              <a:ext cx="0" cy="507381"/>
            </a:xfrm>
            <a:custGeom>
              <a:avLst/>
              <a:pathLst>
                <a:path w="0" h="507381">
                  <a:moveTo>
                    <a:pt x="0" y="0"/>
                  </a:moveTo>
                  <a:lnTo>
                    <a:pt x="0" y="50738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503293" y="2202098"/>
              <a:ext cx="210725" cy="410364"/>
            </a:xfrm>
            <a:custGeom>
              <a:avLst/>
              <a:pathLst>
                <a:path w="210725" h="410364">
                  <a:moveTo>
                    <a:pt x="0" y="0"/>
                  </a:moveTo>
                  <a:lnTo>
                    <a:pt x="0" y="410364"/>
                  </a:lnTo>
                  <a:lnTo>
                    <a:pt x="210725" y="410364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503293" y="2390411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9297" y="1674442"/>
              <a:ext cx="0" cy="414269"/>
            </a:xfrm>
            <a:custGeom>
              <a:avLst/>
              <a:pathLst>
                <a:path w="0" h="414269">
                  <a:moveTo>
                    <a:pt x="0" y="4142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9297" y="2528998"/>
              <a:ext cx="0" cy="468454"/>
            </a:xfrm>
            <a:custGeom>
              <a:avLst/>
              <a:pathLst>
                <a:path w="0" h="468454">
                  <a:moveTo>
                    <a:pt x="0" y="0"/>
                  </a:moveTo>
                  <a:lnTo>
                    <a:pt x="0" y="46845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63934" y="2088712"/>
              <a:ext cx="210725" cy="440285"/>
            </a:xfrm>
            <a:custGeom>
              <a:avLst/>
              <a:pathLst>
                <a:path w="210725" h="440285">
                  <a:moveTo>
                    <a:pt x="0" y="0"/>
                  </a:moveTo>
                  <a:lnTo>
                    <a:pt x="0" y="440285"/>
                  </a:lnTo>
                  <a:lnTo>
                    <a:pt x="210725" y="440285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63934" y="2225351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29938" y="1730775"/>
              <a:ext cx="0" cy="331962"/>
            </a:xfrm>
            <a:custGeom>
              <a:avLst/>
              <a:pathLst>
                <a:path w="0" h="331962">
                  <a:moveTo>
                    <a:pt x="0" y="3319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29938" y="2387895"/>
              <a:ext cx="0" cy="459276"/>
            </a:xfrm>
            <a:custGeom>
              <a:avLst/>
              <a:pathLst>
                <a:path w="0" h="459276">
                  <a:moveTo>
                    <a:pt x="0" y="0"/>
                  </a:moveTo>
                  <a:lnTo>
                    <a:pt x="0" y="45927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4575" y="2062737"/>
              <a:ext cx="210725" cy="325158"/>
            </a:xfrm>
            <a:custGeom>
              <a:avLst/>
              <a:pathLst>
                <a:path w="210725" h="325158">
                  <a:moveTo>
                    <a:pt x="0" y="0"/>
                  </a:moveTo>
                  <a:lnTo>
                    <a:pt x="0" y="325158"/>
                  </a:lnTo>
                  <a:lnTo>
                    <a:pt x="210725" y="325158"/>
                  </a:lnTo>
                  <a:lnTo>
                    <a:pt x="2107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4575" y="2197336"/>
              <a:ext cx="210725" cy="0"/>
            </a:xfrm>
            <a:custGeom>
              <a:avLst/>
              <a:pathLst>
                <a:path w="210725" h="0">
                  <a:moveTo>
                    <a:pt x="0" y="0"/>
                  </a:moveTo>
                  <a:lnTo>
                    <a:pt x="2107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42652" y="1965140"/>
              <a:ext cx="4425245" cy="635516"/>
            </a:xfrm>
            <a:custGeom>
              <a:avLst/>
              <a:pathLst>
                <a:path w="4425245" h="635516">
                  <a:moveTo>
                    <a:pt x="0" y="317465"/>
                  </a:moveTo>
                  <a:lnTo>
                    <a:pt x="1095774" y="286998"/>
                  </a:lnTo>
                  <a:lnTo>
                    <a:pt x="2107259" y="240143"/>
                  </a:lnTo>
                  <a:lnTo>
                    <a:pt x="3371615" y="126256"/>
                  </a:lnTo>
                  <a:lnTo>
                    <a:pt x="4425245" y="0"/>
                  </a:lnTo>
                  <a:lnTo>
                    <a:pt x="4425245" y="284884"/>
                  </a:lnTo>
                  <a:lnTo>
                    <a:pt x="3371615" y="317698"/>
                  </a:lnTo>
                  <a:lnTo>
                    <a:pt x="2107259" y="394697"/>
                  </a:lnTo>
                  <a:lnTo>
                    <a:pt x="1095774" y="500549"/>
                  </a:lnTo>
                  <a:lnTo>
                    <a:pt x="0" y="63551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42652" y="1965140"/>
              <a:ext cx="4425245" cy="317465"/>
            </a:xfrm>
            <a:custGeom>
              <a:avLst/>
              <a:pathLst>
                <a:path w="4425245" h="317465">
                  <a:moveTo>
                    <a:pt x="0" y="317465"/>
                  </a:moveTo>
                  <a:lnTo>
                    <a:pt x="1095774" y="286998"/>
                  </a:lnTo>
                  <a:lnTo>
                    <a:pt x="2107259" y="240143"/>
                  </a:lnTo>
                  <a:lnTo>
                    <a:pt x="3371615" y="126256"/>
                  </a:lnTo>
                  <a:lnTo>
                    <a:pt x="442524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42652" y="2250025"/>
              <a:ext cx="4425245" cy="350631"/>
            </a:xfrm>
            <a:custGeom>
              <a:avLst/>
              <a:pathLst>
                <a:path w="4425245" h="350631">
                  <a:moveTo>
                    <a:pt x="4425245" y="0"/>
                  </a:moveTo>
                  <a:lnTo>
                    <a:pt x="3371615" y="32813"/>
                  </a:lnTo>
                  <a:lnTo>
                    <a:pt x="2107259" y="109812"/>
                  </a:lnTo>
                  <a:lnTo>
                    <a:pt x="1095774" y="215664"/>
                  </a:lnTo>
                  <a:lnTo>
                    <a:pt x="0" y="350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42652" y="2097843"/>
              <a:ext cx="4425245" cy="576075"/>
            </a:xfrm>
            <a:custGeom>
              <a:avLst/>
              <a:pathLst>
                <a:path w="4425245" h="576075">
                  <a:moveTo>
                    <a:pt x="0" y="309005"/>
                  </a:moveTo>
                  <a:lnTo>
                    <a:pt x="1095774" y="272701"/>
                  </a:lnTo>
                  <a:lnTo>
                    <a:pt x="2107259" y="223580"/>
                  </a:lnTo>
                  <a:lnTo>
                    <a:pt x="3371615" y="116006"/>
                  </a:lnTo>
                  <a:lnTo>
                    <a:pt x="4425245" y="0"/>
                  </a:lnTo>
                  <a:lnTo>
                    <a:pt x="4425245" y="238365"/>
                  </a:lnTo>
                  <a:lnTo>
                    <a:pt x="3371615" y="276339"/>
                  </a:lnTo>
                  <a:lnTo>
                    <a:pt x="2107259" y="353540"/>
                  </a:lnTo>
                  <a:lnTo>
                    <a:pt x="1095774" y="452241"/>
                  </a:lnTo>
                  <a:lnTo>
                    <a:pt x="0" y="576075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42652" y="2097843"/>
              <a:ext cx="4425245" cy="309005"/>
            </a:xfrm>
            <a:custGeom>
              <a:avLst/>
              <a:pathLst>
                <a:path w="4425245" h="309005">
                  <a:moveTo>
                    <a:pt x="0" y="309005"/>
                  </a:moveTo>
                  <a:lnTo>
                    <a:pt x="1095774" y="272701"/>
                  </a:lnTo>
                  <a:lnTo>
                    <a:pt x="2107259" y="223580"/>
                  </a:lnTo>
                  <a:lnTo>
                    <a:pt x="3371615" y="116006"/>
                  </a:lnTo>
                  <a:lnTo>
                    <a:pt x="442524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42652" y="2336209"/>
              <a:ext cx="4425245" cy="337710"/>
            </a:xfrm>
            <a:custGeom>
              <a:avLst/>
              <a:pathLst>
                <a:path w="4425245" h="337710">
                  <a:moveTo>
                    <a:pt x="4425245" y="0"/>
                  </a:moveTo>
                  <a:lnTo>
                    <a:pt x="3371615" y="37973"/>
                  </a:lnTo>
                  <a:lnTo>
                    <a:pt x="2107259" y="115175"/>
                  </a:lnTo>
                  <a:lnTo>
                    <a:pt x="1095774" y="213875"/>
                  </a:lnTo>
                  <a:lnTo>
                    <a:pt x="0" y="337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42652" y="2107583"/>
              <a:ext cx="4425245" cy="334048"/>
            </a:xfrm>
            <a:custGeom>
              <a:avLst/>
              <a:pathLst>
                <a:path w="4425245" h="334048">
                  <a:moveTo>
                    <a:pt x="0" y="334048"/>
                  </a:moveTo>
                  <a:lnTo>
                    <a:pt x="1095774" y="251331"/>
                  </a:lnTo>
                  <a:lnTo>
                    <a:pt x="2107259" y="174977"/>
                  </a:lnTo>
                  <a:lnTo>
                    <a:pt x="3371615" y="79535"/>
                  </a:lnTo>
                  <a:lnTo>
                    <a:pt x="4425245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42652" y="2217026"/>
              <a:ext cx="4425245" cy="323358"/>
            </a:xfrm>
            <a:custGeom>
              <a:avLst/>
              <a:pathLst>
                <a:path w="4425245" h="323358">
                  <a:moveTo>
                    <a:pt x="0" y="323358"/>
                  </a:moveTo>
                  <a:lnTo>
                    <a:pt x="1095774" y="243288"/>
                  </a:lnTo>
                  <a:lnTo>
                    <a:pt x="2107259" y="169378"/>
                  </a:lnTo>
                  <a:lnTo>
                    <a:pt x="3371615" y="76990"/>
                  </a:lnTo>
                  <a:lnTo>
                    <a:pt x="4425245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42652" y="1139173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042652" y="1330314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436633" y="1473669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897274" y="1138597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6402355" y="1115280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535706" y="1084613"/>
              <a:ext cx="5397473" cy="250872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535706" y="1084613"/>
              <a:ext cx="0" cy="2508724"/>
            </a:xfrm>
            <a:custGeom>
              <a:avLst/>
              <a:pathLst>
                <a:path w="0" h="2508724">
                  <a:moveTo>
                    <a:pt x="0" y="250872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325632" y="343286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325632" y="295501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325632" y="24771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325632" y="199930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325632" y="15214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325632" y="10436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507238" y="34738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507238" y="29960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507238" y="25181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507238" y="20403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507238" y="1562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507238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535706" y="3593338"/>
              <a:ext cx="5397473" cy="0"/>
            </a:xfrm>
            <a:custGeom>
              <a:avLst/>
              <a:pathLst>
                <a:path w="5397473" h="0">
                  <a:moveTo>
                    <a:pt x="0" y="0"/>
                  </a:moveTo>
                  <a:lnTo>
                    <a:pt x="5397473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042652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3503293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4963934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6424575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2010877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3471518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4932159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6392800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64709" y="2293393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3777236"/>
              <a:ext cx="3012818" cy="32318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3977829" y="3777236"/>
              <a:ext cx="3005960" cy="32318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535706" y="3922145"/>
              <a:ext cx="2391512" cy="2508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710159" y="5954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811942" y="6256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730215" y="6165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823450" y="5859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710509" y="54770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815788" y="5725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734339" y="6070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843633" y="6055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744977" y="609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811727" y="61218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707836" y="6160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848305" y="6176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715063" y="6201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843357" y="6206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728537" y="6211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849063" y="6230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717542" y="5498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875592" y="4927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727922" y="6086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816532" y="6127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710702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32961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686285" y="6139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40886" y="6136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686365" y="5910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49558" y="6087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693735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25946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691669" y="5891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72833" y="6198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705575" y="6235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26232" y="62039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686725" y="56677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59881" y="6218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709874" y="6040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58765" y="6130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703050" y="6131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74287" y="61338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712175" y="5958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818029" y="6044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715450" y="59882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18734" y="6091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715552" y="6241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20051" y="6179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713411" y="5863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53132" y="5993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734906" y="6005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59211" y="5585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92768" y="6231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60280" y="6257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726985" y="5806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72572" y="62549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702952" y="5723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845555" y="5938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725561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20315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694608" y="6290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49684" y="627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743149" y="6192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35415" y="6130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731198" y="6167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12140" y="61507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688127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53293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734185" y="6298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74216" y="6279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738732" y="5751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52692" y="5112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734401" y="607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28449" y="6042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31969" y="6148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72080" y="62218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717712" y="560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33730" y="5777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702416" y="5616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51418" y="5589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15321" y="5406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64093" y="5279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690486" y="6157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855744" y="6096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741474" y="6138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70922" y="6179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704246" y="5806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48594" y="59360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703259" y="5823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75262" y="5373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704823" y="6080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77955" y="5762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734658" y="5893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12138" y="592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688755" y="6238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829905" y="5909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681832" y="6183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43282" y="5652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692110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74010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710442" y="59186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30843" y="5800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709432" y="59119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34340" y="5840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02626" y="6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59462" y="6289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738336" y="5862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27641" y="5676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724327" y="58558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15185" y="6074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707440" y="5026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71278" y="4643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690467" y="5994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867301" y="5526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727845" y="57275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34656" y="5906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725514" y="5309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14626" y="6004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725219" y="53336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17948" y="5621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702624" y="59342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33696" y="6065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681553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59572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694304" y="6080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72534" y="60921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720641" y="5987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70464" y="6001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88429" y="5692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877809" y="6071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681670" y="53393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51795" y="5767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682102" y="613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77289" y="5958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721633" y="61547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866902" y="6077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700122" y="604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39869" y="61099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734017" y="57680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31113" y="6082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693395" y="6078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863283" y="6155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714946" y="5765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48834" y="5981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727196" y="5879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42582" y="60398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744539" y="61653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21879" y="5733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701581" y="6148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19999" y="60168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720656" y="6199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835277" y="6223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725436" y="6135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13266" y="604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699412" y="6125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70869" y="6092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725418" y="5990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61886" y="6115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699440" y="5967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853029" y="6154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680135" y="5907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46439" y="6096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732483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28822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731885" y="5657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55189" y="6169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682231" y="6283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29743" y="62335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682867" y="61706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54824" y="6127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691051" y="6089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35730" y="6140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699046" y="6132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72210" y="6144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693575" y="5191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818714" y="5365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713073" y="5858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65740" y="5709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704465" y="55600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63181" y="5118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716478" y="55126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858044" y="551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722529" y="5534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75551" y="52754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697668" y="6061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62101" y="6178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701006" y="5886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16108" y="6096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727741" y="5024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827582" y="5844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688762" y="6294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844911" y="6250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628192" y="5905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786340" y="6013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647446" y="6167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753987" y="62548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649217" y="6254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777512" y="6244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647290" y="5914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52783" y="5967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661170" y="6211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790257" y="6214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617566" y="6241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55609" y="6273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627031" y="6268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40808" y="625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663490" y="6055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71560" y="6158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653485" y="6177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96344" y="6254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13648" y="62150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64173" y="623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634656" y="62443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48350" y="6255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646083" y="6242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68501" y="62556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06098" y="6097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61426" y="6168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34582" y="6012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92739" y="6167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52104" y="6086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74151" y="6190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653253" y="6197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80894" y="61999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01628" y="610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50988" y="6085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06659" y="6208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755311" y="6244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56860" y="614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50344" y="6156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35570" y="6232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65925" y="6273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621539" y="62155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34331" y="6279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629817" y="6203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98398" y="6251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653061" y="57129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83019" y="5877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636989" y="6211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99982" y="6273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656803" y="5862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53824" y="5721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4391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63946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640544" y="597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42862" y="6209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5935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54128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600631" y="6195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54665" y="617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622574" y="629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54917" y="62980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16178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42018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640106" y="5778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47668" y="5758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604711" y="62972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34673" y="6290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56664" y="5973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91664" y="5647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61149" y="6114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66040" y="6094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00957" y="5640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54187" y="5562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10714" y="6297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60017" y="6297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37127" y="6063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80047" y="610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26773" y="6205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38239" y="6160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25210" y="6137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56257" y="6231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638378" y="6039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66548" y="61855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28935" y="6107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60341" y="5975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626374" y="6190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57240" y="62209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636719" y="59359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84613" y="6047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611749" y="5945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45311" y="5595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55675" y="6111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92037" y="61637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662665" y="57584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91168" y="5834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41138" y="6099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737839" y="6066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12483" y="5674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87543" y="5924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653687" y="6072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37515" y="61460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604589" y="6194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56425" y="6235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646845" y="5630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51845" y="5449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656003" y="5487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48234" y="4823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22910" y="5739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43942" y="5981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603262" y="6178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76183" y="617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619596" y="6185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98364" y="6122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66074" y="61978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39263" y="6207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23092" y="58805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90889" y="57764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37780" y="6232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40639" y="6291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49494" y="6107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78013" y="6088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43325" y="6201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50264" y="6260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634133" y="5854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58470" y="59317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52929" y="6003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96103" y="6067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24463" y="6121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73631" y="61256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65809" y="599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55947" y="6070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16673" y="6188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79066" y="6240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43111" y="5803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84338" y="6136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53308" y="591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60705" y="6178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621011" y="61707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45848" y="6252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649260" y="58462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84018" y="52713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41371" y="61441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48230" y="622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3080" y="6225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37129" y="61796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619669" y="5121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86521" y="5112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17638" y="6102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68562" y="5965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51772" y="6204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42869" y="5820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26301" y="62573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46813" y="6245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632715" y="582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68496" y="6102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08635" y="6150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36844" y="6115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63309" y="6009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68131" y="59762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604016" y="5594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43204" y="5779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15927" y="61116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96661" y="5989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604892" y="62226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48537" y="6150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59960" y="5969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59242" y="5968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62787" y="5912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50211" y="5808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656567" y="5654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81247" y="5920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664163" y="49503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52699" y="4409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13056" y="6201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98235" y="6219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49384" y="608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34805" y="6014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04426" y="6134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82213" y="59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40846" y="5882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58285" y="5438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56996" y="532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63297" y="5300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44934" y="6037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35827" y="5617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658184" y="6115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87182" y="614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608787" y="6279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38498" y="6267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51226" y="62916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51501" y="6167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650921" y="5884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74494" y="5818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20166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39599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22291" y="5941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70512" y="6043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643375" y="5850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44044" y="56442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5430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59273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638001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90745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580332" y="6131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3713849" y="60102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564850" y="6248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3681071" y="6253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3530821" y="6208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3720687" y="6179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3545972" y="6173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711944" y="6214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527332" y="6083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3669183" y="6035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3559805" y="599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3678115" y="5999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52946" y="626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673761" y="6281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3580069" y="6244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667130" y="6246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564499" y="6221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710934" y="6194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38819" y="62464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59614" y="62589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87514" y="6283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715708" y="6297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55130" y="6292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91710" y="6288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81273" y="6282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713407" y="6289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49500" y="6250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664472" y="6283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75850" y="6142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710532" y="61939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60487" y="6264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665526" y="6254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40063" y="6294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697594" y="6287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76090" y="6276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683242" y="6046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88032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661675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56643" y="6265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667571" y="6287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46619" y="6162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717649" y="60647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86081" y="5964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703115" y="601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30000" y="62787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721223" y="6256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34880" y="624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672517" y="6264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60747" y="6275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88438" y="6235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51089" y="6291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694302" y="6264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55488" y="62861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671663" y="62978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81810" y="62742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716582" y="6293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86720" y="62809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680562" y="6263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64300" y="6058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703962" y="5747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70223" y="6259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75982" y="62624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26078" y="62775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709556" y="6252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75608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684528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37649" y="6243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668447" y="6250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83753" y="6140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679404" y="6272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87587" y="6297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702234" y="6298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57519" y="6038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711548" y="5800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38359" y="6290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688415" y="62951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61677" y="6047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697010" y="60577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46059" y="6219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657799" y="6165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54540" y="6229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715835" y="6160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88098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677828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33368" y="6247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660706" y="6250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52057" y="6275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656720" y="6280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68291" y="62156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681525" y="6233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37457" y="5787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715377" y="58070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25136" y="5492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658977" y="5591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87455" y="61302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665263" y="6177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50068" y="6027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703033" y="61419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58154" y="6145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686040" y="6137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69117" y="5519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696868" y="6262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26964" y="6241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669548" y="6284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87136" y="6275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704222" y="6282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76140" y="6246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705886" y="6218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29405" y="6282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657331" y="6246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58333" y="624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717186" y="6133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54636" y="6246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697081" y="627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23050" y="61692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692247" y="6200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84937" y="6245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719381" y="6286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38716" y="6286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657714" y="6282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47218" y="6278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666226" y="628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39144" y="6012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665164" y="6033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73838" y="6164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693937" y="5890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85539" y="6142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719830" y="6054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49202" y="6264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89959" y="62439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68053" y="6108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660315" y="6174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73194" y="6281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696223" y="6268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61271" y="6122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682313" y="6287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64578" y="61194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68950" y="6094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23206" y="6231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711376" y="62621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32356" y="62731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680032" y="6293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23576" y="59604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685722" y="60870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69871" y="6163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684199" y="6263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71518" y="6293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671738" y="6297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43290" y="5859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674203" y="6086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69150" y="61401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717980" y="590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41041" y="5919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713298" y="6148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30828" y="62580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692309" y="6228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43348" y="6266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713782" y="62979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64901" y="61790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684261" y="6162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76317" y="6287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719074" y="6219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71844" y="53536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73408" y="5178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82843" y="6268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679408" y="6290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39579" y="6158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706217" y="6260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64465" y="59577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717991" y="6154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36936" y="5873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688211" y="5949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45734" y="6173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716532" y="6250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83797" y="6190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705602" y="6277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35482" y="6152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705734" y="6198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57051" y="5997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680059" y="572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79641" y="584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657765" y="5950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64226" y="6081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691743" y="6135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25372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702252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52907" y="6297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677690" y="6297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56879" y="6034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701684" y="598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65216" y="6005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678552" y="5894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79790" y="6224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686616" y="60820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71810" y="62907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708929" y="6282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33921" y="6295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669135" y="6297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65886" y="6209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702094" y="6288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51462" y="6295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683209" y="62954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42224" y="6295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700105" y="628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34868" y="6267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665030" y="6207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46380" y="6234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671040" y="610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81763" y="6294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96044" y="6298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32195" y="5941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655658" y="6123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55959" y="62085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675247" y="6209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81472" y="6266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679660" y="6280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50881" y="6289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82637" y="6277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36898" y="6125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716971" y="6160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5294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703916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42472" y="6268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703722" y="6253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83326" y="5902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658780" y="6096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33967" y="6278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702622" y="6287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54625" y="6290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668148" y="6298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88982" y="599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686375" y="61016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742570" y="5340216"/>
              <a:ext cx="0" cy="501578"/>
            </a:xfrm>
            <a:custGeom>
              <a:avLst/>
              <a:pathLst>
                <a:path w="0" h="501578">
                  <a:moveTo>
                    <a:pt x="0" y="5015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742570" y="6196080"/>
              <a:ext cx="0" cy="132809"/>
            </a:xfrm>
            <a:custGeom>
              <a:avLst/>
              <a:pathLst>
                <a:path w="0" h="132809">
                  <a:moveTo>
                    <a:pt x="0" y="0"/>
                  </a:moveTo>
                  <a:lnTo>
                    <a:pt x="0" y="13280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676063" y="5841794"/>
              <a:ext cx="133014" cy="354285"/>
            </a:xfrm>
            <a:custGeom>
              <a:avLst/>
              <a:pathLst>
                <a:path w="133014" h="354285">
                  <a:moveTo>
                    <a:pt x="0" y="0"/>
                  </a:moveTo>
                  <a:lnTo>
                    <a:pt x="0" y="354285"/>
                  </a:lnTo>
                  <a:lnTo>
                    <a:pt x="133014" y="354285"/>
                  </a:lnTo>
                  <a:lnTo>
                    <a:pt x="13301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676063" y="6073542"/>
              <a:ext cx="133014" cy="0"/>
            </a:xfrm>
            <a:custGeom>
              <a:avLst/>
              <a:pathLst>
                <a:path w="133014" h="0">
                  <a:moveTo>
                    <a:pt x="0" y="0"/>
                  </a:moveTo>
                  <a:lnTo>
                    <a:pt x="13301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2664557" y="5518098"/>
              <a:ext cx="0" cy="431144"/>
            </a:xfrm>
            <a:custGeom>
              <a:avLst/>
              <a:pathLst>
                <a:path w="0" h="431144">
                  <a:moveTo>
                    <a:pt x="0" y="43114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2664557" y="6239083"/>
              <a:ext cx="0" cy="89805"/>
            </a:xfrm>
            <a:custGeom>
              <a:avLst/>
              <a:pathLst>
                <a:path w="0" h="89805">
                  <a:moveTo>
                    <a:pt x="0" y="0"/>
                  </a:moveTo>
                  <a:lnTo>
                    <a:pt x="0" y="898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598050" y="5949242"/>
              <a:ext cx="133014" cy="289840"/>
            </a:xfrm>
            <a:custGeom>
              <a:avLst/>
              <a:pathLst>
                <a:path w="133014" h="289840">
                  <a:moveTo>
                    <a:pt x="0" y="0"/>
                  </a:moveTo>
                  <a:lnTo>
                    <a:pt x="0" y="289840"/>
                  </a:lnTo>
                  <a:lnTo>
                    <a:pt x="133014" y="289840"/>
                  </a:lnTo>
                  <a:lnTo>
                    <a:pt x="13301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598050" y="6142768"/>
              <a:ext cx="133014" cy="0"/>
            </a:xfrm>
            <a:custGeom>
              <a:avLst/>
              <a:pathLst>
                <a:path w="133014" h="0">
                  <a:moveTo>
                    <a:pt x="0" y="0"/>
                  </a:moveTo>
                  <a:lnTo>
                    <a:pt x="13301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3586544" y="5949810"/>
              <a:ext cx="0" cy="209986"/>
            </a:xfrm>
            <a:custGeom>
              <a:avLst/>
              <a:pathLst>
                <a:path w="0" h="209986">
                  <a:moveTo>
                    <a:pt x="0" y="209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3586544" y="6308836"/>
              <a:ext cx="0" cy="20053"/>
            </a:xfrm>
            <a:custGeom>
              <a:avLst/>
              <a:pathLst>
                <a:path w="0" h="20053">
                  <a:moveTo>
                    <a:pt x="0" y="0"/>
                  </a:moveTo>
                  <a:lnTo>
                    <a:pt x="0" y="200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3520037" y="6159797"/>
              <a:ext cx="133014" cy="149038"/>
            </a:xfrm>
            <a:custGeom>
              <a:avLst/>
              <a:pathLst>
                <a:path w="133014" h="149038">
                  <a:moveTo>
                    <a:pt x="0" y="0"/>
                  </a:moveTo>
                  <a:lnTo>
                    <a:pt x="0" y="149038"/>
                  </a:lnTo>
                  <a:lnTo>
                    <a:pt x="133014" y="149038"/>
                  </a:lnTo>
                  <a:lnTo>
                    <a:pt x="133014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3520037" y="6273350"/>
              <a:ext cx="133014" cy="0"/>
            </a:xfrm>
            <a:custGeom>
              <a:avLst/>
              <a:pathLst>
                <a:path w="133014" h="0">
                  <a:moveTo>
                    <a:pt x="0" y="0"/>
                  </a:moveTo>
                  <a:lnTo>
                    <a:pt x="133014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1875585" y="5396458"/>
              <a:ext cx="0" cy="482364"/>
            </a:xfrm>
            <a:custGeom>
              <a:avLst/>
              <a:pathLst>
                <a:path w="0" h="482364">
                  <a:moveTo>
                    <a:pt x="0" y="482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1875585" y="6209782"/>
              <a:ext cx="0" cy="119106"/>
            </a:xfrm>
            <a:custGeom>
              <a:avLst/>
              <a:pathLst>
                <a:path w="0" h="119106">
                  <a:moveTo>
                    <a:pt x="0" y="0"/>
                  </a:moveTo>
                  <a:lnTo>
                    <a:pt x="0" y="11910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1809077" y="5878822"/>
              <a:ext cx="133014" cy="330959"/>
            </a:xfrm>
            <a:custGeom>
              <a:avLst/>
              <a:pathLst>
                <a:path w="133014" h="330959">
                  <a:moveTo>
                    <a:pt x="0" y="0"/>
                  </a:moveTo>
                  <a:lnTo>
                    <a:pt x="0" y="330959"/>
                  </a:lnTo>
                  <a:lnTo>
                    <a:pt x="133014" y="330959"/>
                  </a:lnTo>
                  <a:lnTo>
                    <a:pt x="13301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1809077" y="6120086"/>
              <a:ext cx="133014" cy="0"/>
            </a:xfrm>
            <a:custGeom>
              <a:avLst/>
              <a:pathLst>
                <a:path w="133014" h="0">
                  <a:moveTo>
                    <a:pt x="0" y="0"/>
                  </a:moveTo>
                  <a:lnTo>
                    <a:pt x="13301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2797572" y="5593024"/>
              <a:ext cx="0" cy="403386"/>
            </a:xfrm>
            <a:custGeom>
              <a:avLst/>
              <a:pathLst>
                <a:path w="0" h="403386">
                  <a:moveTo>
                    <a:pt x="0" y="4033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2797572" y="6275063"/>
              <a:ext cx="0" cy="53825"/>
            </a:xfrm>
            <a:custGeom>
              <a:avLst/>
              <a:pathLst>
                <a:path w="0" h="53825">
                  <a:moveTo>
                    <a:pt x="0" y="0"/>
                  </a:moveTo>
                  <a:lnTo>
                    <a:pt x="0" y="53825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2731065" y="5996410"/>
              <a:ext cx="133014" cy="278652"/>
            </a:xfrm>
            <a:custGeom>
              <a:avLst/>
              <a:pathLst>
                <a:path w="133014" h="278652">
                  <a:moveTo>
                    <a:pt x="0" y="0"/>
                  </a:moveTo>
                  <a:lnTo>
                    <a:pt x="0" y="278652"/>
                  </a:lnTo>
                  <a:lnTo>
                    <a:pt x="133014" y="278652"/>
                  </a:lnTo>
                  <a:lnTo>
                    <a:pt x="13301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2731065" y="6180984"/>
              <a:ext cx="133014" cy="0"/>
            </a:xfrm>
            <a:custGeom>
              <a:avLst/>
              <a:pathLst>
                <a:path w="133014" h="0">
                  <a:moveTo>
                    <a:pt x="0" y="0"/>
                  </a:moveTo>
                  <a:lnTo>
                    <a:pt x="13301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3719559" y="5938871"/>
              <a:ext cx="0" cy="222853"/>
            </a:xfrm>
            <a:custGeom>
              <a:avLst/>
              <a:pathLst>
                <a:path w="0" h="222853">
                  <a:moveTo>
                    <a:pt x="0" y="22285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3719559" y="6314206"/>
              <a:ext cx="0" cy="14683"/>
            </a:xfrm>
            <a:custGeom>
              <a:avLst/>
              <a:pathLst>
                <a:path w="0" h="14683">
                  <a:moveTo>
                    <a:pt x="0" y="0"/>
                  </a:moveTo>
                  <a:lnTo>
                    <a:pt x="0" y="1468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3653052" y="6161724"/>
              <a:ext cx="133014" cy="152481"/>
            </a:xfrm>
            <a:custGeom>
              <a:avLst/>
              <a:pathLst>
                <a:path w="133014" h="152481">
                  <a:moveTo>
                    <a:pt x="0" y="0"/>
                  </a:moveTo>
                  <a:lnTo>
                    <a:pt x="0" y="152481"/>
                  </a:lnTo>
                  <a:lnTo>
                    <a:pt x="133014" y="152481"/>
                  </a:lnTo>
                  <a:lnTo>
                    <a:pt x="133014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3653052" y="6280959"/>
              <a:ext cx="133014" cy="0"/>
            </a:xfrm>
            <a:custGeom>
              <a:avLst/>
              <a:pathLst>
                <a:path w="133014" h="0">
                  <a:moveTo>
                    <a:pt x="0" y="0"/>
                  </a:moveTo>
                  <a:lnTo>
                    <a:pt x="133014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1809077" y="5873247"/>
              <a:ext cx="1862204" cy="391535"/>
            </a:xfrm>
            <a:custGeom>
              <a:avLst/>
              <a:pathLst>
                <a:path w="1862204" h="391535">
                  <a:moveTo>
                    <a:pt x="0" y="0"/>
                  </a:moveTo>
                  <a:lnTo>
                    <a:pt x="465551" y="85695"/>
                  </a:lnTo>
                  <a:lnTo>
                    <a:pt x="917800" y="161532"/>
                  </a:lnTo>
                  <a:lnTo>
                    <a:pt x="1330146" y="214702"/>
                  </a:lnTo>
                  <a:lnTo>
                    <a:pt x="1862204" y="258429"/>
                  </a:lnTo>
                  <a:lnTo>
                    <a:pt x="1862204" y="391535"/>
                  </a:lnTo>
                  <a:lnTo>
                    <a:pt x="1330146" y="305174"/>
                  </a:lnTo>
                  <a:lnTo>
                    <a:pt x="917800" y="257525"/>
                  </a:lnTo>
                  <a:lnTo>
                    <a:pt x="465551" y="222788"/>
                  </a:lnTo>
                  <a:lnTo>
                    <a:pt x="0" y="19465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1809077" y="5873247"/>
              <a:ext cx="1862204" cy="258429"/>
            </a:xfrm>
            <a:custGeom>
              <a:avLst/>
              <a:pathLst>
                <a:path w="1862204" h="258429">
                  <a:moveTo>
                    <a:pt x="0" y="0"/>
                  </a:moveTo>
                  <a:lnTo>
                    <a:pt x="465551" y="85695"/>
                  </a:lnTo>
                  <a:lnTo>
                    <a:pt x="917800" y="161532"/>
                  </a:lnTo>
                  <a:lnTo>
                    <a:pt x="1330146" y="214702"/>
                  </a:lnTo>
                  <a:lnTo>
                    <a:pt x="1862204" y="258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1809077" y="6067904"/>
              <a:ext cx="1862204" cy="196879"/>
            </a:xfrm>
            <a:custGeom>
              <a:avLst/>
              <a:pathLst>
                <a:path w="1862204" h="196879">
                  <a:moveTo>
                    <a:pt x="1862204" y="196879"/>
                  </a:moveTo>
                  <a:lnTo>
                    <a:pt x="1330146" y="110518"/>
                  </a:lnTo>
                  <a:lnTo>
                    <a:pt x="917800" y="62869"/>
                  </a:lnTo>
                  <a:lnTo>
                    <a:pt x="465551" y="281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1809077" y="5837309"/>
              <a:ext cx="1862204" cy="448503"/>
            </a:xfrm>
            <a:custGeom>
              <a:avLst/>
              <a:pathLst>
                <a:path w="1862204" h="448503">
                  <a:moveTo>
                    <a:pt x="0" y="0"/>
                  </a:moveTo>
                  <a:lnTo>
                    <a:pt x="465551" y="96778"/>
                  </a:lnTo>
                  <a:lnTo>
                    <a:pt x="917800" y="181214"/>
                  </a:lnTo>
                  <a:lnTo>
                    <a:pt x="1330146" y="236940"/>
                  </a:lnTo>
                  <a:lnTo>
                    <a:pt x="1862204" y="275499"/>
                  </a:lnTo>
                  <a:lnTo>
                    <a:pt x="1862204" y="448503"/>
                  </a:lnTo>
                  <a:lnTo>
                    <a:pt x="1330146" y="353077"/>
                  </a:lnTo>
                  <a:lnTo>
                    <a:pt x="917800" y="304964"/>
                  </a:lnTo>
                  <a:lnTo>
                    <a:pt x="465551" y="275513"/>
                  </a:lnTo>
                  <a:lnTo>
                    <a:pt x="0" y="255055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1809077" y="5837309"/>
              <a:ext cx="1862204" cy="275499"/>
            </a:xfrm>
            <a:custGeom>
              <a:avLst/>
              <a:pathLst>
                <a:path w="1862204" h="275499">
                  <a:moveTo>
                    <a:pt x="0" y="0"/>
                  </a:moveTo>
                  <a:lnTo>
                    <a:pt x="465551" y="96778"/>
                  </a:lnTo>
                  <a:lnTo>
                    <a:pt x="917800" y="181214"/>
                  </a:lnTo>
                  <a:lnTo>
                    <a:pt x="1330146" y="236940"/>
                  </a:lnTo>
                  <a:lnTo>
                    <a:pt x="1862204" y="275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1809077" y="6092365"/>
              <a:ext cx="1862204" cy="193448"/>
            </a:xfrm>
            <a:custGeom>
              <a:avLst/>
              <a:pathLst>
                <a:path w="1862204" h="193448">
                  <a:moveTo>
                    <a:pt x="1862204" y="193448"/>
                  </a:moveTo>
                  <a:lnTo>
                    <a:pt x="1330146" y="98021"/>
                  </a:lnTo>
                  <a:lnTo>
                    <a:pt x="917800" y="49909"/>
                  </a:lnTo>
                  <a:lnTo>
                    <a:pt x="465551" y="204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809077" y="5970575"/>
              <a:ext cx="1862204" cy="227654"/>
            </a:xfrm>
            <a:custGeom>
              <a:avLst/>
              <a:pathLst>
                <a:path w="1862204" h="227654">
                  <a:moveTo>
                    <a:pt x="0" y="0"/>
                  </a:moveTo>
                  <a:lnTo>
                    <a:pt x="465551" y="56913"/>
                  </a:lnTo>
                  <a:lnTo>
                    <a:pt x="917800" y="112201"/>
                  </a:lnTo>
                  <a:lnTo>
                    <a:pt x="1330146" y="162610"/>
                  </a:lnTo>
                  <a:lnTo>
                    <a:pt x="1862204" y="227654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809077" y="5964837"/>
              <a:ext cx="1862204" cy="234473"/>
            </a:xfrm>
            <a:custGeom>
              <a:avLst/>
              <a:pathLst>
                <a:path w="1862204" h="234473">
                  <a:moveTo>
                    <a:pt x="0" y="0"/>
                  </a:moveTo>
                  <a:lnTo>
                    <a:pt x="465551" y="58618"/>
                  </a:lnTo>
                  <a:lnTo>
                    <a:pt x="917800" y="115561"/>
                  </a:lnTo>
                  <a:lnTo>
                    <a:pt x="1330146" y="167481"/>
                  </a:lnTo>
                  <a:lnTo>
                    <a:pt x="1862204" y="234473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1809077" y="4418232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1809077" y="4531544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535706" y="3922145"/>
              <a:ext cx="2391512" cy="250872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535706" y="3922145"/>
              <a:ext cx="0" cy="2508724"/>
            </a:xfrm>
            <a:custGeom>
              <a:avLst/>
              <a:pathLst>
                <a:path w="0" h="2508724">
                  <a:moveTo>
                    <a:pt x="0" y="250872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420912" y="628787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420912" y="574146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357362" y="5195046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357362" y="4648630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357362" y="4102214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507238" y="63288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507238" y="5782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507238" y="52360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507238" y="4689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507238" y="41432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535706" y="6430870"/>
              <a:ext cx="2391512" cy="0"/>
            </a:xfrm>
            <a:custGeom>
              <a:avLst/>
              <a:pathLst>
                <a:path w="2391512" h="0">
                  <a:moveTo>
                    <a:pt x="0" y="0"/>
                  </a:moveTo>
                  <a:lnTo>
                    <a:pt x="2391512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809077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2731065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3653052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77302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699289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3621276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470401" y="665172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277882" y="5130925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3816623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4541667" y="3922145"/>
              <a:ext cx="2391512" cy="2508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4711523" y="4958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4855628" y="4988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4705194" y="4576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4831216" y="46721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4721613" y="45526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4843141" y="4650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4725768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4853190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4687300" y="45116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4832987" y="4593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4726821" y="4517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4859021" y="448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4696299" y="4481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4840490" y="4557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4709721" y="4706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4871103" y="473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4701714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4870400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4728065" y="4738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4837025" y="5423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4725740" y="4506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4855219" y="45705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4722627" y="45646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4874900" y="47113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4737024" y="486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4857577" y="4920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4731193" y="6030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4847461" y="6031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4729437" y="5087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4853977" y="5239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4697386" y="6183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4863296" y="5502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738267" y="5139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4838883" y="5403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4694698" y="4839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4843399" y="48560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727803" y="4686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44321" y="49542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702380" y="4524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72746" y="4511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708261" y="4731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58190" y="5199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726752" y="56706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59981" y="5392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743742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72112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722121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45867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691757" y="5642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58626" y="5578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69798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7948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728705" y="5615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51230" y="5360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72935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3464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747148" y="56566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40145" y="6279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694647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50824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749836" y="5333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73226" y="5317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711134" y="4453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47026" y="4589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695037" y="5421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42358" y="5994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731527" y="4947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46570" y="506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693477" y="5222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27589" y="5662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696856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55713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708912" y="4828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59312" y="5035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48814" y="4828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53464" y="50868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746594" y="5086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48029" y="4980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731847" y="4783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70402" y="4714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711163" y="5303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66424" y="5494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747683" y="5066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53709" y="62797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752103" y="6279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32381" y="5672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693804" y="5293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82053" y="58931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693885" y="5599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79646" y="627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703636" y="62294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53894" y="6189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713559" y="4912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26597" y="5268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703688" y="54887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77134" y="5854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736443" y="4912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57725" y="53774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701223" y="4649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22397" y="47320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748550" y="6203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62357" y="62764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734458" y="6170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41398" y="62735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692344" y="56836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23516" y="5828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750388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23056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747446" y="6279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33178" y="62578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704728" y="4569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19474" y="45709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725298" y="5937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69409" y="61772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710072" y="4720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76752" y="44809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741192" y="5860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56103" y="5843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712787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40493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690638" y="5690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82314" y="5395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695981" y="55013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44527" y="5837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736872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41693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14212" y="5116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53790" y="5072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686034" y="5118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80207" y="4609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694474" y="6165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57524" y="50323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697523" y="622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33661" y="62110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725073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65935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696520" y="6146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52370" y="6185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700546" y="5518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37906" y="4996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709529" y="6074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37451" y="5974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722306" y="5596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75766" y="5698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712044" y="5304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41094" y="5439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707642" y="621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32234" y="5981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744159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54868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748587" y="5803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57868" y="52386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714891" y="58370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77918" y="607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748159" y="5557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80073" y="562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730026" y="6111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28658" y="6213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730513" y="52424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56944" y="5285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733799" y="5221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52588" y="5412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706702" y="5722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74926" y="56137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686144" y="5053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23667" y="54364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695371" y="501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29167" y="50112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713854" y="6232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80149" y="5946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720532" y="4657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28923" y="46954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692333" y="5149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54008" y="5413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721386" y="50574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48781" y="5408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741393" y="556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45878" y="5485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720106" y="555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53795" y="5697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718537" y="6090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25388" y="5780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737524" y="5993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22029" y="5578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701577" y="4485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56177" y="4610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748181" y="44508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47143" y="4682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746135" y="5856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74240" y="5575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71849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2594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734622" y="5825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62135" y="5536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696427" y="6158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51568" y="5918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5636062" y="6276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5764179" y="6275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5613565" y="455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5752146" y="4567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5672041" y="4670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5790967" y="5125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5648041" y="4584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5769198" y="4636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5608794" y="4765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5743489" y="4926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5630950" y="504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5754349" y="54483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5627624" y="45411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5776194" y="4496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5631094" y="4670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5790087" y="4586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5608963" y="4594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5769353" y="4710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5625298" y="4786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5745604" y="483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5652031" y="4806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5784900" y="4462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5670508" y="4454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5805383" y="4473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5662962" y="45892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5773465" y="4515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5643714" y="4526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5788790" y="4491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5637693" y="4732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5752378" y="4668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5660026" y="4491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5798701" y="4489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5666440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5805705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5636380" y="4678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5754449" y="5574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5759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8394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50730" y="4614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40758" y="45496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53114" y="5206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74132" y="6227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22787" y="604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59603" y="5849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26521" y="5122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82331" y="5123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650905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93247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70247" y="4508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58028" y="4767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10487" y="447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94694" y="4792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35936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786598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53015" y="4488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43334" y="4453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71528" y="4481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47120" y="4516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22356" y="4735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801996" y="5375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55493" y="45117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805962" y="4539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38940" y="4473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90453" y="45341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1492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74848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67147" y="4614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57532" y="462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72770" y="4592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68333" y="4472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73059" y="4443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774353" y="4442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36131" y="4806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92149" y="4932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46170" y="4458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63651" y="4453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65072" y="46686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52113" y="4684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65770" y="451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42327" y="4605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24743" y="4571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89343" y="4729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2004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8010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29990" y="4529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42931" y="45581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666940" y="4465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60279" y="4475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62728" y="4553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48260" y="46438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53584" y="4810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64204" y="4949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620891" y="5112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52183" y="5386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52499" y="4751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50238" y="4850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52976" y="4819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79431" y="4852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671409" y="4876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58522" y="5069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23881" y="53052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75223" y="4505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632853" y="4514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71327" y="44744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613618" y="45505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87717" y="4495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69775" y="4741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83647" y="5176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14954" y="4485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801872" y="4655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11669" y="4654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801586" y="4743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34105" y="4623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64158" y="4562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47213" y="4715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71351" y="4682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612977" y="4622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51932" y="4608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653235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73311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10111" y="45416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99876" y="4589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52626" y="5035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78514" y="5003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65858" y="477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774613" y="5221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25314" y="5069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42751" y="50959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666634" y="4847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784291" y="4989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14234" y="53889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64800" y="5754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50235" y="45206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804198" y="4710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27741" y="4922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50331" y="4487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48897" y="4783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800738" y="5704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639976" y="4568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85158" y="4682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664843" y="4495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51165" y="4467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53616" y="4761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790728" y="47541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613762" y="4927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69495" y="5096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665443" y="4486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60771" y="4449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622600" y="5405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41620" y="57460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40834" y="4687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64821" y="5516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63098" y="5373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95812" y="4891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30299" y="4939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57547" y="4952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51399" y="470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69833" y="4445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19040" y="4663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83798" y="4903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45396" y="4469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63586" y="4871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39065" y="5535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742320" y="58909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58187" y="4548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781333" y="4520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58582" y="472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78746" y="4568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66092" y="5781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58894" y="5162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08826" y="5977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77531" y="596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39573" y="4941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56150" y="473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28451" y="4783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58130" y="4541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26466" y="486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55530" y="4791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664862" y="55712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63971" y="6199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21363" y="5201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53706" y="5657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71106" y="485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804764" y="4750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5839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5072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69509" y="4443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59564" y="4459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56229" y="474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47191" y="473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27264" y="5232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99635" y="5095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66035" y="4742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49909" y="4988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61718" y="5350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52026" y="4929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15377" y="4451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86984" y="4444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613569" y="4935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49725" y="4461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68419" y="4475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784746" y="4468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24363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51923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38427" y="4838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64780" y="4807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32452" y="5389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96052" y="6280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52209" y="4464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795652" y="444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611678" y="6142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93095" y="5624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19350" y="4700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41936" y="4721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54431" y="452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90048" y="448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30047" y="4492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763746" y="450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46816" y="4990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89851" y="4781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25903" y="4675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88890" y="4658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29409" y="53706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47396" y="48836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58761" y="5103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806298" y="4726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17280" y="46757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71104" y="4442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50722" y="5371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756620" y="5216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654756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667141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658471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667360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655365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669549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655730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667415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659163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671127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658291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672597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658371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667021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655759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669697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659329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672076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659328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671776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657086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670121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658740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666409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65480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670841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653872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672118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654457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668448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658423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666396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65842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667563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655644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670025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6122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70797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6278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70450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6851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69890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9298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70973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7486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69927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8250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71463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7744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69226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8459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6719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3273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72076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7612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67648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8051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69202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7465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70346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6088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71204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5492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70333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3622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66934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9353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69836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637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67206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3446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66175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9000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68624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4716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72331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7714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67175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3673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71090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6177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68239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8521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69143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91593" y="4445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676756" y="4445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6683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67017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7094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72053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9087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69334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5315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68539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6048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70009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36091" y="4621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689845" y="4484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7245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8075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5119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71089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715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66602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3039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68873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4268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71800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5450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67574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5133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71281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4076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71715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455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70906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4836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69512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7300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67524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7563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66449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4465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70685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8303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71308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3039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68475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9045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68195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3857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68270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4225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72248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4908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69003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5940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66401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6354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7191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8214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70495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3493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71365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7584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67858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5047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70767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6439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67479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912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68069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7533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68259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3845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69738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485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72608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6772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66426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4784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68345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3590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66402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6157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68976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756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71140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8897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72473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6745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68280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7077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66889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5024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72262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3070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69922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3500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69183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407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66724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6764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67336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299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72602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7247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72020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6065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66467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829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68909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3027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68888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7359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72203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8220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70898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6538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67064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5480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66504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7670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68551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4339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67007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7596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67154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6967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67024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8906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70644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3942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71657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4075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71723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7965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68713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550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68785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7024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72164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6909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69270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5287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8519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7550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67183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9232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66244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6281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67465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2868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68894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8246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71626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6079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72220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532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71111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8774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68744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6269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70847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3464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72455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6690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71636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8345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70357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5433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69042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337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69929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701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72263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7313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7168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8067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72194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342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67188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7718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70871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3459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70483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5418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69887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7572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66547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9249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66293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3880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7613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6029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72600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4252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70159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4604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2724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2953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71753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4749857" y="4473513"/>
              <a:ext cx="0" cy="388799"/>
            </a:xfrm>
            <a:custGeom>
              <a:avLst/>
              <a:pathLst>
                <a:path w="0" h="388799">
                  <a:moveTo>
                    <a:pt x="0" y="3887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4749857" y="6117067"/>
              <a:ext cx="0" cy="194339"/>
            </a:xfrm>
            <a:custGeom>
              <a:avLst/>
              <a:pathLst>
                <a:path w="0" h="194339">
                  <a:moveTo>
                    <a:pt x="0" y="0"/>
                  </a:moveTo>
                  <a:lnTo>
                    <a:pt x="0" y="19433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4683412" y="4862313"/>
              <a:ext cx="132890" cy="1254754"/>
            </a:xfrm>
            <a:custGeom>
              <a:avLst/>
              <a:pathLst>
                <a:path w="132890" h="1254754">
                  <a:moveTo>
                    <a:pt x="0" y="0"/>
                  </a:moveTo>
                  <a:lnTo>
                    <a:pt x="0" y="1254754"/>
                  </a:lnTo>
                  <a:lnTo>
                    <a:pt x="132890" y="1254754"/>
                  </a:lnTo>
                  <a:lnTo>
                    <a:pt x="13289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4683412" y="5486142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5670987" y="4473513"/>
              <a:ext cx="0" cy="85957"/>
            </a:xfrm>
            <a:custGeom>
              <a:avLst/>
              <a:pathLst>
                <a:path w="0" h="85957">
                  <a:moveTo>
                    <a:pt x="0" y="85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5670987" y="5043758"/>
              <a:ext cx="0" cy="558263"/>
            </a:xfrm>
            <a:custGeom>
              <a:avLst/>
              <a:pathLst>
                <a:path w="0" h="558263">
                  <a:moveTo>
                    <a:pt x="0" y="0"/>
                  </a:moveTo>
                  <a:lnTo>
                    <a:pt x="0" y="55826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5604541" y="4559471"/>
              <a:ext cx="132890" cy="484287"/>
            </a:xfrm>
            <a:custGeom>
              <a:avLst/>
              <a:pathLst>
                <a:path w="132890" h="484287">
                  <a:moveTo>
                    <a:pt x="0" y="0"/>
                  </a:moveTo>
                  <a:lnTo>
                    <a:pt x="0" y="484287"/>
                  </a:lnTo>
                  <a:lnTo>
                    <a:pt x="132890" y="484287"/>
                  </a:lnTo>
                  <a:lnTo>
                    <a:pt x="13289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5604541" y="4746623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6592116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6592116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6525671" y="4473513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6525671" y="4473513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4882748" y="4473513"/>
              <a:ext cx="0" cy="539627"/>
            </a:xfrm>
            <a:custGeom>
              <a:avLst/>
              <a:pathLst>
                <a:path w="0" h="539627">
                  <a:moveTo>
                    <a:pt x="0" y="53962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4882748" y="6022313"/>
              <a:ext cx="0" cy="289093"/>
            </a:xfrm>
            <a:custGeom>
              <a:avLst/>
              <a:pathLst>
                <a:path w="0" h="289093">
                  <a:moveTo>
                    <a:pt x="0" y="0"/>
                  </a:moveTo>
                  <a:lnTo>
                    <a:pt x="0" y="28909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4816303" y="5013140"/>
              <a:ext cx="132890" cy="1009173"/>
            </a:xfrm>
            <a:custGeom>
              <a:avLst/>
              <a:pathLst>
                <a:path w="132890" h="1009173">
                  <a:moveTo>
                    <a:pt x="0" y="0"/>
                  </a:moveTo>
                  <a:lnTo>
                    <a:pt x="0" y="1009173"/>
                  </a:lnTo>
                  <a:lnTo>
                    <a:pt x="132890" y="1009173"/>
                  </a:lnTo>
                  <a:lnTo>
                    <a:pt x="13289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4816303" y="5468811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5803877" y="4473513"/>
              <a:ext cx="0" cy="69789"/>
            </a:xfrm>
            <a:custGeom>
              <a:avLst/>
              <a:pathLst>
                <a:path w="0" h="69789">
                  <a:moveTo>
                    <a:pt x="0" y="6978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5803877" y="5127060"/>
              <a:ext cx="0" cy="872278"/>
            </a:xfrm>
            <a:custGeom>
              <a:avLst/>
              <a:pathLst>
                <a:path w="0" h="872278">
                  <a:moveTo>
                    <a:pt x="0" y="0"/>
                  </a:moveTo>
                  <a:lnTo>
                    <a:pt x="0" y="87227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5737432" y="4543302"/>
              <a:ext cx="132890" cy="583757"/>
            </a:xfrm>
            <a:custGeom>
              <a:avLst/>
              <a:pathLst>
                <a:path w="132890" h="583757">
                  <a:moveTo>
                    <a:pt x="0" y="0"/>
                  </a:moveTo>
                  <a:lnTo>
                    <a:pt x="0" y="583757"/>
                  </a:lnTo>
                  <a:lnTo>
                    <a:pt x="132890" y="583757"/>
                  </a:lnTo>
                  <a:lnTo>
                    <a:pt x="13289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5737432" y="4759961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6725007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6725007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6658561" y="4473513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6658561" y="4473513"/>
              <a:ext cx="132890" cy="0"/>
            </a:xfrm>
            <a:custGeom>
              <a:avLst/>
              <a:pathLst>
                <a:path w="132890" h="0">
                  <a:moveTo>
                    <a:pt x="0" y="0"/>
                  </a:moveTo>
                  <a:lnTo>
                    <a:pt x="132890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4812120" y="4217630"/>
              <a:ext cx="1873761" cy="1362657"/>
            </a:xfrm>
            <a:custGeom>
              <a:avLst/>
              <a:pathLst>
                <a:path w="1873761" h="1362657">
                  <a:moveTo>
                    <a:pt x="0" y="1060724"/>
                  </a:moveTo>
                  <a:lnTo>
                    <a:pt x="411961" y="875497"/>
                  </a:lnTo>
                  <a:lnTo>
                    <a:pt x="943525" y="591947"/>
                  </a:lnTo>
                  <a:lnTo>
                    <a:pt x="1342197" y="346851"/>
                  </a:lnTo>
                  <a:lnTo>
                    <a:pt x="1873761" y="0"/>
                  </a:lnTo>
                  <a:lnTo>
                    <a:pt x="1873761" y="433106"/>
                  </a:lnTo>
                  <a:lnTo>
                    <a:pt x="1342197" y="650871"/>
                  </a:lnTo>
                  <a:lnTo>
                    <a:pt x="943525" y="829238"/>
                  </a:lnTo>
                  <a:lnTo>
                    <a:pt x="411961" y="1110305"/>
                  </a:lnTo>
                  <a:lnTo>
                    <a:pt x="0" y="136265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4812120" y="4217630"/>
              <a:ext cx="1873761" cy="1060724"/>
            </a:xfrm>
            <a:custGeom>
              <a:avLst/>
              <a:pathLst>
                <a:path w="1873761" h="1060724">
                  <a:moveTo>
                    <a:pt x="0" y="1060724"/>
                  </a:moveTo>
                  <a:lnTo>
                    <a:pt x="411961" y="875497"/>
                  </a:lnTo>
                  <a:lnTo>
                    <a:pt x="943525" y="591947"/>
                  </a:lnTo>
                  <a:lnTo>
                    <a:pt x="1342197" y="346851"/>
                  </a:lnTo>
                  <a:lnTo>
                    <a:pt x="18737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4812120" y="4650736"/>
              <a:ext cx="1873761" cy="929551"/>
            </a:xfrm>
            <a:custGeom>
              <a:avLst/>
              <a:pathLst>
                <a:path w="1873761" h="929551">
                  <a:moveTo>
                    <a:pt x="1873761" y="0"/>
                  </a:moveTo>
                  <a:lnTo>
                    <a:pt x="1342197" y="217765"/>
                  </a:lnTo>
                  <a:lnTo>
                    <a:pt x="943525" y="396132"/>
                  </a:lnTo>
                  <a:lnTo>
                    <a:pt x="411961" y="677199"/>
                  </a:lnTo>
                  <a:lnTo>
                    <a:pt x="0" y="929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4812120" y="4268858"/>
              <a:ext cx="1873761" cy="1336403"/>
            </a:xfrm>
            <a:custGeom>
              <a:avLst/>
              <a:pathLst>
                <a:path w="1873761" h="1336403">
                  <a:moveTo>
                    <a:pt x="0" y="1076266"/>
                  </a:moveTo>
                  <a:lnTo>
                    <a:pt x="411961" y="879516"/>
                  </a:lnTo>
                  <a:lnTo>
                    <a:pt x="943525" y="589821"/>
                  </a:lnTo>
                  <a:lnTo>
                    <a:pt x="1342197" y="344772"/>
                  </a:lnTo>
                  <a:lnTo>
                    <a:pt x="1873761" y="0"/>
                  </a:lnTo>
                  <a:lnTo>
                    <a:pt x="1873761" y="355256"/>
                  </a:lnTo>
                  <a:lnTo>
                    <a:pt x="1342197" y="594147"/>
                  </a:lnTo>
                  <a:lnTo>
                    <a:pt x="943525" y="786845"/>
                  </a:lnTo>
                  <a:lnTo>
                    <a:pt x="411961" y="1080814"/>
                  </a:lnTo>
                  <a:lnTo>
                    <a:pt x="0" y="1336403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4812120" y="4268858"/>
              <a:ext cx="1873761" cy="1076266"/>
            </a:xfrm>
            <a:custGeom>
              <a:avLst/>
              <a:pathLst>
                <a:path w="1873761" h="1076266">
                  <a:moveTo>
                    <a:pt x="0" y="1076266"/>
                  </a:moveTo>
                  <a:lnTo>
                    <a:pt x="411961" y="879516"/>
                  </a:lnTo>
                  <a:lnTo>
                    <a:pt x="943525" y="589821"/>
                  </a:lnTo>
                  <a:lnTo>
                    <a:pt x="1342197" y="344772"/>
                  </a:lnTo>
                  <a:lnTo>
                    <a:pt x="18737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4812120" y="4624115"/>
              <a:ext cx="1873761" cy="981146"/>
            </a:xfrm>
            <a:custGeom>
              <a:avLst/>
              <a:pathLst>
                <a:path w="1873761" h="981146">
                  <a:moveTo>
                    <a:pt x="1873761" y="0"/>
                  </a:moveTo>
                  <a:lnTo>
                    <a:pt x="1342197" y="238890"/>
                  </a:lnTo>
                  <a:lnTo>
                    <a:pt x="943525" y="431589"/>
                  </a:lnTo>
                  <a:lnTo>
                    <a:pt x="411961" y="725557"/>
                  </a:lnTo>
                  <a:lnTo>
                    <a:pt x="0" y="981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4812120" y="4434183"/>
              <a:ext cx="1873761" cy="995137"/>
            </a:xfrm>
            <a:custGeom>
              <a:avLst/>
              <a:pathLst>
                <a:path w="1873761" h="995137">
                  <a:moveTo>
                    <a:pt x="0" y="995137"/>
                  </a:moveTo>
                  <a:lnTo>
                    <a:pt x="411961" y="776348"/>
                  </a:lnTo>
                  <a:lnTo>
                    <a:pt x="943525" y="494040"/>
                  </a:lnTo>
                  <a:lnTo>
                    <a:pt x="1342197" y="282308"/>
                  </a:lnTo>
                  <a:lnTo>
                    <a:pt x="1873761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4812120" y="4446486"/>
              <a:ext cx="1873761" cy="1028706"/>
            </a:xfrm>
            <a:custGeom>
              <a:avLst/>
              <a:pathLst>
                <a:path w="1873761" h="1028706">
                  <a:moveTo>
                    <a:pt x="0" y="1028706"/>
                  </a:moveTo>
                  <a:lnTo>
                    <a:pt x="411961" y="802537"/>
                  </a:lnTo>
                  <a:lnTo>
                    <a:pt x="943525" y="510705"/>
                  </a:lnTo>
                  <a:lnTo>
                    <a:pt x="1342197" y="291831"/>
                  </a:lnTo>
                  <a:lnTo>
                    <a:pt x="1873761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4816303" y="3905027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4816303" y="4048383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4541667" y="3922145"/>
              <a:ext cx="2391512" cy="250872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4541667" y="3922145"/>
              <a:ext cx="0" cy="2508724"/>
            </a:xfrm>
            <a:custGeom>
              <a:avLst/>
              <a:pathLst>
                <a:path w="0" h="2508724">
                  <a:moveTo>
                    <a:pt x="0" y="250872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4331593" y="627039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4331593" y="59028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4331593" y="553523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4331593" y="51676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4331593" y="480008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4331593" y="44325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4331593" y="406492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4513199" y="63114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4513199" y="5943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4513199" y="55762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4513199" y="52086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4513199" y="48410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513199" y="44735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513199" y="41059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4541667" y="6430870"/>
              <a:ext cx="2391512" cy="0"/>
            </a:xfrm>
            <a:custGeom>
              <a:avLst/>
              <a:pathLst>
                <a:path w="2391512" h="0">
                  <a:moveTo>
                    <a:pt x="0" y="0"/>
                  </a:moveTo>
                  <a:lnTo>
                    <a:pt x="2391512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816303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37432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6658561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4784527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5705657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6626786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5476362" y="665172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089624" y="5130925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028439" y="3816623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3163683" y="6876439"/>
              <a:ext cx="2141519" cy="1073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3163683" y="6889103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3912820" y="6887229"/>
              <a:ext cx="72981" cy="85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3918528" y="6899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3949311" y="6951557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3949311" y="6895806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3921943" y="6908671"/>
              <a:ext cx="54736" cy="42885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3921943" y="6930114"/>
              <a:ext cx="54736" cy="0"/>
            </a:xfrm>
            <a:custGeom>
              <a:avLst/>
              <a:pathLst>
                <a:path w="54736" h="0">
                  <a:moveTo>
                    <a:pt x="0" y="0"/>
                  </a:moveTo>
                  <a:lnTo>
                    <a:pt x="54736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3949311" y="69644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3949311" y="68958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3920118" y="6930114"/>
              <a:ext cx="58385" cy="0"/>
            </a:xfrm>
            <a:custGeom>
              <a:avLst/>
              <a:pathLst>
                <a:path w="58385" h="0">
                  <a:moveTo>
                    <a:pt x="0" y="0"/>
                  </a:moveTo>
                  <a:lnTo>
                    <a:pt x="58385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4642554" y="6887229"/>
              <a:ext cx="72981" cy="85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4648262" y="6899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4679045" y="6951557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4679045" y="6895806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4651677" y="6908671"/>
              <a:ext cx="54736" cy="42885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4651677" y="6930114"/>
              <a:ext cx="54736" cy="0"/>
            </a:xfrm>
            <a:custGeom>
              <a:avLst/>
              <a:pathLst>
                <a:path w="54736" h="0">
                  <a:moveTo>
                    <a:pt x="0" y="0"/>
                  </a:moveTo>
                  <a:lnTo>
                    <a:pt x="54736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4679045" y="69644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4679045" y="68958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4649853" y="6930114"/>
              <a:ext cx="58385" cy="0"/>
            </a:xfrm>
            <a:custGeom>
              <a:avLst/>
              <a:pathLst>
                <a:path w="58385" h="0">
                  <a:moveTo>
                    <a:pt x="0" y="0"/>
                  </a:moveTo>
                  <a:lnTo>
                    <a:pt x="58385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4042739" y="6897333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4772473" y="6897333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2026-07-20T11:00:17Z</dcterms:modified>
  <cp:category/>
</cp:coreProperties>
</file>