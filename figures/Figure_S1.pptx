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7315200" cy="3931920"/>
            <a:chOff x="914400" y="914400"/>
            <a:chExt cx="7315200" cy="393192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7315200" cy="39319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7315200" cy="39319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83989" y="983989"/>
              <a:ext cx="3588010" cy="37927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572000" y="983989"/>
              <a:ext cx="3588010" cy="37927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1503277" y="1353673"/>
              <a:ext cx="2942196" cy="223590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2108337" y="281656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2153461" y="301115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1987532" y="265640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2208059" y="264848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2070138" y="266181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951176" y="272845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938762" y="260642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238371" y="266153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165881" y="260952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2195623" y="263033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179826" y="247872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81190" y="259498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076750" y="24039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027796" y="247108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138825" y="260198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35012" y="24848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968476" y="245062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931712" y="258962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196019" y="263067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060713" y="268147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015240" y="254200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148974" y="257059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935851" y="289440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110378" y="263673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191808" y="285506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319477" y="284724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233721" y="273499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085913" y="272881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267717" y="278178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202088" y="277449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094194" y="272467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257091" y="289868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421056" y="279712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377204" y="264593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263240" y="244368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2267085" y="25375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145913" y="252763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807400" y="275035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122562" y="276495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040123" y="261493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092614" y="26767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174480" y="274050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48861" y="279511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839311" y="219071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334438" y="243584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521598" y="287598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533376" y="286496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449682" y="293940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235647" y="259067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161145" y="261505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402168" y="264839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271426" y="292073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319860" y="287030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087183" y="276762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340756" y="268153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258430" y="271015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233834" y="281143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275946" y="266351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521972" y="274712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208189" y="269462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238304" y="285164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940063" y="248661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390649" y="279440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952273" y="268076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141085" y="270870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140734" y="253858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421754" y="291242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404803" y="254285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511413" y="313227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311097" y="297527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542585" y="297936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444981" y="263916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273237" y="283166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427553" y="286303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426238" y="284440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057337" y="245490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590348" y="301589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305636" y="258756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344981" y="255249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392765" y="265887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266692" y="279078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2571337" y="271706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2483141" y="263204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2452109" y="276111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2168442" y="259203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2269369" y="283086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2416965" y="257152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2289744" y="272015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2379268" y="275837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2252124" y="256662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2426984" y="274763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2284403" y="256157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2452996" y="261954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2480221" y="304887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370537" y="285485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2335954" y="275972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415935" y="268149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2238160" y="237721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305553" y="229070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2337306" y="283600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660815" y="267431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2434018" y="245524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2173529" y="262114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2320039" y="243695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323333" y="258667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2300243" y="253001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295415" y="254462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327403" y="260277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226614" y="266101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2171332" y="249755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120401" y="271051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125052" y="254232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279030" y="250863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176424" y="244182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182115" y="260795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308009" y="254845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351732" y="260810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499499" y="255780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609916" y="266187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555355" y="248855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281236" y="266217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2339299" y="256173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372683" y="268604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2293488" y="273970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2251750" y="258476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2249713" y="265216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2278857" y="271096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2436003" y="259126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448875" y="269060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2366726" y="307876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570921" y="262580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2340402" y="273165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345097" y="292724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2472696" y="288568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372738" y="256114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2366599" y="280530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291342" y="281343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2737964" y="272541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624273" y="2930494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2904869" y="2867417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110750" y="306671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2831489" y="293522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3022703" y="3075034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2943196" y="294006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892490" y="3164434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2796734" y="303772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696196" y="3098587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2882678" y="318783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705572" y="2977707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3002082" y="265566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3088459" y="24221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3251259" y="263877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3269837" y="266246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2989889" y="272756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3211055" y="259752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2968622" y="255020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3163512" y="255155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2953762" y="242876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950073" y="265248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2975002" y="247908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3276782" y="23870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3235394" y="254039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3223806" y="243039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3111242" y="271624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3212329" y="246046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3378997" y="256831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3231891" y="254528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3160376" y="267765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3172908" y="271308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3258477" y="284341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3294024" y="258697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3015096" y="25833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3310805" y="268007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003964" y="249790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284508" y="24006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211180" y="259968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176575" y="253087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118009" y="24528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3060582" y="278880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3177683" y="25256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3030265" y="26530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3036609" y="284367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3125873" y="258659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3157123" y="238210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2849344" y="253857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3154342" y="274871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2930113" y="268731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3060834" y="261678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2956783" y="253926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3147799" y="269108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3234344" y="263119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2864194" y="248337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3295911" y="26853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3454257" y="267494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3284336" y="253984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3233751" y="26684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2875323" y="263105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2988085" y="274337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3022609" y="252194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441436" y="252064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2986213" y="236397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2995057" y="255740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3044132" y="26072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3271094" y="244485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3186322" y="286417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3274841" y="251427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2980848" y="272697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3074178" y="275154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3362344" y="282563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994091" y="27463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990015" y="267154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3264907" y="251729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3275510" y="249200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973864" y="26119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3311945" y="266177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3072400" y="26510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3350039" y="27183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3096553" y="277545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3278034" y="245454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874708" y="260325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869298" y="261869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779665" y="266437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3222592" y="262056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3253277" y="268258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902805" y="269877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005031" y="252905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2980969" y="259999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085809" y="271235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209715" y="264043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142521" y="269355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4000317" y="249299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077754" y="235766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297304" y="276539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129326" y="237869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116607" y="264532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138411" y="247484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200224" y="273549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269747" y="266781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304954" y="268312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059858" y="255283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457500" y="225395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403229" y="20016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588783" y="224818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818363" y="20404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814298" y="196578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567481" y="240424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336730" y="21516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363328" y="22647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412025" y="229029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646292" y="232973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449635" y="233599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389734" y="225108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518639" y="229879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653886" y="231370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263113" y="231991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665612" y="234505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257355" y="229475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840557" y="246610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482578" y="222284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625243" y="20552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719597" y="20297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295604" y="246060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443354" y="21647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420599" y="24519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273629" y="27009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376126" y="22161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137961" y="224310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158179" y="23738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627171" y="209921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475537" y="22519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3100095" y="22415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3237766" y="22427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730897" y="222782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783052" y="212395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3404880" y="19895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597214" y="202646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497938" y="186775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3356670" y="20784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434167" y="22400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3352252" y="207513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3623563" y="198408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3396532" y="203477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3506600" y="216966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700800" y="23042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3423137" y="244858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470200" y="219964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3295877" y="220773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3336738" y="203373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3564250" y="246521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597998" y="20233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3693033" y="251234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3369106" y="213909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3678599" y="23056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684549" y="224949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3863565" y="25671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468720" y="193470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3411056" y="212523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484250" y="230061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3498601" y="191802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3426644" y="22473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3270676" y="212012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439284" y="220955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3494782" y="20881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455407" y="211221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3348578" y="221180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598899" y="21308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3581799" y="197176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545125" y="216187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3403346" y="224947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2581806" y="294996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2481337" y="29709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2503745" y="281667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2692488" y="273845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2450001" y="265626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2851776" y="284760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2734274" y="274750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2499086" y="295029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2734619" y="299869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2260292" y="307592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2340448" y="282423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2230401" y="282127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2330580" y="295293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2315122" y="296565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2295829" y="28262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2408801" y="287184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2267413" y="289646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2109623" y="290159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1699331" y="275504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1836362" y="286835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2168364" y="310961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2348018" y="306814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2287637" y="281254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2082489" y="271167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2485813" y="280552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2220220" y="309917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2108546" y="268617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2555466" y="293327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2709193" y="300897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2231354" y="307585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2410200" y="29106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2221727" y="292703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2254886" y="265489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2249649" y="277046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2413214" y="288279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2161759" y="293008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2482912" y="279614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2548096" y="27269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2568921" y="302979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2276352" y="306981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2633775" y="286101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2282223" y="320624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2352204" y="295037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2112777" y="318389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2356033" y="17338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2440091" y="18879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2166578" y="20799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2245936" y="19635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2047733" y="18471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2278012" y="19240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2405364" y="18481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2277621" y="15410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2430115" y="17362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2351784" y="18076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2141861" y="183817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2194273" y="18858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2220997" y="16986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2211065" y="17033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2222941" y="17494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2301470" y="183998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2372657" y="17062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2357261" y="15448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2383991" y="16315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2186647" y="18619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2429105" y="21283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2223922" y="20416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2228016" y="174830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2361355" y="17858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2358115" y="16071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2506651" y="18692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2241457" y="191299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2603748" y="20370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2334748" y="19037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2249666" y="18869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2139202" y="20220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2385924" y="185314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2153419" y="17443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2089291" y="19834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2349395" y="17549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2200006" y="21862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2225225" y="17766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2050431" y="18935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2466113" y="18375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2582332" y="18540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2428338" y="17278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2343649" y="172518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2417062" y="184473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2446955" y="17923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2834581" y="18353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2436206" y="19347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2163461" y="20166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2360457" y="17931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2454617" y="18498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2299536" y="17353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2425010" y="18101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2131990" y="20089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311897" y="18395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139208" y="19214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082148" y="20592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268486" y="17820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144334" y="198432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129097" y="20588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146959" y="179625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103119" y="18179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309361" y="189390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388795" y="18710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470687" y="165880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515513" y="17662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542663" y="18062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378569" y="17730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366563" y="19426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530015" y="177872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402263" y="205979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420378" y="14300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101564" y="18811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311557" y="17237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237246" y="19468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386036" y="178506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324720" y="175296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321196" y="16650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228142" y="17483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428453" y="19729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211934" y="18680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287044" y="167640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481318" y="179358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544764" y="19263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1965837" y="19359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042900" y="19263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049398" y="177950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1837149" y="19192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156289" y="19435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193500" y="17785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228467" y="21083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361418" y="16929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348439" y="319436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436509" y="323411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436831" y="319422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357703" y="326108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743234" y="320845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470279" y="304890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2191037" y="318896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2318323" y="315594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2323974" y="323806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2380781" y="328318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2206340" y="309156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2335665" y="318250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2558880" y="312085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2460232" y="311156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2350298" y="302775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2122384" y="288844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2081362" y="299860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2193179" y="313828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2087241" y="311236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2213406" y="276513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2294006" y="299522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2386779" y="325236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2337471" y="314856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2250981" y="315233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2524578" y="299007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2493621" y="268350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2883486" y="314848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2500927" y="282191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2644646" y="266376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2953621" y="289465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2728609" y="278200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2704663" y="265451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2666467" y="267886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2887545" y="260697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2671595" y="274313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2931229" y="308717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2973041" y="258931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2798854" y="264303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2581257" y="298368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3018158" y="315414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3103516" y="274931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3021421" y="269697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2949178" y="302035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2914159" y="252207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2833135" y="304598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2685169" y="291766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3052913" y="277400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2737952" y="289751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2888777" y="303756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3095748" y="280453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2897794" y="273631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2445266" y="256536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2748261" y="281590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2825390" y="305583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2489464" y="271316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3009216" y="269965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2888065" y="308547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2757495" y="300487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2885711" y="280075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2769974" y="292038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2904642" y="281329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2606496" y="286096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3038532" y="286264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2868289" y="287123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2924674" y="280143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3007102" y="298943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2750368" y="304648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3019430" y="307406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3022820" y="293735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2257025" y="16413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2171669" y="275299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2296892" y="173884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2484511" y="20042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2355186" y="193738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2189702" y="18312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2210498" y="19513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2179194" y="19100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2131782" y="15457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2125027" y="21112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2298666" y="18584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1956466" y="19366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2025980" y="18379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2234863" y="259745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2122084" y="16943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2291470" y="169729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2153344" y="20978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1835525" y="244613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2156511" y="18237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2191960" y="258497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2047088" y="17611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2195486" y="253457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1995923" y="174550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2292317" y="298748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2202279" y="18743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2187056" y="194107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2361838" y="320072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2217424" y="18818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2329497" y="311493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2205524" y="18320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2239816" y="19744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2391835" y="295977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2081961" y="182704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2311072" y="18146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2215018" y="252404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2163841" y="18738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2136104" y="18353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2117121" y="17728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2161566" y="251598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2309747" y="18990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2251943" y="19701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2322260" y="18558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2372177" y="21552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2261692" y="19319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2391139" y="216696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2350958" y="19825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2103177" y="18178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2181471" y="171333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1996645" y="281240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2114275" y="18712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2494699" y="309656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2097492" y="17122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2409459" y="20639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2652296" y="285717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2264368" y="18150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2562172" y="311848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2147291" y="20463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2461046" y="30820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2996221" y="253281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2334239" y="18191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2165029" y="19337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3305468" y="222417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2104737" y="177604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2533398" y="286781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2214250" y="20943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2201412" y="310641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2290285" y="18284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2157282" y="303871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2342113" y="19765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2408212" y="301630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2298167" y="18548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2597327" y="286794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2219761" y="208312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2248600" y="297534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2001460" y="296182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2320282" y="18140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2126327" y="331873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2022593" y="19282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2005701" y="322727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2426987" y="17780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2136832" y="29241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2427083" y="19098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2034295" y="20120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2395158" y="21590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2204917" y="194463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2103945" y="331959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2223727" y="21676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2025548" y="282492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2183498" y="21940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1926123" y="19081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2107393" y="314813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2243594" y="21343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2253085" y="302821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2183543" y="17588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2273938" y="303633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2279684" y="172105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2331117" y="299947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2283021" y="16693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2268820" y="19122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2176585" y="29020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2121606" y="18690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2106168" y="259681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2136885" y="175333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2154457" y="285150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2357594" y="19075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2220421" y="20252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2438110" y="229960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2131595" y="21975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2164541" y="22798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2156800" y="20590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2223127" y="307772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2303549" y="149930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2554023" y="297029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2289247" y="302651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2231258" y="17483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2431500" y="315016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2059280" y="18722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2148507" y="288057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2052886" y="15897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1825552" y="281927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1878795" y="185272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1660824" y="29273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1962420" y="16447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1611778" y="274371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2184153" y="292730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2178357" y="289946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2138244" y="272589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2132016" y="278574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2150714" y="265197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2083279" y="264886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2041451" y="269967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2192915" y="252720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1912077" y="267444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1934615" y="258472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1745408" y="258727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2442894" y="262008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1949244" y="278537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2091224" y="263791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1963224" y="258273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2105013" y="267958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2043764" y="276872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2083733" y="238308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1858593" y="268880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1913209" y="273745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2176405" y="257531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2237312" y="24594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1960666" y="244701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2267195" y="28845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2084400" y="267131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2226240" y="264219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1941560" y="240332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2090161" y="235145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2199633" y="284655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2461051" y="18941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2402468" y="20349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2375095" y="275063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2323594" y="15359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2127165" y="19401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2188677" y="285236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2191897" y="247219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2175296" y="18030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2412930" y="22185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2668373" y="19786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2511490" y="205792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2077860" y="20804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2441985" y="16692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2511352" y="18213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2349059" y="16483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2157414" y="281356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2431519" y="269807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1961945" y="244963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2512294" y="16615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2013913" y="257404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2157467" y="188313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2282149" y="18525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2325488" y="20347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2488586" y="18478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2280014" y="18664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2270530" y="15073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2330332" y="18476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2356456" y="16142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2097721" y="250559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2184137" y="185822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373613" y="269291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2285762" y="17484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2305797" y="259751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2229912" y="175185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2167035" y="253220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2147476" y="19855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2277745" y="269253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2291499" y="18764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2456170" y="14854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2421112" y="17939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2222132" y="263356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2137489" y="17095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2239919" y="180159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2237407" y="19587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2234637" y="15903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2168986" y="245336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255103" y="17492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1990095" y="246655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292711" y="19559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391941" y="22126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291316" y="274895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267016" y="20518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335612" y="21888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3168758" y="175056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357388" y="18677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437322" y="22200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3357023" y="211450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3262034" y="180627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301747" y="20363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2150627" y="20474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3476533" y="217255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2364480" y="19134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358193" y="151245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3086230" y="234604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2414209" y="17192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3153217" y="199857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2234558" y="18065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2903015" y="195341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2281794" y="19511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2937185" y="206905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2439397" y="19444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2334044" y="17287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3331313" y="248616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3349893" y="19807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2914061" y="21055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2014234" y="21533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1978251" y="16599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2111542" y="22205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2598722" y="233884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1874872" y="16735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2444069" y="188473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833809" y="209791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2222366" y="17879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766398" y="201270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2152524" y="21689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829618" y="223110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2195099" y="16447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847961" y="222841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3239221" y="24814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501119" y="18046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2356753" y="22765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2385008" y="261812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3079713" y="263300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2428137" y="19774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3095670" y="223450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2305742" y="198588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3487118" y="229767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2404939" y="215922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2930447" y="24733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2358601" y="178078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2925598" y="250645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2270212" y="15796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1699892" y="18133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1700582" y="15651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3293495" y="222548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3458494" y="19428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3167425" y="240390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3636513" y="179486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2349172" y="23301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2582909" y="22179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3132275" y="225278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2695629" y="21060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2741386" y="152713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2393039" y="19355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2678463" y="220953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2521604" y="19496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2828731" y="20950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3270593" y="191486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2133588" y="16325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3284034" y="216130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2182985" y="21030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3221273" y="21800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3440786" y="19540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2649700" y="25263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2229936" y="18081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2369210" y="18248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2395245" y="18824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2312508" y="19119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2864194" y="25762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2407381" y="20916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2425675" y="16618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2131566" y="17655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2972032" y="257070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2420440" y="16636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3041130" y="247364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2464277" y="18401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2297942" y="18160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2327675" y="196359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2472740" y="17942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2372540" y="177259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2829299" y="233643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2822924" y="236612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2775995" y="23420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2779022" y="22162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2650266" y="19416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2388872" y="16961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2487158" y="16180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3263502" y="26483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2352132" y="18263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2414587" y="18274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2360292" y="17208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2353044" y="15491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2725587" y="21582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3272094" y="270993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2601743" y="184976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2506948" y="17430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3024390" y="247903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2467078" y="18918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2451512" y="19432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2470800" y="214662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2654055" y="21594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2687690" y="22765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2372340" y="165339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2349650" y="20430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2449810" y="202239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2126966" y="18931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2656166" y="22014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3208166" y="257213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2489937" y="18650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2393952" y="19692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2486861" y="19760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3096665" y="247406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2604762" y="24756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2519893" y="17632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2520245" y="22469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2942158" y="21534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2438142" y="17776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2352972" y="18497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2561402" y="16062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2541574" y="18426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2457403" y="193960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2579072" y="163424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2527271" y="22439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2854606" y="21872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3422816" y="27649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3224000" y="29017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2235655" y="261629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3119988" y="268967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2288185" y="258402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2286235" y="275091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2511175" y="282961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2535652" y="288169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2567429" y="254910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2637345" y="29089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3157441" y="255846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2577675" y="291837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2918634" y="242547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2520366" y="289627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2539636" y="30903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2969786" y="251156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2422762" y="31146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2527266" y="270680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3122958" y="236000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2565026" y="278513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2745584" y="261618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3266692" y="281123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2835290" y="311332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2414961" y="273361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3045814" y="225570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2408818" y="298151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2289559" y="29798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2411886" y="272426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2956822" y="243533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2566320" y="269411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2219668" y="259566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2431469" y="277225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2790986" y="233766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2372958" y="252527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2870059" y="240486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2360961" y="247745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3007718" y="234990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2923138" y="230696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3215011" y="260231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2425743" y="318483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2456723" y="30946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2794694" y="256497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2651791" y="284581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2794666" y="262952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3373254" y="275072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3269359" y="295258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3406921" y="298453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3265284" y="281603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2871317" y="22782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2488938" y="281848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3061913" y="226490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2777096" y="291641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2740645" y="306935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3102964" y="264491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2929989" y="268494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3034547" y="250336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3036742" y="273278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2595246" y="275685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3048708" y="249379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3094138" y="241329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2796622" y="283276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2739814" y="261755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2648909" y="271371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3061059" y="271701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2754507" y="252013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3050626" y="282938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3122347" y="261625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2797445" y="27242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3163199" y="268451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3382813" y="280484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2635331" y="294418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3148797" y="274263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2903909" y="28245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3065844" y="283516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3116389" y="271648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3302860" y="241402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3185090" y="274752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3479321" y="243641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3013043" y="290898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3025314" y="283419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2947175" y="266499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3155979" y="266524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2934981" y="268910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3032036" y="275065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2741105" y="283243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2671842" y="272856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2764315" y="276344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3066348" y="259658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2492728" y="294966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2618552" y="280000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2658842" y="283599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3137364" y="273304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2535409" y="268539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3027545" y="269164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2915848" y="270009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3135614" y="269005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3128855" y="284274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3189849" y="266611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2955360" y="27676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2510747" y="288938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2964964" y="260949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2773222" y="272677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3115136" y="237610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2625983" y="257085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3167636" y="28370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3175454" y="272219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3036303" y="276659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3291808" y="241767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2935178" y="284184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3058091" y="25607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3109031" y="280310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3322034" y="270107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2714585" y="256209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3188477" y="256421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3026877" y="296977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3195763" y="248462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3142363" y="244094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3135269" y="243931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3104161" y="27151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3027207" y="276350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3188584" y="293325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3216256" y="243962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3356352" y="276313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2941883" y="268862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3189995" y="262120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3047957" y="284576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2787799" y="261162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2901737" y="262595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3405395" y="286307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3243727" y="276118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3076709" y="291746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3201809" y="291063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3052569" y="252621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2651334" y="288054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3208401" y="260033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2831527" y="237785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2985777" y="261038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2978080" y="294444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3139869" y="263619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2572470" y="288176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2895235" y="286397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2933273" y="315200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2874384" y="314106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3014019" y="262068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3002908" y="290548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2994599" y="294318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3046183" y="259702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3133311" y="302152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2993941" y="301290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3204520" y="285020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2671879" y="298164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2913396" y="245987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3428688" y="281948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2875139" y="311559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2776300" y="277578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2860871" y="298514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2803385" y="298866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2522419" y="271584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2710148" y="257767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2996930" y="287819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2736866" y="279973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2742662" y="311960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3276169" y="279081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3556021" y="318502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2352705" y="258105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2728932" y="305950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2722794" y="288172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2757799" y="279729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2831397" y="274451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2791264" y="292201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2662117" y="2769421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2685603" y="283230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2461512" y="266958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2737199" y="243010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2822549" y="232914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2699560" y="286112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2488885" y="270824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2310945" y="157944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2001846" y="246051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2189090" y="167274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2269505" y="295501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2032740" y="235042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2228167" y="15840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2177049" y="242654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2417786" y="277109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2150793" y="17660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2597873" y="280622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2139896" y="249088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2236314" y="18792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2358677" y="16724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1985010" y="273029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2368486" y="265976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2356682" y="255708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2279803" y="276287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2137618" y="17173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2259416" y="287984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2174078" y="188259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2131906" y="282652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2339238" y="300785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2220679" y="265646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2434407" y="19718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2334210" y="300674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2492784" y="323804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2196212" y="18617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2133587" y="243108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2444409" y="303912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2522733" y="17957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2381554" y="256443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2708601" y="31496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t1066"/>
            <p:cNvSpPr/>
            <p:nvPr/>
          </p:nvSpPr>
          <p:spPr>
            <a:xfrm>
              <a:off x="2216783" y="16745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2126030" y="273266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t1068"/>
            <p:cNvSpPr/>
            <p:nvPr/>
          </p:nvSpPr>
          <p:spPr>
            <a:xfrm>
              <a:off x="2331745" y="266704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t1069"/>
            <p:cNvSpPr/>
            <p:nvPr/>
          </p:nvSpPr>
          <p:spPr>
            <a:xfrm>
              <a:off x="2260434" y="264495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t1070"/>
            <p:cNvSpPr/>
            <p:nvPr/>
          </p:nvSpPr>
          <p:spPr>
            <a:xfrm>
              <a:off x="2295888" y="264556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t1071"/>
            <p:cNvSpPr/>
            <p:nvPr/>
          </p:nvSpPr>
          <p:spPr>
            <a:xfrm>
              <a:off x="2326577" y="263468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t1072"/>
            <p:cNvSpPr/>
            <p:nvPr/>
          </p:nvSpPr>
          <p:spPr>
            <a:xfrm>
              <a:off x="2296301" y="311304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t1073"/>
            <p:cNvSpPr/>
            <p:nvPr/>
          </p:nvSpPr>
          <p:spPr>
            <a:xfrm>
              <a:off x="2491738" y="18697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t1074"/>
            <p:cNvSpPr/>
            <p:nvPr/>
          </p:nvSpPr>
          <p:spPr>
            <a:xfrm>
              <a:off x="2362652" y="310668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t1075"/>
            <p:cNvSpPr/>
            <p:nvPr/>
          </p:nvSpPr>
          <p:spPr>
            <a:xfrm>
              <a:off x="2316490" y="250164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t1076"/>
            <p:cNvSpPr/>
            <p:nvPr/>
          </p:nvSpPr>
          <p:spPr>
            <a:xfrm>
              <a:off x="2364415" y="309970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t1077"/>
            <p:cNvSpPr/>
            <p:nvPr/>
          </p:nvSpPr>
          <p:spPr>
            <a:xfrm>
              <a:off x="2115171" y="287475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t1078"/>
            <p:cNvSpPr/>
            <p:nvPr/>
          </p:nvSpPr>
          <p:spPr>
            <a:xfrm>
              <a:off x="2547905" y="268648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t1079"/>
            <p:cNvSpPr/>
            <p:nvPr/>
          </p:nvSpPr>
          <p:spPr>
            <a:xfrm>
              <a:off x="2550944" y="302712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t1080"/>
            <p:cNvSpPr/>
            <p:nvPr/>
          </p:nvSpPr>
          <p:spPr>
            <a:xfrm>
              <a:off x="2479074" y="296363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t1081"/>
            <p:cNvSpPr/>
            <p:nvPr/>
          </p:nvSpPr>
          <p:spPr>
            <a:xfrm>
              <a:off x="2267301" y="20859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t1082"/>
            <p:cNvSpPr/>
            <p:nvPr/>
          </p:nvSpPr>
          <p:spPr>
            <a:xfrm>
              <a:off x="2244498" y="308462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t1083"/>
            <p:cNvSpPr/>
            <p:nvPr/>
          </p:nvSpPr>
          <p:spPr>
            <a:xfrm>
              <a:off x="2385476" y="14943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t1084"/>
            <p:cNvSpPr/>
            <p:nvPr/>
          </p:nvSpPr>
          <p:spPr>
            <a:xfrm>
              <a:off x="2563898" y="18109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t1085"/>
            <p:cNvSpPr/>
            <p:nvPr/>
          </p:nvSpPr>
          <p:spPr>
            <a:xfrm>
              <a:off x="2220846" y="243413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t1086"/>
            <p:cNvSpPr/>
            <p:nvPr/>
          </p:nvSpPr>
          <p:spPr>
            <a:xfrm>
              <a:off x="2588082" y="303087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t1087"/>
            <p:cNvSpPr/>
            <p:nvPr/>
          </p:nvSpPr>
          <p:spPr>
            <a:xfrm>
              <a:off x="2322368" y="20926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t1088"/>
            <p:cNvSpPr/>
            <p:nvPr/>
          </p:nvSpPr>
          <p:spPr>
            <a:xfrm>
              <a:off x="2499079" y="307937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t1089"/>
            <p:cNvSpPr/>
            <p:nvPr/>
          </p:nvSpPr>
          <p:spPr>
            <a:xfrm>
              <a:off x="2436878" y="20540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t1090"/>
            <p:cNvSpPr/>
            <p:nvPr/>
          </p:nvSpPr>
          <p:spPr>
            <a:xfrm>
              <a:off x="2665132" y="300449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t1091"/>
            <p:cNvSpPr/>
            <p:nvPr/>
          </p:nvSpPr>
          <p:spPr>
            <a:xfrm>
              <a:off x="2446171" y="277216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t1092"/>
            <p:cNvSpPr/>
            <p:nvPr/>
          </p:nvSpPr>
          <p:spPr>
            <a:xfrm>
              <a:off x="2489469" y="20235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2488058" y="293595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t1094"/>
            <p:cNvSpPr/>
            <p:nvPr/>
          </p:nvSpPr>
          <p:spPr>
            <a:xfrm>
              <a:off x="2312729" y="21265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2279833" y="19778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t1096"/>
            <p:cNvSpPr/>
            <p:nvPr/>
          </p:nvSpPr>
          <p:spPr>
            <a:xfrm>
              <a:off x="2355733" y="19342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t1097"/>
            <p:cNvSpPr/>
            <p:nvPr/>
          </p:nvSpPr>
          <p:spPr>
            <a:xfrm>
              <a:off x="2243958" y="19943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2286600" y="18309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t1099"/>
            <p:cNvSpPr/>
            <p:nvPr/>
          </p:nvSpPr>
          <p:spPr>
            <a:xfrm>
              <a:off x="2586916" y="28272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t1100"/>
            <p:cNvSpPr/>
            <p:nvPr/>
          </p:nvSpPr>
          <p:spPr>
            <a:xfrm>
              <a:off x="2211427" y="17713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2535723" y="262250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t1102"/>
            <p:cNvSpPr/>
            <p:nvPr/>
          </p:nvSpPr>
          <p:spPr>
            <a:xfrm>
              <a:off x="2296869" y="19323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t1103"/>
            <p:cNvSpPr/>
            <p:nvPr/>
          </p:nvSpPr>
          <p:spPr>
            <a:xfrm>
              <a:off x="2335242" y="30463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2637615" y="303310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t1105"/>
            <p:cNvSpPr/>
            <p:nvPr/>
          </p:nvSpPr>
          <p:spPr>
            <a:xfrm>
              <a:off x="2822777" y="300084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t1106"/>
            <p:cNvSpPr/>
            <p:nvPr/>
          </p:nvSpPr>
          <p:spPr>
            <a:xfrm>
              <a:off x="2333812" y="307896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2151558" y="257278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t1108"/>
            <p:cNvSpPr/>
            <p:nvPr/>
          </p:nvSpPr>
          <p:spPr>
            <a:xfrm>
              <a:off x="2324798" y="15874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t1109"/>
            <p:cNvSpPr/>
            <p:nvPr/>
          </p:nvSpPr>
          <p:spPr>
            <a:xfrm>
              <a:off x="2357126" y="18085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2117140" y="245827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t1111"/>
            <p:cNvSpPr/>
            <p:nvPr/>
          </p:nvSpPr>
          <p:spPr>
            <a:xfrm>
              <a:off x="2746719" y="317690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t1112"/>
            <p:cNvSpPr/>
            <p:nvPr/>
          </p:nvSpPr>
          <p:spPr>
            <a:xfrm>
              <a:off x="2285111" y="18838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2337332" y="191343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2336210" y="282331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t1115"/>
            <p:cNvSpPr/>
            <p:nvPr/>
          </p:nvSpPr>
          <p:spPr>
            <a:xfrm>
              <a:off x="2449309" y="307868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2686955" y="289972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2864265" y="310668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2104172" y="18527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2171401" y="262689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2364380" y="281429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2599170" y="310158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2277656" y="266488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2224184" y="19095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2146977" y="17588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2356935" y="193572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2425973" y="305223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2404941" y="291774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2525583" y="337115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2438933" y="18235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2324745" y="298671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2974958" y="286367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2450652" y="262974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2326779" y="291213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2381032" y="20624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2356009" y="181862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2384316" y="16185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2422849" y="219902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2397584" y="221696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2397433" y="197499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2352695" y="23654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2156558" y="283461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2494816" y="278121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2194257" y="257972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2331634" y="18332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2133340" y="274047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2249592" y="18395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2406091" y="271639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2213632" y="16838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2552558" y="297902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2285609" y="19152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2309672" y="281706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2735669" y="325627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2174887" y="21789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2257625" y="232073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2361522" y="242624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2309350" y="198559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2176141" y="280100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2402311" y="19494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2205774" y="21047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2283433" y="190234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2390995" y="247570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2377829" y="19588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2416226" y="226647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2383311" y="22008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2458853" y="293091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3313839" y="233788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2302959" y="18110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2420318" y="255321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2493881" y="287858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2302845" y="260424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2382386" y="17251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2283570" y="273547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2281041" y="17755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2132755" y="275345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2255229" y="19072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2290326" y="253046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2205419" y="267733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2449410" y="19568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2305512" y="19079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2292427" y="186162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2256196" y="288461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2395935" y="18992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2276598" y="17494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2298614" y="258313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2232425" y="166118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2213617" y="259228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2182382" y="242779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2498888" y="18999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2958911" y="237757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2315231" y="253292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2319958" y="19188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2468935" y="18268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2334937" y="188162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2284405" y="21877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2190872" y="249951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2328106" y="198685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2728143" y="264125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2160799" y="271632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2245198" y="18383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2335527" y="269379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1883618" y="315190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2332705" y="282354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2317981" y="182066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2182286" y="276338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2483329" y="19481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2132715" y="258730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2482299" y="261267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2369807" y="21920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2227906" y="258257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2376937" y="251498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2259180" y="19335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2342056" y="244865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2492913" y="19753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2805472" y="297477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2671718" y="20094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2289028" y="29234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2490364" y="279247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1997655" y="19300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2409767" y="17851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2201819" y="254246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2295970" y="17697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2057039" y="265096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2467821" y="17294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2597946" y="153053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2500734" y="288234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2496983" y="284012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2481666" y="207832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2523840" y="243023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3217267" y="229558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3715052" y="197063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2988242" y="267706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2920712" y="15549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2808968" y="17257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2834633" y="263668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2326486" y="16516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2298880" y="281246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2968557" y="25427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2470559" y="286359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2289718" y="19744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2635270" y="21909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2402607" y="296991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2435169" y="278113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3039276" y="19889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3025597" y="267731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3743566" y="201143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2998072" y="186654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3078704" y="265592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3843239" y="21060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3143644" y="249198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2383440" y="18246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2344006" y="253535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2545031" y="17803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2287972" y="253277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2055695" y="278150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2462443" y="184304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2383750" y="279163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2519258" y="314022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2424338" y="166137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2313247" y="290155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3083293" y="28699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2586592" y="304166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3628157" y="220800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2078360" y="298289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2629550" y="217606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2606496" y="280032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3411352" y="228646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2414219" y="307954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2449429" y="20551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2519952" y="290139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3558943" y="212866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2271990" y="313685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3413012" y="212843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2591225" y="324941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3677683" y="26618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2730954" y="207150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3669373" y="277983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2560428" y="20920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2562505" y="293613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3439766" y="24600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3570915" y="24465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2393985" y="304736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2662044" y="25323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3497659" y="239639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2723952" y="19998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2661532" y="314510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3257333" y="248302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2707676" y="29740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2824085" y="193466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2545136" y="291060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2675804" y="288907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3173553" y="23641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2979172" y="17228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3002448" y="256016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3657303" y="216035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2870916" y="256367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3660281" y="189378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2855132" y="266114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3044295" y="268854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2645988" y="279628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2785027" y="278119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2648978" y="20811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2329775" y="284602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3415529" y="220095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2496886" y="176320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2275588" y="288802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2801828" y="20486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2532626" y="305657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3378756" y="203665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3436751" y="239306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2403069" y="307782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2858995" y="17976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2828053" y="260744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4286503" y="23401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t1314"/>
            <p:cNvSpPr/>
            <p:nvPr/>
          </p:nvSpPr>
          <p:spPr>
            <a:xfrm>
              <a:off x="3863787" y="234406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t1315"/>
            <p:cNvSpPr/>
            <p:nvPr/>
          </p:nvSpPr>
          <p:spPr>
            <a:xfrm>
              <a:off x="2813990" y="266791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t1316"/>
            <p:cNvSpPr/>
            <p:nvPr/>
          </p:nvSpPr>
          <p:spPr>
            <a:xfrm>
              <a:off x="2670595" y="278703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t1317"/>
            <p:cNvSpPr/>
            <p:nvPr/>
          </p:nvSpPr>
          <p:spPr>
            <a:xfrm>
              <a:off x="2742297" y="19153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t1318"/>
            <p:cNvSpPr/>
            <p:nvPr/>
          </p:nvSpPr>
          <p:spPr>
            <a:xfrm>
              <a:off x="3613771" y="203815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t1319"/>
            <p:cNvSpPr/>
            <p:nvPr/>
          </p:nvSpPr>
          <p:spPr>
            <a:xfrm>
              <a:off x="2652531" y="261901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t1320"/>
            <p:cNvSpPr/>
            <p:nvPr/>
          </p:nvSpPr>
          <p:spPr>
            <a:xfrm>
              <a:off x="2897469" y="17810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t1321"/>
            <p:cNvSpPr/>
            <p:nvPr/>
          </p:nvSpPr>
          <p:spPr>
            <a:xfrm>
              <a:off x="3030752" y="240174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t1322"/>
            <p:cNvSpPr/>
            <p:nvPr/>
          </p:nvSpPr>
          <p:spPr>
            <a:xfrm>
              <a:off x="3930801" y="233245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t1323"/>
            <p:cNvSpPr/>
            <p:nvPr/>
          </p:nvSpPr>
          <p:spPr>
            <a:xfrm>
              <a:off x="3085962" y="268965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t1324"/>
            <p:cNvSpPr/>
            <p:nvPr/>
          </p:nvSpPr>
          <p:spPr>
            <a:xfrm>
              <a:off x="2719701" y="262806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t1325"/>
            <p:cNvSpPr/>
            <p:nvPr/>
          </p:nvSpPr>
          <p:spPr>
            <a:xfrm>
              <a:off x="2937425" y="268663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t1326"/>
            <p:cNvSpPr/>
            <p:nvPr/>
          </p:nvSpPr>
          <p:spPr>
            <a:xfrm>
              <a:off x="4176444" y="194432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t1327"/>
            <p:cNvSpPr/>
            <p:nvPr/>
          </p:nvSpPr>
          <p:spPr>
            <a:xfrm>
              <a:off x="2997530" y="290102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t1328"/>
            <p:cNvSpPr/>
            <p:nvPr/>
          </p:nvSpPr>
          <p:spPr>
            <a:xfrm>
              <a:off x="3027226" y="18113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t1329"/>
            <p:cNvSpPr/>
            <p:nvPr/>
          </p:nvSpPr>
          <p:spPr>
            <a:xfrm>
              <a:off x="3421115" y="260482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t1330"/>
            <p:cNvSpPr/>
            <p:nvPr/>
          </p:nvSpPr>
          <p:spPr>
            <a:xfrm>
              <a:off x="2557987" y="319786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t1331"/>
            <p:cNvSpPr/>
            <p:nvPr/>
          </p:nvSpPr>
          <p:spPr>
            <a:xfrm>
              <a:off x="2809484" y="24293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t1332"/>
            <p:cNvSpPr/>
            <p:nvPr/>
          </p:nvSpPr>
          <p:spPr>
            <a:xfrm>
              <a:off x="4202968" y="260234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t1333"/>
            <p:cNvSpPr/>
            <p:nvPr/>
          </p:nvSpPr>
          <p:spPr>
            <a:xfrm>
              <a:off x="2655089" y="209432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t1334"/>
            <p:cNvSpPr/>
            <p:nvPr/>
          </p:nvSpPr>
          <p:spPr>
            <a:xfrm>
              <a:off x="3245781" y="247735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t1335"/>
            <p:cNvSpPr/>
            <p:nvPr/>
          </p:nvSpPr>
          <p:spPr>
            <a:xfrm>
              <a:off x="2572488" y="187157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t1336"/>
            <p:cNvSpPr/>
            <p:nvPr/>
          </p:nvSpPr>
          <p:spPr>
            <a:xfrm>
              <a:off x="2373541" y="298906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t1337"/>
            <p:cNvSpPr/>
            <p:nvPr/>
          </p:nvSpPr>
          <p:spPr>
            <a:xfrm>
              <a:off x="3516371" y="231915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t1338"/>
            <p:cNvSpPr/>
            <p:nvPr/>
          </p:nvSpPr>
          <p:spPr>
            <a:xfrm>
              <a:off x="2256325" y="284140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t1339"/>
            <p:cNvSpPr/>
            <p:nvPr/>
          </p:nvSpPr>
          <p:spPr>
            <a:xfrm>
              <a:off x="2457718" y="19827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t1340"/>
            <p:cNvSpPr/>
            <p:nvPr/>
          </p:nvSpPr>
          <p:spPr>
            <a:xfrm>
              <a:off x="2706163" y="24325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t1341"/>
            <p:cNvSpPr/>
            <p:nvPr/>
          </p:nvSpPr>
          <p:spPr>
            <a:xfrm>
              <a:off x="2810175" y="230962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t1342"/>
            <p:cNvSpPr/>
            <p:nvPr/>
          </p:nvSpPr>
          <p:spPr>
            <a:xfrm>
              <a:off x="3188448" y="268561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t1343"/>
            <p:cNvSpPr/>
            <p:nvPr/>
          </p:nvSpPr>
          <p:spPr>
            <a:xfrm>
              <a:off x="2564179" y="18377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t1344"/>
            <p:cNvSpPr/>
            <p:nvPr/>
          </p:nvSpPr>
          <p:spPr>
            <a:xfrm>
              <a:off x="2542187" y="291396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t1345"/>
            <p:cNvSpPr/>
            <p:nvPr/>
          </p:nvSpPr>
          <p:spPr>
            <a:xfrm>
              <a:off x="2291150" y="21172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t1346"/>
            <p:cNvSpPr/>
            <p:nvPr/>
          </p:nvSpPr>
          <p:spPr>
            <a:xfrm>
              <a:off x="2354982" y="17179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t1347"/>
            <p:cNvSpPr/>
            <p:nvPr/>
          </p:nvSpPr>
          <p:spPr>
            <a:xfrm>
              <a:off x="2408639" y="20690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t1348"/>
            <p:cNvSpPr/>
            <p:nvPr/>
          </p:nvSpPr>
          <p:spPr>
            <a:xfrm>
              <a:off x="3464779" y="24179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t1349"/>
            <p:cNvSpPr/>
            <p:nvPr/>
          </p:nvSpPr>
          <p:spPr>
            <a:xfrm>
              <a:off x="2153127" y="302155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t1350"/>
            <p:cNvSpPr/>
            <p:nvPr/>
          </p:nvSpPr>
          <p:spPr>
            <a:xfrm>
              <a:off x="2414863" y="19278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t1351"/>
            <p:cNvSpPr/>
            <p:nvPr/>
          </p:nvSpPr>
          <p:spPr>
            <a:xfrm>
              <a:off x="2736376" y="291164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t1352"/>
            <p:cNvSpPr/>
            <p:nvPr/>
          </p:nvSpPr>
          <p:spPr>
            <a:xfrm>
              <a:off x="3415516" y="24081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t1353"/>
            <p:cNvSpPr/>
            <p:nvPr/>
          </p:nvSpPr>
          <p:spPr>
            <a:xfrm>
              <a:off x="2331121" y="19698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t1354"/>
            <p:cNvSpPr/>
            <p:nvPr/>
          </p:nvSpPr>
          <p:spPr>
            <a:xfrm>
              <a:off x="3479081" y="284415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t1355"/>
            <p:cNvSpPr/>
            <p:nvPr/>
          </p:nvSpPr>
          <p:spPr>
            <a:xfrm>
              <a:off x="2643762" y="15868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t1356"/>
            <p:cNvSpPr/>
            <p:nvPr/>
          </p:nvSpPr>
          <p:spPr>
            <a:xfrm>
              <a:off x="2947887" y="29425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t1357"/>
            <p:cNvSpPr/>
            <p:nvPr/>
          </p:nvSpPr>
          <p:spPr>
            <a:xfrm>
              <a:off x="2554489" y="32060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t1358"/>
            <p:cNvSpPr/>
            <p:nvPr/>
          </p:nvSpPr>
          <p:spPr>
            <a:xfrm>
              <a:off x="2333391" y="21298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3299508" y="18872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3281537" y="20415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2426503" y="214843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2375275" y="17825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2325419" y="308066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3556667" y="229693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3036500" y="257590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2261341" y="17947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3568793" y="248489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3674845" y="265779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3049688" y="291481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3259606" y="286495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2437590" y="211113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3552050" y="23352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2980985" y="284049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2499270" y="22541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3585881" y="23141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3697037" y="238480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2420954" y="21760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3005372" y="256617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2542015" y="21916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3117593" y="262857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3134786" y="278528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2939541" y="19717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3560899" y="237726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2617585" y="334040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3112716" y="27731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2603731" y="199144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3577816" y="231354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2459263" y="23923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2765025" y="318043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3176495" y="279338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2606236" y="17694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2445548" y="19917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2880343" y="298017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2475195" y="19227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2396521" y="299131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3429389" y="20749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2305146" y="18438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3153051" y="251634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2427219" y="281193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3540571" y="216834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2332414" y="19399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3154163" y="289536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2589980" y="17634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3977222" y="246689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3366278" y="267271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2432063" y="18272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2885951" y="274504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2421645" y="300337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2321490" y="20667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2386212" y="314341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2552986" y="212234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2199499" y="280799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2366804" y="17308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2429774" y="225160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3253056" y="245438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3297014" y="278781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2398095" y="18329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3314096" y="306127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2770504" y="19090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2558085" y="338062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3595580" y="215736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2481113" y="322886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2481273" y="19390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2442441" y="303849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2379421" y="20334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2781345" y="253515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3176551" y="228680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2249336" y="287251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3116818" y="276986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2973027" y="225848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3344057" y="279690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2587350" y="19722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2471553" y="305443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2601254" y="24804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2361489" y="186759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2887337" y="254210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2320341" y="279315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2862140" y="280546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2891157" y="235422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2536221" y="22775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3561749" y="21933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2649131" y="315675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2442768" y="18724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2365450" y="192955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3045954" y="285264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3209311" y="28006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2880435" y="269118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3385699" y="189983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2650697" y="295824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2775691" y="272232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2816406" y="272950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3219743" y="187216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3530100" y="183389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2573314" y="299071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3239426" y="253426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2919603" y="292329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3334480" y="199035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2723095" y="266157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3401524" y="22525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t1460"/>
            <p:cNvSpPr/>
            <p:nvPr/>
          </p:nvSpPr>
          <p:spPr>
            <a:xfrm>
              <a:off x="3226417" y="311451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t1461"/>
            <p:cNvSpPr/>
            <p:nvPr/>
          </p:nvSpPr>
          <p:spPr>
            <a:xfrm>
              <a:off x="3597879" y="220830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t1462"/>
            <p:cNvSpPr/>
            <p:nvPr/>
          </p:nvSpPr>
          <p:spPr>
            <a:xfrm>
              <a:off x="3374447" y="186056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t1463"/>
            <p:cNvSpPr/>
            <p:nvPr/>
          </p:nvSpPr>
          <p:spPr>
            <a:xfrm>
              <a:off x="3350334" y="26596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t1464"/>
            <p:cNvSpPr/>
            <p:nvPr/>
          </p:nvSpPr>
          <p:spPr>
            <a:xfrm>
              <a:off x="3422589" y="278169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t1465"/>
            <p:cNvSpPr/>
            <p:nvPr/>
          </p:nvSpPr>
          <p:spPr>
            <a:xfrm>
              <a:off x="3213785" y="230114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t1466"/>
            <p:cNvSpPr/>
            <p:nvPr/>
          </p:nvSpPr>
          <p:spPr>
            <a:xfrm>
              <a:off x="3109391" y="308039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t1467"/>
            <p:cNvSpPr/>
            <p:nvPr/>
          </p:nvSpPr>
          <p:spPr>
            <a:xfrm>
              <a:off x="3024294" y="253907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t1468"/>
            <p:cNvSpPr/>
            <p:nvPr/>
          </p:nvSpPr>
          <p:spPr>
            <a:xfrm>
              <a:off x="3150411" y="245207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t1469"/>
            <p:cNvSpPr/>
            <p:nvPr/>
          </p:nvSpPr>
          <p:spPr>
            <a:xfrm>
              <a:off x="3258800" y="209453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t1470"/>
            <p:cNvSpPr/>
            <p:nvPr/>
          </p:nvSpPr>
          <p:spPr>
            <a:xfrm>
              <a:off x="2783363" y="263135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t1471"/>
            <p:cNvSpPr/>
            <p:nvPr/>
          </p:nvSpPr>
          <p:spPr>
            <a:xfrm>
              <a:off x="3038361" y="192623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t1472"/>
            <p:cNvSpPr/>
            <p:nvPr/>
          </p:nvSpPr>
          <p:spPr>
            <a:xfrm>
              <a:off x="3569293" y="19732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t1473"/>
            <p:cNvSpPr/>
            <p:nvPr/>
          </p:nvSpPr>
          <p:spPr>
            <a:xfrm>
              <a:off x="3219672" y="299744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t1474"/>
            <p:cNvSpPr/>
            <p:nvPr/>
          </p:nvSpPr>
          <p:spPr>
            <a:xfrm>
              <a:off x="3094116" y="231377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t1475"/>
            <p:cNvSpPr/>
            <p:nvPr/>
          </p:nvSpPr>
          <p:spPr>
            <a:xfrm>
              <a:off x="3097925" y="302855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t1476"/>
            <p:cNvSpPr/>
            <p:nvPr/>
          </p:nvSpPr>
          <p:spPr>
            <a:xfrm>
              <a:off x="3297292" y="20179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t1477"/>
            <p:cNvSpPr/>
            <p:nvPr/>
          </p:nvSpPr>
          <p:spPr>
            <a:xfrm>
              <a:off x="3356625" y="205809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t1478"/>
            <p:cNvSpPr/>
            <p:nvPr/>
          </p:nvSpPr>
          <p:spPr>
            <a:xfrm>
              <a:off x="2571784" y="303444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t1479"/>
            <p:cNvSpPr/>
            <p:nvPr/>
          </p:nvSpPr>
          <p:spPr>
            <a:xfrm>
              <a:off x="2958757" y="273377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t1480"/>
            <p:cNvSpPr/>
            <p:nvPr/>
          </p:nvSpPr>
          <p:spPr>
            <a:xfrm>
              <a:off x="3403219" y="192703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t1481"/>
            <p:cNvSpPr/>
            <p:nvPr/>
          </p:nvSpPr>
          <p:spPr>
            <a:xfrm>
              <a:off x="3110360" y="277850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t1482"/>
            <p:cNvSpPr/>
            <p:nvPr/>
          </p:nvSpPr>
          <p:spPr>
            <a:xfrm>
              <a:off x="3353428" y="187927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t1483"/>
            <p:cNvSpPr/>
            <p:nvPr/>
          </p:nvSpPr>
          <p:spPr>
            <a:xfrm>
              <a:off x="3345442" y="19396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t1484"/>
            <p:cNvSpPr/>
            <p:nvPr/>
          </p:nvSpPr>
          <p:spPr>
            <a:xfrm>
              <a:off x="2926217" y="290679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t1485"/>
            <p:cNvSpPr/>
            <p:nvPr/>
          </p:nvSpPr>
          <p:spPr>
            <a:xfrm>
              <a:off x="3168296" y="207507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t1486"/>
            <p:cNvSpPr/>
            <p:nvPr/>
          </p:nvSpPr>
          <p:spPr>
            <a:xfrm>
              <a:off x="3183405" y="211723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t1487"/>
            <p:cNvSpPr/>
            <p:nvPr/>
          </p:nvSpPr>
          <p:spPr>
            <a:xfrm>
              <a:off x="3391590" y="199465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t1488"/>
            <p:cNvSpPr/>
            <p:nvPr/>
          </p:nvSpPr>
          <p:spPr>
            <a:xfrm>
              <a:off x="3250237" y="30320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t1489"/>
            <p:cNvSpPr/>
            <p:nvPr/>
          </p:nvSpPr>
          <p:spPr>
            <a:xfrm>
              <a:off x="3303670" y="26351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t1490"/>
            <p:cNvSpPr/>
            <p:nvPr/>
          </p:nvSpPr>
          <p:spPr>
            <a:xfrm>
              <a:off x="2981614" y="277428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t1491"/>
            <p:cNvSpPr/>
            <p:nvPr/>
          </p:nvSpPr>
          <p:spPr>
            <a:xfrm>
              <a:off x="3570848" y="197096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t1492"/>
            <p:cNvSpPr/>
            <p:nvPr/>
          </p:nvSpPr>
          <p:spPr>
            <a:xfrm>
              <a:off x="2814447" y="265248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t1493"/>
            <p:cNvSpPr/>
            <p:nvPr/>
          </p:nvSpPr>
          <p:spPr>
            <a:xfrm>
              <a:off x="3032771" y="265742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t1494"/>
            <p:cNvSpPr/>
            <p:nvPr/>
          </p:nvSpPr>
          <p:spPr>
            <a:xfrm>
              <a:off x="3287636" y="187089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t1495"/>
            <p:cNvSpPr/>
            <p:nvPr/>
          </p:nvSpPr>
          <p:spPr>
            <a:xfrm>
              <a:off x="3238906" y="2739274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6"/>
            <p:cNvSpPr/>
            <p:nvPr/>
          </p:nvSpPr>
          <p:spPr>
            <a:xfrm>
              <a:off x="2853543" y="268306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7"/>
            <p:cNvSpPr/>
            <p:nvPr/>
          </p:nvSpPr>
          <p:spPr>
            <a:xfrm>
              <a:off x="3379473" y="18799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8"/>
            <p:cNvSpPr/>
            <p:nvPr/>
          </p:nvSpPr>
          <p:spPr>
            <a:xfrm>
              <a:off x="2521995" y="313831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499"/>
            <p:cNvSpPr/>
            <p:nvPr/>
          </p:nvSpPr>
          <p:spPr>
            <a:xfrm>
              <a:off x="3243534" y="280595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0"/>
            <p:cNvSpPr/>
            <p:nvPr/>
          </p:nvSpPr>
          <p:spPr>
            <a:xfrm>
              <a:off x="3036744" y="317851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1"/>
            <p:cNvSpPr/>
            <p:nvPr/>
          </p:nvSpPr>
          <p:spPr>
            <a:xfrm>
              <a:off x="3543982" y="174598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2"/>
            <p:cNvSpPr/>
            <p:nvPr/>
          </p:nvSpPr>
          <p:spPr>
            <a:xfrm>
              <a:off x="3186809" y="304184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3"/>
            <p:cNvSpPr/>
            <p:nvPr/>
          </p:nvSpPr>
          <p:spPr>
            <a:xfrm>
              <a:off x="3031142" y="288634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4"/>
            <p:cNvSpPr/>
            <p:nvPr/>
          </p:nvSpPr>
          <p:spPr>
            <a:xfrm>
              <a:off x="3054862" y="285348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5"/>
            <p:cNvSpPr/>
            <p:nvPr/>
          </p:nvSpPr>
          <p:spPr>
            <a:xfrm>
              <a:off x="3642803" y="20317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6"/>
            <p:cNvSpPr/>
            <p:nvPr/>
          </p:nvSpPr>
          <p:spPr>
            <a:xfrm>
              <a:off x="3283709" y="20939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7"/>
            <p:cNvSpPr/>
            <p:nvPr/>
          </p:nvSpPr>
          <p:spPr>
            <a:xfrm>
              <a:off x="3040407" y="271174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8"/>
            <p:cNvSpPr/>
            <p:nvPr/>
          </p:nvSpPr>
          <p:spPr>
            <a:xfrm>
              <a:off x="2791529" y="266381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09"/>
            <p:cNvSpPr/>
            <p:nvPr/>
          </p:nvSpPr>
          <p:spPr>
            <a:xfrm>
              <a:off x="3270047" y="17481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0"/>
            <p:cNvSpPr/>
            <p:nvPr/>
          </p:nvSpPr>
          <p:spPr>
            <a:xfrm>
              <a:off x="2911059" y="264618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1"/>
            <p:cNvSpPr/>
            <p:nvPr/>
          </p:nvSpPr>
          <p:spPr>
            <a:xfrm>
              <a:off x="3533246" y="19472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2"/>
            <p:cNvSpPr/>
            <p:nvPr/>
          </p:nvSpPr>
          <p:spPr>
            <a:xfrm>
              <a:off x="3139843" y="182068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3"/>
            <p:cNvSpPr/>
            <p:nvPr/>
          </p:nvSpPr>
          <p:spPr>
            <a:xfrm>
              <a:off x="2474464" y="260097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4"/>
            <p:cNvSpPr/>
            <p:nvPr/>
          </p:nvSpPr>
          <p:spPr>
            <a:xfrm>
              <a:off x="3283185" y="294089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5"/>
            <p:cNvSpPr/>
            <p:nvPr/>
          </p:nvSpPr>
          <p:spPr>
            <a:xfrm>
              <a:off x="3209379" y="266781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6"/>
            <p:cNvSpPr/>
            <p:nvPr/>
          </p:nvSpPr>
          <p:spPr>
            <a:xfrm>
              <a:off x="3005665" y="293812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7"/>
            <p:cNvSpPr/>
            <p:nvPr/>
          </p:nvSpPr>
          <p:spPr>
            <a:xfrm>
              <a:off x="2985160" y="21066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8"/>
            <p:cNvSpPr/>
            <p:nvPr/>
          </p:nvSpPr>
          <p:spPr>
            <a:xfrm>
              <a:off x="2852008" y="189099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19"/>
            <p:cNvSpPr/>
            <p:nvPr/>
          </p:nvSpPr>
          <p:spPr>
            <a:xfrm>
              <a:off x="2995123" y="270563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0"/>
            <p:cNvSpPr/>
            <p:nvPr/>
          </p:nvSpPr>
          <p:spPr>
            <a:xfrm>
              <a:off x="2584461" y="268204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1"/>
            <p:cNvSpPr/>
            <p:nvPr/>
          </p:nvSpPr>
          <p:spPr>
            <a:xfrm>
              <a:off x="3311999" y="189904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2"/>
            <p:cNvSpPr/>
            <p:nvPr/>
          </p:nvSpPr>
          <p:spPr>
            <a:xfrm>
              <a:off x="3283330" y="196794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3"/>
            <p:cNvSpPr/>
            <p:nvPr/>
          </p:nvSpPr>
          <p:spPr>
            <a:xfrm>
              <a:off x="2854520" y="285600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4"/>
            <p:cNvSpPr/>
            <p:nvPr/>
          </p:nvSpPr>
          <p:spPr>
            <a:xfrm>
              <a:off x="2929811" y="273586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5"/>
            <p:cNvSpPr/>
            <p:nvPr/>
          </p:nvSpPr>
          <p:spPr>
            <a:xfrm>
              <a:off x="3278864" y="178605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6"/>
            <p:cNvSpPr/>
            <p:nvPr/>
          </p:nvSpPr>
          <p:spPr>
            <a:xfrm>
              <a:off x="3301077" y="21777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7"/>
            <p:cNvSpPr/>
            <p:nvPr/>
          </p:nvSpPr>
          <p:spPr>
            <a:xfrm>
              <a:off x="3306508" y="282381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8"/>
            <p:cNvSpPr/>
            <p:nvPr/>
          </p:nvSpPr>
          <p:spPr>
            <a:xfrm>
              <a:off x="3046232" y="275772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29"/>
            <p:cNvSpPr/>
            <p:nvPr/>
          </p:nvSpPr>
          <p:spPr>
            <a:xfrm>
              <a:off x="3034499" y="26068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0"/>
            <p:cNvSpPr/>
            <p:nvPr/>
          </p:nvSpPr>
          <p:spPr>
            <a:xfrm>
              <a:off x="3476879" y="19110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1"/>
            <p:cNvSpPr/>
            <p:nvPr/>
          </p:nvSpPr>
          <p:spPr>
            <a:xfrm>
              <a:off x="3344899" y="218854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2"/>
            <p:cNvSpPr/>
            <p:nvPr/>
          </p:nvSpPr>
          <p:spPr>
            <a:xfrm>
              <a:off x="3009552" y="26183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3"/>
            <p:cNvSpPr/>
            <p:nvPr/>
          </p:nvSpPr>
          <p:spPr>
            <a:xfrm>
              <a:off x="3223097" y="19786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t1534"/>
            <p:cNvSpPr/>
            <p:nvPr/>
          </p:nvSpPr>
          <p:spPr>
            <a:xfrm>
              <a:off x="3393002" y="222970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t1535"/>
            <p:cNvSpPr/>
            <p:nvPr/>
          </p:nvSpPr>
          <p:spPr>
            <a:xfrm>
              <a:off x="3011523" y="301527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t1536"/>
            <p:cNvSpPr/>
            <p:nvPr/>
          </p:nvSpPr>
          <p:spPr>
            <a:xfrm>
              <a:off x="3372174" y="273729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t1537"/>
            <p:cNvSpPr/>
            <p:nvPr/>
          </p:nvSpPr>
          <p:spPr>
            <a:xfrm>
              <a:off x="3214516" y="237985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t1538"/>
            <p:cNvSpPr/>
            <p:nvPr/>
          </p:nvSpPr>
          <p:spPr>
            <a:xfrm>
              <a:off x="2989213" y="288982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t1539"/>
            <p:cNvSpPr/>
            <p:nvPr/>
          </p:nvSpPr>
          <p:spPr>
            <a:xfrm>
              <a:off x="3299990" y="296583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t1540"/>
            <p:cNvSpPr/>
            <p:nvPr/>
          </p:nvSpPr>
          <p:spPr>
            <a:xfrm>
              <a:off x="3591944" y="20610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t1541"/>
            <p:cNvSpPr/>
            <p:nvPr/>
          </p:nvSpPr>
          <p:spPr>
            <a:xfrm>
              <a:off x="2356253" y="242536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t1542"/>
            <p:cNvSpPr/>
            <p:nvPr/>
          </p:nvSpPr>
          <p:spPr>
            <a:xfrm>
              <a:off x="2455154" y="19832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t1543"/>
            <p:cNvSpPr/>
            <p:nvPr/>
          </p:nvSpPr>
          <p:spPr>
            <a:xfrm>
              <a:off x="3424309" y="21099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t1544"/>
            <p:cNvSpPr/>
            <p:nvPr/>
          </p:nvSpPr>
          <p:spPr>
            <a:xfrm>
              <a:off x="3462075" y="267398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t1545"/>
            <p:cNvSpPr/>
            <p:nvPr/>
          </p:nvSpPr>
          <p:spPr>
            <a:xfrm>
              <a:off x="2471535" y="278276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t1546"/>
            <p:cNvSpPr/>
            <p:nvPr/>
          </p:nvSpPr>
          <p:spPr>
            <a:xfrm>
              <a:off x="2372220" y="278122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t1547"/>
            <p:cNvSpPr/>
            <p:nvPr/>
          </p:nvSpPr>
          <p:spPr>
            <a:xfrm>
              <a:off x="2370178" y="309796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t1548"/>
            <p:cNvSpPr/>
            <p:nvPr/>
          </p:nvSpPr>
          <p:spPr>
            <a:xfrm>
              <a:off x="3540986" y="19582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t1549"/>
            <p:cNvSpPr/>
            <p:nvPr/>
          </p:nvSpPr>
          <p:spPr>
            <a:xfrm>
              <a:off x="2300561" y="271581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t1550"/>
            <p:cNvSpPr/>
            <p:nvPr/>
          </p:nvSpPr>
          <p:spPr>
            <a:xfrm>
              <a:off x="2363125" y="310085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t1551"/>
            <p:cNvSpPr/>
            <p:nvPr/>
          </p:nvSpPr>
          <p:spPr>
            <a:xfrm>
              <a:off x="2204252" y="28463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t1552"/>
            <p:cNvSpPr/>
            <p:nvPr/>
          </p:nvSpPr>
          <p:spPr>
            <a:xfrm>
              <a:off x="2355354" y="203975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t1553"/>
            <p:cNvSpPr/>
            <p:nvPr/>
          </p:nvSpPr>
          <p:spPr>
            <a:xfrm>
              <a:off x="3843161" y="19542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t1554"/>
            <p:cNvSpPr/>
            <p:nvPr/>
          </p:nvSpPr>
          <p:spPr>
            <a:xfrm>
              <a:off x="3358684" y="283072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t1555"/>
            <p:cNvSpPr/>
            <p:nvPr/>
          </p:nvSpPr>
          <p:spPr>
            <a:xfrm>
              <a:off x="2929815" y="256053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t1556"/>
            <p:cNvSpPr/>
            <p:nvPr/>
          </p:nvSpPr>
          <p:spPr>
            <a:xfrm>
              <a:off x="2793938" y="268547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t1557"/>
            <p:cNvSpPr/>
            <p:nvPr/>
          </p:nvSpPr>
          <p:spPr>
            <a:xfrm>
              <a:off x="2900258" y="184053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t1558"/>
            <p:cNvSpPr/>
            <p:nvPr/>
          </p:nvSpPr>
          <p:spPr>
            <a:xfrm>
              <a:off x="2873566" y="260014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t1559"/>
            <p:cNvSpPr/>
            <p:nvPr/>
          </p:nvSpPr>
          <p:spPr>
            <a:xfrm>
              <a:off x="2728173" y="233428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t1560"/>
            <p:cNvSpPr/>
            <p:nvPr/>
          </p:nvSpPr>
          <p:spPr>
            <a:xfrm>
              <a:off x="2463361" y="20839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t1561"/>
            <p:cNvSpPr/>
            <p:nvPr/>
          </p:nvSpPr>
          <p:spPr>
            <a:xfrm>
              <a:off x="3294313" y="266149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t1562"/>
            <p:cNvSpPr/>
            <p:nvPr/>
          </p:nvSpPr>
          <p:spPr>
            <a:xfrm>
              <a:off x="2242127" y="298703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t1563"/>
            <p:cNvSpPr/>
            <p:nvPr/>
          </p:nvSpPr>
          <p:spPr>
            <a:xfrm>
              <a:off x="2406747" y="20894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t1564"/>
            <p:cNvSpPr/>
            <p:nvPr/>
          </p:nvSpPr>
          <p:spPr>
            <a:xfrm>
              <a:off x="3260922" y="265454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t1565"/>
            <p:cNvSpPr/>
            <p:nvPr/>
          </p:nvSpPr>
          <p:spPr>
            <a:xfrm>
              <a:off x="3293358" y="231916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t1566"/>
            <p:cNvSpPr/>
            <p:nvPr/>
          </p:nvSpPr>
          <p:spPr>
            <a:xfrm>
              <a:off x="2766463" y="21992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t1567"/>
            <p:cNvSpPr/>
            <p:nvPr/>
          </p:nvSpPr>
          <p:spPr>
            <a:xfrm>
              <a:off x="3257519" y="221585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t1568"/>
            <p:cNvSpPr/>
            <p:nvPr/>
          </p:nvSpPr>
          <p:spPr>
            <a:xfrm>
              <a:off x="2527078" y="297037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t1569"/>
            <p:cNvSpPr/>
            <p:nvPr/>
          </p:nvSpPr>
          <p:spPr>
            <a:xfrm>
              <a:off x="2466302" y="33236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t1570"/>
            <p:cNvSpPr/>
            <p:nvPr/>
          </p:nvSpPr>
          <p:spPr>
            <a:xfrm>
              <a:off x="3507369" y="200863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t1571"/>
            <p:cNvSpPr/>
            <p:nvPr/>
          </p:nvSpPr>
          <p:spPr>
            <a:xfrm>
              <a:off x="2566849" y="30763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t1572"/>
            <p:cNvSpPr/>
            <p:nvPr/>
          </p:nvSpPr>
          <p:spPr>
            <a:xfrm>
              <a:off x="2310378" y="20144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t1573"/>
            <p:cNvSpPr/>
            <p:nvPr/>
          </p:nvSpPr>
          <p:spPr>
            <a:xfrm>
              <a:off x="2874421" y="215948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t1574"/>
            <p:cNvSpPr/>
            <p:nvPr/>
          </p:nvSpPr>
          <p:spPr>
            <a:xfrm>
              <a:off x="2704614" y="281465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t1575"/>
            <p:cNvSpPr/>
            <p:nvPr/>
          </p:nvSpPr>
          <p:spPr>
            <a:xfrm>
              <a:off x="2822678" y="281586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t1576"/>
            <p:cNvSpPr/>
            <p:nvPr/>
          </p:nvSpPr>
          <p:spPr>
            <a:xfrm>
              <a:off x="2710589" y="279614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t1577"/>
            <p:cNvSpPr/>
            <p:nvPr/>
          </p:nvSpPr>
          <p:spPr>
            <a:xfrm>
              <a:off x="2679208" y="291977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t1578"/>
            <p:cNvSpPr/>
            <p:nvPr/>
          </p:nvSpPr>
          <p:spPr>
            <a:xfrm>
              <a:off x="2677062" y="299463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t1579"/>
            <p:cNvSpPr/>
            <p:nvPr/>
          </p:nvSpPr>
          <p:spPr>
            <a:xfrm>
              <a:off x="3653296" y="200383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t1580"/>
            <p:cNvSpPr/>
            <p:nvPr/>
          </p:nvSpPr>
          <p:spPr>
            <a:xfrm>
              <a:off x="2679877" y="17380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t1581"/>
            <p:cNvSpPr/>
            <p:nvPr/>
          </p:nvSpPr>
          <p:spPr>
            <a:xfrm>
              <a:off x="3417485" y="20557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t1582"/>
            <p:cNvSpPr/>
            <p:nvPr/>
          </p:nvSpPr>
          <p:spPr>
            <a:xfrm>
              <a:off x="2459434" y="276362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t1583"/>
            <p:cNvSpPr/>
            <p:nvPr/>
          </p:nvSpPr>
          <p:spPr>
            <a:xfrm>
              <a:off x="2704663" y="254078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t1584"/>
            <p:cNvSpPr/>
            <p:nvPr/>
          </p:nvSpPr>
          <p:spPr>
            <a:xfrm>
              <a:off x="2639031" y="295829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t1585"/>
            <p:cNvSpPr/>
            <p:nvPr/>
          </p:nvSpPr>
          <p:spPr>
            <a:xfrm>
              <a:off x="2580165" y="255807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t1586"/>
            <p:cNvSpPr/>
            <p:nvPr/>
          </p:nvSpPr>
          <p:spPr>
            <a:xfrm>
              <a:off x="2803495" y="247003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t1587"/>
            <p:cNvSpPr/>
            <p:nvPr/>
          </p:nvSpPr>
          <p:spPr>
            <a:xfrm>
              <a:off x="2903686" y="281022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t1588"/>
            <p:cNvSpPr/>
            <p:nvPr/>
          </p:nvSpPr>
          <p:spPr>
            <a:xfrm>
              <a:off x="2754032" y="19502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t1589"/>
            <p:cNvSpPr/>
            <p:nvPr/>
          </p:nvSpPr>
          <p:spPr>
            <a:xfrm>
              <a:off x="3274336" y="269244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t1590"/>
            <p:cNvSpPr/>
            <p:nvPr/>
          </p:nvSpPr>
          <p:spPr>
            <a:xfrm>
              <a:off x="3775379" y="206634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t1591"/>
            <p:cNvSpPr/>
            <p:nvPr/>
          </p:nvSpPr>
          <p:spPr>
            <a:xfrm>
              <a:off x="2938912" y="289543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t1592"/>
            <p:cNvSpPr/>
            <p:nvPr/>
          </p:nvSpPr>
          <p:spPr>
            <a:xfrm>
              <a:off x="3030645" y="263143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t1593"/>
            <p:cNvSpPr/>
            <p:nvPr/>
          </p:nvSpPr>
          <p:spPr>
            <a:xfrm>
              <a:off x="3019393" y="254627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t1594"/>
            <p:cNvSpPr/>
            <p:nvPr/>
          </p:nvSpPr>
          <p:spPr>
            <a:xfrm>
              <a:off x="2499730" y="278488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t1595"/>
            <p:cNvSpPr/>
            <p:nvPr/>
          </p:nvSpPr>
          <p:spPr>
            <a:xfrm>
              <a:off x="2494188" y="19471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t1596"/>
            <p:cNvSpPr/>
            <p:nvPr/>
          </p:nvSpPr>
          <p:spPr>
            <a:xfrm>
              <a:off x="2172459" y="284827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t1597"/>
            <p:cNvSpPr/>
            <p:nvPr/>
          </p:nvSpPr>
          <p:spPr>
            <a:xfrm>
              <a:off x="2265954" y="285236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t1598"/>
            <p:cNvSpPr/>
            <p:nvPr/>
          </p:nvSpPr>
          <p:spPr>
            <a:xfrm>
              <a:off x="2337059" y="27868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t1599"/>
            <p:cNvSpPr/>
            <p:nvPr/>
          </p:nvSpPr>
          <p:spPr>
            <a:xfrm>
              <a:off x="2325862" y="278955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t1600"/>
            <p:cNvSpPr/>
            <p:nvPr/>
          </p:nvSpPr>
          <p:spPr>
            <a:xfrm>
              <a:off x="2381343" y="317197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t1601"/>
            <p:cNvSpPr/>
            <p:nvPr/>
          </p:nvSpPr>
          <p:spPr>
            <a:xfrm>
              <a:off x="2443629" y="18161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t1602"/>
            <p:cNvSpPr/>
            <p:nvPr/>
          </p:nvSpPr>
          <p:spPr>
            <a:xfrm>
              <a:off x="3151413" y="289394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t1603"/>
            <p:cNvSpPr/>
            <p:nvPr/>
          </p:nvSpPr>
          <p:spPr>
            <a:xfrm>
              <a:off x="2437199" y="21093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t1604"/>
            <p:cNvSpPr/>
            <p:nvPr/>
          </p:nvSpPr>
          <p:spPr>
            <a:xfrm>
              <a:off x="3561622" y="24307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t1605"/>
            <p:cNvSpPr/>
            <p:nvPr/>
          </p:nvSpPr>
          <p:spPr>
            <a:xfrm>
              <a:off x="2492517" y="298057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t1606"/>
            <p:cNvSpPr/>
            <p:nvPr/>
          </p:nvSpPr>
          <p:spPr>
            <a:xfrm>
              <a:off x="3511947" y="25649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t1607"/>
            <p:cNvSpPr/>
            <p:nvPr/>
          </p:nvSpPr>
          <p:spPr>
            <a:xfrm>
              <a:off x="2885552" y="19556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t1608"/>
            <p:cNvSpPr/>
            <p:nvPr/>
          </p:nvSpPr>
          <p:spPr>
            <a:xfrm>
              <a:off x="2721915" y="266957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t1609"/>
            <p:cNvSpPr/>
            <p:nvPr/>
          </p:nvSpPr>
          <p:spPr>
            <a:xfrm>
              <a:off x="2858791" y="251582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t1610"/>
            <p:cNvSpPr/>
            <p:nvPr/>
          </p:nvSpPr>
          <p:spPr>
            <a:xfrm>
              <a:off x="3223860" y="243262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t1611"/>
            <p:cNvSpPr/>
            <p:nvPr/>
          </p:nvSpPr>
          <p:spPr>
            <a:xfrm>
              <a:off x="4106680" y="215619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t1612"/>
            <p:cNvSpPr/>
            <p:nvPr/>
          </p:nvSpPr>
          <p:spPr>
            <a:xfrm>
              <a:off x="2764730" y="20245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t1613"/>
            <p:cNvSpPr/>
            <p:nvPr/>
          </p:nvSpPr>
          <p:spPr>
            <a:xfrm>
              <a:off x="3364034" y="27640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t1614"/>
            <p:cNvSpPr/>
            <p:nvPr/>
          </p:nvSpPr>
          <p:spPr>
            <a:xfrm>
              <a:off x="2382302" y="17985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t1615"/>
            <p:cNvSpPr/>
            <p:nvPr/>
          </p:nvSpPr>
          <p:spPr>
            <a:xfrm>
              <a:off x="2845340" y="268197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t1616"/>
            <p:cNvSpPr/>
            <p:nvPr/>
          </p:nvSpPr>
          <p:spPr>
            <a:xfrm>
              <a:off x="2655623" y="269219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t1617"/>
            <p:cNvSpPr/>
            <p:nvPr/>
          </p:nvSpPr>
          <p:spPr>
            <a:xfrm>
              <a:off x="2762040" y="290339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t1618"/>
            <p:cNvSpPr/>
            <p:nvPr/>
          </p:nvSpPr>
          <p:spPr>
            <a:xfrm>
              <a:off x="2969212" y="263711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t1619"/>
            <p:cNvSpPr/>
            <p:nvPr/>
          </p:nvSpPr>
          <p:spPr>
            <a:xfrm>
              <a:off x="2542853" y="292514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t1620"/>
            <p:cNvSpPr/>
            <p:nvPr/>
          </p:nvSpPr>
          <p:spPr>
            <a:xfrm>
              <a:off x="2558511" y="291489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t1621"/>
            <p:cNvSpPr/>
            <p:nvPr/>
          </p:nvSpPr>
          <p:spPr>
            <a:xfrm>
              <a:off x="2582809" y="273305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t1622"/>
            <p:cNvSpPr/>
            <p:nvPr/>
          </p:nvSpPr>
          <p:spPr>
            <a:xfrm>
              <a:off x="4016666" y="228465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t1623"/>
            <p:cNvSpPr/>
            <p:nvPr/>
          </p:nvSpPr>
          <p:spPr>
            <a:xfrm>
              <a:off x="3170103" y="290230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t1624"/>
            <p:cNvSpPr/>
            <p:nvPr/>
          </p:nvSpPr>
          <p:spPr>
            <a:xfrm>
              <a:off x="2336875" y="282353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t1625"/>
            <p:cNvSpPr/>
            <p:nvPr/>
          </p:nvSpPr>
          <p:spPr>
            <a:xfrm>
              <a:off x="2170104" y="263433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t1626"/>
            <p:cNvSpPr/>
            <p:nvPr/>
          </p:nvSpPr>
          <p:spPr>
            <a:xfrm>
              <a:off x="3520187" y="205516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t1627"/>
            <p:cNvSpPr/>
            <p:nvPr/>
          </p:nvSpPr>
          <p:spPr>
            <a:xfrm>
              <a:off x="2543676" y="325244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t1628"/>
            <p:cNvSpPr/>
            <p:nvPr/>
          </p:nvSpPr>
          <p:spPr>
            <a:xfrm>
              <a:off x="2271550" y="224008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t1629"/>
            <p:cNvSpPr/>
            <p:nvPr/>
          </p:nvSpPr>
          <p:spPr>
            <a:xfrm>
              <a:off x="2624469" y="266356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t1630"/>
            <p:cNvSpPr/>
            <p:nvPr/>
          </p:nvSpPr>
          <p:spPr>
            <a:xfrm>
              <a:off x="2751141" y="282979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t1631"/>
            <p:cNvSpPr/>
            <p:nvPr/>
          </p:nvSpPr>
          <p:spPr>
            <a:xfrm>
              <a:off x="3492460" y="200533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t1632"/>
            <p:cNvSpPr/>
            <p:nvPr/>
          </p:nvSpPr>
          <p:spPr>
            <a:xfrm>
              <a:off x="2401098" y="273589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t1633"/>
            <p:cNvSpPr/>
            <p:nvPr/>
          </p:nvSpPr>
          <p:spPr>
            <a:xfrm>
              <a:off x="2323407" y="223120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t1634"/>
            <p:cNvSpPr/>
            <p:nvPr/>
          </p:nvSpPr>
          <p:spPr>
            <a:xfrm>
              <a:off x="2230298" y="305642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t1635"/>
            <p:cNvSpPr/>
            <p:nvPr/>
          </p:nvSpPr>
          <p:spPr>
            <a:xfrm>
              <a:off x="2435360" y="277711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t1636"/>
            <p:cNvSpPr/>
            <p:nvPr/>
          </p:nvSpPr>
          <p:spPr>
            <a:xfrm>
              <a:off x="2434120" y="20366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t1637"/>
            <p:cNvSpPr/>
            <p:nvPr/>
          </p:nvSpPr>
          <p:spPr>
            <a:xfrm>
              <a:off x="2563674" y="299509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t1638"/>
            <p:cNvSpPr/>
            <p:nvPr/>
          </p:nvSpPr>
          <p:spPr>
            <a:xfrm>
              <a:off x="3205390" y="266659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t1639"/>
            <p:cNvSpPr/>
            <p:nvPr/>
          </p:nvSpPr>
          <p:spPr>
            <a:xfrm>
              <a:off x="2587133" y="273352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t1640"/>
            <p:cNvSpPr/>
            <p:nvPr/>
          </p:nvSpPr>
          <p:spPr>
            <a:xfrm>
              <a:off x="2526034" y="15601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t1641"/>
            <p:cNvSpPr/>
            <p:nvPr/>
          </p:nvSpPr>
          <p:spPr>
            <a:xfrm>
              <a:off x="2506864" y="20816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t1642"/>
            <p:cNvSpPr/>
            <p:nvPr/>
          </p:nvSpPr>
          <p:spPr>
            <a:xfrm>
              <a:off x="3490774" y="207994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t1643"/>
            <p:cNvSpPr/>
            <p:nvPr/>
          </p:nvSpPr>
          <p:spPr>
            <a:xfrm>
              <a:off x="2510519" y="262955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t1644"/>
            <p:cNvSpPr/>
            <p:nvPr/>
          </p:nvSpPr>
          <p:spPr>
            <a:xfrm>
              <a:off x="2366242" y="346271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t1645"/>
            <p:cNvSpPr/>
            <p:nvPr/>
          </p:nvSpPr>
          <p:spPr>
            <a:xfrm>
              <a:off x="3332540" y="247060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t1646"/>
            <p:cNvSpPr/>
            <p:nvPr/>
          </p:nvSpPr>
          <p:spPr>
            <a:xfrm>
              <a:off x="2687301" y="279067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t1647"/>
            <p:cNvSpPr/>
            <p:nvPr/>
          </p:nvSpPr>
          <p:spPr>
            <a:xfrm>
              <a:off x="3429336" y="189522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t1648"/>
            <p:cNvSpPr/>
            <p:nvPr/>
          </p:nvSpPr>
          <p:spPr>
            <a:xfrm>
              <a:off x="2630845" y="22465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t1649"/>
            <p:cNvSpPr/>
            <p:nvPr/>
          </p:nvSpPr>
          <p:spPr>
            <a:xfrm>
              <a:off x="2604939" y="304394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t1650"/>
            <p:cNvSpPr/>
            <p:nvPr/>
          </p:nvSpPr>
          <p:spPr>
            <a:xfrm>
              <a:off x="3994875" y="23414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t1651"/>
            <p:cNvSpPr/>
            <p:nvPr/>
          </p:nvSpPr>
          <p:spPr>
            <a:xfrm>
              <a:off x="2457361" y="31654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t1652"/>
            <p:cNvSpPr/>
            <p:nvPr/>
          </p:nvSpPr>
          <p:spPr>
            <a:xfrm>
              <a:off x="2588069" y="20582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t1653"/>
            <p:cNvSpPr/>
            <p:nvPr/>
          </p:nvSpPr>
          <p:spPr>
            <a:xfrm>
              <a:off x="2374855" y="253250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t1654"/>
            <p:cNvSpPr/>
            <p:nvPr/>
          </p:nvSpPr>
          <p:spPr>
            <a:xfrm>
              <a:off x="2258438" y="278351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t1655"/>
            <p:cNvSpPr/>
            <p:nvPr/>
          </p:nvSpPr>
          <p:spPr>
            <a:xfrm>
              <a:off x="2368127" y="291055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t1656"/>
            <p:cNvSpPr/>
            <p:nvPr/>
          </p:nvSpPr>
          <p:spPr>
            <a:xfrm>
              <a:off x="2190215" y="288780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t1657"/>
            <p:cNvSpPr/>
            <p:nvPr/>
          </p:nvSpPr>
          <p:spPr>
            <a:xfrm>
              <a:off x="2426118" y="19378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t1658"/>
            <p:cNvSpPr/>
            <p:nvPr/>
          </p:nvSpPr>
          <p:spPr>
            <a:xfrm>
              <a:off x="3360541" y="216083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t1659"/>
            <p:cNvSpPr/>
            <p:nvPr/>
          </p:nvSpPr>
          <p:spPr>
            <a:xfrm>
              <a:off x="2555874" y="292111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t1660"/>
            <p:cNvSpPr/>
            <p:nvPr/>
          </p:nvSpPr>
          <p:spPr>
            <a:xfrm>
              <a:off x="2400481" y="275484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t1661"/>
            <p:cNvSpPr/>
            <p:nvPr/>
          </p:nvSpPr>
          <p:spPr>
            <a:xfrm>
              <a:off x="2917069" y="198384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t1662"/>
            <p:cNvSpPr/>
            <p:nvPr/>
          </p:nvSpPr>
          <p:spPr>
            <a:xfrm>
              <a:off x="2363693" y="186542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t1663"/>
            <p:cNvSpPr/>
            <p:nvPr/>
          </p:nvSpPr>
          <p:spPr>
            <a:xfrm>
              <a:off x="2420251" y="275108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t1664"/>
            <p:cNvSpPr/>
            <p:nvPr/>
          </p:nvSpPr>
          <p:spPr>
            <a:xfrm>
              <a:off x="2815286" y="307098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t1665"/>
            <p:cNvSpPr/>
            <p:nvPr/>
          </p:nvSpPr>
          <p:spPr>
            <a:xfrm>
              <a:off x="2391043" y="278209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t1666"/>
            <p:cNvSpPr/>
            <p:nvPr/>
          </p:nvSpPr>
          <p:spPr>
            <a:xfrm>
              <a:off x="2524883" y="303999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t1667"/>
            <p:cNvSpPr/>
            <p:nvPr/>
          </p:nvSpPr>
          <p:spPr>
            <a:xfrm>
              <a:off x="2335175" y="265602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t1668"/>
            <p:cNvSpPr/>
            <p:nvPr/>
          </p:nvSpPr>
          <p:spPr>
            <a:xfrm>
              <a:off x="2256167" y="273678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t1669"/>
            <p:cNvSpPr/>
            <p:nvPr/>
          </p:nvSpPr>
          <p:spPr>
            <a:xfrm>
              <a:off x="2487023" y="261764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t1670"/>
            <p:cNvSpPr/>
            <p:nvPr/>
          </p:nvSpPr>
          <p:spPr>
            <a:xfrm>
              <a:off x="3513848" y="242107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t1671"/>
            <p:cNvSpPr/>
            <p:nvPr/>
          </p:nvSpPr>
          <p:spPr>
            <a:xfrm>
              <a:off x="2308770" y="17028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t1672"/>
            <p:cNvSpPr/>
            <p:nvPr/>
          </p:nvSpPr>
          <p:spPr>
            <a:xfrm>
              <a:off x="2411092" y="280663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t1673"/>
            <p:cNvSpPr/>
            <p:nvPr/>
          </p:nvSpPr>
          <p:spPr>
            <a:xfrm>
              <a:off x="4183960" y="23308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t1674"/>
            <p:cNvSpPr/>
            <p:nvPr/>
          </p:nvSpPr>
          <p:spPr>
            <a:xfrm>
              <a:off x="3670319" y="20258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t1675"/>
            <p:cNvSpPr/>
            <p:nvPr/>
          </p:nvSpPr>
          <p:spPr>
            <a:xfrm>
              <a:off x="2503856" y="272066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t1676"/>
            <p:cNvSpPr/>
            <p:nvPr/>
          </p:nvSpPr>
          <p:spPr>
            <a:xfrm>
              <a:off x="2443399" y="303307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t1677"/>
            <p:cNvSpPr/>
            <p:nvPr/>
          </p:nvSpPr>
          <p:spPr>
            <a:xfrm>
              <a:off x="2536509" y="305630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t1678"/>
            <p:cNvSpPr/>
            <p:nvPr/>
          </p:nvSpPr>
          <p:spPr>
            <a:xfrm>
              <a:off x="2390716" y="220130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t1679"/>
            <p:cNvSpPr/>
            <p:nvPr/>
          </p:nvSpPr>
          <p:spPr>
            <a:xfrm>
              <a:off x="2447068" y="190110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t1680"/>
            <p:cNvSpPr/>
            <p:nvPr/>
          </p:nvSpPr>
          <p:spPr>
            <a:xfrm>
              <a:off x="3684409" y="248346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t1681"/>
            <p:cNvSpPr/>
            <p:nvPr/>
          </p:nvSpPr>
          <p:spPr>
            <a:xfrm>
              <a:off x="2351929" y="310464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t1682"/>
            <p:cNvSpPr/>
            <p:nvPr/>
          </p:nvSpPr>
          <p:spPr>
            <a:xfrm>
              <a:off x="2274797" y="247767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t1683"/>
            <p:cNvSpPr/>
            <p:nvPr/>
          </p:nvSpPr>
          <p:spPr>
            <a:xfrm>
              <a:off x="2406941" y="271237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t1684"/>
            <p:cNvSpPr/>
            <p:nvPr/>
          </p:nvSpPr>
          <p:spPr>
            <a:xfrm>
              <a:off x="2309810" y="269934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t1685"/>
            <p:cNvSpPr/>
            <p:nvPr/>
          </p:nvSpPr>
          <p:spPr>
            <a:xfrm>
              <a:off x="2539604" y="278895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t1686"/>
            <p:cNvSpPr/>
            <p:nvPr/>
          </p:nvSpPr>
          <p:spPr>
            <a:xfrm>
              <a:off x="3523558" y="190801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t1687"/>
            <p:cNvSpPr/>
            <p:nvPr/>
          </p:nvSpPr>
          <p:spPr>
            <a:xfrm>
              <a:off x="2508008" y="311550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t1688"/>
            <p:cNvSpPr/>
            <p:nvPr/>
          </p:nvSpPr>
          <p:spPr>
            <a:xfrm>
              <a:off x="2291043" y="22789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t1689"/>
            <p:cNvSpPr/>
            <p:nvPr/>
          </p:nvSpPr>
          <p:spPr>
            <a:xfrm>
              <a:off x="3132503" y="29149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t1690"/>
            <p:cNvSpPr/>
            <p:nvPr/>
          </p:nvSpPr>
          <p:spPr>
            <a:xfrm>
              <a:off x="2280577" y="269212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t1691"/>
            <p:cNvSpPr/>
            <p:nvPr/>
          </p:nvSpPr>
          <p:spPr>
            <a:xfrm>
              <a:off x="2394489" y="294209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t1692"/>
            <p:cNvSpPr/>
            <p:nvPr/>
          </p:nvSpPr>
          <p:spPr>
            <a:xfrm>
              <a:off x="3503875" y="258216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t1693"/>
            <p:cNvSpPr/>
            <p:nvPr/>
          </p:nvSpPr>
          <p:spPr>
            <a:xfrm>
              <a:off x="2462956" y="290228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t1694"/>
            <p:cNvSpPr/>
            <p:nvPr/>
          </p:nvSpPr>
          <p:spPr>
            <a:xfrm>
              <a:off x="2964660" y="258865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t1695"/>
            <p:cNvSpPr/>
            <p:nvPr/>
          </p:nvSpPr>
          <p:spPr>
            <a:xfrm>
              <a:off x="2151694" y="287413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t1696"/>
            <p:cNvSpPr/>
            <p:nvPr/>
          </p:nvSpPr>
          <p:spPr>
            <a:xfrm>
              <a:off x="2114258" y="257292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t1697"/>
            <p:cNvSpPr/>
            <p:nvPr/>
          </p:nvSpPr>
          <p:spPr>
            <a:xfrm>
              <a:off x="2234813" y="281451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t1698"/>
            <p:cNvSpPr/>
            <p:nvPr/>
          </p:nvSpPr>
          <p:spPr>
            <a:xfrm>
              <a:off x="2606129" y="22135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t1699"/>
            <p:cNvSpPr/>
            <p:nvPr/>
          </p:nvSpPr>
          <p:spPr>
            <a:xfrm>
              <a:off x="3165045" y="20145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t1700"/>
            <p:cNvSpPr/>
            <p:nvPr/>
          </p:nvSpPr>
          <p:spPr>
            <a:xfrm>
              <a:off x="2451377" y="299979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t1701"/>
            <p:cNvSpPr/>
            <p:nvPr/>
          </p:nvSpPr>
          <p:spPr>
            <a:xfrm>
              <a:off x="2376187" y="282787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t1702"/>
            <p:cNvSpPr/>
            <p:nvPr/>
          </p:nvSpPr>
          <p:spPr>
            <a:xfrm>
              <a:off x="2477517" y="22945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t1703"/>
            <p:cNvSpPr/>
            <p:nvPr/>
          </p:nvSpPr>
          <p:spPr>
            <a:xfrm>
              <a:off x="3199483" y="252369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t1704"/>
            <p:cNvSpPr/>
            <p:nvPr/>
          </p:nvSpPr>
          <p:spPr>
            <a:xfrm>
              <a:off x="3171889" y="264097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t1705"/>
            <p:cNvSpPr/>
            <p:nvPr/>
          </p:nvSpPr>
          <p:spPr>
            <a:xfrm>
              <a:off x="3519817" y="217563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t1706"/>
            <p:cNvSpPr/>
            <p:nvPr/>
          </p:nvSpPr>
          <p:spPr>
            <a:xfrm>
              <a:off x="2470223" y="19599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t1707"/>
            <p:cNvSpPr/>
            <p:nvPr/>
          </p:nvSpPr>
          <p:spPr>
            <a:xfrm>
              <a:off x="2588100" y="266018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t1708"/>
            <p:cNvSpPr/>
            <p:nvPr/>
          </p:nvSpPr>
          <p:spPr>
            <a:xfrm>
              <a:off x="2301727" y="292849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t1709"/>
            <p:cNvSpPr/>
            <p:nvPr/>
          </p:nvSpPr>
          <p:spPr>
            <a:xfrm>
              <a:off x="2470728" y="275945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t1710"/>
            <p:cNvSpPr/>
            <p:nvPr/>
          </p:nvSpPr>
          <p:spPr>
            <a:xfrm>
              <a:off x="2164040" y="313209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t1711"/>
            <p:cNvSpPr/>
            <p:nvPr/>
          </p:nvSpPr>
          <p:spPr>
            <a:xfrm>
              <a:off x="2408155" y="282987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t1712"/>
            <p:cNvSpPr/>
            <p:nvPr/>
          </p:nvSpPr>
          <p:spPr>
            <a:xfrm>
              <a:off x="3420162" y="208553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t1713"/>
            <p:cNvSpPr/>
            <p:nvPr/>
          </p:nvSpPr>
          <p:spPr>
            <a:xfrm>
              <a:off x="2559252" y="16572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t1714"/>
            <p:cNvSpPr/>
            <p:nvPr/>
          </p:nvSpPr>
          <p:spPr>
            <a:xfrm>
              <a:off x="2481743" y="283031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t1715"/>
            <p:cNvSpPr/>
            <p:nvPr/>
          </p:nvSpPr>
          <p:spPr>
            <a:xfrm>
              <a:off x="3098999" y="282088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t1716"/>
            <p:cNvSpPr/>
            <p:nvPr/>
          </p:nvSpPr>
          <p:spPr>
            <a:xfrm>
              <a:off x="2758154" y="272341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t1717"/>
            <p:cNvSpPr/>
            <p:nvPr/>
          </p:nvSpPr>
          <p:spPr>
            <a:xfrm>
              <a:off x="2511599" y="275275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t1718"/>
            <p:cNvSpPr/>
            <p:nvPr/>
          </p:nvSpPr>
          <p:spPr>
            <a:xfrm>
              <a:off x="2529863" y="285850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t1719"/>
            <p:cNvSpPr/>
            <p:nvPr/>
          </p:nvSpPr>
          <p:spPr>
            <a:xfrm>
              <a:off x="2456922" y="294830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t1720"/>
            <p:cNvSpPr/>
            <p:nvPr/>
          </p:nvSpPr>
          <p:spPr>
            <a:xfrm>
              <a:off x="2654020" y="17255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t1721"/>
            <p:cNvSpPr/>
            <p:nvPr/>
          </p:nvSpPr>
          <p:spPr>
            <a:xfrm>
              <a:off x="2448916" y="270765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t1722"/>
            <p:cNvSpPr/>
            <p:nvPr/>
          </p:nvSpPr>
          <p:spPr>
            <a:xfrm>
              <a:off x="2346348" y="266229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t1723"/>
            <p:cNvSpPr/>
            <p:nvPr/>
          </p:nvSpPr>
          <p:spPr>
            <a:xfrm>
              <a:off x="2502481" y="292696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t1724"/>
            <p:cNvSpPr/>
            <p:nvPr/>
          </p:nvSpPr>
          <p:spPr>
            <a:xfrm>
              <a:off x="2563827" y="320785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t1725"/>
            <p:cNvSpPr/>
            <p:nvPr/>
          </p:nvSpPr>
          <p:spPr>
            <a:xfrm>
              <a:off x="2745952" y="257160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t1726"/>
            <p:cNvSpPr/>
            <p:nvPr/>
          </p:nvSpPr>
          <p:spPr>
            <a:xfrm>
              <a:off x="3281059" y="277712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t1727"/>
            <p:cNvSpPr/>
            <p:nvPr/>
          </p:nvSpPr>
          <p:spPr>
            <a:xfrm>
              <a:off x="2515075" y="293916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t1728"/>
            <p:cNvSpPr/>
            <p:nvPr/>
          </p:nvSpPr>
          <p:spPr>
            <a:xfrm>
              <a:off x="2311451" y="281168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t1729"/>
            <p:cNvSpPr/>
            <p:nvPr/>
          </p:nvSpPr>
          <p:spPr>
            <a:xfrm>
              <a:off x="2751309" y="276862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t1730"/>
            <p:cNvSpPr/>
            <p:nvPr/>
          </p:nvSpPr>
          <p:spPr>
            <a:xfrm>
              <a:off x="3491915" y="21259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t1731"/>
            <p:cNvSpPr/>
            <p:nvPr/>
          </p:nvSpPr>
          <p:spPr>
            <a:xfrm>
              <a:off x="2387360" y="21091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t1732"/>
            <p:cNvSpPr/>
            <p:nvPr/>
          </p:nvSpPr>
          <p:spPr>
            <a:xfrm>
              <a:off x="3111295" y="273528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t1733"/>
            <p:cNvSpPr/>
            <p:nvPr/>
          </p:nvSpPr>
          <p:spPr>
            <a:xfrm>
              <a:off x="2395581" y="302145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t1734"/>
            <p:cNvSpPr/>
            <p:nvPr/>
          </p:nvSpPr>
          <p:spPr>
            <a:xfrm>
              <a:off x="2440520" y="312492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t1735"/>
            <p:cNvSpPr/>
            <p:nvPr/>
          </p:nvSpPr>
          <p:spPr>
            <a:xfrm>
              <a:off x="2539423" y="287521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t1736"/>
            <p:cNvSpPr/>
            <p:nvPr/>
          </p:nvSpPr>
          <p:spPr>
            <a:xfrm>
              <a:off x="2532980" y="19857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t1737"/>
            <p:cNvSpPr/>
            <p:nvPr/>
          </p:nvSpPr>
          <p:spPr>
            <a:xfrm>
              <a:off x="3529306" y="206853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t1738"/>
            <p:cNvSpPr/>
            <p:nvPr/>
          </p:nvSpPr>
          <p:spPr>
            <a:xfrm>
              <a:off x="2480242" y="303516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t1739"/>
            <p:cNvSpPr/>
            <p:nvPr/>
          </p:nvSpPr>
          <p:spPr>
            <a:xfrm>
              <a:off x="2559747" y="307875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t1740"/>
            <p:cNvSpPr/>
            <p:nvPr/>
          </p:nvSpPr>
          <p:spPr>
            <a:xfrm>
              <a:off x="2557212" y="23819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t1741"/>
            <p:cNvSpPr/>
            <p:nvPr/>
          </p:nvSpPr>
          <p:spPr>
            <a:xfrm>
              <a:off x="2589830" y="292223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t1742"/>
            <p:cNvSpPr/>
            <p:nvPr/>
          </p:nvSpPr>
          <p:spPr>
            <a:xfrm>
              <a:off x="3492653" y="25658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t1743"/>
            <p:cNvSpPr/>
            <p:nvPr/>
          </p:nvSpPr>
          <p:spPr>
            <a:xfrm>
              <a:off x="2653948" y="315347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t1744"/>
            <p:cNvSpPr/>
            <p:nvPr/>
          </p:nvSpPr>
          <p:spPr>
            <a:xfrm>
              <a:off x="2759416" y="290193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t1745"/>
            <p:cNvSpPr/>
            <p:nvPr/>
          </p:nvSpPr>
          <p:spPr>
            <a:xfrm>
              <a:off x="2755497" y="317234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t1746"/>
            <p:cNvSpPr/>
            <p:nvPr/>
          </p:nvSpPr>
          <p:spPr>
            <a:xfrm>
              <a:off x="2506730" y="19573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t1747"/>
            <p:cNvSpPr/>
            <p:nvPr/>
          </p:nvSpPr>
          <p:spPr>
            <a:xfrm>
              <a:off x="3094370" y="236391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t1748"/>
            <p:cNvSpPr/>
            <p:nvPr/>
          </p:nvSpPr>
          <p:spPr>
            <a:xfrm>
              <a:off x="2449111" y="252386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t1749"/>
            <p:cNvSpPr/>
            <p:nvPr/>
          </p:nvSpPr>
          <p:spPr>
            <a:xfrm>
              <a:off x="2457864" y="304600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t1750"/>
            <p:cNvSpPr/>
            <p:nvPr/>
          </p:nvSpPr>
          <p:spPr>
            <a:xfrm>
              <a:off x="3351772" y="22215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t1751"/>
            <p:cNvSpPr/>
            <p:nvPr/>
          </p:nvSpPr>
          <p:spPr>
            <a:xfrm>
              <a:off x="2637710" y="272342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t1752"/>
            <p:cNvSpPr/>
            <p:nvPr/>
          </p:nvSpPr>
          <p:spPr>
            <a:xfrm>
              <a:off x="2720499" y="303379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t1753"/>
            <p:cNvSpPr/>
            <p:nvPr/>
          </p:nvSpPr>
          <p:spPr>
            <a:xfrm>
              <a:off x="2722843" y="18425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t1754"/>
            <p:cNvSpPr/>
            <p:nvPr/>
          </p:nvSpPr>
          <p:spPr>
            <a:xfrm>
              <a:off x="2573184" y="271907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t1755"/>
            <p:cNvSpPr/>
            <p:nvPr/>
          </p:nvSpPr>
          <p:spPr>
            <a:xfrm>
              <a:off x="2760463" y="273342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t1756"/>
            <p:cNvSpPr/>
            <p:nvPr/>
          </p:nvSpPr>
          <p:spPr>
            <a:xfrm>
              <a:off x="3272901" y="259758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t1757"/>
            <p:cNvSpPr/>
            <p:nvPr/>
          </p:nvSpPr>
          <p:spPr>
            <a:xfrm>
              <a:off x="2591135" y="289445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t1758"/>
            <p:cNvSpPr/>
            <p:nvPr/>
          </p:nvSpPr>
          <p:spPr>
            <a:xfrm>
              <a:off x="3606635" y="192888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t1759"/>
            <p:cNvSpPr/>
            <p:nvPr/>
          </p:nvSpPr>
          <p:spPr>
            <a:xfrm>
              <a:off x="3184379" y="284640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t1760"/>
            <p:cNvSpPr/>
            <p:nvPr/>
          </p:nvSpPr>
          <p:spPr>
            <a:xfrm>
              <a:off x="3492341" y="205526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t1761"/>
            <p:cNvSpPr/>
            <p:nvPr/>
          </p:nvSpPr>
          <p:spPr>
            <a:xfrm>
              <a:off x="2282194" y="284904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t1762"/>
            <p:cNvSpPr/>
            <p:nvPr/>
          </p:nvSpPr>
          <p:spPr>
            <a:xfrm>
              <a:off x="2322156" y="305794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t1763"/>
            <p:cNvSpPr/>
            <p:nvPr/>
          </p:nvSpPr>
          <p:spPr>
            <a:xfrm>
              <a:off x="2595891" y="284138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t1764"/>
            <p:cNvSpPr/>
            <p:nvPr/>
          </p:nvSpPr>
          <p:spPr>
            <a:xfrm>
              <a:off x="2445190" y="290907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t1765"/>
            <p:cNvSpPr/>
            <p:nvPr/>
          </p:nvSpPr>
          <p:spPr>
            <a:xfrm>
              <a:off x="2453253" y="19421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t1766"/>
            <p:cNvSpPr/>
            <p:nvPr/>
          </p:nvSpPr>
          <p:spPr>
            <a:xfrm>
              <a:off x="2241733" y="288437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t1767"/>
            <p:cNvSpPr/>
            <p:nvPr/>
          </p:nvSpPr>
          <p:spPr>
            <a:xfrm>
              <a:off x="2734248" y="270330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8"/>
            <p:cNvSpPr/>
            <p:nvPr/>
          </p:nvSpPr>
          <p:spPr>
            <a:xfrm>
              <a:off x="2670464" y="19688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69"/>
            <p:cNvSpPr/>
            <p:nvPr/>
          </p:nvSpPr>
          <p:spPr>
            <a:xfrm>
              <a:off x="3755517" y="228999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0"/>
            <p:cNvSpPr/>
            <p:nvPr/>
          </p:nvSpPr>
          <p:spPr>
            <a:xfrm>
              <a:off x="3302846" y="274699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1"/>
            <p:cNvSpPr/>
            <p:nvPr/>
          </p:nvSpPr>
          <p:spPr>
            <a:xfrm>
              <a:off x="2788989" y="267642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2"/>
            <p:cNvSpPr/>
            <p:nvPr/>
          </p:nvSpPr>
          <p:spPr>
            <a:xfrm>
              <a:off x="3571970" y="210595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3"/>
            <p:cNvSpPr/>
            <p:nvPr/>
          </p:nvSpPr>
          <p:spPr>
            <a:xfrm>
              <a:off x="2516085" y="24665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4"/>
            <p:cNvSpPr/>
            <p:nvPr/>
          </p:nvSpPr>
          <p:spPr>
            <a:xfrm>
              <a:off x="2362833" y="281758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5"/>
            <p:cNvSpPr/>
            <p:nvPr/>
          </p:nvSpPr>
          <p:spPr>
            <a:xfrm>
              <a:off x="2326033" y="270446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6"/>
            <p:cNvSpPr/>
            <p:nvPr/>
          </p:nvSpPr>
          <p:spPr>
            <a:xfrm>
              <a:off x="3365559" y="310453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7"/>
            <p:cNvSpPr/>
            <p:nvPr/>
          </p:nvSpPr>
          <p:spPr>
            <a:xfrm>
              <a:off x="2559115" y="304253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8"/>
            <p:cNvSpPr/>
            <p:nvPr/>
          </p:nvSpPr>
          <p:spPr>
            <a:xfrm>
              <a:off x="3159108" y="278111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79"/>
            <p:cNvSpPr/>
            <p:nvPr/>
          </p:nvSpPr>
          <p:spPr>
            <a:xfrm>
              <a:off x="3704342" y="222659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0"/>
            <p:cNvSpPr/>
            <p:nvPr/>
          </p:nvSpPr>
          <p:spPr>
            <a:xfrm>
              <a:off x="2386616" y="303135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1"/>
            <p:cNvSpPr/>
            <p:nvPr/>
          </p:nvSpPr>
          <p:spPr>
            <a:xfrm>
              <a:off x="2372776" y="20349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2"/>
            <p:cNvSpPr/>
            <p:nvPr/>
          </p:nvSpPr>
          <p:spPr>
            <a:xfrm>
              <a:off x="2249278" y="290357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3"/>
            <p:cNvSpPr/>
            <p:nvPr/>
          </p:nvSpPr>
          <p:spPr>
            <a:xfrm>
              <a:off x="2309680" y="317056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4"/>
            <p:cNvSpPr/>
            <p:nvPr/>
          </p:nvSpPr>
          <p:spPr>
            <a:xfrm>
              <a:off x="3727999" y="221658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5"/>
            <p:cNvSpPr/>
            <p:nvPr/>
          </p:nvSpPr>
          <p:spPr>
            <a:xfrm>
              <a:off x="2855849" y="268063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6"/>
            <p:cNvSpPr/>
            <p:nvPr/>
          </p:nvSpPr>
          <p:spPr>
            <a:xfrm>
              <a:off x="2506990" y="190395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7"/>
            <p:cNvSpPr/>
            <p:nvPr/>
          </p:nvSpPr>
          <p:spPr>
            <a:xfrm>
              <a:off x="2308995" y="288556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8"/>
            <p:cNvSpPr/>
            <p:nvPr/>
          </p:nvSpPr>
          <p:spPr>
            <a:xfrm>
              <a:off x="3184144" y="296710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89"/>
            <p:cNvSpPr/>
            <p:nvPr/>
          </p:nvSpPr>
          <p:spPr>
            <a:xfrm>
              <a:off x="2312981" y="251017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0"/>
            <p:cNvSpPr/>
            <p:nvPr/>
          </p:nvSpPr>
          <p:spPr>
            <a:xfrm>
              <a:off x="2211391" y="265805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1"/>
            <p:cNvSpPr/>
            <p:nvPr/>
          </p:nvSpPr>
          <p:spPr>
            <a:xfrm>
              <a:off x="2437016" y="303103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2"/>
            <p:cNvSpPr/>
            <p:nvPr/>
          </p:nvSpPr>
          <p:spPr>
            <a:xfrm>
              <a:off x="2347424" y="288843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3"/>
            <p:cNvSpPr/>
            <p:nvPr/>
          </p:nvSpPr>
          <p:spPr>
            <a:xfrm>
              <a:off x="2768680" y="279038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4"/>
            <p:cNvSpPr/>
            <p:nvPr/>
          </p:nvSpPr>
          <p:spPr>
            <a:xfrm>
              <a:off x="3220769" y="28712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5"/>
            <p:cNvSpPr/>
            <p:nvPr/>
          </p:nvSpPr>
          <p:spPr>
            <a:xfrm>
              <a:off x="2412784" y="19673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6"/>
            <p:cNvSpPr/>
            <p:nvPr/>
          </p:nvSpPr>
          <p:spPr>
            <a:xfrm>
              <a:off x="3604368" y="19449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7"/>
            <p:cNvSpPr/>
            <p:nvPr/>
          </p:nvSpPr>
          <p:spPr>
            <a:xfrm>
              <a:off x="2284250" y="285544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8"/>
            <p:cNvSpPr/>
            <p:nvPr/>
          </p:nvSpPr>
          <p:spPr>
            <a:xfrm>
              <a:off x="2172834" y="272525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799"/>
            <p:cNvSpPr/>
            <p:nvPr/>
          </p:nvSpPr>
          <p:spPr>
            <a:xfrm>
              <a:off x="2343688" y="206548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0"/>
            <p:cNvSpPr/>
            <p:nvPr/>
          </p:nvSpPr>
          <p:spPr>
            <a:xfrm>
              <a:off x="2920110" y="247023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1"/>
            <p:cNvSpPr/>
            <p:nvPr/>
          </p:nvSpPr>
          <p:spPr>
            <a:xfrm>
              <a:off x="2441291" y="307064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2"/>
            <p:cNvSpPr/>
            <p:nvPr/>
          </p:nvSpPr>
          <p:spPr>
            <a:xfrm>
              <a:off x="2156002" y="27349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3"/>
            <p:cNvSpPr/>
            <p:nvPr/>
          </p:nvSpPr>
          <p:spPr>
            <a:xfrm>
              <a:off x="3054617" y="294754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4"/>
            <p:cNvSpPr/>
            <p:nvPr/>
          </p:nvSpPr>
          <p:spPr>
            <a:xfrm>
              <a:off x="2497264" y="283071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5"/>
            <p:cNvSpPr/>
            <p:nvPr/>
          </p:nvSpPr>
          <p:spPr>
            <a:xfrm>
              <a:off x="3744301" y="230812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6"/>
            <p:cNvSpPr/>
            <p:nvPr/>
          </p:nvSpPr>
          <p:spPr>
            <a:xfrm>
              <a:off x="3203542" y="26497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7"/>
            <p:cNvSpPr/>
            <p:nvPr/>
          </p:nvSpPr>
          <p:spPr>
            <a:xfrm>
              <a:off x="2279477" y="287515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8"/>
            <p:cNvSpPr/>
            <p:nvPr/>
          </p:nvSpPr>
          <p:spPr>
            <a:xfrm>
              <a:off x="2403889" y="297768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09"/>
            <p:cNvSpPr/>
            <p:nvPr/>
          </p:nvSpPr>
          <p:spPr>
            <a:xfrm>
              <a:off x="3564334" y="237118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0"/>
            <p:cNvSpPr/>
            <p:nvPr/>
          </p:nvSpPr>
          <p:spPr>
            <a:xfrm>
              <a:off x="2280653" y="290649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1"/>
            <p:cNvSpPr/>
            <p:nvPr/>
          </p:nvSpPr>
          <p:spPr>
            <a:xfrm>
              <a:off x="2335914" y="15144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2"/>
            <p:cNvSpPr/>
            <p:nvPr/>
          </p:nvSpPr>
          <p:spPr>
            <a:xfrm>
              <a:off x="3034910" y="269604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3"/>
            <p:cNvSpPr/>
            <p:nvPr/>
          </p:nvSpPr>
          <p:spPr>
            <a:xfrm>
              <a:off x="2396674" y="306331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4"/>
            <p:cNvSpPr/>
            <p:nvPr/>
          </p:nvSpPr>
          <p:spPr>
            <a:xfrm>
              <a:off x="2499754" y="212182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5"/>
            <p:cNvSpPr/>
            <p:nvPr/>
          </p:nvSpPr>
          <p:spPr>
            <a:xfrm>
              <a:off x="3671057" y="209551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6"/>
            <p:cNvSpPr/>
            <p:nvPr/>
          </p:nvSpPr>
          <p:spPr>
            <a:xfrm>
              <a:off x="3251800" y="25208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7"/>
            <p:cNvSpPr/>
            <p:nvPr/>
          </p:nvSpPr>
          <p:spPr>
            <a:xfrm>
              <a:off x="2627025" y="15579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8"/>
            <p:cNvSpPr/>
            <p:nvPr/>
          </p:nvSpPr>
          <p:spPr>
            <a:xfrm>
              <a:off x="2403969" y="302198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19"/>
            <p:cNvSpPr/>
            <p:nvPr/>
          </p:nvSpPr>
          <p:spPr>
            <a:xfrm>
              <a:off x="2864777" y="273790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0"/>
            <p:cNvSpPr/>
            <p:nvPr/>
          </p:nvSpPr>
          <p:spPr>
            <a:xfrm>
              <a:off x="2438262" y="270609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1"/>
            <p:cNvSpPr/>
            <p:nvPr/>
          </p:nvSpPr>
          <p:spPr>
            <a:xfrm>
              <a:off x="2518891" y="305205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2"/>
            <p:cNvSpPr/>
            <p:nvPr/>
          </p:nvSpPr>
          <p:spPr>
            <a:xfrm>
              <a:off x="2423344" y="283313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3"/>
            <p:cNvSpPr/>
            <p:nvPr/>
          </p:nvSpPr>
          <p:spPr>
            <a:xfrm>
              <a:off x="2232910" y="19564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4"/>
            <p:cNvSpPr/>
            <p:nvPr/>
          </p:nvSpPr>
          <p:spPr>
            <a:xfrm>
              <a:off x="2287345" y="278259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t1825"/>
            <p:cNvSpPr/>
            <p:nvPr/>
          </p:nvSpPr>
          <p:spPr>
            <a:xfrm>
              <a:off x="3526214" y="186054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t1826"/>
            <p:cNvSpPr/>
            <p:nvPr/>
          </p:nvSpPr>
          <p:spPr>
            <a:xfrm>
              <a:off x="2346438" y="267737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t1827"/>
            <p:cNvSpPr/>
            <p:nvPr/>
          </p:nvSpPr>
          <p:spPr>
            <a:xfrm>
              <a:off x="3209006" y="262038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t1828"/>
            <p:cNvSpPr/>
            <p:nvPr/>
          </p:nvSpPr>
          <p:spPr>
            <a:xfrm>
              <a:off x="3281031" y="296603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t1829"/>
            <p:cNvSpPr/>
            <p:nvPr/>
          </p:nvSpPr>
          <p:spPr>
            <a:xfrm>
              <a:off x="2079173" y="255292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t1830"/>
            <p:cNvSpPr/>
            <p:nvPr/>
          </p:nvSpPr>
          <p:spPr>
            <a:xfrm>
              <a:off x="2568341" y="294916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t1831"/>
            <p:cNvSpPr/>
            <p:nvPr/>
          </p:nvSpPr>
          <p:spPr>
            <a:xfrm>
              <a:off x="3612851" y="19942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t1832"/>
            <p:cNvSpPr/>
            <p:nvPr/>
          </p:nvSpPr>
          <p:spPr>
            <a:xfrm>
              <a:off x="2456708" y="19835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t1833"/>
            <p:cNvSpPr/>
            <p:nvPr/>
          </p:nvSpPr>
          <p:spPr>
            <a:xfrm>
              <a:off x="2453331" y="264016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t1834"/>
            <p:cNvSpPr/>
            <p:nvPr/>
          </p:nvSpPr>
          <p:spPr>
            <a:xfrm>
              <a:off x="3220202" y="288585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t1835"/>
            <p:cNvSpPr/>
            <p:nvPr/>
          </p:nvSpPr>
          <p:spPr>
            <a:xfrm>
              <a:off x="2341357" y="290440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t1836"/>
            <p:cNvSpPr/>
            <p:nvPr/>
          </p:nvSpPr>
          <p:spPr>
            <a:xfrm>
              <a:off x="2208334" y="290407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t1837"/>
            <p:cNvSpPr/>
            <p:nvPr/>
          </p:nvSpPr>
          <p:spPr>
            <a:xfrm>
              <a:off x="2378750" y="285176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t1838"/>
            <p:cNvSpPr/>
            <p:nvPr/>
          </p:nvSpPr>
          <p:spPr>
            <a:xfrm>
              <a:off x="2426498" y="18017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t1839"/>
            <p:cNvSpPr/>
            <p:nvPr/>
          </p:nvSpPr>
          <p:spPr>
            <a:xfrm>
              <a:off x="2249513" y="26345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t1840"/>
            <p:cNvSpPr/>
            <p:nvPr/>
          </p:nvSpPr>
          <p:spPr>
            <a:xfrm>
              <a:off x="2161193" y="268089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t1841"/>
            <p:cNvSpPr/>
            <p:nvPr/>
          </p:nvSpPr>
          <p:spPr>
            <a:xfrm>
              <a:off x="3419289" y="265452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t1842"/>
            <p:cNvSpPr/>
            <p:nvPr/>
          </p:nvSpPr>
          <p:spPr>
            <a:xfrm>
              <a:off x="2370634" y="280302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t1843"/>
            <p:cNvSpPr/>
            <p:nvPr/>
          </p:nvSpPr>
          <p:spPr>
            <a:xfrm>
              <a:off x="2544996" y="16537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t1844"/>
            <p:cNvSpPr/>
            <p:nvPr/>
          </p:nvSpPr>
          <p:spPr>
            <a:xfrm>
              <a:off x="2549468" y="265332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t1845"/>
            <p:cNvSpPr/>
            <p:nvPr/>
          </p:nvSpPr>
          <p:spPr>
            <a:xfrm>
              <a:off x="2693437" y="272336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6"/>
            <p:cNvSpPr/>
            <p:nvPr/>
          </p:nvSpPr>
          <p:spPr>
            <a:xfrm>
              <a:off x="2334895" y="268590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7"/>
            <p:cNvSpPr/>
            <p:nvPr/>
          </p:nvSpPr>
          <p:spPr>
            <a:xfrm>
              <a:off x="3440294" y="242509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8"/>
            <p:cNvSpPr/>
            <p:nvPr/>
          </p:nvSpPr>
          <p:spPr>
            <a:xfrm>
              <a:off x="2329016" y="292111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49"/>
            <p:cNvSpPr/>
            <p:nvPr/>
          </p:nvSpPr>
          <p:spPr>
            <a:xfrm>
              <a:off x="2369249" y="18897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0"/>
            <p:cNvSpPr/>
            <p:nvPr/>
          </p:nvSpPr>
          <p:spPr>
            <a:xfrm>
              <a:off x="1922809" y="242183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1"/>
            <p:cNvSpPr/>
            <p:nvPr/>
          </p:nvSpPr>
          <p:spPr>
            <a:xfrm>
              <a:off x="3069186" y="279145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2"/>
            <p:cNvSpPr/>
            <p:nvPr/>
          </p:nvSpPr>
          <p:spPr>
            <a:xfrm>
              <a:off x="2438871" y="285668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3"/>
            <p:cNvSpPr/>
            <p:nvPr/>
          </p:nvSpPr>
          <p:spPr>
            <a:xfrm>
              <a:off x="2303109" y="173542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4"/>
            <p:cNvSpPr/>
            <p:nvPr/>
          </p:nvSpPr>
          <p:spPr>
            <a:xfrm>
              <a:off x="2872636" y="275283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5"/>
            <p:cNvSpPr/>
            <p:nvPr/>
          </p:nvSpPr>
          <p:spPr>
            <a:xfrm>
              <a:off x="2251188" y="284105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6"/>
            <p:cNvSpPr/>
            <p:nvPr/>
          </p:nvSpPr>
          <p:spPr>
            <a:xfrm>
              <a:off x="2855908" y="256506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7"/>
            <p:cNvSpPr/>
            <p:nvPr/>
          </p:nvSpPr>
          <p:spPr>
            <a:xfrm>
              <a:off x="2304767" y="256475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8"/>
            <p:cNvSpPr/>
            <p:nvPr/>
          </p:nvSpPr>
          <p:spPr>
            <a:xfrm>
              <a:off x="3091214" y="219144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59"/>
            <p:cNvSpPr/>
            <p:nvPr/>
          </p:nvSpPr>
          <p:spPr>
            <a:xfrm>
              <a:off x="3403812" y="222965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0"/>
            <p:cNvSpPr/>
            <p:nvPr/>
          </p:nvSpPr>
          <p:spPr>
            <a:xfrm>
              <a:off x="2415325" y="284340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1"/>
            <p:cNvSpPr/>
            <p:nvPr/>
          </p:nvSpPr>
          <p:spPr>
            <a:xfrm>
              <a:off x="2227771" y="293937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2"/>
            <p:cNvSpPr/>
            <p:nvPr/>
          </p:nvSpPr>
          <p:spPr>
            <a:xfrm>
              <a:off x="3116364" y="269080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3"/>
            <p:cNvSpPr/>
            <p:nvPr/>
          </p:nvSpPr>
          <p:spPr>
            <a:xfrm>
              <a:off x="3563079" y="252103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4"/>
            <p:cNvSpPr/>
            <p:nvPr/>
          </p:nvSpPr>
          <p:spPr>
            <a:xfrm>
              <a:off x="2132415" y="19660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5"/>
            <p:cNvSpPr/>
            <p:nvPr/>
          </p:nvSpPr>
          <p:spPr>
            <a:xfrm>
              <a:off x="3398339" y="290460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6"/>
            <p:cNvSpPr/>
            <p:nvPr/>
          </p:nvSpPr>
          <p:spPr>
            <a:xfrm>
              <a:off x="3073792" y="286659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7"/>
            <p:cNvSpPr/>
            <p:nvPr/>
          </p:nvSpPr>
          <p:spPr>
            <a:xfrm>
              <a:off x="2300933" y="270598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8"/>
            <p:cNvSpPr/>
            <p:nvPr/>
          </p:nvSpPr>
          <p:spPr>
            <a:xfrm>
              <a:off x="3556145" y="207202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69"/>
            <p:cNvSpPr/>
            <p:nvPr/>
          </p:nvSpPr>
          <p:spPr>
            <a:xfrm>
              <a:off x="2438431" y="197942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0"/>
            <p:cNvSpPr/>
            <p:nvPr/>
          </p:nvSpPr>
          <p:spPr>
            <a:xfrm>
              <a:off x="2412476" y="27030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1"/>
            <p:cNvSpPr/>
            <p:nvPr/>
          </p:nvSpPr>
          <p:spPr>
            <a:xfrm>
              <a:off x="4259910" y="234782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2"/>
            <p:cNvSpPr/>
            <p:nvPr/>
          </p:nvSpPr>
          <p:spPr>
            <a:xfrm>
              <a:off x="2887348" y="19608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3"/>
            <p:cNvSpPr/>
            <p:nvPr/>
          </p:nvSpPr>
          <p:spPr>
            <a:xfrm>
              <a:off x="3040680" y="263164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4"/>
            <p:cNvSpPr/>
            <p:nvPr/>
          </p:nvSpPr>
          <p:spPr>
            <a:xfrm>
              <a:off x="3561815" y="279680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5"/>
            <p:cNvSpPr/>
            <p:nvPr/>
          </p:nvSpPr>
          <p:spPr>
            <a:xfrm>
              <a:off x="3112365" y="234547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6"/>
            <p:cNvSpPr/>
            <p:nvPr/>
          </p:nvSpPr>
          <p:spPr>
            <a:xfrm>
              <a:off x="2409042" y="26410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7"/>
            <p:cNvSpPr/>
            <p:nvPr/>
          </p:nvSpPr>
          <p:spPr>
            <a:xfrm>
              <a:off x="2563532" y="284687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8"/>
            <p:cNvSpPr/>
            <p:nvPr/>
          </p:nvSpPr>
          <p:spPr>
            <a:xfrm>
              <a:off x="2617166" y="273939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79"/>
            <p:cNvSpPr/>
            <p:nvPr/>
          </p:nvSpPr>
          <p:spPr>
            <a:xfrm>
              <a:off x="3270645" y="30042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0"/>
            <p:cNvSpPr/>
            <p:nvPr/>
          </p:nvSpPr>
          <p:spPr>
            <a:xfrm>
              <a:off x="3708967" y="198304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1"/>
            <p:cNvSpPr/>
            <p:nvPr/>
          </p:nvSpPr>
          <p:spPr>
            <a:xfrm>
              <a:off x="2903365" y="307285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2"/>
            <p:cNvSpPr/>
            <p:nvPr/>
          </p:nvSpPr>
          <p:spPr>
            <a:xfrm>
              <a:off x="2935301" y="233782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3"/>
            <p:cNvSpPr/>
            <p:nvPr/>
          </p:nvSpPr>
          <p:spPr>
            <a:xfrm>
              <a:off x="2147947" y="17763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4"/>
            <p:cNvSpPr/>
            <p:nvPr/>
          </p:nvSpPr>
          <p:spPr>
            <a:xfrm>
              <a:off x="2825275" y="244854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5"/>
            <p:cNvSpPr/>
            <p:nvPr/>
          </p:nvSpPr>
          <p:spPr>
            <a:xfrm>
              <a:off x="3508521" y="208728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6"/>
            <p:cNvSpPr/>
            <p:nvPr/>
          </p:nvSpPr>
          <p:spPr>
            <a:xfrm>
              <a:off x="2829284" y="272670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7"/>
            <p:cNvSpPr/>
            <p:nvPr/>
          </p:nvSpPr>
          <p:spPr>
            <a:xfrm>
              <a:off x="2869023" y="176936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8"/>
            <p:cNvSpPr/>
            <p:nvPr/>
          </p:nvSpPr>
          <p:spPr>
            <a:xfrm>
              <a:off x="2659195" y="255812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89"/>
            <p:cNvSpPr/>
            <p:nvPr/>
          </p:nvSpPr>
          <p:spPr>
            <a:xfrm>
              <a:off x="3946969" y="19854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0"/>
            <p:cNvSpPr/>
            <p:nvPr/>
          </p:nvSpPr>
          <p:spPr>
            <a:xfrm>
              <a:off x="3113563" y="284309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1"/>
            <p:cNvSpPr/>
            <p:nvPr/>
          </p:nvSpPr>
          <p:spPr>
            <a:xfrm>
              <a:off x="2920779" y="273084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2"/>
            <p:cNvSpPr/>
            <p:nvPr/>
          </p:nvSpPr>
          <p:spPr>
            <a:xfrm>
              <a:off x="2515409" y="297325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3"/>
            <p:cNvSpPr/>
            <p:nvPr/>
          </p:nvSpPr>
          <p:spPr>
            <a:xfrm>
              <a:off x="2531914" y="288674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4"/>
            <p:cNvSpPr/>
            <p:nvPr/>
          </p:nvSpPr>
          <p:spPr>
            <a:xfrm>
              <a:off x="3291465" y="286743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5"/>
            <p:cNvSpPr/>
            <p:nvPr/>
          </p:nvSpPr>
          <p:spPr>
            <a:xfrm>
              <a:off x="2342416" y="263935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6"/>
            <p:cNvSpPr/>
            <p:nvPr/>
          </p:nvSpPr>
          <p:spPr>
            <a:xfrm>
              <a:off x="2302183" y="271938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7"/>
            <p:cNvSpPr/>
            <p:nvPr/>
          </p:nvSpPr>
          <p:spPr>
            <a:xfrm>
              <a:off x="3467313" y="273303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8"/>
            <p:cNvSpPr/>
            <p:nvPr/>
          </p:nvSpPr>
          <p:spPr>
            <a:xfrm>
              <a:off x="2285603" y="313587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899"/>
            <p:cNvSpPr/>
            <p:nvPr/>
          </p:nvSpPr>
          <p:spPr>
            <a:xfrm>
              <a:off x="2514009" y="17462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0"/>
            <p:cNvSpPr/>
            <p:nvPr/>
          </p:nvSpPr>
          <p:spPr>
            <a:xfrm>
              <a:off x="2326823" y="21057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1"/>
            <p:cNvSpPr/>
            <p:nvPr/>
          </p:nvSpPr>
          <p:spPr>
            <a:xfrm>
              <a:off x="2417999" y="266558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2"/>
            <p:cNvSpPr/>
            <p:nvPr/>
          </p:nvSpPr>
          <p:spPr>
            <a:xfrm>
              <a:off x="2353869" y="276982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3"/>
            <p:cNvSpPr/>
            <p:nvPr/>
          </p:nvSpPr>
          <p:spPr>
            <a:xfrm>
              <a:off x="3483172" y="200748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4"/>
            <p:cNvSpPr/>
            <p:nvPr/>
          </p:nvSpPr>
          <p:spPr>
            <a:xfrm>
              <a:off x="2414776" y="273376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5"/>
            <p:cNvSpPr/>
            <p:nvPr/>
          </p:nvSpPr>
          <p:spPr>
            <a:xfrm>
              <a:off x="2902338" y="303375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6"/>
            <p:cNvSpPr/>
            <p:nvPr/>
          </p:nvSpPr>
          <p:spPr>
            <a:xfrm>
              <a:off x="2260115" y="315508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7"/>
            <p:cNvSpPr/>
            <p:nvPr/>
          </p:nvSpPr>
          <p:spPr>
            <a:xfrm>
              <a:off x="2940745" y="186742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8"/>
            <p:cNvSpPr/>
            <p:nvPr/>
          </p:nvSpPr>
          <p:spPr>
            <a:xfrm>
              <a:off x="3127164" y="20282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09"/>
            <p:cNvSpPr/>
            <p:nvPr/>
          </p:nvSpPr>
          <p:spPr>
            <a:xfrm>
              <a:off x="3177372" y="290118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0"/>
            <p:cNvSpPr/>
            <p:nvPr/>
          </p:nvSpPr>
          <p:spPr>
            <a:xfrm>
              <a:off x="2832830" y="271935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1"/>
            <p:cNvSpPr/>
            <p:nvPr/>
          </p:nvSpPr>
          <p:spPr>
            <a:xfrm>
              <a:off x="2846825" y="254116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2"/>
            <p:cNvSpPr/>
            <p:nvPr/>
          </p:nvSpPr>
          <p:spPr>
            <a:xfrm>
              <a:off x="2848906" y="273379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3"/>
            <p:cNvSpPr/>
            <p:nvPr/>
          </p:nvSpPr>
          <p:spPr>
            <a:xfrm>
              <a:off x="2879900" y="272255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4"/>
            <p:cNvSpPr/>
            <p:nvPr/>
          </p:nvSpPr>
          <p:spPr>
            <a:xfrm>
              <a:off x="3394157" y="311308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5"/>
            <p:cNvSpPr/>
            <p:nvPr/>
          </p:nvSpPr>
          <p:spPr>
            <a:xfrm>
              <a:off x="3115205" y="17855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6"/>
            <p:cNvSpPr/>
            <p:nvPr/>
          </p:nvSpPr>
          <p:spPr>
            <a:xfrm>
              <a:off x="3112315" y="284354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7"/>
            <p:cNvSpPr/>
            <p:nvPr/>
          </p:nvSpPr>
          <p:spPr>
            <a:xfrm>
              <a:off x="2997896" y="282389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8"/>
            <p:cNvSpPr/>
            <p:nvPr/>
          </p:nvSpPr>
          <p:spPr>
            <a:xfrm>
              <a:off x="2951869" y="255028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19"/>
            <p:cNvSpPr/>
            <p:nvPr/>
          </p:nvSpPr>
          <p:spPr>
            <a:xfrm>
              <a:off x="3868967" y="28084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0"/>
            <p:cNvSpPr/>
            <p:nvPr/>
          </p:nvSpPr>
          <p:spPr>
            <a:xfrm>
              <a:off x="3833969" y="215016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1"/>
            <p:cNvSpPr/>
            <p:nvPr/>
          </p:nvSpPr>
          <p:spPr>
            <a:xfrm>
              <a:off x="3076819" y="256474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2"/>
            <p:cNvSpPr/>
            <p:nvPr/>
          </p:nvSpPr>
          <p:spPr>
            <a:xfrm>
              <a:off x="3380543" y="286278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3"/>
            <p:cNvSpPr/>
            <p:nvPr/>
          </p:nvSpPr>
          <p:spPr>
            <a:xfrm>
              <a:off x="2356823" y="28811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4"/>
            <p:cNvSpPr/>
            <p:nvPr/>
          </p:nvSpPr>
          <p:spPr>
            <a:xfrm>
              <a:off x="2389656" y="262377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5"/>
            <p:cNvSpPr/>
            <p:nvPr/>
          </p:nvSpPr>
          <p:spPr>
            <a:xfrm>
              <a:off x="3568681" y="20879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6"/>
            <p:cNvSpPr/>
            <p:nvPr/>
          </p:nvSpPr>
          <p:spPr>
            <a:xfrm>
              <a:off x="2378806" y="16987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7"/>
            <p:cNvSpPr/>
            <p:nvPr/>
          </p:nvSpPr>
          <p:spPr>
            <a:xfrm>
              <a:off x="2441649" y="296111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8"/>
            <p:cNvSpPr/>
            <p:nvPr/>
          </p:nvSpPr>
          <p:spPr>
            <a:xfrm>
              <a:off x="2098794" y="25856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29"/>
            <p:cNvSpPr/>
            <p:nvPr/>
          </p:nvSpPr>
          <p:spPr>
            <a:xfrm>
              <a:off x="3341012" y="212658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0"/>
            <p:cNvSpPr/>
            <p:nvPr/>
          </p:nvSpPr>
          <p:spPr>
            <a:xfrm>
              <a:off x="2421315" y="18372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1"/>
            <p:cNvSpPr/>
            <p:nvPr/>
          </p:nvSpPr>
          <p:spPr>
            <a:xfrm>
              <a:off x="2415388" y="291032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2"/>
            <p:cNvSpPr/>
            <p:nvPr/>
          </p:nvSpPr>
          <p:spPr>
            <a:xfrm>
              <a:off x="2972831" y="292604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3"/>
            <p:cNvSpPr/>
            <p:nvPr/>
          </p:nvSpPr>
          <p:spPr>
            <a:xfrm>
              <a:off x="2286812" y="288925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4"/>
            <p:cNvSpPr/>
            <p:nvPr/>
          </p:nvSpPr>
          <p:spPr>
            <a:xfrm>
              <a:off x="2406842" y="237212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5"/>
            <p:cNvSpPr/>
            <p:nvPr/>
          </p:nvSpPr>
          <p:spPr>
            <a:xfrm>
              <a:off x="2110834" y="257645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6"/>
            <p:cNvSpPr/>
            <p:nvPr/>
          </p:nvSpPr>
          <p:spPr>
            <a:xfrm>
              <a:off x="2685275" y="306224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7"/>
            <p:cNvSpPr/>
            <p:nvPr/>
          </p:nvSpPr>
          <p:spPr>
            <a:xfrm>
              <a:off x="2685834" y="298514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8"/>
            <p:cNvSpPr/>
            <p:nvPr/>
          </p:nvSpPr>
          <p:spPr>
            <a:xfrm>
              <a:off x="3530435" y="21905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39"/>
            <p:cNvSpPr/>
            <p:nvPr/>
          </p:nvSpPr>
          <p:spPr>
            <a:xfrm>
              <a:off x="2854473" y="275229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0"/>
            <p:cNvSpPr/>
            <p:nvPr/>
          </p:nvSpPr>
          <p:spPr>
            <a:xfrm>
              <a:off x="3746023" y="242649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1"/>
            <p:cNvSpPr/>
            <p:nvPr/>
          </p:nvSpPr>
          <p:spPr>
            <a:xfrm>
              <a:off x="3452459" y="281494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2"/>
            <p:cNvSpPr/>
            <p:nvPr/>
          </p:nvSpPr>
          <p:spPr>
            <a:xfrm>
              <a:off x="2935989" y="292004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3"/>
            <p:cNvSpPr/>
            <p:nvPr/>
          </p:nvSpPr>
          <p:spPr>
            <a:xfrm>
              <a:off x="2894345" y="20283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4"/>
            <p:cNvSpPr/>
            <p:nvPr/>
          </p:nvSpPr>
          <p:spPr>
            <a:xfrm>
              <a:off x="2874710" y="283091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5"/>
            <p:cNvSpPr/>
            <p:nvPr/>
          </p:nvSpPr>
          <p:spPr>
            <a:xfrm>
              <a:off x="2828427" y="273376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6"/>
            <p:cNvSpPr/>
            <p:nvPr/>
          </p:nvSpPr>
          <p:spPr>
            <a:xfrm>
              <a:off x="2576781" y="294603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7"/>
            <p:cNvSpPr/>
            <p:nvPr/>
          </p:nvSpPr>
          <p:spPr>
            <a:xfrm>
              <a:off x="3191494" y="295304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8"/>
            <p:cNvSpPr/>
            <p:nvPr/>
          </p:nvSpPr>
          <p:spPr>
            <a:xfrm>
              <a:off x="3151454" y="286802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49"/>
            <p:cNvSpPr/>
            <p:nvPr/>
          </p:nvSpPr>
          <p:spPr>
            <a:xfrm>
              <a:off x="2697560" y="317301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0"/>
            <p:cNvSpPr/>
            <p:nvPr/>
          </p:nvSpPr>
          <p:spPr>
            <a:xfrm>
              <a:off x="3698085" y="218213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1"/>
            <p:cNvSpPr/>
            <p:nvPr/>
          </p:nvSpPr>
          <p:spPr>
            <a:xfrm>
              <a:off x="2549842" y="24690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2"/>
            <p:cNvSpPr/>
            <p:nvPr/>
          </p:nvSpPr>
          <p:spPr>
            <a:xfrm>
              <a:off x="3048343" y="276778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3"/>
            <p:cNvSpPr/>
            <p:nvPr/>
          </p:nvSpPr>
          <p:spPr>
            <a:xfrm>
              <a:off x="3640347" y="210225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4"/>
            <p:cNvSpPr/>
            <p:nvPr/>
          </p:nvSpPr>
          <p:spPr>
            <a:xfrm>
              <a:off x="2577451" y="246726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5"/>
            <p:cNvSpPr/>
            <p:nvPr/>
          </p:nvSpPr>
          <p:spPr>
            <a:xfrm>
              <a:off x="2601382" y="299251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6"/>
            <p:cNvSpPr/>
            <p:nvPr/>
          </p:nvSpPr>
          <p:spPr>
            <a:xfrm>
              <a:off x="2458966" y="23267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7"/>
            <p:cNvSpPr/>
            <p:nvPr/>
          </p:nvSpPr>
          <p:spPr>
            <a:xfrm>
              <a:off x="3230915" y="256868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8"/>
            <p:cNvSpPr/>
            <p:nvPr/>
          </p:nvSpPr>
          <p:spPr>
            <a:xfrm>
              <a:off x="3148409" y="274821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59"/>
            <p:cNvSpPr/>
            <p:nvPr/>
          </p:nvSpPr>
          <p:spPr>
            <a:xfrm>
              <a:off x="2518513" y="306007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0"/>
            <p:cNvSpPr/>
            <p:nvPr/>
          </p:nvSpPr>
          <p:spPr>
            <a:xfrm>
              <a:off x="3393199" y="19522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1"/>
            <p:cNvSpPr/>
            <p:nvPr/>
          </p:nvSpPr>
          <p:spPr>
            <a:xfrm>
              <a:off x="2516983" y="20026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2"/>
            <p:cNvSpPr/>
            <p:nvPr/>
          </p:nvSpPr>
          <p:spPr>
            <a:xfrm>
              <a:off x="3003839" y="299623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3"/>
            <p:cNvSpPr/>
            <p:nvPr/>
          </p:nvSpPr>
          <p:spPr>
            <a:xfrm>
              <a:off x="2846961" y="273243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4"/>
            <p:cNvSpPr/>
            <p:nvPr/>
          </p:nvSpPr>
          <p:spPr>
            <a:xfrm>
              <a:off x="3829743" y="213662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5"/>
            <p:cNvSpPr/>
            <p:nvPr/>
          </p:nvSpPr>
          <p:spPr>
            <a:xfrm>
              <a:off x="2964086" y="213330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6"/>
            <p:cNvSpPr/>
            <p:nvPr/>
          </p:nvSpPr>
          <p:spPr>
            <a:xfrm>
              <a:off x="2760470" y="275780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7"/>
            <p:cNvSpPr/>
            <p:nvPr/>
          </p:nvSpPr>
          <p:spPr>
            <a:xfrm>
              <a:off x="3654873" y="282635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8"/>
            <p:cNvSpPr/>
            <p:nvPr/>
          </p:nvSpPr>
          <p:spPr>
            <a:xfrm>
              <a:off x="3141129" y="286846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69"/>
            <p:cNvSpPr/>
            <p:nvPr/>
          </p:nvSpPr>
          <p:spPr>
            <a:xfrm>
              <a:off x="3190438" y="291863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0"/>
            <p:cNvSpPr/>
            <p:nvPr/>
          </p:nvSpPr>
          <p:spPr>
            <a:xfrm>
              <a:off x="3666290" y="221784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1"/>
            <p:cNvSpPr/>
            <p:nvPr/>
          </p:nvSpPr>
          <p:spPr>
            <a:xfrm>
              <a:off x="2525595" y="322244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2"/>
            <p:cNvSpPr/>
            <p:nvPr/>
          </p:nvSpPr>
          <p:spPr>
            <a:xfrm>
              <a:off x="2637183" y="314658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3"/>
            <p:cNvSpPr/>
            <p:nvPr/>
          </p:nvSpPr>
          <p:spPr>
            <a:xfrm>
              <a:off x="2775123" y="310263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4"/>
            <p:cNvSpPr/>
            <p:nvPr/>
          </p:nvSpPr>
          <p:spPr>
            <a:xfrm>
              <a:off x="2061450" y="260364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5"/>
            <p:cNvSpPr/>
            <p:nvPr/>
          </p:nvSpPr>
          <p:spPr>
            <a:xfrm>
              <a:off x="3397694" y="241953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6"/>
            <p:cNvSpPr/>
            <p:nvPr/>
          </p:nvSpPr>
          <p:spPr>
            <a:xfrm>
              <a:off x="2188551" y="240724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7"/>
            <p:cNvSpPr/>
            <p:nvPr/>
          </p:nvSpPr>
          <p:spPr>
            <a:xfrm>
              <a:off x="3179931" y="282619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8"/>
            <p:cNvSpPr/>
            <p:nvPr/>
          </p:nvSpPr>
          <p:spPr>
            <a:xfrm>
              <a:off x="2375541" y="305746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79"/>
            <p:cNvSpPr/>
            <p:nvPr/>
          </p:nvSpPr>
          <p:spPr>
            <a:xfrm>
              <a:off x="2238375" y="18185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0"/>
            <p:cNvSpPr/>
            <p:nvPr/>
          </p:nvSpPr>
          <p:spPr>
            <a:xfrm>
              <a:off x="2184204" y="266031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1"/>
            <p:cNvSpPr/>
            <p:nvPr/>
          </p:nvSpPr>
          <p:spPr>
            <a:xfrm>
              <a:off x="2635638" y="235701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2"/>
            <p:cNvSpPr/>
            <p:nvPr/>
          </p:nvSpPr>
          <p:spPr>
            <a:xfrm>
              <a:off x="3343915" y="291617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3"/>
            <p:cNvSpPr/>
            <p:nvPr/>
          </p:nvSpPr>
          <p:spPr>
            <a:xfrm>
              <a:off x="2763217" y="246584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4"/>
            <p:cNvSpPr/>
            <p:nvPr/>
          </p:nvSpPr>
          <p:spPr>
            <a:xfrm>
              <a:off x="2652823" y="276705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5"/>
            <p:cNvSpPr/>
            <p:nvPr/>
          </p:nvSpPr>
          <p:spPr>
            <a:xfrm>
              <a:off x="3700573" y="200716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6"/>
            <p:cNvSpPr/>
            <p:nvPr/>
          </p:nvSpPr>
          <p:spPr>
            <a:xfrm>
              <a:off x="2767966" y="310320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7"/>
            <p:cNvSpPr/>
            <p:nvPr/>
          </p:nvSpPr>
          <p:spPr>
            <a:xfrm>
              <a:off x="2720136" y="16288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8"/>
            <p:cNvSpPr/>
            <p:nvPr/>
          </p:nvSpPr>
          <p:spPr>
            <a:xfrm>
              <a:off x="2701648" y="243957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89"/>
            <p:cNvSpPr/>
            <p:nvPr/>
          </p:nvSpPr>
          <p:spPr>
            <a:xfrm>
              <a:off x="3355020" y="255119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0"/>
            <p:cNvSpPr/>
            <p:nvPr/>
          </p:nvSpPr>
          <p:spPr>
            <a:xfrm>
              <a:off x="2854484" y="249068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1"/>
            <p:cNvSpPr/>
            <p:nvPr/>
          </p:nvSpPr>
          <p:spPr>
            <a:xfrm>
              <a:off x="2898161" y="307502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2"/>
            <p:cNvSpPr/>
            <p:nvPr/>
          </p:nvSpPr>
          <p:spPr>
            <a:xfrm>
              <a:off x="3349638" y="268678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3"/>
            <p:cNvSpPr/>
            <p:nvPr/>
          </p:nvSpPr>
          <p:spPr>
            <a:xfrm>
              <a:off x="3551692" y="16842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4"/>
            <p:cNvSpPr/>
            <p:nvPr/>
          </p:nvSpPr>
          <p:spPr>
            <a:xfrm>
              <a:off x="2838416" y="18433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5"/>
            <p:cNvSpPr/>
            <p:nvPr/>
          </p:nvSpPr>
          <p:spPr>
            <a:xfrm>
              <a:off x="2854463" y="293080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6"/>
            <p:cNvSpPr/>
            <p:nvPr/>
          </p:nvSpPr>
          <p:spPr>
            <a:xfrm>
              <a:off x="2743575" y="18096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7"/>
            <p:cNvSpPr/>
            <p:nvPr/>
          </p:nvSpPr>
          <p:spPr>
            <a:xfrm>
              <a:off x="3496445" y="24956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8"/>
            <p:cNvSpPr/>
            <p:nvPr/>
          </p:nvSpPr>
          <p:spPr>
            <a:xfrm>
              <a:off x="2649583" y="28289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1999"/>
            <p:cNvSpPr/>
            <p:nvPr/>
          </p:nvSpPr>
          <p:spPr>
            <a:xfrm>
              <a:off x="2555889" y="310393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0"/>
            <p:cNvSpPr/>
            <p:nvPr/>
          </p:nvSpPr>
          <p:spPr>
            <a:xfrm>
              <a:off x="2548402" y="288745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1"/>
            <p:cNvSpPr/>
            <p:nvPr/>
          </p:nvSpPr>
          <p:spPr>
            <a:xfrm>
              <a:off x="2720818" y="20264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2"/>
            <p:cNvSpPr/>
            <p:nvPr/>
          </p:nvSpPr>
          <p:spPr>
            <a:xfrm>
              <a:off x="2921766" y="292265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3"/>
            <p:cNvSpPr/>
            <p:nvPr/>
          </p:nvSpPr>
          <p:spPr>
            <a:xfrm>
              <a:off x="2973031" y="309877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4"/>
            <p:cNvSpPr/>
            <p:nvPr/>
          </p:nvSpPr>
          <p:spPr>
            <a:xfrm>
              <a:off x="2463845" y="273789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5"/>
            <p:cNvSpPr/>
            <p:nvPr/>
          </p:nvSpPr>
          <p:spPr>
            <a:xfrm>
              <a:off x="3529650" y="234900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6"/>
            <p:cNvSpPr/>
            <p:nvPr/>
          </p:nvSpPr>
          <p:spPr>
            <a:xfrm>
              <a:off x="2644015" y="292664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7"/>
            <p:cNvSpPr/>
            <p:nvPr/>
          </p:nvSpPr>
          <p:spPr>
            <a:xfrm>
              <a:off x="2653404" y="17820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8"/>
            <p:cNvSpPr/>
            <p:nvPr/>
          </p:nvSpPr>
          <p:spPr>
            <a:xfrm>
              <a:off x="2735679" y="273713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09"/>
            <p:cNvSpPr/>
            <p:nvPr/>
          </p:nvSpPr>
          <p:spPr>
            <a:xfrm>
              <a:off x="2805266" y="269513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0"/>
            <p:cNvSpPr/>
            <p:nvPr/>
          </p:nvSpPr>
          <p:spPr>
            <a:xfrm>
              <a:off x="2665176" y="258256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1"/>
            <p:cNvSpPr/>
            <p:nvPr/>
          </p:nvSpPr>
          <p:spPr>
            <a:xfrm>
              <a:off x="3049148" y="255629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2"/>
            <p:cNvSpPr/>
            <p:nvPr/>
          </p:nvSpPr>
          <p:spPr>
            <a:xfrm>
              <a:off x="3396008" y="26170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3"/>
            <p:cNvSpPr/>
            <p:nvPr/>
          </p:nvSpPr>
          <p:spPr>
            <a:xfrm>
              <a:off x="3364876" y="267996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4"/>
            <p:cNvSpPr/>
            <p:nvPr/>
          </p:nvSpPr>
          <p:spPr>
            <a:xfrm>
              <a:off x="2410463" y="267268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5"/>
            <p:cNvSpPr/>
            <p:nvPr/>
          </p:nvSpPr>
          <p:spPr>
            <a:xfrm>
              <a:off x="3578724" y="183234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6"/>
            <p:cNvSpPr/>
            <p:nvPr/>
          </p:nvSpPr>
          <p:spPr>
            <a:xfrm>
              <a:off x="2594824" y="295024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7"/>
            <p:cNvSpPr/>
            <p:nvPr/>
          </p:nvSpPr>
          <p:spPr>
            <a:xfrm>
              <a:off x="2492719" y="288966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8"/>
            <p:cNvSpPr/>
            <p:nvPr/>
          </p:nvSpPr>
          <p:spPr>
            <a:xfrm>
              <a:off x="2466547" y="179703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19"/>
            <p:cNvSpPr/>
            <p:nvPr/>
          </p:nvSpPr>
          <p:spPr>
            <a:xfrm>
              <a:off x="2400798" y="290520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0"/>
            <p:cNvSpPr/>
            <p:nvPr/>
          </p:nvSpPr>
          <p:spPr>
            <a:xfrm>
              <a:off x="2467303" y="19977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1"/>
            <p:cNvSpPr/>
            <p:nvPr/>
          </p:nvSpPr>
          <p:spPr>
            <a:xfrm>
              <a:off x="3333142" y="19971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2"/>
            <p:cNvSpPr/>
            <p:nvPr/>
          </p:nvSpPr>
          <p:spPr>
            <a:xfrm>
              <a:off x="2549935" y="26508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3"/>
            <p:cNvSpPr/>
            <p:nvPr/>
          </p:nvSpPr>
          <p:spPr>
            <a:xfrm>
              <a:off x="2432039" y="285583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4"/>
            <p:cNvSpPr/>
            <p:nvPr/>
          </p:nvSpPr>
          <p:spPr>
            <a:xfrm>
              <a:off x="2449007" y="294533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5"/>
            <p:cNvSpPr/>
            <p:nvPr/>
          </p:nvSpPr>
          <p:spPr>
            <a:xfrm>
              <a:off x="3178997" y="284532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6"/>
            <p:cNvSpPr/>
            <p:nvPr/>
          </p:nvSpPr>
          <p:spPr>
            <a:xfrm>
              <a:off x="2384801" y="278097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7"/>
            <p:cNvSpPr/>
            <p:nvPr/>
          </p:nvSpPr>
          <p:spPr>
            <a:xfrm>
              <a:off x="2440060" y="18354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8"/>
            <p:cNvSpPr/>
            <p:nvPr/>
          </p:nvSpPr>
          <p:spPr>
            <a:xfrm>
              <a:off x="2650398" y="310629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29"/>
            <p:cNvSpPr/>
            <p:nvPr/>
          </p:nvSpPr>
          <p:spPr>
            <a:xfrm>
              <a:off x="3492461" y="21309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0"/>
            <p:cNvSpPr/>
            <p:nvPr/>
          </p:nvSpPr>
          <p:spPr>
            <a:xfrm>
              <a:off x="2342233" y="274824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1"/>
            <p:cNvSpPr/>
            <p:nvPr/>
          </p:nvSpPr>
          <p:spPr>
            <a:xfrm>
              <a:off x="2390259" y="20128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2"/>
            <p:cNvSpPr/>
            <p:nvPr/>
          </p:nvSpPr>
          <p:spPr>
            <a:xfrm>
              <a:off x="2322770" y="291005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3"/>
            <p:cNvSpPr/>
            <p:nvPr/>
          </p:nvSpPr>
          <p:spPr>
            <a:xfrm>
              <a:off x="2996726" y="295282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4"/>
            <p:cNvSpPr/>
            <p:nvPr/>
          </p:nvSpPr>
          <p:spPr>
            <a:xfrm>
              <a:off x="2364477" y="270802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5"/>
            <p:cNvSpPr/>
            <p:nvPr/>
          </p:nvSpPr>
          <p:spPr>
            <a:xfrm>
              <a:off x="2454134" y="266195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6"/>
            <p:cNvSpPr/>
            <p:nvPr/>
          </p:nvSpPr>
          <p:spPr>
            <a:xfrm>
              <a:off x="3563012" y="22368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7"/>
            <p:cNvSpPr/>
            <p:nvPr/>
          </p:nvSpPr>
          <p:spPr>
            <a:xfrm>
              <a:off x="2405010" y="249956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8"/>
            <p:cNvSpPr/>
            <p:nvPr/>
          </p:nvSpPr>
          <p:spPr>
            <a:xfrm>
              <a:off x="2220238" y="337303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39"/>
            <p:cNvSpPr/>
            <p:nvPr/>
          </p:nvSpPr>
          <p:spPr>
            <a:xfrm>
              <a:off x="2269213" y="20443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0"/>
            <p:cNvSpPr/>
            <p:nvPr/>
          </p:nvSpPr>
          <p:spPr>
            <a:xfrm>
              <a:off x="2413518" y="265807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1"/>
            <p:cNvSpPr/>
            <p:nvPr/>
          </p:nvSpPr>
          <p:spPr>
            <a:xfrm>
              <a:off x="3052531" y="281855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2"/>
            <p:cNvSpPr/>
            <p:nvPr/>
          </p:nvSpPr>
          <p:spPr>
            <a:xfrm>
              <a:off x="3768401" y="196780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3"/>
            <p:cNvSpPr/>
            <p:nvPr/>
          </p:nvSpPr>
          <p:spPr>
            <a:xfrm>
              <a:off x="2694537" y="238703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4"/>
            <p:cNvSpPr/>
            <p:nvPr/>
          </p:nvSpPr>
          <p:spPr>
            <a:xfrm>
              <a:off x="2619006" y="296603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5"/>
            <p:cNvSpPr/>
            <p:nvPr/>
          </p:nvSpPr>
          <p:spPr>
            <a:xfrm>
              <a:off x="2474906" y="271278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6"/>
            <p:cNvSpPr/>
            <p:nvPr/>
          </p:nvSpPr>
          <p:spPr>
            <a:xfrm>
              <a:off x="2359218" y="19151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7"/>
            <p:cNvSpPr/>
            <p:nvPr/>
          </p:nvSpPr>
          <p:spPr>
            <a:xfrm>
              <a:off x="3100178" y="262779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8"/>
            <p:cNvSpPr/>
            <p:nvPr/>
          </p:nvSpPr>
          <p:spPr>
            <a:xfrm>
              <a:off x="2181362" y="261458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49"/>
            <p:cNvSpPr/>
            <p:nvPr/>
          </p:nvSpPr>
          <p:spPr>
            <a:xfrm>
              <a:off x="3499102" y="198183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0"/>
            <p:cNvSpPr/>
            <p:nvPr/>
          </p:nvSpPr>
          <p:spPr>
            <a:xfrm>
              <a:off x="1752173" y="266463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1"/>
            <p:cNvSpPr/>
            <p:nvPr/>
          </p:nvSpPr>
          <p:spPr>
            <a:xfrm>
              <a:off x="2484781" y="310121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t2052"/>
            <p:cNvSpPr/>
            <p:nvPr/>
          </p:nvSpPr>
          <p:spPr>
            <a:xfrm>
              <a:off x="3233503" y="252987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t2053"/>
            <p:cNvSpPr/>
            <p:nvPr/>
          </p:nvSpPr>
          <p:spPr>
            <a:xfrm>
              <a:off x="2766933" y="280505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t2054"/>
            <p:cNvSpPr/>
            <p:nvPr/>
          </p:nvSpPr>
          <p:spPr>
            <a:xfrm>
              <a:off x="2779204" y="283214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t2055"/>
            <p:cNvSpPr/>
            <p:nvPr/>
          </p:nvSpPr>
          <p:spPr>
            <a:xfrm>
              <a:off x="2002404" y="250906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6"/>
            <p:cNvSpPr/>
            <p:nvPr/>
          </p:nvSpPr>
          <p:spPr>
            <a:xfrm>
              <a:off x="2424025" y="29535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7"/>
            <p:cNvSpPr/>
            <p:nvPr/>
          </p:nvSpPr>
          <p:spPr>
            <a:xfrm>
              <a:off x="2630313" y="2700277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8"/>
            <p:cNvSpPr/>
            <p:nvPr/>
          </p:nvSpPr>
          <p:spPr>
            <a:xfrm>
              <a:off x="2923807" y="271929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59"/>
            <p:cNvSpPr/>
            <p:nvPr/>
          </p:nvSpPr>
          <p:spPr>
            <a:xfrm>
              <a:off x="2285417" y="266170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0"/>
            <p:cNvSpPr/>
            <p:nvPr/>
          </p:nvSpPr>
          <p:spPr>
            <a:xfrm>
              <a:off x="2387166" y="16251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1"/>
            <p:cNvSpPr/>
            <p:nvPr/>
          </p:nvSpPr>
          <p:spPr>
            <a:xfrm>
              <a:off x="2279583" y="18024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2"/>
            <p:cNvSpPr/>
            <p:nvPr/>
          </p:nvSpPr>
          <p:spPr>
            <a:xfrm>
              <a:off x="2913318" y="197443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3"/>
            <p:cNvSpPr/>
            <p:nvPr/>
          </p:nvSpPr>
          <p:spPr>
            <a:xfrm>
              <a:off x="2441348" y="237918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4"/>
            <p:cNvSpPr/>
            <p:nvPr/>
          </p:nvSpPr>
          <p:spPr>
            <a:xfrm>
              <a:off x="1979296" y="262665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5"/>
            <p:cNvSpPr/>
            <p:nvPr/>
          </p:nvSpPr>
          <p:spPr>
            <a:xfrm>
              <a:off x="2467762" y="298963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6"/>
            <p:cNvSpPr/>
            <p:nvPr/>
          </p:nvSpPr>
          <p:spPr>
            <a:xfrm>
              <a:off x="3208432" y="264561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t2067"/>
            <p:cNvSpPr/>
            <p:nvPr/>
          </p:nvSpPr>
          <p:spPr>
            <a:xfrm>
              <a:off x="2216476" y="272779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t2068"/>
            <p:cNvSpPr/>
            <p:nvPr/>
          </p:nvSpPr>
          <p:spPr>
            <a:xfrm>
              <a:off x="2221794" y="19161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t2069"/>
            <p:cNvSpPr/>
            <p:nvPr/>
          </p:nvSpPr>
          <p:spPr>
            <a:xfrm>
              <a:off x="3383617" y="206267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t2070"/>
            <p:cNvSpPr/>
            <p:nvPr/>
          </p:nvSpPr>
          <p:spPr>
            <a:xfrm>
              <a:off x="2292800" y="264577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t2071"/>
            <p:cNvSpPr/>
            <p:nvPr/>
          </p:nvSpPr>
          <p:spPr>
            <a:xfrm>
              <a:off x="2527965" y="20430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t2072"/>
            <p:cNvSpPr/>
            <p:nvPr/>
          </p:nvSpPr>
          <p:spPr>
            <a:xfrm>
              <a:off x="2159809" y="244659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t2073"/>
            <p:cNvSpPr/>
            <p:nvPr/>
          </p:nvSpPr>
          <p:spPr>
            <a:xfrm>
              <a:off x="3318737" y="210958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t2074"/>
            <p:cNvSpPr/>
            <p:nvPr/>
          </p:nvSpPr>
          <p:spPr>
            <a:xfrm>
              <a:off x="3098671" y="254114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t2075"/>
            <p:cNvSpPr/>
            <p:nvPr/>
          </p:nvSpPr>
          <p:spPr>
            <a:xfrm>
              <a:off x="2845849" y="283549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t2076"/>
            <p:cNvSpPr/>
            <p:nvPr/>
          </p:nvSpPr>
          <p:spPr>
            <a:xfrm>
              <a:off x="2432985" y="19047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t2077"/>
            <p:cNvSpPr/>
            <p:nvPr/>
          </p:nvSpPr>
          <p:spPr>
            <a:xfrm>
              <a:off x="2877523" y="297114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t2078"/>
            <p:cNvSpPr/>
            <p:nvPr/>
          </p:nvSpPr>
          <p:spPr>
            <a:xfrm>
              <a:off x="2813604" y="275392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t2079"/>
            <p:cNvSpPr/>
            <p:nvPr/>
          </p:nvSpPr>
          <p:spPr>
            <a:xfrm>
              <a:off x="3414218" y="225077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t2080"/>
            <p:cNvSpPr/>
            <p:nvPr/>
          </p:nvSpPr>
          <p:spPr>
            <a:xfrm>
              <a:off x="3370119" y="274903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t2081"/>
            <p:cNvSpPr/>
            <p:nvPr/>
          </p:nvSpPr>
          <p:spPr>
            <a:xfrm>
              <a:off x="2515849" y="17035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t2082"/>
            <p:cNvSpPr/>
            <p:nvPr/>
          </p:nvSpPr>
          <p:spPr>
            <a:xfrm>
              <a:off x="2472174" y="321939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t2083"/>
            <p:cNvSpPr/>
            <p:nvPr/>
          </p:nvSpPr>
          <p:spPr>
            <a:xfrm>
              <a:off x="3008559" y="2753834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t2084"/>
            <p:cNvSpPr/>
            <p:nvPr/>
          </p:nvSpPr>
          <p:spPr>
            <a:xfrm>
              <a:off x="2322243" y="265360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t2085"/>
            <p:cNvSpPr/>
            <p:nvPr/>
          </p:nvSpPr>
          <p:spPr>
            <a:xfrm>
              <a:off x="2388006" y="269736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t2086"/>
            <p:cNvSpPr/>
            <p:nvPr/>
          </p:nvSpPr>
          <p:spPr>
            <a:xfrm>
              <a:off x="2776235" y="281242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t2087"/>
            <p:cNvSpPr/>
            <p:nvPr/>
          </p:nvSpPr>
          <p:spPr>
            <a:xfrm>
              <a:off x="2314837" y="20515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t2088"/>
            <p:cNvSpPr/>
            <p:nvPr/>
          </p:nvSpPr>
          <p:spPr>
            <a:xfrm>
              <a:off x="3827282" y="246620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t2089"/>
            <p:cNvSpPr/>
            <p:nvPr/>
          </p:nvSpPr>
          <p:spPr>
            <a:xfrm>
              <a:off x="2994210" y="202599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t2090"/>
            <p:cNvSpPr/>
            <p:nvPr/>
          </p:nvSpPr>
          <p:spPr>
            <a:xfrm>
              <a:off x="2742403" y="300044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t2091"/>
            <p:cNvSpPr/>
            <p:nvPr/>
          </p:nvSpPr>
          <p:spPr>
            <a:xfrm>
              <a:off x="2402237" y="265127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t2092"/>
            <p:cNvSpPr/>
            <p:nvPr/>
          </p:nvSpPr>
          <p:spPr>
            <a:xfrm>
              <a:off x="2056493" y="29408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t2093"/>
            <p:cNvSpPr/>
            <p:nvPr/>
          </p:nvSpPr>
          <p:spPr>
            <a:xfrm>
              <a:off x="2314695" y="17110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t2094"/>
            <p:cNvSpPr/>
            <p:nvPr/>
          </p:nvSpPr>
          <p:spPr>
            <a:xfrm>
              <a:off x="3342906" y="223255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t2095"/>
            <p:cNvSpPr/>
            <p:nvPr/>
          </p:nvSpPr>
          <p:spPr>
            <a:xfrm>
              <a:off x="2781312" y="235491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t2096"/>
            <p:cNvSpPr/>
            <p:nvPr/>
          </p:nvSpPr>
          <p:spPr>
            <a:xfrm>
              <a:off x="2272003" y="299193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t2097"/>
            <p:cNvSpPr/>
            <p:nvPr/>
          </p:nvSpPr>
          <p:spPr>
            <a:xfrm>
              <a:off x="3209758" y="26510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t2098"/>
            <p:cNvSpPr/>
            <p:nvPr/>
          </p:nvSpPr>
          <p:spPr>
            <a:xfrm>
              <a:off x="2087242" y="256435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t2099"/>
            <p:cNvSpPr/>
            <p:nvPr/>
          </p:nvSpPr>
          <p:spPr>
            <a:xfrm>
              <a:off x="3174290" y="258260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t2100"/>
            <p:cNvSpPr/>
            <p:nvPr/>
          </p:nvSpPr>
          <p:spPr>
            <a:xfrm>
              <a:off x="2412785" y="295035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t2101"/>
            <p:cNvSpPr/>
            <p:nvPr/>
          </p:nvSpPr>
          <p:spPr>
            <a:xfrm>
              <a:off x="2212214" y="31436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t2102"/>
            <p:cNvSpPr/>
            <p:nvPr/>
          </p:nvSpPr>
          <p:spPr>
            <a:xfrm>
              <a:off x="3249811" y="202155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t2103"/>
            <p:cNvSpPr/>
            <p:nvPr/>
          </p:nvSpPr>
          <p:spPr>
            <a:xfrm>
              <a:off x="2470619" y="150266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t2104"/>
            <p:cNvSpPr/>
            <p:nvPr/>
          </p:nvSpPr>
          <p:spPr>
            <a:xfrm>
              <a:off x="2553602" y="296899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t2105"/>
            <p:cNvSpPr/>
            <p:nvPr/>
          </p:nvSpPr>
          <p:spPr>
            <a:xfrm>
              <a:off x="3459046" y="201154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t2106"/>
            <p:cNvSpPr/>
            <p:nvPr/>
          </p:nvSpPr>
          <p:spPr>
            <a:xfrm>
              <a:off x="2453193" y="289976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t2107"/>
            <p:cNvSpPr/>
            <p:nvPr/>
          </p:nvSpPr>
          <p:spPr>
            <a:xfrm>
              <a:off x="2480965" y="19612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t2108"/>
            <p:cNvSpPr/>
            <p:nvPr/>
          </p:nvSpPr>
          <p:spPr>
            <a:xfrm>
              <a:off x="2540768" y="340243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t2109"/>
            <p:cNvSpPr/>
            <p:nvPr/>
          </p:nvSpPr>
          <p:spPr>
            <a:xfrm>
              <a:off x="2687810" y="2945391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t2110"/>
            <p:cNvSpPr/>
            <p:nvPr/>
          </p:nvSpPr>
          <p:spPr>
            <a:xfrm>
              <a:off x="2869778" y="271294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t2111"/>
            <p:cNvSpPr/>
            <p:nvPr/>
          </p:nvSpPr>
          <p:spPr>
            <a:xfrm>
              <a:off x="2970086" y="299097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t2112"/>
            <p:cNvSpPr/>
            <p:nvPr/>
          </p:nvSpPr>
          <p:spPr>
            <a:xfrm>
              <a:off x="3152617" y="287661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t2113"/>
            <p:cNvSpPr/>
            <p:nvPr/>
          </p:nvSpPr>
          <p:spPr>
            <a:xfrm>
              <a:off x="3497015" y="19452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t2114"/>
            <p:cNvSpPr/>
            <p:nvPr/>
          </p:nvSpPr>
          <p:spPr>
            <a:xfrm>
              <a:off x="2378380" y="290452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t2115"/>
            <p:cNvSpPr/>
            <p:nvPr/>
          </p:nvSpPr>
          <p:spPr>
            <a:xfrm>
              <a:off x="2364098" y="198150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t2116"/>
            <p:cNvSpPr/>
            <p:nvPr/>
          </p:nvSpPr>
          <p:spPr>
            <a:xfrm>
              <a:off x="2357471" y="278807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t2117"/>
            <p:cNvSpPr/>
            <p:nvPr/>
          </p:nvSpPr>
          <p:spPr>
            <a:xfrm>
              <a:off x="2334316" y="266975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t2118"/>
            <p:cNvSpPr/>
            <p:nvPr/>
          </p:nvSpPr>
          <p:spPr>
            <a:xfrm>
              <a:off x="3539150" y="22398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t2119"/>
            <p:cNvSpPr/>
            <p:nvPr/>
          </p:nvSpPr>
          <p:spPr>
            <a:xfrm>
              <a:off x="3256749" y="295231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t2120"/>
            <p:cNvSpPr/>
            <p:nvPr/>
          </p:nvSpPr>
          <p:spPr>
            <a:xfrm>
              <a:off x="2426575" y="285235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t2121"/>
            <p:cNvSpPr/>
            <p:nvPr/>
          </p:nvSpPr>
          <p:spPr>
            <a:xfrm>
              <a:off x="3340476" y="275665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t2122"/>
            <p:cNvSpPr/>
            <p:nvPr/>
          </p:nvSpPr>
          <p:spPr>
            <a:xfrm>
              <a:off x="2417131" y="17358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t2123"/>
            <p:cNvSpPr/>
            <p:nvPr/>
          </p:nvSpPr>
          <p:spPr>
            <a:xfrm>
              <a:off x="2511090" y="269094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t2124"/>
            <p:cNvSpPr/>
            <p:nvPr/>
          </p:nvSpPr>
          <p:spPr>
            <a:xfrm>
              <a:off x="3417901" y="24154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t2125"/>
            <p:cNvSpPr/>
            <p:nvPr/>
          </p:nvSpPr>
          <p:spPr>
            <a:xfrm>
              <a:off x="3031371" y="293237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t2126"/>
            <p:cNvSpPr/>
            <p:nvPr/>
          </p:nvSpPr>
          <p:spPr>
            <a:xfrm>
              <a:off x="2273403" y="289977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t2127"/>
            <p:cNvSpPr/>
            <p:nvPr/>
          </p:nvSpPr>
          <p:spPr>
            <a:xfrm>
              <a:off x="2353985" y="291077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t2128"/>
            <p:cNvSpPr/>
            <p:nvPr/>
          </p:nvSpPr>
          <p:spPr>
            <a:xfrm>
              <a:off x="3820200" y="272214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t2129"/>
            <p:cNvSpPr/>
            <p:nvPr/>
          </p:nvSpPr>
          <p:spPr>
            <a:xfrm>
              <a:off x="2193674" y="293851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t2130"/>
            <p:cNvSpPr/>
            <p:nvPr/>
          </p:nvSpPr>
          <p:spPr>
            <a:xfrm>
              <a:off x="3504373" y="209769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t2131"/>
            <p:cNvSpPr/>
            <p:nvPr/>
          </p:nvSpPr>
          <p:spPr>
            <a:xfrm>
              <a:off x="2326880" y="276423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t2132"/>
            <p:cNvSpPr/>
            <p:nvPr/>
          </p:nvSpPr>
          <p:spPr>
            <a:xfrm>
              <a:off x="2316684" y="17167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t2133"/>
            <p:cNvSpPr/>
            <p:nvPr/>
          </p:nvSpPr>
          <p:spPr>
            <a:xfrm>
              <a:off x="2526880" y="288636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t2134"/>
            <p:cNvSpPr/>
            <p:nvPr/>
          </p:nvSpPr>
          <p:spPr>
            <a:xfrm>
              <a:off x="2306316" y="311455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t2135"/>
            <p:cNvSpPr/>
            <p:nvPr/>
          </p:nvSpPr>
          <p:spPr>
            <a:xfrm>
              <a:off x="2540960" y="17457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t2136"/>
            <p:cNvSpPr/>
            <p:nvPr/>
          </p:nvSpPr>
          <p:spPr>
            <a:xfrm>
              <a:off x="3227962" y="194066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t2137"/>
            <p:cNvSpPr/>
            <p:nvPr/>
          </p:nvSpPr>
          <p:spPr>
            <a:xfrm>
              <a:off x="2367041" y="284938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t2138"/>
            <p:cNvSpPr/>
            <p:nvPr/>
          </p:nvSpPr>
          <p:spPr>
            <a:xfrm>
              <a:off x="2204513" y="258132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t2139"/>
            <p:cNvSpPr/>
            <p:nvPr/>
          </p:nvSpPr>
          <p:spPr>
            <a:xfrm>
              <a:off x="2962535" y="23640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t2140"/>
            <p:cNvSpPr/>
            <p:nvPr/>
          </p:nvSpPr>
          <p:spPr>
            <a:xfrm>
              <a:off x="2429903" y="169030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t2141"/>
            <p:cNvSpPr/>
            <p:nvPr/>
          </p:nvSpPr>
          <p:spPr>
            <a:xfrm>
              <a:off x="3148842" y="26147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t2142"/>
            <p:cNvSpPr/>
            <p:nvPr/>
          </p:nvSpPr>
          <p:spPr>
            <a:xfrm>
              <a:off x="2328094" y="283971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t2143"/>
            <p:cNvSpPr/>
            <p:nvPr/>
          </p:nvSpPr>
          <p:spPr>
            <a:xfrm>
              <a:off x="2297392" y="293260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t2144"/>
            <p:cNvSpPr/>
            <p:nvPr/>
          </p:nvSpPr>
          <p:spPr>
            <a:xfrm>
              <a:off x="3400751" y="283430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t2145"/>
            <p:cNvSpPr/>
            <p:nvPr/>
          </p:nvSpPr>
          <p:spPr>
            <a:xfrm>
              <a:off x="3532083" y="236381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t2146"/>
            <p:cNvSpPr/>
            <p:nvPr/>
          </p:nvSpPr>
          <p:spPr>
            <a:xfrm>
              <a:off x="3326701" y="263155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t2147"/>
            <p:cNvSpPr/>
            <p:nvPr/>
          </p:nvSpPr>
          <p:spPr>
            <a:xfrm>
              <a:off x="3215142" y="17356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t2148"/>
            <p:cNvSpPr/>
            <p:nvPr/>
          </p:nvSpPr>
          <p:spPr>
            <a:xfrm>
              <a:off x="3868664" y="187920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t2149"/>
            <p:cNvSpPr/>
            <p:nvPr/>
          </p:nvSpPr>
          <p:spPr>
            <a:xfrm>
              <a:off x="3177594" y="253691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t2150"/>
            <p:cNvSpPr/>
            <p:nvPr/>
          </p:nvSpPr>
          <p:spPr>
            <a:xfrm>
              <a:off x="3358350" y="197696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t2151"/>
            <p:cNvSpPr/>
            <p:nvPr/>
          </p:nvSpPr>
          <p:spPr>
            <a:xfrm>
              <a:off x="2061487" y="335767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t2152"/>
            <p:cNvSpPr/>
            <p:nvPr/>
          </p:nvSpPr>
          <p:spPr>
            <a:xfrm>
              <a:off x="2239324" y="18325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t2153"/>
            <p:cNvSpPr/>
            <p:nvPr/>
          </p:nvSpPr>
          <p:spPr>
            <a:xfrm>
              <a:off x="2179160" y="244579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t2154"/>
            <p:cNvSpPr/>
            <p:nvPr/>
          </p:nvSpPr>
          <p:spPr>
            <a:xfrm>
              <a:off x="2301075" y="272119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t2155"/>
            <p:cNvSpPr/>
            <p:nvPr/>
          </p:nvSpPr>
          <p:spPr>
            <a:xfrm>
              <a:off x="3334167" y="261984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t2156"/>
            <p:cNvSpPr/>
            <p:nvPr/>
          </p:nvSpPr>
          <p:spPr>
            <a:xfrm>
              <a:off x="2678886" y="18757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t2157"/>
            <p:cNvSpPr/>
            <p:nvPr/>
          </p:nvSpPr>
          <p:spPr>
            <a:xfrm>
              <a:off x="2291547" y="268244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t2158"/>
            <p:cNvSpPr/>
            <p:nvPr/>
          </p:nvSpPr>
          <p:spPr>
            <a:xfrm>
              <a:off x="2380931" y="280907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t2159"/>
            <p:cNvSpPr/>
            <p:nvPr/>
          </p:nvSpPr>
          <p:spPr>
            <a:xfrm>
              <a:off x="2300596" y="275721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t2160"/>
            <p:cNvSpPr/>
            <p:nvPr/>
          </p:nvSpPr>
          <p:spPr>
            <a:xfrm>
              <a:off x="3565960" y="166700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t2161"/>
            <p:cNvSpPr/>
            <p:nvPr/>
          </p:nvSpPr>
          <p:spPr>
            <a:xfrm>
              <a:off x="3001251" y="17536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t2162"/>
            <p:cNvSpPr/>
            <p:nvPr/>
          </p:nvSpPr>
          <p:spPr>
            <a:xfrm>
              <a:off x="3080160" y="243506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t2163"/>
            <p:cNvSpPr/>
            <p:nvPr/>
          </p:nvSpPr>
          <p:spPr>
            <a:xfrm>
              <a:off x="2317766" y="270607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t2164"/>
            <p:cNvSpPr/>
            <p:nvPr/>
          </p:nvSpPr>
          <p:spPr>
            <a:xfrm>
              <a:off x="3313679" y="21731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t2165"/>
            <p:cNvSpPr/>
            <p:nvPr/>
          </p:nvSpPr>
          <p:spPr>
            <a:xfrm>
              <a:off x="2450416" y="265794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t2166"/>
            <p:cNvSpPr/>
            <p:nvPr/>
          </p:nvSpPr>
          <p:spPr>
            <a:xfrm>
              <a:off x="2640709" y="299381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t2167"/>
            <p:cNvSpPr/>
            <p:nvPr/>
          </p:nvSpPr>
          <p:spPr>
            <a:xfrm>
              <a:off x="2727199" y="29501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t2168"/>
            <p:cNvSpPr/>
            <p:nvPr/>
          </p:nvSpPr>
          <p:spPr>
            <a:xfrm>
              <a:off x="2443321" y="19492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t2169"/>
            <p:cNvSpPr/>
            <p:nvPr/>
          </p:nvSpPr>
          <p:spPr>
            <a:xfrm>
              <a:off x="3400647" y="24530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t2170"/>
            <p:cNvSpPr/>
            <p:nvPr/>
          </p:nvSpPr>
          <p:spPr>
            <a:xfrm>
              <a:off x="3209935" y="289649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t2171"/>
            <p:cNvSpPr/>
            <p:nvPr/>
          </p:nvSpPr>
          <p:spPr>
            <a:xfrm>
              <a:off x="2410032" y="284240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t2172"/>
            <p:cNvSpPr/>
            <p:nvPr/>
          </p:nvSpPr>
          <p:spPr>
            <a:xfrm>
              <a:off x="3237129" y="284434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t2173"/>
            <p:cNvSpPr/>
            <p:nvPr/>
          </p:nvSpPr>
          <p:spPr>
            <a:xfrm>
              <a:off x="3545680" y="232150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t2174"/>
            <p:cNvSpPr/>
            <p:nvPr/>
          </p:nvSpPr>
          <p:spPr>
            <a:xfrm>
              <a:off x="2428847" y="21526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t2175"/>
            <p:cNvSpPr/>
            <p:nvPr/>
          </p:nvSpPr>
          <p:spPr>
            <a:xfrm>
              <a:off x="2773163" y="280420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t2176"/>
            <p:cNvSpPr/>
            <p:nvPr/>
          </p:nvSpPr>
          <p:spPr>
            <a:xfrm>
              <a:off x="2468771" y="296694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t2177"/>
            <p:cNvSpPr/>
            <p:nvPr/>
          </p:nvSpPr>
          <p:spPr>
            <a:xfrm>
              <a:off x="3011566" y="292293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t2178"/>
            <p:cNvSpPr/>
            <p:nvPr/>
          </p:nvSpPr>
          <p:spPr>
            <a:xfrm>
              <a:off x="3100057" y="279908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t2179"/>
            <p:cNvSpPr/>
            <p:nvPr/>
          </p:nvSpPr>
          <p:spPr>
            <a:xfrm>
              <a:off x="3427512" y="251008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t2180"/>
            <p:cNvSpPr/>
            <p:nvPr/>
          </p:nvSpPr>
          <p:spPr>
            <a:xfrm>
              <a:off x="3448838" y="291252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t2181"/>
            <p:cNvSpPr/>
            <p:nvPr/>
          </p:nvSpPr>
          <p:spPr>
            <a:xfrm>
              <a:off x="3395829" y="279903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t2182"/>
            <p:cNvSpPr/>
            <p:nvPr/>
          </p:nvSpPr>
          <p:spPr>
            <a:xfrm>
              <a:off x="2906873" y="282890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t2183"/>
            <p:cNvSpPr/>
            <p:nvPr/>
          </p:nvSpPr>
          <p:spPr>
            <a:xfrm>
              <a:off x="2997065" y="18584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t2184"/>
            <p:cNvSpPr/>
            <p:nvPr/>
          </p:nvSpPr>
          <p:spPr>
            <a:xfrm>
              <a:off x="3111925" y="304007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t2185"/>
            <p:cNvSpPr/>
            <p:nvPr/>
          </p:nvSpPr>
          <p:spPr>
            <a:xfrm>
              <a:off x="3719322" y="214959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t2186"/>
            <p:cNvSpPr/>
            <p:nvPr/>
          </p:nvSpPr>
          <p:spPr>
            <a:xfrm>
              <a:off x="3229500" y="250582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t2187"/>
            <p:cNvSpPr/>
            <p:nvPr/>
          </p:nvSpPr>
          <p:spPr>
            <a:xfrm>
              <a:off x="2337752" y="300207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t2188"/>
            <p:cNvSpPr/>
            <p:nvPr/>
          </p:nvSpPr>
          <p:spPr>
            <a:xfrm>
              <a:off x="2463621" y="16050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t2189"/>
            <p:cNvSpPr/>
            <p:nvPr/>
          </p:nvSpPr>
          <p:spPr>
            <a:xfrm>
              <a:off x="2239888" y="256204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t2190"/>
            <p:cNvSpPr/>
            <p:nvPr/>
          </p:nvSpPr>
          <p:spPr>
            <a:xfrm>
              <a:off x="3045715" y="292693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t2191"/>
            <p:cNvSpPr/>
            <p:nvPr/>
          </p:nvSpPr>
          <p:spPr>
            <a:xfrm>
              <a:off x="2911996" y="278876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t2192"/>
            <p:cNvSpPr/>
            <p:nvPr/>
          </p:nvSpPr>
          <p:spPr>
            <a:xfrm>
              <a:off x="2319677" y="272873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t2193"/>
            <p:cNvSpPr/>
            <p:nvPr/>
          </p:nvSpPr>
          <p:spPr>
            <a:xfrm>
              <a:off x="2380985" y="269910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t2194"/>
            <p:cNvSpPr/>
            <p:nvPr/>
          </p:nvSpPr>
          <p:spPr>
            <a:xfrm>
              <a:off x="3408296" y="226434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t2195"/>
            <p:cNvSpPr/>
            <p:nvPr/>
          </p:nvSpPr>
          <p:spPr>
            <a:xfrm>
              <a:off x="2465046" y="18370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t2196"/>
            <p:cNvSpPr/>
            <p:nvPr/>
          </p:nvSpPr>
          <p:spPr>
            <a:xfrm>
              <a:off x="2580145" y="291586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t2197"/>
            <p:cNvSpPr/>
            <p:nvPr/>
          </p:nvSpPr>
          <p:spPr>
            <a:xfrm>
              <a:off x="2846288" y="18097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t2198"/>
            <p:cNvSpPr/>
            <p:nvPr/>
          </p:nvSpPr>
          <p:spPr>
            <a:xfrm>
              <a:off x="3476069" y="253836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t2199"/>
            <p:cNvSpPr/>
            <p:nvPr/>
          </p:nvSpPr>
          <p:spPr>
            <a:xfrm>
              <a:off x="2926318" y="254916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t2200"/>
            <p:cNvSpPr/>
            <p:nvPr/>
          </p:nvSpPr>
          <p:spPr>
            <a:xfrm>
              <a:off x="3579903" y="281157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t2201"/>
            <p:cNvSpPr/>
            <p:nvPr/>
          </p:nvSpPr>
          <p:spPr>
            <a:xfrm>
              <a:off x="2927515" y="26550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t2202"/>
            <p:cNvSpPr/>
            <p:nvPr/>
          </p:nvSpPr>
          <p:spPr>
            <a:xfrm>
              <a:off x="3356378" y="266418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t2203"/>
            <p:cNvSpPr/>
            <p:nvPr/>
          </p:nvSpPr>
          <p:spPr>
            <a:xfrm>
              <a:off x="2834555" y="271021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t2204"/>
            <p:cNvSpPr/>
            <p:nvPr/>
          </p:nvSpPr>
          <p:spPr>
            <a:xfrm>
              <a:off x="2364455" y="266737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t2205"/>
            <p:cNvSpPr/>
            <p:nvPr/>
          </p:nvSpPr>
          <p:spPr>
            <a:xfrm>
              <a:off x="2487772" y="317575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t2206"/>
            <p:cNvSpPr/>
            <p:nvPr/>
          </p:nvSpPr>
          <p:spPr>
            <a:xfrm>
              <a:off x="2511587" y="16258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t2207"/>
            <p:cNvSpPr/>
            <p:nvPr/>
          </p:nvSpPr>
          <p:spPr>
            <a:xfrm>
              <a:off x="3590776" y="200709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8"/>
            <p:cNvSpPr/>
            <p:nvPr/>
          </p:nvSpPr>
          <p:spPr>
            <a:xfrm>
              <a:off x="2637953" y="30831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09"/>
            <p:cNvSpPr/>
            <p:nvPr/>
          </p:nvSpPr>
          <p:spPr>
            <a:xfrm>
              <a:off x="2407702" y="260919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0"/>
            <p:cNvSpPr/>
            <p:nvPr/>
          </p:nvSpPr>
          <p:spPr>
            <a:xfrm>
              <a:off x="3156383" y="292461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1"/>
            <p:cNvSpPr/>
            <p:nvPr/>
          </p:nvSpPr>
          <p:spPr>
            <a:xfrm>
              <a:off x="2446625" y="20219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2"/>
            <p:cNvSpPr/>
            <p:nvPr/>
          </p:nvSpPr>
          <p:spPr>
            <a:xfrm>
              <a:off x="2430274" y="252139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3"/>
            <p:cNvSpPr/>
            <p:nvPr/>
          </p:nvSpPr>
          <p:spPr>
            <a:xfrm>
              <a:off x="3470714" y="255608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4"/>
            <p:cNvSpPr/>
            <p:nvPr/>
          </p:nvSpPr>
          <p:spPr>
            <a:xfrm>
              <a:off x="3491962" y="202240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5"/>
            <p:cNvSpPr/>
            <p:nvPr/>
          </p:nvSpPr>
          <p:spPr>
            <a:xfrm>
              <a:off x="2408655" y="18126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6"/>
            <p:cNvSpPr/>
            <p:nvPr/>
          </p:nvSpPr>
          <p:spPr>
            <a:xfrm>
              <a:off x="3016413" y="259249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7"/>
            <p:cNvSpPr/>
            <p:nvPr/>
          </p:nvSpPr>
          <p:spPr>
            <a:xfrm>
              <a:off x="3265203" y="234843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8"/>
            <p:cNvSpPr/>
            <p:nvPr/>
          </p:nvSpPr>
          <p:spPr>
            <a:xfrm>
              <a:off x="3406738" y="238866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19"/>
            <p:cNvSpPr/>
            <p:nvPr/>
          </p:nvSpPr>
          <p:spPr>
            <a:xfrm>
              <a:off x="2298464" y="281066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0"/>
            <p:cNvSpPr/>
            <p:nvPr/>
          </p:nvSpPr>
          <p:spPr>
            <a:xfrm>
              <a:off x="3422088" y="269597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1"/>
            <p:cNvSpPr/>
            <p:nvPr/>
          </p:nvSpPr>
          <p:spPr>
            <a:xfrm>
              <a:off x="3047597" y="282275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2"/>
            <p:cNvSpPr/>
            <p:nvPr/>
          </p:nvSpPr>
          <p:spPr>
            <a:xfrm>
              <a:off x="3554240" y="255361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3"/>
            <p:cNvSpPr/>
            <p:nvPr/>
          </p:nvSpPr>
          <p:spPr>
            <a:xfrm>
              <a:off x="3840012" y="195468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4"/>
            <p:cNvSpPr/>
            <p:nvPr/>
          </p:nvSpPr>
          <p:spPr>
            <a:xfrm>
              <a:off x="3489368" y="260437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5"/>
            <p:cNvSpPr/>
            <p:nvPr/>
          </p:nvSpPr>
          <p:spPr>
            <a:xfrm>
              <a:off x="3076503" y="267696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6"/>
            <p:cNvSpPr/>
            <p:nvPr/>
          </p:nvSpPr>
          <p:spPr>
            <a:xfrm>
              <a:off x="2979267" y="242579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7"/>
            <p:cNvSpPr/>
            <p:nvPr/>
          </p:nvSpPr>
          <p:spPr>
            <a:xfrm>
              <a:off x="3000108" y="18072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8"/>
            <p:cNvSpPr/>
            <p:nvPr/>
          </p:nvSpPr>
          <p:spPr>
            <a:xfrm>
              <a:off x="3223089" y="261124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29"/>
            <p:cNvSpPr/>
            <p:nvPr/>
          </p:nvSpPr>
          <p:spPr>
            <a:xfrm>
              <a:off x="2332089" y="291692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0"/>
            <p:cNvSpPr/>
            <p:nvPr/>
          </p:nvSpPr>
          <p:spPr>
            <a:xfrm>
              <a:off x="2307228" y="265583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1"/>
            <p:cNvSpPr/>
            <p:nvPr/>
          </p:nvSpPr>
          <p:spPr>
            <a:xfrm>
              <a:off x="3213579" y="21705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2"/>
            <p:cNvSpPr/>
            <p:nvPr/>
          </p:nvSpPr>
          <p:spPr>
            <a:xfrm>
              <a:off x="2365788" y="20392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3"/>
            <p:cNvSpPr/>
            <p:nvPr/>
          </p:nvSpPr>
          <p:spPr>
            <a:xfrm>
              <a:off x="2774957" y="270537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4"/>
            <p:cNvSpPr/>
            <p:nvPr/>
          </p:nvSpPr>
          <p:spPr>
            <a:xfrm>
              <a:off x="2080438" y="247162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5"/>
            <p:cNvSpPr/>
            <p:nvPr/>
          </p:nvSpPr>
          <p:spPr>
            <a:xfrm>
              <a:off x="2901575" y="267601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6"/>
            <p:cNvSpPr/>
            <p:nvPr/>
          </p:nvSpPr>
          <p:spPr>
            <a:xfrm>
              <a:off x="2807609" y="253734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7"/>
            <p:cNvSpPr/>
            <p:nvPr/>
          </p:nvSpPr>
          <p:spPr>
            <a:xfrm>
              <a:off x="3932354" y="21253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8"/>
            <p:cNvSpPr/>
            <p:nvPr/>
          </p:nvSpPr>
          <p:spPr>
            <a:xfrm>
              <a:off x="2353916" y="17321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39"/>
            <p:cNvSpPr/>
            <p:nvPr/>
          </p:nvSpPr>
          <p:spPr>
            <a:xfrm>
              <a:off x="2492767" y="269910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0"/>
            <p:cNvSpPr/>
            <p:nvPr/>
          </p:nvSpPr>
          <p:spPr>
            <a:xfrm>
              <a:off x="2833884" y="229323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1"/>
            <p:cNvSpPr/>
            <p:nvPr/>
          </p:nvSpPr>
          <p:spPr>
            <a:xfrm>
              <a:off x="2875872" y="231694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2"/>
            <p:cNvSpPr/>
            <p:nvPr/>
          </p:nvSpPr>
          <p:spPr>
            <a:xfrm>
              <a:off x="3109943" y="264122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3"/>
            <p:cNvSpPr/>
            <p:nvPr/>
          </p:nvSpPr>
          <p:spPr>
            <a:xfrm>
              <a:off x="2853604" y="205732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4"/>
            <p:cNvSpPr/>
            <p:nvPr/>
          </p:nvSpPr>
          <p:spPr>
            <a:xfrm>
              <a:off x="3395138" y="2825431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5"/>
            <p:cNvSpPr/>
            <p:nvPr/>
          </p:nvSpPr>
          <p:spPr>
            <a:xfrm>
              <a:off x="3414972" y="266947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6"/>
            <p:cNvSpPr/>
            <p:nvPr/>
          </p:nvSpPr>
          <p:spPr>
            <a:xfrm>
              <a:off x="2966326" y="252768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7"/>
            <p:cNvSpPr/>
            <p:nvPr/>
          </p:nvSpPr>
          <p:spPr>
            <a:xfrm>
              <a:off x="3601794" y="235587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8"/>
            <p:cNvSpPr/>
            <p:nvPr/>
          </p:nvSpPr>
          <p:spPr>
            <a:xfrm>
              <a:off x="3472427" y="208274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49"/>
            <p:cNvSpPr/>
            <p:nvPr/>
          </p:nvSpPr>
          <p:spPr>
            <a:xfrm>
              <a:off x="2864559" y="312832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0"/>
            <p:cNvSpPr/>
            <p:nvPr/>
          </p:nvSpPr>
          <p:spPr>
            <a:xfrm>
              <a:off x="3397389" y="256767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1"/>
            <p:cNvSpPr/>
            <p:nvPr/>
          </p:nvSpPr>
          <p:spPr>
            <a:xfrm>
              <a:off x="2688613" y="290479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2"/>
            <p:cNvSpPr/>
            <p:nvPr/>
          </p:nvSpPr>
          <p:spPr>
            <a:xfrm>
              <a:off x="2493962" y="282436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3"/>
            <p:cNvSpPr/>
            <p:nvPr/>
          </p:nvSpPr>
          <p:spPr>
            <a:xfrm>
              <a:off x="3114412" y="257712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4"/>
            <p:cNvSpPr/>
            <p:nvPr/>
          </p:nvSpPr>
          <p:spPr>
            <a:xfrm>
              <a:off x="3001406" y="300980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5"/>
            <p:cNvSpPr/>
            <p:nvPr/>
          </p:nvSpPr>
          <p:spPr>
            <a:xfrm>
              <a:off x="2365936" y="275398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6"/>
            <p:cNvSpPr/>
            <p:nvPr/>
          </p:nvSpPr>
          <p:spPr>
            <a:xfrm>
              <a:off x="2233986" y="17152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7"/>
            <p:cNvSpPr/>
            <p:nvPr/>
          </p:nvSpPr>
          <p:spPr>
            <a:xfrm>
              <a:off x="3510948" y="226109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8"/>
            <p:cNvSpPr/>
            <p:nvPr/>
          </p:nvSpPr>
          <p:spPr>
            <a:xfrm>
              <a:off x="2464324" y="304572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59"/>
            <p:cNvSpPr/>
            <p:nvPr/>
          </p:nvSpPr>
          <p:spPr>
            <a:xfrm>
              <a:off x="3031251" y="299910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0"/>
            <p:cNvSpPr/>
            <p:nvPr/>
          </p:nvSpPr>
          <p:spPr>
            <a:xfrm>
              <a:off x="2242800" y="281134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1"/>
            <p:cNvSpPr/>
            <p:nvPr/>
          </p:nvSpPr>
          <p:spPr>
            <a:xfrm>
              <a:off x="2523831" y="261056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2"/>
            <p:cNvSpPr/>
            <p:nvPr/>
          </p:nvSpPr>
          <p:spPr>
            <a:xfrm>
              <a:off x="3102066" y="279219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3"/>
            <p:cNvSpPr/>
            <p:nvPr/>
          </p:nvSpPr>
          <p:spPr>
            <a:xfrm>
              <a:off x="2503684" y="17514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4"/>
            <p:cNvSpPr/>
            <p:nvPr/>
          </p:nvSpPr>
          <p:spPr>
            <a:xfrm>
              <a:off x="2556686" y="297992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5"/>
            <p:cNvSpPr/>
            <p:nvPr/>
          </p:nvSpPr>
          <p:spPr>
            <a:xfrm>
              <a:off x="3106283" y="277009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6"/>
            <p:cNvSpPr/>
            <p:nvPr/>
          </p:nvSpPr>
          <p:spPr>
            <a:xfrm>
              <a:off x="2288775" y="277474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7"/>
            <p:cNvSpPr/>
            <p:nvPr/>
          </p:nvSpPr>
          <p:spPr>
            <a:xfrm>
              <a:off x="3320671" y="236461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8"/>
            <p:cNvSpPr/>
            <p:nvPr/>
          </p:nvSpPr>
          <p:spPr>
            <a:xfrm>
              <a:off x="2432925" y="17934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69"/>
            <p:cNvSpPr/>
            <p:nvPr/>
          </p:nvSpPr>
          <p:spPr>
            <a:xfrm>
              <a:off x="2660679" y="277244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0"/>
            <p:cNvSpPr/>
            <p:nvPr/>
          </p:nvSpPr>
          <p:spPr>
            <a:xfrm>
              <a:off x="2849211" y="17001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1"/>
            <p:cNvSpPr/>
            <p:nvPr/>
          </p:nvSpPr>
          <p:spPr>
            <a:xfrm>
              <a:off x="2840420" y="238489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2"/>
            <p:cNvSpPr/>
            <p:nvPr/>
          </p:nvSpPr>
          <p:spPr>
            <a:xfrm>
              <a:off x="2708564" y="280459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3"/>
            <p:cNvSpPr/>
            <p:nvPr/>
          </p:nvSpPr>
          <p:spPr>
            <a:xfrm>
              <a:off x="2790828" y="229716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4"/>
            <p:cNvSpPr/>
            <p:nvPr/>
          </p:nvSpPr>
          <p:spPr>
            <a:xfrm>
              <a:off x="3510446" y="268119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5"/>
            <p:cNvSpPr/>
            <p:nvPr/>
          </p:nvSpPr>
          <p:spPr>
            <a:xfrm>
              <a:off x="3396889" y="264275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6"/>
            <p:cNvSpPr/>
            <p:nvPr/>
          </p:nvSpPr>
          <p:spPr>
            <a:xfrm>
              <a:off x="3607847" y="20695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7"/>
            <p:cNvSpPr/>
            <p:nvPr/>
          </p:nvSpPr>
          <p:spPr>
            <a:xfrm>
              <a:off x="2969088" y="262087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8"/>
            <p:cNvSpPr/>
            <p:nvPr/>
          </p:nvSpPr>
          <p:spPr>
            <a:xfrm>
              <a:off x="3415747" y="269641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79"/>
            <p:cNvSpPr/>
            <p:nvPr/>
          </p:nvSpPr>
          <p:spPr>
            <a:xfrm>
              <a:off x="2390378" y="258229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0"/>
            <p:cNvSpPr/>
            <p:nvPr/>
          </p:nvSpPr>
          <p:spPr>
            <a:xfrm>
              <a:off x="3271055" y="201578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1"/>
            <p:cNvSpPr/>
            <p:nvPr/>
          </p:nvSpPr>
          <p:spPr>
            <a:xfrm>
              <a:off x="3002184" y="288721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2"/>
            <p:cNvSpPr/>
            <p:nvPr/>
          </p:nvSpPr>
          <p:spPr>
            <a:xfrm>
              <a:off x="2461942" y="298696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3"/>
            <p:cNvSpPr/>
            <p:nvPr/>
          </p:nvSpPr>
          <p:spPr>
            <a:xfrm>
              <a:off x="2443035" y="20373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4"/>
            <p:cNvSpPr/>
            <p:nvPr/>
          </p:nvSpPr>
          <p:spPr>
            <a:xfrm>
              <a:off x="3249217" y="308971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5"/>
            <p:cNvSpPr/>
            <p:nvPr/>
          </p:nvSpPr>
          <p:spPr>
            <a:xfrm>
              <a:off x="2153908" y="273996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6"/>
            <p:cNvSpPr/>
            <p:nvPr/>
          </p:nvSpPr>
          <p:spPr>
            <a:xfrm>
              <a:off x="3127748" y="205137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7"/>
            <p:cNvSpPr/>
            <p:nvPr/>
          </p:nvSpPr>
          <p:spPr>
            <a:xfrm>
              <a:off x="2340844" y="271750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8"/>
            <p:cNvSpPr/>
            <p:nvPr/>
          </p:nvSpPr>
          <p:spPr>
            <a:xfrm>
              <a:off x="2417576" y="203003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89"/>
            <p:cNvSpPr/>
            <p:nvPr/>
          </p:nvSpPr>
          <p:spPr>
            <a:xfrm>
              <a:off x="3161007" y="262278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0"/>
            <p:cNvSpPr/>
            <p:nvPr/>
          </p:nvSpPr>
          <p:spPr>
            <a:xfrm>
              <a:off x="3250564" y="18652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1"/>
            <p:cNvSpPr/>
            <p:nvPr/>
          </p:nvSpPr>
          <p:spPr>
            <a:xfrm>
              <a:off x="2406018" y="280982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2"/>
            <p:cNvSpPr/>
            <p:nvPr/>
          </p:nvSpPr>
          <p:spPr>
            <a:xfrm>
              <a:off x="2410296" y="18797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3"/>
            <p:cNvSpPr/>
            <p:nvPr/>
          </p:nvSpPr>
          <p:spPr>
            <a:xfrm>
              <a:off x="2574932" y="297456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4"/>
            <p:cNvSpPr/>
            <p:nvPr/>
          </p:nvSpPr>
          <p:spPr>
            <a:xfrm>
              <a:off x="2398997" y="292846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5"/>
            <p:cNvSpPr/>
            <p:nvPr/>
          </p:nvSpPr>
          <p:spPr>
            <a:xfrm>
              <a:off x="2526914" y="267969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6"/>
            <p:cNvSpPr/>
            <p:nvPr/>
          </p:nvSpPr>
          <p:spPr>
            <a:xfrm>
              <a:off x="3500123" y="192216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7"/>
            <p:cNvSpPr/>
            <p:nvPr/>
          </p:nvSpPr>
          <p:spPr>
            <a:xfrm>
              <a:off x="3003825" y="296365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8"/>
            <p:cNvSpPr/>
            <p:nvPr/>
          </p:nvSpPr>
          <p:spPr>
            <a:xfrm>
              <a:off x="2365887" y="277203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299"/>
            <p:cNvSpPr/>
            <p:nvPr/>
          </p:nvSpPr>
          <p:spPr>
            <a:xfrm>
              <a:off x="2836257" y="203296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0"/>
            <p:cNvSpPr/>
            <p:nvPr/>
          </p:nvSpPr>
          <p:spPr>
            <a:xfrm>
              <a:off x="2368735" y="265988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1"/>
            <p:cNvSpPr/>
            <p:nvPr/>
          </p:nvSpPr>
          <p:spPr>
            <a:xfrm>
              <a:off x="2218843" y="266526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2"/>
            <p:cNvSpPr/>
            <p:nvPr/>
          </p:nvSpPr>
          <p:spPr>
            <a:xfrm>
              <a:off x="2262256" y="17103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3"/>
            <p:cNvSpPr/>
            <p:nvPr/>
          </p:nvSpPr>
          <p:spPr>
            <a:xfrm>
              <a:off x="2261944" y="278175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4"/>
            <p:cNvSpPr/>
            <p:nvPr/>
          </p:nvSpPr>
          <p:spPr>
            <a:xfrm>
              <a:off x="2192167" y="309926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5"/>
            <p:cNvSpPr/>
            <p:nvPr/>
          </p:nvSpPr>
          <p:spPr>
            <a:xfrm>
              <a:off x="2194635" y="276772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6"/>
            <p:cNvSpPr/>
            <p:nvPr/>
          </p:nvSpPr>
          <p:spPr>
            <a:xfrm>
              <a:off x="2632293" y="271353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7"/>
            <p:cNvSpPr/>
            <p:nvPr/>
          </p:nvSpPr>
          <p:spPr>
            <a:xfrm>
              <a:off x="2960155" y="299899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8"/>
            <p:cNvSpPr/>
            <p:nvPr/>
          </p:nvSpPr>
          <p:spPr>
            <a:xfrm>
              <a:off x="3290034" y="19077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09"/>
            <p:cNvSpPr/>
            <p:nvPr/>
          </p:nvSpPr>
          <p:spPr>
            <a:xfrm>
              <a:off x="2257657" y="18215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0"/>
            <p:cNvSpPr/>
            <p:nvPr/>
          </p:nvSpPr>
          <p:spPr>
            <a:xfrm>
              <a:off x="1956469" y="291129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1"/>
            <p:cNvSpPr/>
            <p:nvPr/>
          </p:nvSpPr>
          <p:spPr>
            <a:xfrm>
              <a:off x="2580059" y="261884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2"/>
            <p:cNvSpPr/>
            <p:nvPr/>
          </p:nvSpPr>
          <p:spPr>
            <a:xfrm>
              <a:off x="2730787" y="262883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3"/>
            <p:cNvSpPr/>
            <p:nvPr/>
          </p:nvSpPr>
          <p:spPr>
            <a:xfrm>
              <a:off x="2298137" y="259381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4"/>
            <p:cNvSpPr/>
            <p:nvPr/>
          </p:nvSpPr>
          <p:spPr>
            <a:xfrm>
              <a:off x="2327910" y="269638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5"/>
            <p:cNvSpPr/>
            <p:nvPr/>
          </p:nvSpPr>
          <p:spPr>
            <a:xfrm>
              <a:off x="3383737" y="225946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6"/>
            <p:cNvSpPr/>
            <p:nvPr/>
          </p:nvSpPr>
          <p:spPr>
            <a:xfrm>
              <a:off x="2563171" y="23038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7"/>
            <p:cNvSpPr/>
            <p:nvPr/>
          </p:nvSpPr>
          <p:spPr>
            <a:xfrm>
              <a:off x="3512982" y="240210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8"/>
            <p:cNvSpPr/>
            <p:nvPr/>
          </p:nvSpPr>
          <p:spPr>
            <a:xfrm>
              <a:off x="2507538" y="245127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19"/>
            <p:cNvSpPr/>
            <p:nvPr/>
          </p:nvSpPr>
          <p:spPr>
            <a:xfrm>
              <a:off x="2257699" y="279723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0"/>
            <p:cNvSpPr/>
            <p:nvPr/>
          </p:nvSpPr>
          <p:spPr>
            <a:xfrm>
              <a:off x="2968658" y="277300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1"/>
            <p:cNvSpPr/>
            <p:nvPr/>
          </p:nvSpPr>
          <p:spPr>
            <a:xfrm>
              <a:off x="3084702" y="279676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2"/>
            <p:cNvSpPr/>
            <p:nvPr/>
          </p:nvSpPr>
          <p:spPr>
            <a:xfrm>
              <a:off x="2975203" y="268058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3"/>
            <p:cNvSpPr/>
            <p:nvPr/>
          </p:nvSpPr>
          <p:spPr>
            <a:xfrm>
              <a:off x="2887844" y="255493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4"/>
            <p:cNvSpPr/>
            <p:nvPr/>
          </p:nvSpPr>
          <p:spPr>
            <a:xfrm>
              <a:off x="3104819" y="170944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5"/>
            <p:cNvSpPr/>
            <p:nvPr/>
          </p:nvSpPr>
          <p:spPr>
            <a:xfrm>
              <a:off x="3634479" y="278944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6"/>
            <p:cNvSpPr/>
            <p:nvPr/>
          </p:nvSpPr>
          <p:spPr>
            <a:xfrm>
              <a:off x="3239833" y="275513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7"/>
            <p:cNvSpPr/>
            <p:nvPr/>
          </p:nvSpPr>
          <p:spPr>
            <a:xfrm>
              <a:off x="3632835" y="19180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8"/>
            <p:cNvSpPr/>
            <p:nvPr/>
          </p:nvSpPr>
          <p:spPr>
            <a:xfrm>
              <a:off x="3456825" y="241723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29"/>
            <p:cNvSpPr/>
            <p:nvPr/>
          </p:nvSpPr>
          <p:spPr>
            <a:xfrm>
              <a:off x="2306914" y="2501495"/>
              <a:ext cx="413551" cy="631949"/>
            </a:xfrm>
            <a:custGeom>
              <a:avLst/>
              <a:pathLst>
                <a:path w="413551" h="631949">
                  <a:moveTo>
                    <a:pt x="413551" y="0"/>
                  </a:moveTo>
                  <a:lnTo>
                    <a:pt x="0" y="631949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0"/>
            <p:cNvSpPr/>
            <p:nvPr/>
          </p:nvSpPr>
          <p:spPr>
            <a:xfrm>
              <a:off x="2306914" y="3061557"/>
              <a:ext cx="64266" cy="71887"/>
            </a:xfrm>
            <a:custGeom>
              <a:avLst/>
              <a:pathLst>
                <a:path w="64266" h="71887">
                  <a:moveTo>
                    <a:pt x="4020" y="0"/>
                  </a:moveTo>
                  <a:lnTo>
                    <a:pt x="0" y="71887"/>
                  </a:lnTo>
                  <a:lnTo>
                    <a:pt x="64266" y="39425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1"/>
            <p:cNvSpPr/>
            <p:nvPr/>
          </p:nvSpPr>
          <p:spPr>
            <a:xfrm>
              <a:off x="2720466" y="2501495"/>
              <a:ext cx="685985" cy="98453"/>
            </a:xfrm>
            <a:custGeom>
              <a:avLst/>
              <a:pathLst>
                <a:path w="685985" h="98453">
                  <a:moveTo>
                    <a:pt x="0" y="0"/>
                  </a:moveTo>
                  <a:lnTo>
                    <a:pt x="685985" y="98453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2"/>
            <p:cNvSpPr/>
            <p:nvPr/>
          </p:nvSpPr>
          <p:spPr>
            <a:xfrm>
              <a:off x="3339616" y="2555456"/>
              <a:ext cx="66835" cy="71269"/>
            </a:xfrm>
            <a:custGeom>
              <a:avLst/>
              <a:pathLst>
                <a:path w="66835" h="71269">
                  <a:moveTo>
                    <a:pt x="0" y="71269"/>
                  </a:moveTo>
                  <a:lnTo>
                    <a:pt x="66835" y="44493"/>
                  </a:lnTo>
                  <a:lnTo>
                    <a:pt x="10228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3"/>
            <p:cNvSpPr/>
            <p:nvPr/>
          </p:nvSpPr>
          <p:spPr>
            <a:xfrm>
              <a:off x="2720466" y="2281334"/>
              <a:ext cx="840653" cy="220161"/>
            </a:xfrm>
            <a:custGeom>
              <a:avLst/>
              <a:pathLst>
                <a:path w="840653" h="220161">
                  <a:moveTo>
                    <a:pt x="0" y="220161"/>
                  </a:moveTo>
                  <a:lnTo>
                    <a:pt x="840653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4"/>
            <p:cNvSpPr/>
            <p:nvPr/>
          </p:nvSpPr>
          <p:spPr>
            <a:xfrm>
              <a:off x="3491680" y="2262306"/>
              <a:ext cx="69440" cy="69651"/>
            </a:xfrm>
            <a:custGeom>
              <a:avLst/>
              <a:pathLst>
                <a:path w="69440" h="69651">
                  <a:moveTo>
                    <a:pt x="18241" y="69651"/>
                  </a:moveTo>
                  <a:lnTo>
                    <a:pt x="69440" y="19028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5"/>
            <p:cNvSpPr/>
            <p:nvPr/>
          </p:nvSpPr>
          <p:spPr>
            <a:xfrm>
              <a:off x="1907747" y="2348979"/>
              <a:ext cx="812719" cy="152516"/>
            </a:xfrm>
            <a:custGeom>
              <a:avLst/>
              <a:pathLst>
                <a:path w="812719" h="152516">
                  <a:moveTo>
                    <a:pt x="812719" y="152516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6"/>
            <p:cNvSpPr/>
            <p:nvPr/>
          </p:nvSpPr>
          <p:spPr>
            <a:xfrm>
              <a:off x="1907747" y="2325097"/>
              <a:ext cx="67923" cy="70764"/>
            </a:xfrm>
            <a:custGeom>
              <a:avLst/>
              <a:pathLst>
                <a:path w="67923" h="70764">
                  <a:moveTo>
                    <a:pt x="67923" y="0"/>
                  </a:moveTo>
                  <a:lnTo>
                    <a:pt x="0" y="23881"/>
                  </a:lnTo>
                  <a:lnTo>
                    <a:pt x="54644" y="70764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7"/>
            <p:cNvSpPr/>
            <p:nvPr/>
          </p:nvSpPr>
          <p:spPr>
            <a:xfrm>
              <a:off x="2241673" y="1957902"/>
              <a:ext cx="478792" cy="543592"/>
            </a:xfrm>
            <a:custGeom>
              <a:avLst/>
              <a:pathLst>
                <a:path w="478792" h="543592">
                  <a:moveTo>
                    <a:pt x="478792" y="543592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8"/>
            <p:cNvSpPr/>
            <p:nvPr/>
          </p:nvSpPr>
          <p:spPr>
            <a:xfrm>
              <a:off x="2241673" y="1957902"/>
              <a:ext cx="68228" cy="70586"/>
            </a:xfrm>
            <a:custGeom>
              <a:avLst/>
              <a:pathLst>
                <a:path w="68228" h="70586">
                  <a:moveTo>
                    <a:pt x="68228" y="22996"/>
                  </a:moveTo>
                  <a:lnTo>
                    <a:pt x="0" y="0"/>
                  </a:lnTo>
                  <a:lnTo>
                    <a:pt x="14198" y="70586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39"/>
            <p:cNvSpPr/>
            <p:nvPr/>
          </p:nvSpPr>
          <p:spPr>
            <a:xfrm>
              <a:off x="2720466" y="2501495"/>
              <a:ext cx="125592" cy="531885"/>
            </a:xfrm>
            <a:custGeom>
              <a:avLst/>
              <a:pathLst>
                <a:path w="125592" h="531885">
                  <a:moveTo>
                    <a:pt x="0" y="0"/>
                  </a:moveTo>
                  <a:lnTo>
                    <a:pt x="125592" y="531885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0"/>
            <p:cNvSpPr/>
            <p:nvPr/>
          </p:nvSpPr>
          <p:spPr>
            <a:xfrm>
              <a:off x="2796693" y="2964423"/>
              <a:ext cx="70073" cy="68958"/>
            </a:xfrm>
            <a:custGeom>
              <a:avLst/>
              <a:pathLst>
                <a:path w="70073" h="68958">
                  <a:moveTo>
                    <a:pt x="0" y="16546"/>
                  </a:moveTo>
                  <a:lnTo>
                    <a:pt x="49365" y="68958"/>
                  </a:lnTo>
                  <a:lnTo>
                    <a:pt x="70073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1"/>
            <p:cNvSpPr/>
            <p:nvPr/>
          </p:nvSpPr>
          <p:spPr>
            <a:xfrm>
              <a:off x="2713204" y="1780382"/>
              <a:ext cx="7261" cy="721113"/>
            </a:xfrm>
            <a:custGeom>
              <a:avLst/>
              <a:pathLst>
                <a:path w="7261" h="721113">
                  <a:moveTo>
                    <a:pt x="7261" y="721113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2"/>
            <p:cNvSpPr/>
            <p:nvPr/>
          </p:nvSpPr>
          <p:spPr>
            <a:xfrm>
              <a:off x="2677834" y="1780382"/>
              <a:ext cx="71996" cy="62713"/>
            </a:xfrm>
            <a:custGeom>
              <a:avLst/>
              <a:pathLst>
                <a:path w="71996" h="62713">
                  <a:moveTo>
                    <a:pt x="71996" y="61988"/>
                  </a:moveTo>
                  <a:lnTo>
                    <a:pt x="35370" y="0"/>
                  </a:lnTo>
                  <a:lnTo>
                    <a:pt x="0" y="62713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tx2343"/>
            <p:cNvSpPr/>
            <p:nvPr/>
          </p:nvSpPr>
          <p:spPr>
            <a:xfrm>
              <a:off x="2072528" y="3168762"/>
              <a:ext cx="280995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LTO</a:t>
              </a:r>
            </a:p>
          </p:txBody>
        </p:sp>
        <p:sp>
          <p:nvSpPr>
            <p:cNvPr id="2345" name="tx2344"/>
            <p:cNvSpPr/>
            <p:nvPr/>
          </p:nvSpPr>
          <p:spPr>
            <a:xfrm>
              <a:off x="3351796" y="2635266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MLA</a:t>
              </a:r>
            </a:p>
          </p:txBody>
        </p:sp>
        <p:sp>
          <p:nvSpPr>
            <p:cNvPr id="2346" name="tx2345"/>
            <p:cNvSpPr/>
            <p:nvPr/>
          </p:nvSpPr>
          <p:spPr>
            <a:xfrm>
              <a:off x="3518444" y="2142324"/>
              <a:ext cx="273131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SLA</a:t>
              </a:r>
            </a:p>
          </p:txBody>
        </p:sp>
        <p:sp>
          <p:nvSpPr>
            <p:cNvPr id="2347" name="tx2346"/>
            <p:cNvSpPr/>
            <p:nvPr/>
          </p:nvSpPr>
          <p:spPr>
            <a:xfrm>
              <a:off x="1609169" y="2209969"/>
              <a:ext cx="40937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LDMC</a:t>
              </a:r>
            </a:p>
          </p:txBody>
        </p:sp>
        <p:sp>
          <p:nvSpPr>
            <p:cNvPr id="2348" name="tx2347"/>
            <p:cNvSpPr/>
            <p:nvPr/>
          </p:nvSpPr>
          <p:spPr>
            <a:xfrm>
              <a:off x="1999240" y="1818892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SSD</a:t>
              </a:r>
            </a:p>
          </p:txBody>
        </p:sp>
        <p:sp>
          <p:nvSpPr>
            <p:cNvPr id="2349" name="tx2348"/>
            <p:cNvSpPr/>
            <p:nvPr/>
          </p:nvSpPr>
          <p:spPr>
            <a:xfrm>
              <a:off x="2831546" y="3068698"/>
              <a:ext cx="216804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Chl</a:t>
              </a:r>
            </a:p>
          </p:txBody>
        </p:sp>
        <p:sp>
          <p:nvSpPr>
            <p:cNvPr id="2350" name="tx2349"/>
            <p:cNvSpPr/>
            <p:nvPr/>
          </p:nvSpPr>
          <p:spPr>
            <a:xfrm>
              <a:off x="2410466" y="1641372"/>
              <a:ext cx="417697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Height</a:t>
              </a:r>
            </a:p>
          </p:txBody>
        </p:sp>
        <p:sp>
          <p:nvSpPr>
            <p:cNvPr id="2351" name="rc2350"/>
            <p:cNvSpPr/>
            <p:nvPr/>
          </p:nvSpPr>
          <p:spPr>
            <a:xfrm>
              <a:off x="1503277" y="1353673"/>
              <a:ext cx="2942196" cy="2235907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352" name="pl2351"/>
            <p:cNvSpPr/>
            <p:nvPr/>
          </p:nvSpPr>
          <p:spPr>
            <a:xfrm>
              <a:off x="1503277" y="1353673"/>
              <a:ext cx="0" cy="2235907"/>
            </a:xfrm>
            <a:custGeom>
              <a:avLst/>
              <a:pathLst>
                <a:path w="0" h="2235907">
                  <a:moveTo>
                    <a:pt x="0" y="223590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tx2352"/>
            <p:cNvSpPr/>
            <p:nvPr/>
          </p:nvSpPr>
          <p:spPr>
            <a:xfrm rot="-5400000">
              <a:off x="1307257" y="3323022"/>
              <a:ext cx="12426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2354" name="tx2353"/>
            <p:cNvSpPr/>
            <p:nvPr/>
          </p:nvSpPr>
          <p:spPr>
            <a:xfrm rot="-5400000">
              <a:off x="1307257" y="2887204"/>
              <a:ext cx="12426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2355" name="tx2354"/>
            <p:cNvSpPr/>
            <p:nvPr/>
          </p:nvSpPr>
          <p:spPr>
            <a:xfrm rot="-5400000">
              <a:off x="1330529" y="2451386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56" name="tx2355"/>
            <p:cNvSpPr/>
            <p:nvPr/>
          </p:nvSpPr>
          <p:spPr>
            <a:xfrm rot="-5400000">
              <a:off x="1330529" y="2015568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357" name="tx2356"/>
            <p:cNvSpPr/>
            <p:nvPr/>
          </p:nvSpPr>
          <p:spPr>
            <a:xfrm rot="-5400000">
              <a:off x="1330529" y="1579750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358" name="pl2357"/>
            <p:cNvSpPr/>
            <p:nvPr/>
          </p:nvSpPr>
          <p:spPr>
            <a:xfrm>
              <a:off x="1465319" y="337313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8"/>
            <p:cNvSpPr/>
            <p:nvPr/>
          </p:nvSpPr>
          <p:spPr>
            <a:xfrm>
              <a:off x="1465319" y="293731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59"/>
            <p:cNvSpPr/>
            <p:nvPr/>
          </p:nvSpPr>
          <p:spPr>
            <a:xfrm>
              <a:off x="1465319" y="250149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0"/>
            <p:cNvSpPr/>
            <p:nvPr/>
          </p:nvSpPr>
          <p:spPr>
            <a:xfrm>
              <a:off x="1465319" y="206567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1"/>
            <p:cNvSpPr/>
            <p:nvPr/>
          </p:nvSpPr>
          <p:spPr>
            <a:xfrm>
              <a:off x="1465319" y="162985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2"/>
            <p:cNvSpPr/>
            <p:nvPr/>
          </p:nvSpPr>
          <p:spPr>
            <a:xfrm>
              <a:off x="1503277" y="3589581"/>
              <a:ext cx="2942196" cy="0"/>
            </a:xfrm>
            <a:custGeom>
              <a:avLst/>
              <a:pathLst>
                <a:path w="2942196" h="0">
                  <a:moveTo>
                    <a:pt x="0" y="0"/>
                  </a:moveTo>
                  <a:lnTo>
                    <a:pt x="2942196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3"/>
            <p:cNvSpPr/>
            <p:nvPr/>
          </p:nvSpPr>
          <p:spPr>
            <a:xfrm>
              <a:off x="1781572" y="3589581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4"/>
            <p:cNvSpPr/>
            <p:nvPr/>
          </p:nvSpPr>
          <p:spPr>
            <a:xfrm>
              <a:off x="2720466" y="3589581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5"/>
            <p:cNvSpPr/>
            <p:nvPr/>
          </p:nvSpPr>
          <p:spPr>
            <a:xfrm>
              <a:off x="3659360" y="3589581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tx2366"/>
            <p:cNvSpPr/>
            <p:nvPr/>
          </p:nvSpPr>
          <p:spPr>
            <a:xfrm>
              <a:off x="1719439" y="3657905"/>
              <a:ext cx="12426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2368" name="tx2367"/>
            <p:cNvSpPr/>
            <p:nvPr/>
          </p:nvSpPr>
          <p:spPr>
            <a:xfrm>
              <a:off x="2681604" y="3657905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69" name="tx2368"/>
            <p:cNvSpPr/>
            <p:nvPr/>
          </p:nvSpPr>
          <p:spPr>
            <a:xfrm>
              <a:off x="3620498" y="3657905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370" name="tx2369"/>
            <p:cNvSpPr/>
            <p:nvPr/>
          </p:nvSpPr>
          <p:spPr>
            <a:xfrm>
              <a:off x="2501768" y="3870769"/>
              <a:ext cx="945215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(36.5%)</a:t>
              </a:r>
            </a:p>
          </p:txBody>
        </p:sp>
        <p:sp>
          <p:nvSpPr>
            <p:cNvPr id="2371" name="tx2370"/>
            <p:cNvSpPr/>
            <p:nvPr/>
          </p:nvSpPr>
          <p:spPr>
            <a:xfrm rot="-5400000">
              <a:off x="660858" y="2412191"/>
              <a:ext cx="945215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(29.7%)</a:t>
              </a:r>
            </a:p>
          </p:txBody>
        </p:sp>
        <p:sp>
          <p:nvSpPr>
            <p:cNvPr id="2372" name="tx2371"/>
            <p:cNvSpPr/>
            <p:nvPr/>
          </p:nvSpPr>
          <p:spPr>
            <a:xfrm>
              <a:off x="1503277" y="1110514"/>
              <a:ext cx="1421617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2373" name="rc2372"/>
            <p:cNvSpPr/>
            <p:nvPr/>
          </p:nvSpPr>
          <p:spPr>
            <a:xfrm>
              <a:off x="5091288" y="1353673"/>
              <a:ext cx="2942196" cy="223590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4" name="pt2373"/>
            <p:cNvSpPr/>
            <p:nvPr/>
          </p:nvSpPr>
          <p:spPr>
            <a:xfrm>
              <a:off x="6500598" y="195855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4"/>
            <p:cNvSpPr/>
            <p:nvPr/>
          </p:nvSpPr>
          <p:spPr>
            <a:xfrm>
              <a:off x="6292985" y="242671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5"/>
            <p:cNvSpPr/>
            <p:nvPr/>
          </p:nvSpPr>
          <p:spPr>
            <a:xfrm>
              <a:off x="6543336" y="189414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6"/>
            <p:cNvSpPr/>
            <p:nvPr/>
          </p:nvSpPr>
          <p:spPr>
            <a:xfrm>
              <a:off x="6356553" y="242278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7"/>
            <p:cNvSpPr/>
            <p:nvPr/>
          </p:nvSpPr>
          <p:spPr>
            <a:xfrm>
              <a:off x="6466838" y="225381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8"/>
            <p:cNvSpPr/>
            <p:nvPr/>
          </p:nvSpPr>
          <p:spPr>
            <a:xfrm>
              <a:off x="6424519" y="203443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79"/>
            <p:cNvSpPr/>
            <p:nvPr/>
          </p:nvSpPr>
          <p:spPr>
            <a:xfrm>
              <a:off x="6175901" y="250147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0"/>
            <p:cNvSpPr/>
            <p:nvPr/>
          </p:nvSpPr>
          <p:spPr>
            <a:xfrm>
              <a:off x="6654782" y="186408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1"/>
            <p:cNvSpPr/>
            <p:nvPr/>
          </p:nvSpPr>
          <p:spPr>
            <a:xfrm>
              <a:off x="6299262" y="219267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2"/>
            <p:cNvSpPr/>
            <p:nvPr/>
          </p:nvSpPr>
          <p:spPr>
            <a:xfrm>
              <a:off x="6468329" y="224559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3"/>
            <p:cNvSpPr/>
            <p:nvPr/>
          </p:nvSpPr>
          <p:spPr>
            <a:xfrm>
              <a:off x="6520029" y="277486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4"/>
            <p:cNvSpPr/>
            <p:nvPr/>
          </p:nvSpPr>
          <p:spPr>
            <a:xfrm>
              <a:off x="6498974" y="191001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5"/>
            <p:cNvSpPr/>
            <p:nvPr/>
          </p:nvSpPr>
          <p:spPr>
            <a:xfrm>
              <a:off x="6380691" y="234103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6"/>
            <p:cNvSpPr/>
            <p:nvPr/>
          </p:nvSpPr>
          <p:spPr>
            <a:xfrm>
              <a:off x="6727027" y="206708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7"/>
            <p:cNvSpPr/>
            <p:nvPr/>
          </p:nvSpPr>
          <p:spPr>
            <a:xfrm>
              <a:off x="6482730" y="280179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8"/>
            <p:cNvSpPr/>
            <p:nvPr/>
          </p:nvSpPr>
          <p:spPr>
            <a:xfrm>
              <a:off x="6616383" y="243460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89"/>
            <p:cNvSpPr/>
            <p:nvPr/>
          </p:nvSpPr>
          <p:spPr>
            <a:xfrm>
              <a:off x="6520506" y="263501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0"/>
            <p:cNvSpPr/>
            <p:nvPr/>
          </p:nvSpPr>
          <p:spPr>
            <a:xfrm>
              <a:off x="6448937" y="254920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1"/>
            <p:cNvSpPr/>
            <p:nvPr/>
          </p:nvSpPr>
          <p:spPr>
            <a:xfrm>
              <a:off x="6435694" y="244525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2"/>
            <p:cNvSpPr/>
            <p:nvPr/>
          </p:nvSpPr>
          <p:spPr>
            <a:xfrm>
              <a:off x="6439114" y="218940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3"/>
            <p:cNvSpPr/>
            <p:nvPr/>
          </p:nvSpPr>
          <p:spPr>
            <a:xfrm>
              <a:off x="6405233" y="243111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4"/>
            <p:cNvSpPr/>
            <p:nvPr/>
          </p:nvSpPr>
          <p:spPr>
            <a:xfrm>
              <a:off x="6462506" y="246720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5"/>
            <p:cNvSpPr/>
            <p:nvPr/>
          </p:nvSpPr>
          <p:spPr>
            <a:xfrm>
              <a:off x="6410187" y="213752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6"/>
            <p:cNvSpPr/>
            <p:nvPr/>
          </p:nvSpPr>
          <p:spPr>
            <a:xfrm>
              <a:off x="6458810" y="219346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7"/>
            <p:cNvSpPr/>
            <p:nvPr/>
          </p:nvSpPr>
          <p:spPr>
            <a:xfrm>
              <a:off x="6434666" y="236800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8"/>
            <p:cNvSpPr/>
            <p:nvPr/>
          </p:nvSpPr>
          <p:spPr>
            <a:xfrm>
              <a:off x="6356716" y="221068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399"/>
            <p:cNvSpPr/>
            <p:nvPr/>
          </p:nvSpPr>
          <p:spPr>
            <a:xfrm>
              <a:off x="6257023" y="247832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0"/>
            <p:cNvSpPr/>
            <p:nvPr/>
          </p:nvSpPr>
          <p:spPr>
            <a:xfrm>
              <a:off x="6445115" y="254476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1"/>
            <p:cNvSpPr/>
            <p:nvPr/>
          </p:nvSpPr>
          <p:spPr>
            <a:xfrm>
              <a:off x="6346544" y="281870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2"/>
            <p:cNvSpPr/>
            <p:nvPr/>
          </p:nvSpPr>
          <p:spPr>
            <a:xfrm>
              <a:off x="6359412" y="234961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3"/>
            <p:cNvSpPr/>
            <p:nvPr/>
          </p:nvSpPr>
          <p:spPr>
            <a:xfrm>
              <a:off x="6349758" y="229658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4"/>
            <p:cNvSpPr/>
            <p:nvPr/>
          </p:nvSpPr>
          <p:spPr>
            <a:xfrm>
              <a:off x="6413685" y="273283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5"/>
            <p:cNvSpPr/>
            <p:nvPr/>
          </p:nvSpPr>
          <p:spPr>
            <a:xfrm>
              <a:off x="6490692" y="263972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6"/>
            <p:cNvSpPr/>
            <p:nvPr/>
          </p:nvSpPr>
          <p:spPr>
            <a:xfrm>
              <a:off x="6422378" y="256830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7"/>
            <p:cNvSpPr/>
            <p:nvPr/>
          </p:nvSpPr>
          <p:spPr>
            <a:xfrm>
              <a:off x="6307460" y="270220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t2408"/>
            <p:cNvSpPr/>
            <p:nvPr/>
          </p:nvSpPr>
          <p:spPr>
            <a:xfrm>
              <a:off x="6425436" y="247721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t2409"/>
            <p:cNvSpPr/>
            <p:nvPr/>
          </p:nvSpPr>
          <p:spPr>
            <a:xfrm>
              <a:off x="6425971" y="26503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t2410"/>
            <p:cNvSpPr/>
            <p:nvPr/>
          </p:nvSpPr>
          <p:spPr>
            <a:xfrm>
              <a:off x="6215089" y="234482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t2411"/>
            <p:cNvSpPr/>
            <p:nvPr/>
          </p:nvSpPr>
          <p:spPr>
            <a:xfrm>
              <a:off x="6341709" y="242386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t2412"/>
            <p:cNvSpPr/>
            <p:nvPr/>
          </p:nvSpPr>
          <p:spPr>
            <a:xfrm>
              <a:off x="6235423" y="280502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t2413"/>
            <p:cNvSpPr/>
            <p:nvPr/>
          </p:nvSpPr>
          <p:spPr>
            <a:xfrm>
              <a:off x="6538660" y="192940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t2414"/>
            <p:cNvSpPr/>
            <p:nvPr/>
          </p:nvSpPr>
          <p:spPr>
            <a:xfrm>
              <a:off x="6474427" y="236980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t2415"/>
            <p:cNvSpPr/>
            <p:nvPr/>
          </p:nvSpPr>
          <p:spPr>
            <a:xfrm>
              <a:off x="6468561" y="269284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t2416"/>
            <p:cNvSpPr/>
            <p:nvPr/>
          </p:nvSpPr>
          <p:spPr>
            <a:xfrm>
              <a:off x="6479823" y="206817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t2417"/>
            <p:cNvSpPr/>
            <p:nvPr/>
          </p:nvSpPr>
          <p:spPr>
            <a:xfrm>
              <a:off x="6539390" y="242396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t2418"/>
            <p:cNvSpPr/>
            <p:nvPr/>
          </p:nvSpPr>
          <p:spPr>
            <a:xfrm>
              <a:off x="6336029" y="259193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t2419"/>
            <p:cNvSpPr/>
            <p:nvPr/>
          </p:nvSpPr>
          <p:spPr>
            <a:xfrm>
              <a:off x="6761406" y="200547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t2420"/>
            <p:cNvSpPr/>
            <p:nvPr/>
          </p:nvSpPr>
          <p:spPr>
            <a:xfrm>
              <a:off x="6564031" y="22948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t2421"/>
            <p:cNvSpPr/>
            <p:nvPr/>
          </p:nvSpPr>
          <p:spPr>
            <a:xfrm>
              <a:off x="6520374" y="198202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t2422"/>
            <p:cNvSpPr/>
            <p:nvPr/>
          </p:nvSpPr>
          <p:spPr>
            <a:xfrm>
              <a:off x="6706913" y="226049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t2423"/>
            <p:cNvSpPr/>
            <p:nvPr/>
          </p:nvSpPr>
          <p:spPr>
            <a:xfrm>
              <a:off x="6373252" y="239327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4"/>
            <p:cNvSpPr/>
            <p:nvPr/>
          </p:nvSpPr>
          <p:spPr>
            <a:xfrm>
              <a:off x="6464616" y="260722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5"/>
            <p:cNvSpPr/>
            <p:nvPr/>
          </p:nvSpPr>
          <p:spPr>
            <a:xfrm>
              <a:off x="6832460" y="191166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6"/>
            <p:cNvSpPr/>
            <p:nvPr/>
          </p:nvSpPr>
          <p:spPr>
            <a:xfrm>
              <a:off x="6564464" y="263250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7"/>
            <p:cNvSpPr/>
            <p:nvPr/>
          </p:nvSpPr>
          <p:spPr>
            <a:xfrm>
              <a:off x="6551435" y="195162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8"/>
            <p:cNvSpPr/>
            <p:nvPr/>
          </p:nvSpPr>
          <p:spPr>
            <a:xfrm>
              <a:off x="6548787" y="224992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29"/>
            <p:cNvSpPr/>
            <p:nvPr/>
          </p:nvSpPr>
          <p:spPr>
            <a:xfrm>
              <a:off x="6372987" y="235239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0"/>
            <p:cNvSpPr/>
            <p:nvPr/>
          </p:nvSpPr>
          <p:spPr>
            <a:xfrm>
              <a:off x="7345662" y="238210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1"/>
            <p:cNvSpPr/>
            <p:nvPr/>
          </p:nvSpPr>
          <p:spPr>
            <a:xfrm>
              <a:off x="6904250" y="245834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2"/>
            <p:cNvSpPr/>
            <p:nvPr/>
          </p:nvSpPr>
          <p:spPr>
            <a:xfrm>
              <a:off x="6861612" y="267870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3"/>
            <p:cNvSpPr/>
            <p:nvPr/>
          </p:nvSpPr>
          <p:spPr>
            <a:xfrm>
              <a:off x="6900400" y="212816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4"/>
            <p:cNvSpPr/>
            <p:nvPr/>
          </p:nvSpPr>
          <p:spPr>
            <a:xfrm>
              <a:off x="7272183" y="233385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5"/>
            <p:cNvSpPr/>
            <p:nvPr/>
          </p:nvSpPr>
          <p:spPr>
            <a:xfrm>
              <a:off x="7243428" y="215111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6"/>
            <p:cNvSpPr/>
            <p:nvPr/>
          </p:nvSpPr>
          <p:spPr>
            <a:xfrm>
              <a:off x="6565782" y="275309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7"/>
            <p:cNvSpPr/>
            <p:nvPr/>
          </p:nvSpPr>
          <p:spPr>
            <a:xfrm>
              <a:off x="6432772" y="247078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8"/>
            <p:cNvSpPr/>
            <p:nvPr/>
          </p:nvSpPr>
          <p:spPr>
            <a:xfrm>
              <a:off x="6608465" y="251697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39"/>
            <p:cNvSpPr/>
            <p:nvPr/>
          </p:nvSpPr>
          <p:spPr>
            <a:xfrm>
              <a:off x="6446222" y="221817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0"/>
            <p:cNvSpPr/>
            <p:nvPr/>
          </p:nvSpPr>
          <p:spPr>
            <a:xfrm>
              <a:off x="6369970" y="229895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1"/>
            <p:cNvSpPr/>
            <p:nvPr/>
          </p:nvSpPr>
          <p:spPr>
            <a:xfrm>
              <a:off x="6427705" y="250062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2"/>
            <p:cNvSpPr/>
            <p:nvPr/>
          </p:nvSpPr>
          <p:spPr>
            <a:xfrm>
              <a:off x="6460640" y="249511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3"/>
            <p:cNvSpPr/>
            <p:nvPr/>
          </p:nvSpPr>
          <p:spPr>
            <a:xfrm>
              <a:off x="6626576" y="228526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4"/>
            <p:cNvSpPr/>
            <p:nvPr/>
          </p:nvSpPr>
          <p:spPr>
            <a:xfrm>
              <a:off x="6577979" y="267142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5"/>
            <p:cNvSpPr/>
            <p:nvPr/>
          </p:nvSpPr>
          <p:spPr>
            <a:xfrm>
              <a:off x="6489679" y="278199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6"/>
            <p:cNvSpPr/>
            <p:nvPr/>
          </p:nvSpPr>
          <p:spPr>
            <a:xfrm>
              <a:off x="6268021" y="329185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7"/>
            <p:cNvSpPr/>
            <p:nvPr/>
          </p:nvSpPr>
          <p:spPr>
            <a:xfrm>
              <a:off x="6376942" y="258767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8"/>
            <p:cNvSpPr/>
            <p:nvPr/>
          </p:nvSpPr>
          <p:spPr>
            <a:xfrm>
              <a:off x="6463936" y="269282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49"/>
            <p:cNvSpPr/>
            <p:nvPr/>
          </p:nvSpPr>
          <p:spPr>
            <a:xfrm>
              <a:off x="6589501" y="250209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0"/>
            <p:cNvSpPr/>
            <p:nvPr/>
          </p:nvSpPr>
          <p:spPr>
            <a:xfrm>
              <a:off x="6056475" y="226495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1"/>
            <p:cNvSpPr/>
            <p:nvPr/>
          </p:nvSpPr>
          <p:spPr>
            <a:xfrm>
              <a:off x="6606097" y="213443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2"/>
            <p:cNvSpPr/>
            <p:nvPr/>
          </p:nvSpPr>
          <p:spPr>
            <a:xfrm>
              <a:off x="6471206" y="265268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3"/>
            <p:cNvSpPr/>
            <p:nvPr/>
          </p:nvSpPr>
          <p:spPr>
            <a:xfrm>
              <a:off x="6476731" y="207949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4"/>
            <p:cNvSpPr/>
            <p:nvPr/>
          </p:nvSpPr>
          <p:spPr>
            <a:xfrm>
              <a:off x="6221437" y="233805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5"/>
            <p:cNvSpPr/>
            <p:nvPr/>
          </p:nvSpPr>
          <p:spPr>
            <a:xfrm>
              <a:off x="6465491" y="249559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6"/>
            <p:cNvSpPr/>
            <p:nvPr/>
          </p:nvSpPr>
          <p:spPr>
            <a:xfrm>
              <a:off x="6409022" y="217819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7"/>
            <p:cNvSpPr/>
            <p:nvPr/>
          </p:nvSpPr>
          <p:spPr>
            <a:xfrm>
              <a:off x="6442456" y="244229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8"/>
            <p:cNvSpPr/>
            <p:nvPr/>
          </p:nvSpPr>
          <p:spPr>
            <a:xfrm>
              <a:off x="6569026" y="213470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59"/>
            <p:cNvSpPr/>
            <p:nvPr/>
          </p:nvSpPr>
          <p:spPr>
            <a:xfrm>
              <a:off x="6487208" y="212869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0"/>
            <p:cNvSpPr/>
            <p:nvPr/>
          </p:nvSpPr>
          <p:spPr>
            <a:xfrm>
              <a:off x="6164044" y="289665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1"/>
            <p:cNvSpPr/>
            <p:nvPr/>
          </p:nvSpPr>
          <p:spPr>
            <a:xfrm>
              <a:off x="6505617" y="228153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2"/>
            <p:cNvSpPr/>
            <p:nvPr/>
          </p:nvSpPr>
          <p:spPr>
            <a:xfrm>
              <a:off x="6812755" y="170208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3"/>
            <p:cNvSpPr/>
            <p:nvPr/>
          </p:nvSpPr>
          <p:spPr>
            <a:xfrm>
              <a:off x="6461229" y="196475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4"/>
            <p:cNvSpPr/>
            <p:nvPr/>
          </p:nvSpPr>
          <p:spPr>
            <a:xfrm>
              <a:off x="6520979" y="217193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5"/>
            <p:cNvSpPr/>
            <p:nvPr/>
          </p:nvSpPr>
          <p:spPr>
            <a:xfrm>
              <a:off x="6601341" y="307591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6"/>
            <p:cNvSpPr/>
            <p:nvPr/>
          </p:nvSpPr>
          <p:spPr>
            <a:xfrm>
              <a:off x="6547158" y="233462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7"/>
            <p:cNvSpPr/>
            <p:nvPr/>
          </p:nvSpPr>
          <p:spPr>
            <a:xfrm>
              <a:off x="6279459" y="280913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8"/>
            <p:cNvSpPr/>
            <p:nvPr/>
          </p:nvSpPr>
          <p:spPr>
            <a:xfrm>
              <a:off x="6393994" y="225106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69"/>
            <p:cNvSpPr/>
            <p:nvPr/>
          </p:nvSpPr>
          <p:spPr>
            <a:xfrm>
              <a:off x="6486459" y="257221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0"/>
            <p:cNvSpPr/>
            <p:nvPr/>
          </p:nvSpPr>
          <p:spPr>
            <a:xfrm>
              <a:off x="6441321" y="268440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1"/>
            <p:cNvSpPr/>
            <p:nvPr/>
          </p:nvSpPr>
          <p:spPr>
            <a:xfrm>
              <a:off x="6497756" y="266232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2"/>
            <p:cNvSpPr/>
            <p:nvPr/>
          </p:nvSpPr>
          <p:spPr>
            <a:xfrm>
              <a:off x="6494061" y="280625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3"/>
            <p:cNvSpPr/>
            <p:nvPr/>
          </p:nvSpPr>
          <p:spPr>
            <a:xfrm>
              <a:off x="6389732" y="225123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4"/>
            <p:cNvSpPr/>
            <p:nvPr/>
          </p:nvSpPr>
          <p:spPr>
            <a:xfrm>
              <a:off x="6527233" y="261185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5"/>
            <p:cNvSpPr/>
            <p:nvPr/>
          </p:nvSpPr>
          <p:spPr>
            <a:xfrm>
              <a:off x="6610478" y="239353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6"/>
            <p:cNvSpPr/>
            <p:nvPr/>
          </p:nvSpPr>
          <p:spPr>
            <a:xfrm>
              <a:off x="6497019" y="261585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7"/>
            <p:cNvSpPr/>
            <p:nvPr/>
          </p:nvSpPr>
          <p:spPr>
            <a:xfrm>
              <a:off x="6493892" y="259348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8"/>
            <p:cNvSpPr/>
            <p:nvPr/>
          </p:nvSpPr>
          <p:spPr>
            <a:xfrm>
              <a:off x="6663925" y="264186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79"/>
            <p:cNvSpPr/>
            <p:nvPr/>
          </p:nvSpPr>
          <p:spPr>
            <a:xfrm>
              <a:off x="6382357" y="239043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0"/>
            <p:cNvSpPr/>
            <p:nvPr/>
          </p:nvSpPr>
          <p:spPr>
            <a:xfrm>
              <a:off x="6750933" y="204625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1"/>
            <p:cNvSpPr/>
            <p:nvPr/>
          </p:nvSpPr>
          <p:spPr>
            <a:xfrm>
              <a:off x="6509550" y="191153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2"/>
            <p:cNvSpPr/>
            <p:nvPr/>
          </p:nvSpPr>
          <p:spPr>
            <a:xfrm>
              <a:off x="6469455" y="196722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3"/>
            <p:cNvSpPr/>
            <p:nvPr/>
          </p:nvSpPr>
          <p:spPr>
            <a:xfrm>
              <a:off x="6808901" y="204874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4"/>
            <p:cNvSpPr/>
            <p:nvPr/>
          </p:nvSpPr>
          <p:spPr>
            <a:xfrm>
              <a:off x="6526531" y="228273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5"/>
            <p:cNvSpPr/>
            <p:nvPr/>
          </p:nvSpPr>
          <p:spPr>
            <a:xfrm>
              <a:off x="6355254" y="256677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6"/>
            <p:cNvSpPr/>
            <p:nvPr/>
          </p:nvSpPr>
          <p:spPr>
            <a:xfrm>
              <a:off x="6348199" y="261655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7"/>
            <p:cNvSpPr/>
            <p:nvPr/>
          </p:nvSpPr>
          <p:spPr>
            <a:xfrm>
              <a:off x="6492927" y="253204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8"/>
            <p:cNvSpPr/>
            <p:nvPr/>
          </p:nvSpPr>
          <p:spPr>
            <a:xfrm>
              <a:off x="6262883" y="250600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89"/>
            <p:cNvSpPr/>
            <p:nvPr/>
          </p:nvSpPr>
          <p:spPr>
            <a:xfrm>
              <a:off x="6459383" y="231129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0"/>
            <p:cNvSpPr/>
            <p:nvPr/>
          </p:nvSpPr>
          <p:spPr>
            <a:xfrm>
              <a:off x="6458645" y="232912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1"/>
            <p:cNvSpPr/>
            <p:nvPr/>
          </p:nvSpPr>
          <p:spPr>
            <a:xfrm>
              <a:off x="6355371" y="253775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2"/>
            <p:cNvSpPr/>
            <p:nvPr/>
          </p:nvSpPr>
          <p:spPr>
            <a:xfrm>
              <a:off x="6391427" y="254050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3"/>
            <p:cNvSpPr/>
            <p:nvPr/>
          </p:nvSpPr>
          <p:spPr>
            <a:xfrm>
              <a:off x="6434087" y="236141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4"/>
            <p:cNvSpPr/>
            <p:nvPr/>
          </p:nvSpPr>
          <p:spPr>
            <a:xfrm>
              <a:off x="6294729" y="240487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5"/>
            <p:cNvSpPr/>
            <p:nvPr/>
          </p:nvSpPr>
          <p:spPr>
            <a:xfrm>
              <a:off x="6393884" y="242180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6"/>
            <p:cNvSpPr/>
            <p:nvPr/>
          </p:nvSpPr>
          <p:spPr>
            <a:xfrm>
              <a:off x="6423580" y="239617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7"/>
            <p:cNvSpPr/>
            <p:nvPr/>
          </p:nvSpPr>
          <p:spPr>
            <a:xfrm>
              <a:off x="6517823" y="204926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8"/>
            <p:cNvSpPr/>
            <p:nvPr/>
          </p:nvSpPr>
          <p:spPr>
            <a:xfrm>
              <a:off x="6469286" y="234675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499"/>
            <p:cNvSpPr/>
            <p:nvPr/>
          </p:nvSpPr>
          <p:spPr>
            <a:xfrm>
              <a:off x="6456218" y="220661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0"/>
            <p:cNvSpPr/>
            <p:nvPr/>
          </p:nvSpPr>
          <p:spPr>
            <a:xfrm>
              <a:off x="6445656" y="229973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1"/>
            <p:cNvSpPr/>
            <p:nvPr/>
          </p:nvSpPr>
          <p:spPr>
            <a:xfrm>
              <a:off x="6452227" y="242713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t2502"/>
            <p:cNvSpPr/>
            <p:nvPr/>
          </p:nvSpPr>
          <p:spPr>
            <a:xfrm>
              <a:off x="6634876" y="226603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t2503"/>
            <p:cNvSpPr/>
            <p:nvPr/>
          </p:nvSpPr>
          <p:spPr>
            <a:xfrm>
              <a:off x="6485495" y="245624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t2504"/>
            <p:cNvSpPr/>
            <p:nvPr/>
          </p:nvSpPr>
          <p:spPr>
            <a:xfrm>
              <a:off x="6471498" y="199419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t2505"/>
            <p:cNvSpPr/>
            <p:nvPr/>
          </p:nvSpPr>
          <p:spPr>
            <a:xfrm>
              <a:off x="6444646" y="231071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t2506"/>
            <p:cNvSpPr/>
            <p:nvPr/>
          </p:nvSpPr>
          <p:spPr>
            <a:xfrm>
              <a:off x="6386741" y="217263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t2507"/>
            <p:cNvSpPr/>
            <p:nvPr/>
          </p:nvSpPr>
          <p:spPr>
            <a:xfrm>
              <a:off x="6454088" y="233180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t2508"/>
            <p:cNvSpPr/>
            <p:nvPr/>
          </p:nvSpPr>
          <p:spPr>
            <a:xfrm>
              <a:off x="6511538" y="247451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t2509"/>
            <p:cNvSpPr/>
            <p:nvPr/>
          </p:nvSpPr>
          <p:spPr>
            <a:xfrm>
              <a:off x="6506978" y="286093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t2510"/>
            <p:cNvSpPr/>
            <p:nvPr/>
          </p:nvSpPr>
          <p:spPr>
            <a:xfrm>
              <a:off x="6435179" y="209307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t2511"/>
            <p:cNvSpPr/>
            <p:nvPr/>
          </p:nvSpPr>
          <p:spPr>
            <a:xfrm>
              <a:off x="6463222" y="191502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t2512"/>
            <p:cNvSpPr/>
            <p:nvPr/>
          </p:nvSpPr>
          <p:spPr>
            <a:xfrm>
              <a:off x="6302534" y="227941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t2513"/>
            <p:cNvSpPr/>
            <p:nvPr/>
          </p:nvSpPr>
          <p:spPr>
            <a:xfrm>
              <a:off x="6340341" y="189350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t2514"/>
            <p:cNvSpPr/>
            <p:nvPr/>
          </p:nvSpPr>
          <p:spPr>
            <a:xfrm>
              <a:off x="6695181" y="229467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t2515"/>
            <p:cNvSpPr/>
            <p:nvPr/>
          </p:nvSpPr>
          <p:spPr>
            <a:xfrm>
              <a:off x="6392264" y="224869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t2516"/>
            <p:cNvSpPr/>
            <p:nvPr/>
          </p:nvSpPr>
          <p:spPr>
            <a:xfrm>
              <a:off x="6469257" y="255547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t2517"/>
            <p:cNvSpPr/>
            <p:nvPr/>
          </p:nvSpPr>
          <p:spPr>
            <a:xfrm>
              <a:off x="6492739" y="221493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t2518"/>
            <p:cNvSpPr/>
            <p:nvPr/>
          </p:nvSpPr>
          <p:spPr>
            <a:xfrm>
              <a:off x="6288646" y="239586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t2519"/>
            <p:cNvSpPr/>
            <p:nvPr/>
          </p:nvSpPr>
          <p:spPr>
            <a:xfrm>
              <a:off x="6550239" y="244603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t2520"/>
            <p:cNvSpPr/>
            <p:nvPr/>
          </p:nvSpPr>
          <p:spPr>
            <a:xfrm>
              <a:off x="6461628" y="229483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t2521"/>
            <p:cNvSpPr/>
            <p:nvPr/>
          </p:nvSpPr>
          <p:spPr>
            <a:xfrm>
              <a:off x="6515188" y="227249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t2522"/>
            <p:cNvSpPr/>
            <p:nvPr/>
          </p:nvSpPr>
          <p:spPr>
            <a:xfrm>
              <a:off x="6428451" y="247983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t2523"/>
            <p:cNvSpPr/>
            <p:nvPr/>
          </p:nvSpPr>
          <p:spPr>
            <a:xfrm>
              <a:off x="6417803" y="239708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t2524"/>
            <p:cNvSpPr/>
            <p:nvPr/>
          </p:nvSpPr>
          <p:spPr>
            <a:xfrm>
              <a:off x="6270292" y="249096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t2525"/>
            <p:cNvSpPr/>
            <p:nvPr/>
          </p:nvSpPr>
          <p:spPr>
            <a:xfrm>
              <a:off x="6537478" y="236793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t2526"/>
            <p:cNvSpPr/>
            <p:nvPr/>
          </p:nvSpPr>
          <p:spPr>
            <a:xfrm>
              <a:off x="6497594" y="240685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t2527"/>
            <p:cNvSpPr/>
            <p:nvPr/>
          </p:nvSpPr>
          <p:spPr>
            <a:xfrm>
              <a:off x="6561250" y="201197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t2528"/>
            <p:cNvSpPr/>
            <p:nvPr/>
          </p:nvSpPr>
          <p:spPr>
            <a:xfrm>
              <a:off x="6450957" y="198497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t2529"/>
            <p:cNvSpPr/>
            <p:nvPr/>
          </p:nvSpPr>
          <p:spPr>
            <a:xfrm>
              <a:off x="6393873" y="193168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t2530"/>
            <p:cNvSpPr/>
            <p:nvPr/>
          </p:nvSpPr>
          <p:spPr>
            <a:xfrm>
              <a:off x="6110386" y="178944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t2531"/>
            <p:cNvSpPr/>
            <p:nvPr/>
          </p:nvSpPr>
          <p:spPr>
            <a:xfrm>
              <a:off x="6736104" y="197213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t2532"/>
            <p:cNvSpPr/>
            <p:nvPr/>
          </p:nvSpPr>
          <p:spPr>
            <a:xfrm>
              <a:off x="6590042" y="199241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t2533"/>
            <p:cNvSpPr/>
            <p:nvPr/>
          </p:nvSpPr>
          <p:spPr>
            <a:xfrm>
              <a:off x="6552649" y="197653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t2534"/>
            <p:cNvSpPr/>
            <p:nvPr/>
          </p:nvSpPr>
          <p:spPr>
            <a:xfrm>
              <a:off x="6599280" y="210905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t2535"/>
            <p:cNvSpPr/>
            <p:nvPr/>
          </p:nvSpPr>
          <p:spPr>
            <a:xfrm>
              <a:off x="6743643" y="276949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t2536"/>
            <p:cNvSpPr/>
            <p:nvPr/>
          </p:nvSpPr>
          <p:spPr>
            <a:xfrm>
              <a:off x="6613656" y="232458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t2537"/>
            <p:cNvSpPr/>
            <p:nvPr/>
          </p:nvSpPr>
          <p:spPr>
            <a:xfrm>
              <a:off x="6548639" y="246359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t2538"/>
            <p:cNvSpPr/>
            <p:nvPr/>
          </p:nvSpPr>
          <p:spPr>
            <a:xfrm>
              <a:off x="6609752" y="243728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t2539"/>
            <p:cNvSpPr/>
            <p:nvPr/>
          </p:nvSpPr>
          <p:spPr>
            <a:xfrm>
              <a:off x="6640951" y="255533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t2540"/>
            <p:cNvSpPr/>
            <p:nvPr/>
          </p:nvSpPr>
          <p:spPr>
            <a:xfrm>
              <a:off x="6615216" y="279378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t2541"/>
            <p:cNvSpPr/>
            <p:nvPr/>
          </p:nvSpPr>
          <p:spPr>
            <a:xfrm>
              <a:off x="6539028" y="241291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t2542"/>
            <p:cNvSpPr/>
            <p:nvPr/>
          </p:nvSpPr>
          <p:spPr>
            <a:xfrm>
              <a:off x="6544231" y="228021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t2543"/>
            <p:cNvSpPr/>
            <p:nvPr/>
          </p:nvSpPr>
          <p:spPr>
            <a:xfrm>
              <a:off x="6337094" y="225923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t2544"/>
            <p:cNvSpPr/>
            <p:nvPr/>
          </p:nvSpPr>
          <p:spPr>
            <a:xfrm>
              <a:off x="6608099" y="28479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t2545"/>
            <p:cNvSpPr/>
            <p:nvPr/>
          </p:nvSpPr>
          <p:spPr>
            <a:xfrm>
              <a:off x="6441662" y="240165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t2546"/>
            <p:cNvSpPr/>
            <p:nvPr/>
          </p:nvSpPr>
          <p:spPr>
            <a:xfrm>
              <a:off x="6658901" y="247287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t2547"/>
            <p:cNvSpPr/>
            <p:nvPr/>
          </p:nvSpPr>
          <p:spPr>
            <a:xfrm>
              <a:off x="6555437" y="230072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t2548"/>
            <p:cNvSpPr/>
            <p:nvPr/>
          </p:nvSpPr>
          <p:spPr>
            <a:xfrm>
              <a:off x="6416636" y="228719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t2549"/>
            <p:cNvSpPr/>
            <p:nvPr/>
          </p:nvSpPr>
          <p:spPr>
            <a:xfrm>
              <a:off x="6528813" y="250650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t2550"/>
            <p:cNvSpPr/>
            <p:nvPr/>
          </p:nvSpPr>
          <p:spPr>
            <a:xfrm>
              <a:off x="6597855" y="286528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t2551"/>
            <p:cNvSpPr/>
            <p:nvPr/>
          </p:nvSpPr>
          <p:spPr>
            <a:xfrm>
              <a:off x="6389801" y="266331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t2552"/>
            <p:cNvSpPr/>
            <p:nvPr/>
          </p:nvSpPr>
          <p:spPr>
            <a:xfrm>
              <a:off x="6442083" y="223852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t2553"/>
            <p:cNvSpPr/>
            <p:nvPr/>
          </p:nvSpPr>
          <p:spPr>
            <a:xfrm>
              <a:off x="6680685" y="206120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t2554"/>
            <p:cNvSpPr/>
            <p:nvPr/>
          </p:nvSpPr>
          <p:spPr>
            <a:xfrm>
              <a:off x="6438643" y="246625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t2555"/>
            <p:cNvSpPr/>
            <p:nvPr/>
          </p:nvSpPr>
          <p:spPr>
            <a:xfrm>
              <a:off x="6586427" y="241832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t2556"/>
            <p:cNvSpPr/>
            <p:nvPr/>
          </p:nvSpPr>
          <p:spPr>
            <a:xfrm>
              <a:off x="6527885" y="240777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t2557"/>
            <p:cNvSpPr/>
            <p:nvPr/>
          </p:nvSpPr>
          <p:spPr>
            <a:xfrm>
              <a:off x="6387966" y="221486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t2558"/>
            <p:cNvSpPr/>
            <p:nvPr/>
          </p:nvSpPr>
          <p:spPr>
            <a:xfrm>
              <a:off x="6827006" y="21171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t2559"/>
            <p:cNvSpPr/>
            <p:nvPr/>
          </p:nvSpPr>
          <p:spPr>
            <a:xfrm>
              <a:off x="6661906" y="233357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t2560"/>
            <p:cNvSpPr/>
            <p:nvPr/>
          </p:nvSpPr>
          <p:spPr>
            <a:xfrm>
              <a:off x="6692712" y="221028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t2561"/>
            <p:cNvSpPr/>
            <p:nvPr/>
          </p:nvSpPr>
          <p:spPr>
            <a:xfrm>
              <a:off x="6638102" y="218084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t2562"/>
            <p:cNvSpPr/>
            <p:nvPr/>
          </p:nvSpPr>
          <p:spPr>
            <a:xfrm>
              <a:off x="6629807" y="236999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t2563"/>
            <p:cNvSpPr/>
            <p:nvPr/>
          </p:nvSpPr>
          <p:spPr>
            <a:xfrm>
              <a:off x="6541574" y="226397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t2564"/>
            <p:cNvSpPr/>
            <p:nvPr/>
          </p:nvSpPr>
          <p:spPr>
            <a:xfrm>
              <a:off x="6554267" y="237781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t2565"/>
            <p:cNvSpPr/>
            <p:nvPr/>
          </p:nvSpPr>
          <p:spPr>
            <a:xfrm>
              <a:off x="6385490" y="228759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t2566"/>
            <p:cNvSpPr/>
            <p:nvPr/>
          </p:nvSpPr>
          <p:spPr>
            <a:xfrm>
              <a:off x="6434471" y="270881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t2567"/>
            <p:cNvSpPr/>
            <p:nvPr/>
          </p:nvSpPr>
          <p:spPr>
            <a:xfrm>
              <a:off x="6356845" y="231200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t2568"/>
            <p:cNvSpPr/>
            <p:nvPr/>
          </p:nvSpPr>
          <p:spPr>
            <a:xfrm>
              <a:off x="6429852" y="258830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t2569"/>
            <p:cNvSpPr/>
            <p:nvPr/>
          </p:nvSpPr>
          <p:spPr>
            <a:xfrm>
              <a:off x="6499436" y="244898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t2570"/>
            <p:cNvSpPr/>
            <p:nvPr/>
          </p:nvSpPr>
          <p:spPr>
            <a:xfrm>
              <a:off x="6446971" y="267050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t2571"/>
            <p:cNvSpPr/>
            <p:nvPr/>
          </p:nvSpPr>
          <p:spPr>
            <a:xfrm>
              <a:off x="6585800" y="21108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t2572"/>
            <p:cNvSpPr/>
            <p:nvPr/>
          </p:nvSpPr>
          <p:spPr>
            <a:xfrm>
              <a:off x="6486046" y="265018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t2573"/>
            <p:cNvSpPr/>
            <p:nvPr/>
          </p:nvSpPr>
          <p:spPr>
            <a:xfrm>
              <a:off x="6515464" y="271523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t2574"/>
            <p:cNvSpPr/>
            <p:nvPr/>
          </p:nvSpPr>
          <p:spPr>
            <a:xfrm>
              <a:off x="6436637" y="242289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t2575"/>
            <p:cNvSpPr/>
            <p:nvPr/>
          </p:nvSpPr>
          <p:spPr>
            <a:xfrm>
              <a:off x="6534965" y="217800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t2576"/>
            <p:cNvSpPr/>
            <p:nvPr/>
          </p:nvSpPr>
          <p:spPr>
            <a:xfrm>
              <a:off x="6333853" y="262323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t2577"/>
            <p:cNvSpPr/>
            <p:nvPr/>
          </p:nvSpPr>
          <p:spPr>
            <a:xfrm>
              <a:off x="6435471" y="274068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t2578"/>
            <p:cNvSpPr/>
            <p:nvPr/>
          </p:nvSpPr>
          <p:spPr>
            <a:xfrm>
              <a:off x="6278427" y="246873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t2579"/>
            <p:cNvSpPr/>
            <p:nvPr/>
          </p:nvSpPr>
          <p:spPr>
            <a:xfrm>
              <a:off x="6374039" y="247252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t2580"/>
            <p:cNvSpPr/>
            <p:nvPr/>
          </p:nvSpPr>
          <p:spPr>
            <a:xfrm>
              <a:off x="6654918" y="25386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t2581"/>
            <p:cNvSpPr/>
            <p:nvPr/>
          </p:nvSpPr>
          <p:spPr>
            <a:xfrm>
              <a:off x="6481247" y="241230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t2582"/>
            <p:cNvSpPr/>
            <p:nvPr/>
          </p:nvSpPr>
          <p:spPr>
            <a:xfrm>
              <a:off x="6445841" y="251263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t2583"/>
            <p:cNvSpPr/>
            <p:nvPr/>
          </p:nvSpPr>
          <p:spPr>
            <a:xfrm>
              <a:off x="6391834" y="248622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t2584"/>
            <p:cNvSpPr/>
            <p:nvPr/>
          </p:nvSpPr>
          <p:spPr>
            <a:xfrm>
              <a:off x="6405488" y="243689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t2585"/>
            <p:cNvSpPr/>
            <p:nvPr/>
          </p:nvSpPr>
          <p:spPr>
            <a:xfrm>
              <a:off x="6385209" y="222691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t2586"/>
            <p:cNvSpPr/>
            <p:nvPr/>
          </p:nvSpPr>
          <p:spPr>
            <a:xfrm>
              <a:off x="6482316" y="224904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t2587"/>
            <p:cNvSpPr/>
            <p:nvPr/>
          </p:nvSpPr>
          <p:spPr>
            <a:xfrm>
              <a:off x="6625698" y="257778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t2588"/>
            <p:cNvSpPr/>
            <p:nvPr/>
          </p:nvSpPr>
          <p:spPr>
            <a:xfrm>
              <a:off x="6507101" y="25021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t2589"/>
            <p:cNvSpPr/>
            <p:nvPr/>
          </p:nvSpPr>
          <p:spPr>
            <a:xfrm>
              <a:off x="6368290" y="248681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t2590"/>
            <p:cNvSpPr/>
            <p:nvPr/>
          </p:nvSpPr>
          <p:spPr>
            <a:xfrm>
              <a:off x="6379832" y="247310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t2591"/>
            <p:cNvSpPr/>
            <p:nvPr/>
          </p:nvSpPr>
          <p:spPr>
            <a:xfrm>
              <a:off x="6541755" y="229099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t2592"/>
            <p:cNvSpPr/>
            <p:nvPr/>
          </p:nvSpPr>
          <p:spPr>
            <a:xfrm>
              <a:off x="6750475" y="31191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t2593"/>
            <p:cNvSpPr/>
            <p:nvPr/>
          </p:nvSpPr>
          <p:spPr>
            <a:xfrm>
              <a:off x="6454782" y="233249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t2594"/>
            <p:cNvSpPr/>
            <p:nvPr/>
          </p:nvSpPr>
          <p:spPr>
            <a:xfrm>
              <a:off x="6338729" y="228790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t2595"/>
            <p:cNvSpPr/>
            <p:nvPr/>
          </p:nvSpPr>
          <p:spPr>
            <a:xfrm>
              <a:off x="6474892" y="24106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t2596"/>
            <p:cNvSpPr/>
            <p:nvPr/>
          </p:nvSpPr>
          <p:spPr>
            <a:xfrm>
              <a:off x="6479462" y="243714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t2597"/>
            <p:cNvSpPr/>
            <p:nvPr/>
          </p:nvSpPr>
          <p:spPr>
            <a:xfrm>
              <a:off x="6593732" y="221970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t2598"/>
            <p:cNvSpPr/>
            <p:nvPr/>
          </p:nvSpPr>
          <p:spPr>
            <a:xfrm>
              <a:off x="6558422" y="237384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t2599"/>
            <p:cNvSpPr/>
            <p:nvPr/>
          </p:nvSpPr>
          <p:spPr>
            <a:xfrm>
              <a:off x="6598334" y="26308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t2600"/>
            <p:cNvSpPr/>
            <p:nvPr/>
          </p:nvSpPr>
          <p:spPr>
            <a:xfrm>
              <a:off x="6505998" y="226446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t2601"/>
            <p:cNvSpPr/>
            <p:nvPr/>
          </p:nvSpPr>
          <p:spPr>
            <a:xfrm>
              <a:off x="6509247" y="211180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t2602"/>
            <p:cNvSpPr/>
            <p:nvPr/>
          </p:nvSpPr>
          <p:spPr>
            <a:xfrm>
              <a:off x="6449550" y="224942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t2603"/>
            <p:cNvSpPr/>
            <p:nvPr/>
          </p:nvSpPr>
          <p:spPr>
            <a:xfrm>
              <a:off x="6584163" y="24466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t2604"/>
            <p:cNvSpPr/>
            <p:nvPr/>
          </p:nvSpPr>
          <p:spPr>
            <a:xfrm>
              <a:off x="6525811" y="262497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t2605"/>
            <p:cNvSpPr/>
            <p:nvPr/>
          </p:nvSpPr>
          <p:spPr>
            <a:xfrm>
              <a:off x="6654956" y="270042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t2606"/>
            <p:cNvSpPr/>
            <p:nvPr/>
          </p:nvSpPr>
          <p:spPr>
            <a:xfrm>
              <a:off x="6404973" y="21419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t2607"/>
            <p:cNvSpPr/>
            <p:nvPr/>
          </p:nvSpPr>
          <p:spPr>
            <a:xfrm>
              <a:off x="6456872" y="216313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t2608"/>
            <p:cNvSpPr/>
            <p:nvPr/>
          </p:nvSpPr>
          <p:spPr>
            <a:xfrm>
              <a:off x="6456725" y="238485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t2609"/>
            <p:cNvSpPr/>
            <p:nvPr/>
          </p:nvSpPr>
          <p:spPr>
            <a:xfrm>
              <a:off x="6481200" y="24377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t2610"/>
            <p:cNvSpPr/>
            <p:nvPr/>
          </p:nvSpPr>
          <p:spPr>
            <a:xfrm>
              <a:off x="6626313" y="247380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t2611"/>
            <p:cNvSpPr/>
            <p:nvPr/>
          </p:nvSpPr>
          <p:spPr>
            <a:xfrm>
              <a:off x="6466271" y="258034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t2612"/>
            <p:cNvSpPr/>
            <p:nvPr/>
          </p:nvSpPr>
          <p:spPr>
            <a:xfrm>
              <a:off x="5846934" y="207611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t2613"/>
            <p:cNvSpPr/>
            <p:nvPr/>
          </p:nvSpPr>
          <p:spPr>
            <a:xfrm>
              <a:off x="6472570" y="262570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t2614"/>
            <p:cNvSpPr/>
            <p:nvPr/>
          </p:nvSpPr>
          <p:spPr>
            <a:xfrm>
              <a:off x="6658448" y="228446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t2615"/>
            <p:cNvSpPr/>
            <p:nvPr/>
          </p:nvSpPr>
          <p:spPr>
            <a:xfrm>
              <a:off x="6553041" y="246873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t2616"/>
            <p:cNvSpPr/>
            <p:nvPr/>
          </p:nvSpPr>
          <p:spPr>
            <a:xfrm>
              <a:off x="6506117" y="258908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t2617"/>
            <p:cNvSpPr/>
            <p:nvPr/>
          </p:nvSpPr>
          <p:spPr>
            <a:xfrm>
              <a:off x="6546523" y="286008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t2618"/>
            <p:cNvSpPr/>
            <p:nvPr/>
          </p:nvSpPr>
          <p:spPr>
            <a:xfrm>
              <a:off x="6502553" y="270217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t2619"/>
            <p:cNvSpPr/>
            <p:nvPr/>
          </p:nvSpPr>
          <p:spPr>
            <a:xfrm>
              <a:off x="6582040" y="246134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t2620"/>
            <p:cNvSpPr/>
            <p:nvPr/>
          </p:nvSpPr>
          <p:spPr>
            <a:xfrm>
              <a:off x="6594840" y="22895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t2621"/>
            <p:cNvSpPr/>
            <p:nvPr/>
          </p:nvSpPr>
          <p:spPr>
            <a:xfrm>
              <a:off x="6545279" y="240963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t2622"/>
            <p:cNvSpPr/>
            <p:nvPr/>
          </p:nvSpPr>
          <p:spPr>
            <a:xfrm>
              <a:off x="6396506" y="219995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t2623"/>
            <p:cNvSpPr/>
            <p:nvPr/>
          </p:nvSpPr>
          <p:spPr>
            <a:xfrm>
              <a:off x="6464487" y="267372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t2624"/>
            <p:cNvSpPr/>
            <p:nvPr/>
          </p:nvSpPr>
          <p:spPr>
            <a:xfrm>
              <a:off x="6377085" y="225545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t2625"/>
            <p:cNvSpPr/>
            <p:nvPr/>
          </p:nvSpPr>
          <p:spPr>
            <a:xfrm>
              <a:off x="5813240" y="22952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t2626"/>
            <p:cNvSpPr/>
            <p:nvPr/>
          </p:nvSpPr>
          <p:spPr>
            <a:xfrm>
              <a:off x="6553048" y="226922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t2627"/>
            <p:cNvSpPr/>
            <p:nvPr/>
          </p:nvSpPr>
          <p:spPr>
            <a:xfrm>
              <a:off x="6655139" y="22547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t2628"/>
            <p:cNvSpPr/>
            <p:nvPr/>
          </p:nvSpPr>
          <p:spPr>
            <a:xfrm>
              <a:off x="6136428" y="24160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t2629"/>
            <p:cNvSpPr/>
            <p:nvPr/>
          </p:nvSpPr>
          <p:spPr>
            <a:xfrm>
              <a:off x="6681919" y="201200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t2630"/>
            <p:cNvSpPr/>
            <p:nvPr/>
          </p:nvSpPr>
          <p:spPr>
            <a:xfrm>
              <a:off x="6766182" y="147273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t2631"/>
            <p:cNvSpPr/>
            <p:nvPr/>
          </p:nvSpPr>
          <p:spPr>
            <a:xfrm>
              <a:off x="6527458" y="235221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t2632"/>
            <p:cNvSpPr/>
            <p:nvPr/>
          </p:nvSpPr>
          <p:spPr>
            <a:xfrm>
              <a:off x="6399928" y="211122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t2633"/>
            <p:cNvSpPr/>
            <p:nvPr/>
          </p:nvSpPr>
          <p:spPr>
            <a:xfrm>
              <a:off x="6647336" y="220919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t2634"/>
            <p:cNvSpPr/>
            <p:nvPr/>
          </p:nvSpPr>
          <p:spPr>
            <a:xfrm>
              <a:off x="6434002" y="20191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t2635"/>
            <p:cNvSpPr/>
            <p:nvPr/>
          </p:nvSpPr>
          <p:spPr>
            <a:xfrm>
              <a:off x="6055975" y="203669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t2636"/>
            <p:cNvSpPr/>
            <p:nvPr/>
          </p:nvSpPr>
          <p:spPr>
            <a:xfrm>
              <a:off x="6306755" y="214035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t2637"/>
            <p:cNvSpPr/>
            <p:nvPr/>
          </p:nvSpPr>
          <p:spPr>
            <a:xfrm>
              <a:off x="5807544" y="22037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t2638"/>
            <p:cNvSpPr/>
            <p:nvPr/>
          </p:nvSpPr>
          <p:spPr>
            <a:xfrm>
              <a:off x="5823617" y="231574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t2639"/>
            <p:cNvSpPr/>
            <p:nvPr/>
          </p:nvSpPr>
          <p:spPr>
            <a:xfrm>
              <a:off x="6447188" y="252675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t2640"/>
            <p:cNvSpPr/>
            <p:nvPr/>
          </p:nvSpPr>
          <p:spPr>
            <a:xfrm>
              <a:off x="6443627" y="198898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t2641"/>
            <p:cNvSpPr/>
            <p:nvPr/>
          </p:nvSpPr>
          <p:spPr>
            <a:xfrm>
              <a:off x="6592105" y="16819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t2642"/>
            <p:cNvSpPr/>
            <p:nvPr/>
          </p:nvSpPr>
          <p:spPr>
            <a:xfrm>
              <a:off x="6488605" y="20530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t2643"/>
            <p:cNvSpPr/>
            <p:nvPr/>
          </p:nvSpPr>
          <p:spPr>
            <a:xfrm>
              <a:off x="6572424" y="213620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t2644"/>
            <p:cNvSpPr/>
            <p:nvPr/>
          </p:nvSpPr>
          <p:spPr>
            <a:xfrm>
              <a:off x="6596251" y="190054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t2645"/>
            <p:cNvSpPr/>
            <p:nvPr/>
          </p:nvSpPr>
          <p:spPr>
            <a:xfrm>
              <a:off x="6643455" y="241242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t2646"/>
            <p:cNvSpPr/>
            <p:nvPr/>
          </p:nvSpPr>
          <p:spPr>
            <a:xfrm>
              <a:off x="6489501" y="21176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t2647"/>
            <p:cNvSpPr/>
            <p:nvPr/>
          </p:nvSpPr>
          <p:spPr>
            <a:xfrm>
              <a:off x="6669978" y="224374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t2648"/>
            <p:cNvSpPr/>
            <p:nvPr/>
          </p:nvSpPr>
          <p:spPr>
            <a:xfrm>
              <a:off x="6334335" y="216790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t2649"/>
            <p:cNvSpPr/>
            <p:nvPr/>
          </p:nvSpPr>
          <p:spPr>
            <a:xfrm>
              <a:off x="6435140" y="219035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t2650"/>
            <p:cNvSpPr/>
            <p:nvPr/>
          </p:nvSpPr>
          <p:spPr>
            <a:xfrm>
              <a:off x="6409709" y="209114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t2651"/>
            <p:cNvSpPr/>
            <p:nvPr/>
          </p:nvSpPr>
          <p:spPr>
            <a:xfrm>
              <a:off x="6542447" y="240670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t2652"/>
            <p:cNvSpPr/>
            <p:nvPr/>
          </p:nvSpPr>
          <p:spPr>
            <a:xfrm>
              <a:off x="6211779" y="239389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t2653"/>
            <p:cNvSpPr/>
            <p:nvPr/>
          </p:nvSpPr>
          <p:spPr>
            <a:xfrm>
              <a:off x="6585730" y="215168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t2654"/>
            <p:cNvSpPr/>
            <p:nvPr/>
          </p:nvSpPr>
          <p:spPr>
            <a:xfrm>
              <a:off x="6962855" y="21168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t2655"/>
            <p:cNvSpPr/>
            <p:nvPr/>
          </p:nvSpPr>
          <p:spPr>
            <a:xfrm>
              <a:off x="6793812" y="21174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t2656"/>
            <p:cNvSpPr/>
            <p:nvPr/>
          </p:nvSpPr>
          <p:spPr>
            <a:xfrm>
              <a:off x="7421833" y="216759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t2657"/>
            <p:cNvSpPr/>
            <p:nvPr/>
          </p:nvSpPr>
          <p:spPr>
            <a:xfrm>
              <a:off x="6199352" y="216233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t2658"/>
            <p:cNvSpPr/>
            <p:nvPr/>
          </p:nvSpPr>
          <p:spPr>
            <a:xfrm>
              <a:off x="6219417" y="23288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t2659"/>
            <p:cNvSpPr/>
            <p:nvPr/>
          </p:nvSpPr>
          <p:spPr>
            <a:xfrm>
              <a:off x="6151336" y="19800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t2660"/>
            <p:cNvSpPr/>
            <p:nvPr/>
          </p:nvSpPr>
          <p:spPr>
            <a:xfrm>
              <a:off x="6242432" y="21355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t2661"/>
            <p:cNvSpPr/>
            <p:nvPr/>
          </p:nvSpPr>
          <p:spPr>
            <a:xfrm>
              <a:off x="6520288" y="253402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t2662"/>
            <p:cNvSpPr/>
            <p:nvPr/>
          </p:nvSpPr>
          <p:spPr>
            <a:xfrm>
              <a:off x="6005367" y="220340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t2663"/>
            <p:cNvSpPr/>
            <p:nvPr/>
          </p:nvSpPr>
          <p:spPr>
            <a:xfrm>
              <a:off x="6039138" y="236025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t2664"/>
            <p:cNvSpPr/>
            <p:nvPr/>
          </p:nvSpPr>
          <p:spPr>
            <a:xfrm>
              <a:off x="6286615" y="207765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t2665"/>
            <p:cNvSpPr/>
            <p:nvPr/>
          </p:nvSpPr>
          <p:spPr>
            <a:xfrm>
              <a:off x="5766354" y="338454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t2666"/>
            <p:cNvSpPr/>
            <p:nvPr/>
          </p:nvSpPr>
          <p:spPr>
            <a:xfrm>
              <a:off x="6156787" y="225694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t2667"/>
            <p:cNvSpPr/>
            <p:nvPr/>
          </p:nvSpPr>
          <p:spPr>
            <a:xfrm>
              <a:off x="6329075" y="202685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t2668"/>
            <p:cNvSpPr/>
            <p:nvPr/>
          </p:nvSpPr>
          <p:spPr>
            <a:xfrm>
              <a:off x="6224093" y="196575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t2669"/>
            <p:cNvSpPr/>
            <p:nvPr/>
          </p:nvSpPr>
          <p:spPr>
            <a:xfrm>
              <a:off x="6650497" y="200099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t2670"/>
            <p:cNvSpPr/>
            <p:nvPr/>
          </p:nvSpPr>
          <p:spPr>
            <a:xfrm>
              <a:off x="6250987" y="201557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t2671"/>
            <p:cNvSpPr/>
            <p:nvPr/>
          </p:nvSpPr>
          <p:spPr>
            <a:xfrm>
              <a:off x="6339053" y="202347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t2672"/>
            <p:cNvSpPr/>
            <p:nvPr/>
          </p:nvSpPr>
          <p:spPr>
            <a:xfrm>
              <a:off x="6221487" y="20727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t2673"/>
            <p:cNvSpPr/>
            <p:nvPr/>
          </p:nvSpPr>
          <p:spPr>
            <a:xfrm>
              <a:off x="6420906" y="188165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t2674"/>
            <p:cNvSpPr/>
            <p:nvPr/>
          </p:nvSpPr>
          <p:spPr>
            <a:xfrm>
              <a:off x="6061466" y="211216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t2675"/>
            <p:cNvSpPr/>
            <p:nvPr/>
          </p:nvSpPr>
          <p:spPr>
            <a:xfrm>
              <a:off x="6200754" y="181731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t2676"/>
            <p:cNvSpPr/>
            <p:nvPr/>
          </p:nvSpPr>
          <p:spPr>
            <a:xfrm>
              <a:off x="6223113" y="198537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t2677"/>
            <p:cNvSpPr/>
            <p:nvPr/>
          </p:nvSpPr>
          <p:spPr>
            <a:xfrm>
              <a:off x="6256417" y="22438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t2678"/>
            <p:cNvSpPr/>
            <p:nvPr/>
          </p:nvSpPr>
          <p:spPr>
            <a:xfrm>
              <a:off x="6073493" y="193010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t2679"/>
            <p:cNvSpPr/>
            <p:nvPr/>
          </p:nvSpPr>
          <p:spPr>
            <a:xfrm>
              <a:off x="6108257" y="198393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t2680"/>
            <p:cNvSpPr/>
            <p:nvPr/>
          </p:nvSpPr>
          <p:spPr>
            <a:xfrm>
              <a:off x="6355487" y="194240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t2681"/>
            <p:cNvSpPr/>
            <p:nvPr/>
          </p:nvSpPr>
          <p:spPr>
            <a:xfrm>
              <a:off x="6343051" y="226933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t2682"/>
            <p:cNvSpPr/>
            <p:nvPr/>
          </p:nvSpPr>
          <p:spPr>
            <a:xfrm>
              <a:off x="6205324" y="217762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t2683"/>
            <p:cNvSpPr/>
            <p:nvPr/>
          </p:nvSpPr>
          <p:spPr>
            <a:xfrm>
              <a:off x="6399865" y="200616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t2684"/>
            <p:cNvSpPr/>
            <p:nvPr/>
          </p:nvSpPr>
          <p:spPr>
            <a:xfrm>
              <a:off x="6277311" y="201219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t2685"/>
            <p:cNvSpPr/>
            <p:nvPr/>
          </p:nvSpPr>
          <p:spPr>
            <a:xfrm>
              <a:off x="6344341" y="220293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t2686"/>
            <p:cNvSpPr/>
            <p:nvPr/>
          </p:nvSpPr>
          <p:spPr>
            <a:xfrm>
              <a:off x="5892353" y="198152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t2687"/>
            <p:cNvSpPr/>
            <p:nvPr/>
          </p:nvSpPr>
          <p:spPr>
            <a:xfrm>
              <a:off x="6520109" y="214145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t2688"/>
            <p:cNvSpPr/>
            <p:nvPr/>
          </p:nvSpPr>
          <p:spPr>
            <a:xfrm>
              <a:off x="6739879" y="208564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t2689"/>
            <p:cNvSpPr/>
            <p:nvPr/>
          </p:nvSpPr>
          <p:spPr>
            <a:xfrm>
              <a:off x="6582569" y="21303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t2690"/>
            <p:cNvSpPr/>
            <p:nvPr/>
          </p:nvSpPr>
          <p:spPr>
            <a:xfrm>
              <a:off x="6686834" y="213843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t2691"/>
            <p:cNvSpPr/>
            <p:nvPr/>
          </p:nvSpPr>
          <p:spPr>
            <a:xfrm>
              <a:off x="6601192" y="185374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t2692"/>
            <p:cNvSpPr/>
            <p:nvPr/>
          </p:nvSpPr>
          <p:spPr>
            <a:xfrm>
              <a:off x="6671505" y="216843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t2693"/>
            <p:cNvSpPr/>
            <p:nvPr/>
          </p:nvSpPr>
          <p:spPr>
            <a:xfrm>
              <a:off x="6702172" y="201827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t2694"/>
            <p:cNvSpPr/>
            <p:nvPr/>
          </p:nvSpPr>
          <p:spPr>
            <a:xfrm>
              <a:off x="6376171" y="186408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t2695"/>
            <p:cNvSpPr/>
            <p:nvPr/>
          </p:nvSpPr>
          <p:spPr>
            <a:xfrm>
              <a:off x="6066159" y="228979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t2696"/>
            <p:cNvSpPr/>
            <p:nvPr/>
          </p:nvSpPr>
          <p:spPr>
            <a:xfrm>
              <a:off x="6655147" y="18276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t2697"/>
            <p:cNvSpPr/>
            <p:nvPr/>
          </p:nvSpPr>
          <p:spPr>
            <a:xfrm>
              <a:off x="6593706" y="196610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t2698"/>
            <p:cNvSpPr/>
            <p:nvPr/>
          </p:nvSpPr>
          <p:spPr>
            <a:xfrm>
              <a:off x="6664335" y="221760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t2699"/>
            <p:cNvSpPr/>
            <p:nvPr/>
          </p:nvSpPr>
          <p:spPr>
            <a:xfrm>
              <a:off x="6534359" y="188000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t2700"/>
            <p:cNvSpPr/>
            <p:nvPr/>
          </p:nvSpPr>
          <p:spPr>
            <a:xfrm>
              <a:off x="6596914" y="174364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t2701"/>
            <p:cNvSpPr/>
            <p:nvPr/>
          </p:nvSpPr>
          <p:spPr>
            <a:xfrm>
              <a:off x="6393555" y="21398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t2702"/>
            <p:cNvSpPr/>
            <p:nvPr/>
          </p:nvSpPr>
          <p:spPr>
            <a:xfrm>
              <a:off x="6128866" y="216807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t2703"/>
            <p:cNvSpPr/>
            <p:nvPr/>
          </p:nvSpPr>
          <p:spPr>
            <a:xfrm>
              <a:off x="6072863" y="223113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t2704"/>
            <p:cNvSpPr/>
            <p:nvPr/>
          </p:nvSpPr>
          <p:spPr>
            <a:xfrm>
              <a:off x="6457571" y="26767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t2705"/>
            <p:cNvSpPr/>
            <p:nvPr/>
          </p:nvSpPr>
          <p:spPr>
            <a:xfrm>
              <a:off x="6482650" y="250212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t2706"/>
            <p:cNvSpPr/>
            <p:nvPr/>
          </p:nvSpPr>
          <p:spPr>
            <a:xfrm>
              <a:off x="6563726" y="329866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t2707"/>
            <p:cNvSpPr/>
            <p:nvPr/>
          </p:nvSpPr>
          <p:spPr>
            <a:xfrm>
              <a:off x="6722512" y="249482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t2708"/>
            <p:cNvSpPr/>
            <p:nvPr/>
          </p:nvSpPr>
          <p:spPr>
            <a:xfrm>
              <a:off x="6568428" y="270672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t2709"/>
            <p:cNvSpPr/>
            <p:nvPr/>
          </p:nvSpPr>
          <p:spPr>
            <a:xfrm>
              <a:off x="7094745" y="243920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t2710"/>
            <p:cNvSpPr/>
            <p:nvPr/>
          </p:nvSpPr>
          <p:spPr>
            <a:xfrm>
              <a:off x="6060370" y="233722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t2711"/>
            <p:cNvSpPr/>
            <p:nvPr/>
          </p:nvSpPr>
          <p:spPr>
            <a:xfrm>
              <a:off x="6178526" y="224074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t2712"/>
            <p:cNvSpPr/>
            <p:nvPr/>
          </p:nvSpPr>
          <p:spPr>
            <a:xfrm>
              <a:off x="6109206" y="227638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t2713"/>
            <p:cNvSpPr/>
            <p:nvPr/>
          </p:nvSpPr>
          <p:spPr>
            <a:xfrm>
              <a:off x="5868203" y="241079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t2714"/>
            <p:cNvSpPr/>
            <p:nvPr/>
          </p:nvSpPr>
          <p:spPr>
            <a:xfrm>
              <a:off x="6359314" y="191803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t2715"/>
            <p:cNvSpPr/>
            <p:nvPr/>
          </p:nvSpPr>
          <p:spPr>
            <a:xfrm>
              <a:off x="6211696" y="237853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t2716"/>
            <p:cNvSpPr/>
            <p:nvPr/>
          </p:nvSpPr>
          <p:spPr>
            <a:xfrm>
              <a:off x="6157028" y="194603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t2717"/>
            <p:cNvSpPr/>
            <p:nvPr/>
          </p:nvSpPr>
          <p:spPr>
            <a:xfrm>
              <a:off x="6064546" y="229170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t2718"/>
            <p:cNvSpPr/>
            <p:nvPr/>
          </p:nvSpPr>
          <p:spPr>
            <a:xfrm>
              <a:off x="6450490" y="23809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t2719"/>
            <p:cNvSpPr/>
            <p:nvPr/>
          </p:nvSpPr>
          <p:spPr>
            <a:xfrm>
              <a:off x="6548402" y="23189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t2720"/>
            <p:cNvSpPr/>
            <p:nvPr/>
          </p:nvSpPr>
          <p:spPr>
            <a:xfrm>
              <a:off x="6531453" y="285193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t2721"/>
            <p:cNvSpPr/>
            <p:nvPr/>
          </p:nvSpPr>
          <p:spPr>
            <a:xfrm>
              <a:off x="6333137" y="234106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t2722"/>
            <p:cNvSpPr/>
            <p:nvPr/>
          </p:nvSpPr>
          <p:spPr>
            <a:xfrm>
              <a:off x="6182398" y="227211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t2723"/>
            <p:cNvSpPr/>
            <p:nvPr/>
          </p:nvSpPr>
          <p:spPr>
            <a:xfrm>
              <a:off x="5968729" y="23938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t2724"/>
            <p:cNvSpPr/>
            <p:nvPr/>
          </p:nvSpPr>
          <p:spPr>
            <a:xfrm>
              <a:off x="5795839" y="207615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t2725"/>
            <p:cNvSpPr/>
            <p:nvPr/>
          </p:nvSpPr>
          <p:spPr>
            <a:xfrm>
              <a:off x="5966019" y="227817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t2726"/>
            <p:cNvSpPr/>
            <p:nvPr/>
          </p:nvSpPr>
          <p:spPr>
            <a:xfrm>
              <a:off x="7211188" y="307939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t2727"/>
            <p:cNvSpPr/>
            <p:nvPr/>
          </p:nvSpPr>
          <p:spPr>
            <a:xfrm>
              <a:off x="6389717" y="24555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t2728"/>
            <p:cNvSpPr/>
            <p:nvPr/>
          </p:nvSpPr>
          <p:spPr>
            <a:xfrm>
              <a:off x="6725630" y="184858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t2729"/>
            <p:cNvSpPr/>
            <p:nvPr/>
          </p:nvSpPr>
          <p:spPr>
            <a:xfrm>
              <a:off x="5977950" y="203910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t2730"/>
            <p:cNvSpPr/>
            <p:nvPr/>
          </p:nvSpPr>
          <p:spPr>
            <a:xfrm>
              <a:off x="6636714" y="189138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t2731"/>
            <p:cNvSpPr/>
            <p:nvPr/>
          </p:nvSpPr>
          <p:spPr>
            <a:xfrm>
              <a:off x="6315091" y="256983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t2732"/>
            <p:cNvSpPr/>
            <p:nvPr/>
          </p:nvSpPr>
          <p:spPr>
            <a:xfrm>
              <a:off x="6480358" y="268327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t2733"/>
            <p:cNvSpPr/>
            <p:nvPr/>
          </p:nvSpPr>
          <p:spPr>
            <a:xfrm>
              <a:off x="6493690" y="284004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t2734"/>
            <p:cNvSpPr/>
            <p:nvPr/>
          </p:nvSpPr>
          <p:spPr>
            <a:xfrm>
              <a:off x="6513009" y="286801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t2735"/>
            <p:cNvSpPr/>
            <p:nvPr/>
          </p:nvSpPr>
          <p:spPr>
            <a:xfrm>
              <a:off x="6422870" y="264853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t2736"/>
            <p:cNvSpPr/>
            <p:nvPr/>
          </p:nvSpPr>
          <p:spPr>
            <a:xfrm>
              <a:off x="6532431" y="303081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t2737"/>
            <p:cNvSpPr/>
            <p:nvPr/>
          </p:nvSpPr>
          <p:spPr>
            <a:xfrm>
              <a:off x="6352273" y="258429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t2738"/>
            <p:cNvSpPr/>
            <p:nvPr/>
          </p:nvSpPr>
          <p:spPr>
            <a:xfrm>
              <a:off x="6379686" y="256879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t2739"/>
            <p:cNvSpPr/>
            <p:nvPr/>
          </p:nvSpPr>
          <p:spPr>
            <a:xfrm>
              <a:off x="6633003" y="257930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t2740"/>
            <p:cNvSpPr/>
            <p:nvPr/>
          </p:nvSpPr>
          <p:spPr>
            <a:xfrm>
              <a:off x="6534549" y="280771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t2741"/>
            <p:cNvSpPr/>
            <p:nvPr/>
          </p:nvSpPr>
          <p:spPr>
            <a:xfrm>
              <a:off x="6503159" y="240488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t2742"/>
            <p:cNvSpPr/>
            <p:nvPr/>
          </p:nvSpPr>
          <p:spPr>
            <a:xfrm>
              <a:off x="6523714" y="243499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t2743"/>
            <p:cNvSpPr/>
            <p:nvPr/>
          </p:nvSpPr>
          <p:spPr>
            <a:xfrm>
              <a:off x="6631124" y="235638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t2744"/>
            <p:cNvSpPr/>
            <p:nvPr/>
          </p:nvSpPr>
          <p:spPr>
            <a:xfrm>
              <a:off x="6487563" y="247209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t2745"/>
            <p:cNvSpPr/>
            <p:nvPr/>
          </p:nvSpPr>
          <p:spPr>
            <a:xfrm>
              <a:off x="6606041" y="21837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t2746"/>
            <p:cNvSpPr/>
            <p:nvPr/>
          </p:nvSpPr>
          <p:spPr>
            <a:xfrm>
              <a:off x="6021507" y="216638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t2747"/>
            <p:cNvSpPr/>
            <p:nvPr/>
          </p:nvSpPr>
          <p:spPr>
            <a:xfrm>
              <a:off x="6454428" y="28353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t2748"/>
            <p:cNvSpPr/>
            <p:nvPr/>
          </p:nvSpPr>
          <p:spPr>
            <a:xfrm>
              <a:off x="6492306" y="30452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t2749"/>
            <p:cNvSpPr/>
            <p:nvPr/>
          </p:nvSpPr>
          <p:spPr>
            <a:xfrm>
              <a:off x="6476538" y="31334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t2750"/>
            <p:cNvSpPr/>
            <p:nvPr/>
          </p:nvSpPr>
          <p:spPr>
            <a:xfrm>
              <a:off x="6388342" y="26954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t2751"/>
            <p:cNvSpPr/>
            <p:nvPr/>
          </p:nvSpPr>
          <p:spPr>
            <a:xfrm>
              <a:off x="6417274" y="207834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t2752"/>
            <p:cNvSpPr/>
            <p:nvPr/>
          </p:nvSpPr>
          <p:spPr>
            <a:xfrm>
              <a:off x="6514489" y="28589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t2753"/>
            <p:cNvSpPr/>
            <p:nvPr/>
          </p:nvSpPr>
          <p:spPr>
            <a:xfrm>
              <a:off x="6408915" y="31461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t2754"/>
            <p:cNvSpPr/>
            <p:nvPr/>
          </p:nvSpPr>
          <p:spPr>
            <a:xfrm>
              <a:off x="6890887" y="22530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t2755"/>
            <p:cNvSpPr/>
            <p:nvPr/>
          </p:nvSpPr>
          <p:spPr>
            <a:xfrm>
              <a:off x="6534439" y="22104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t2756"/>
            <p:cNvSpPr/>
            <p:nvPr/>
          </p:nvSpPr>
          <p:spPr>
            <a:xfrm>
              <a:off x="6439496" y="26156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t2757"/>
            <p:cNvSpPr/>
            <p:nvPr/>
          </p:nvSpPr>
          <p:spPr>
            <a:xfrm>
              <a:off x="6471988" y="240360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t2758"/>
            <p:cNvSpPr/>
            <p:nvPr/>
          </p:nvSpPr>
          <p:spPr>
            <a:xfrm>
              <a:off x="6468932" y="26454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t2759"/>
            <p:cNvSpPr/>
            <p:nvPr/>
          </p:nvSpPr>
          <p:spPr>
            <a:xfrm>
              <a:off x="6479667" y="24245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t2760"/>
            <p:cNvSpPr/>
            <p:nvPr/>
          </p:nvSpPr>
          <p:spPr>
            <a:xfrm>
              <a:off x="6293509" y="25461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t2761"/>
            <p:cNvSpPr/>
            <p:nvPr/>
          </p:nvSpPr>
          <p:spPr>
            <a:xfrm>
              <a:off x="6454302" y="24895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t2762"/>
            <p:cNvSpPr/>
            <p:nvPr/>
          </p:nvSpPr>
          <p:spPr>
            <a:xfrm>
              <a:off x="6332092" y="25310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t2763"/>
            <p:cNvSpPr/>
            <p:nvPr/>
          </p:nvSpPr>
          <p:spPr>
            <a:xfrm>
              <a:off x="6421359" y="23785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t2764"/>
            <p:cNvSpPr/>
            <p:nvPr/>
          </p:nvSpPr>
          <p:spPr>
            <a:xfrm>
              <a:off x="6502960" y="26634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t2765"/>
            <p:cNvSpPr/>
            <p:nvPr/>
          </p:nvSpPr>
          <p:spPr>
            <a:xfrm>
              <a:off x="6464551" y="27128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t2766"/>
            <p:cNvSpPr/>
            <p:nvPr/>
          </p:nvSpPr>
          <p:spPr>
            <a:xfrm>
              <a:off x="6393561" y="240155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t2767"/>
            <p:cNvSpPr/>
            <p:nvPr/>
          </p:nvSpPr>
          <p:spPr>
            <a:xfrm>
              <a:off x="6272752" y="24931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t2768"/>
            <p:cNvSpPr/>
            <p:nvPr/>
          </p:nvSpPr>
          <p:spPr>
            <a:xfrm>
              <a:off x="6537643" y="22778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t2769"/>
            <p:cNvSpPr/>
            <p:nvPr/>
          </p:nvSpPr>
          <p:spPr>
            <a:xfrm>
              <a:off x="6562431" y="24664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t2770"/>
            <p:cNvSpPr/>
            <p:nvPr/>
          </p:nvSpPr>
          <p:spPr>
            <a:xfrm>
              <a:off x="6445193" y="30085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t2771"/>
            <p:cNvSpPr/>
            <p:nvPr/>
          </p:nvSpPr>
          <p:spPr>
            <a:xfrm>
              <a:off x="6363584" y="255592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t2772"/>
            <p:cNvSpPr/>
            <p:nvPr/>
          </p:nvSpPr>
          <p:spPr>
            <a:xfrm>
              <a:off x="6296412" y="27499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t2773"/>
            <p:cNvSpPr/>
            <p:nvPr/>
          </p:nvSpPr>
          <p:spPr>
            <a:xfrm>
              <a:off x="6336316" y="22721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t2774"/>
            <p:cNvSpPr/>
            <p:nvPr/>
          </p:nvSpPr>
          <p:spPr>
            <a:xfrm>
              <a:off x="6299180" y="22121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t2775"/>
            <p:cNvSpPr/>
            <p:nvPr/>
          </p:nvSpPr>
          <p:spPr>
            <a:xfrm>
              <a:off x="6500457" y="24907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t2776"/>
            <p:cNvSpPr/>
            <p:nvPr/>
          </p:nvSpPr>
          <p:spPr>
            <a:xfrm>
              <a:off x="6281834" y="237058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t2777"/>
            <p:cNvSpPr/>
            <p:nvPr/>
          </p:nvSpPr>
          <p:spPr>
            <a:xfrm>
              <a:off x="6363209" y="23248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t2778"/>
            <p:cNvSpPr/>
            <p:nvPr/>
          </p:nvSpPr>
          <p:spPr>
            <a:xfrm>
              <a:off x="6484685" y="246947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t2779"/>
            <p:cNvSpPr/>
            <p:nvPr/>
          </p:nvSpPr>
          <p:spPr>
            <a:xfrm>
              <a:off x="6446062" y="22798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t2780"/>
            <p:cNvSpPr/>
            <p:nvPr/>
          </p:nvSpPr>
          <p:spPr>
            <a:xfrm>
              <a:off x="6457543" y="25885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t2781"/>
            <p:cNvSpPr/>
            <p:nvPr/>
          </p:nvSpPr>
          <p:spPr>
            <a:xfrm>
              <a:off x="6494505" y="24838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t2782"/>
            <p:cNvSpPr/>
            <p:nvPr/>
          </p:nvSpPr>
          <p:spPr>
            <a:xfrm>
              <a:off x="6397353" y="24754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t2783"/>
            <p:cNvSpPr/>
            <p:nvPr/>
          </p:nvSpPr>
          <p:spPr>
            <a:xfrm>
              <a:off x="6533353" y="20951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t2784"/>
            <p:cNvSpPr/>
            <p:nvPr/>
          </p:nvSpPr>
          <p:spPr>
            <a:xfrm>
              <a:off x="6436624" y="22212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t2785"/>
            <p:cNvSpPr/>
            <p:nvPr/>
          </p:nvSpPr>
          <p:spPr>
            <a:xfrm>
              <a:off x="6409476" y="23044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t2786"/>
            <p:cNvSpPr/>
            <p:nvPr/>
          </p:nvSpPr>
          <p:spPr>
            <a:xfrm>
              <a:off x="6324942" y="22526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t2787"/>
            <p:cNvSpPr/>
            <p:nvPr/>
          </p:nvSpPr>
          <p:spPr>
            <a:xfrm>
              <a:off x="6327548" y="23615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t2788"/>
            <p:cNvSpPr/>
            <p:nvPr/>
          </p:nvSpPr>
          <p:spPr>
            <a:xfrm>
              <a:off x="6343823" y="23366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t2789"/>
            <p:cNvSpPr/>
            <p:nvPr/>
          </p:nvSpPr>
          <p:spPr>
            <a:xfrm>
              <a:off x="6431958" y="23470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t2790"/>
            <p:cNvSpPr/>
            <p:nvPr/>
          </p:nvSpPr>
          <p:spPr>
            <a:xfrm>
              <a:off x="6520793" y="21863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t2791"/>
            <p:cNvSpPr/>
            <p:nvPr/>
          </p:nvSpPr>
          <p:spPr>
            <a:xfrm>
              <a:off x="6408431" y="21738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t2792"/>
            <p:cNvSpPr/>
            <p:nvPr/>
          </p:nvSpPr>
          <p:spPr>
            <a:xfrm>
              <a:off x="6497377" y="200862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t2793"/>
            <p:cNvSpPr/>
            <p:nvPr/>
          </p:nvSpPr>
          <p:spPr>
            <a:xfrm>
              <a:off x="6283115" y="23947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t2794"/>
            <p:cNvSpPr/>
            <p:nvPr/>
          </p:nvSpPr>
          <p:spPr>
            <a:xfrm>
              <a:off x="6415685" y="25459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t2795"/>
            <p:cNvSpPr/>
            <p:nvPr/>
          </p:nvSpPr>
          <p:spPr>
            <a:xfrm>
              <a:off x="6063230" y="210166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t2796"/>
            <p:cNvSpPr/>
            <p:nvPr/>
          </p:nvSpPr>
          <p:spPr>
            <a:xfrm>
              <a:off x="6523197" y="20912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t2797"/>
            <p:cNvSpPr/>
            <p:nvPr/>
          </p:nvSpPr>
          <p:spPr>
            <a:xfrm>
              <a:off x="6364466" y="23606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t2798"/>
            <p:cNvSpPr/>
            <p:nvPr/>
          </p:nvSpPr>
          <p:spPr>
            <a:xfrm>
              <a:off x="6413036" y="23215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t2799"/>
            <p:cNvSpPr/>
            <p:nvPr/>
          </p:nvSpPr>
          <p:spPr>
            <a:xfrm>
              <a:off x="6313613" y="243668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t2800"/>
            <p:cNvSpPr/>
            <p:nvPr/>
          </p:nvSpPr>
          <p:spPr>
            <a:xfrm>
              <a:off x="6284417" y="22516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t2801"/>
            <p:cNvSpPr/>
            <p:nvPr/>
          </p:nvSpPr>
          <p:spPr>
            <a:xfrm>
              <a:off x="5964291" y="23259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t2802"/>
            <p:cNvSpPr/>
            <p:nvPr/>
          </p:nvSpPr>
          <p:spPr>
            <a:xfrm>
              <a:off x="6311580" y="234462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t2803"/>
            <p:cNvSpPr/>
            <p:nvPr/>
          </p:nvSpPr>
          <p:spPr>
            <a:xfrm>
              <a:off x="6303964" y="25226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t2804"/>
            <p:cNvSpPr/>
            <p:nvPr/>
          </p:nvSpPr>
          <p:spPr>
            <a:xfrm>
              <a:off x="6530433" y="191688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t2805"/>
            <p:cNvSpPr/>
            <p:nvPr/>
          </p:nvSpPr>
          <p:spPr>
            <a:xfrm>
              <a:off x="6718162" y="21841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t2806"/>
            <p:cNvSpPr/>
            <p:nvPr/>
          </p:nvSpPr>
          <p:spPr>
            <a:xfrm>
              <a:off x="6380334" y="22566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t2807"/>
            <p:cNvSpPr/>
            <p:nvPr/>
          </p:nvSpPr>
          <p:spPr>
            <a:xfrm>
              <a:off x="6462775" y="21408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t2808"/>
            <p:cNvSpPr/>
            <p:nvPr/>
          </p:nvSpPr>
          <p:spPr>
            <a:xfrm>
              <a:off x="6419875" y="24296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t2809"/>
            <p:cNvSpPr/>
            <p:nvPr/>
          </p:nvSpPr>
          <p:spPr>
            <a:xfrm>
              <a:off x="6969641" y="22029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t2810"/>
            <p:cNvSpPr/>
            <p:nvPr/>
          </p:nvSpPr>
          <p:spPr>
            <a:xfrm>
              <a:off x="6480793" y="22443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t2811"/>
            <p:cNvSpPr/>
            <p:nvPr/>
          </p:nvSpPr>
          <p:spPr>
            <a:xfrm>
              <a:off x="6142090" y="22534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t2812"/>
            <p:cNvSpPr/>
            <p:nvPr/>
          </p:nvSpPr>
          <p:spPr>
            <a:xfrm>
              <a:off x="6591315" y="22431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t2813"/>
            <p:cNvSpPr/>
            <p:nvPr/>
          </p:nvSpPr>
          <p:spPr>
            <a:xfrm>
              <a:off x="6579755" y="236579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t2814"/>
            <p:cNvSpPr/>
            <p:nvPr/>
          </p:nvSpPr>
          <p:spPr>
            <a:xfrm>
              <a:off x="6591422" y="23630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t2815"/>
            <p:cNvSpPr/>
            <p:nvPr/>
          </p:nvSpPr>
          <p:spPr>
            <a:xfrm>
              <a:off x="6600085" y="23125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t2816"/>
            <p:cNvSpPr/>
            <p:nvPr/>
          </p:nvSpPr>
          <p:spPr>
            <a:xfrm>
              <a:off x="6526631" y="22909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t2817"/>
            <p:cNvSpPr/>
            <p:nvPr/>
          </p:nvSpPr>
          <p:spPr>
            <a:xfrm>
              <a:off x="6283172" y="240529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t2818"/>
            <p:cNvSpPr/>
            <p:nvPr/>
          </p:nvSpPr>
          <p:spPr>
            <a:xfrm>
              <a:off x="6440020" y="23712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t2819"/>
            <p:cNvSpPr/>
            <p:nvPr/>
          </p:nvSpPr>
          <p:spPr>
            <a:xfrm>
              <a:off x="6527163" y="240673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t2820"/>
            <p:cNvSpPr/>
            <p:nvPr/>
          </p:nvSpPr>
          <p:spPr>
            <a:xfrm>
              <a:off x="6628896" y="212208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t2821"/>
            <p:cNvSpPr/>
            <p:nvPr/>
          </p:nvSpPr>
          <p:spPr>
            <a:xfrm>
              <a:off x="6536344" y="26132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t2822"/>
            <p:cNvSpPr/>
            <p:nvPr/>
          </p:nvSpPr>
          <p:spPr>
            <a:xfrm>
              <a:off x="6388897" y="226828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t2823"/>
            <p:cNvSpPr/>
            <p:nvPr/>
          </p:nvSpPr>
          <p:spPr>
            <a:xfrm>
              <a:off x="6355542" y="22000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t2824"/>
            <p:cNvSpPr/>
            <p:nvPr/>
          </p:nvSpPr>
          <p:spPr>
            <a:xfrm>
              <a:off x="5370691" y="27047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t2825"/>
            <p:cNvSpPr/>
            <p:nvPr/>
          </p:nvSpPr>
          <p:spPr>
            <a:xfrm>
              <a:off x="6454526" y="25398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t2826"/>
            <p:cNvSpPr/>
            <p:nvPr/>
          </p:nvSpPr>
          <p:spPr>
            <a:xfrm>
              <a:off x="5199789" y="27296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t2827"/>
            <p:cNvSpPr/>
            <p:nvPr/>
          </p:nvSpPr>
          <p:spPr>
            <a:xfrm>
              <a:off x="6457241" y="27396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t2828"/>
            <p:cNvSpPr/>
            <p:nvPr/>
          </p:nvSpPr>
          <p:spPr>
            <a:xfrm>
              <a:off x="5754511" y="27122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t2829"/>
            <p:cNvSpPr/>
            <p:nvPr/>
          </p:nvSpPr>
          <p:spPr>
            <a:xfrm>
              <a:off x="6445750" y="29918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t2830"/>
            <p:cNvSpPr/>
            <p:nvPr/>
          </p:nvSpPr>
          <p:spPr>
            <a:xfrm>
              <a:off x="6548479" y="28239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t2831"/>
            <p:cNvSpPr/>
            <p:nvPr/>
          </p:nvSpPr>
          <p:spPr>
            <a:xfrm>
              <a:off x="6331019" y="28280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t2832"/>
            <p:cNvSpPr/>
            <p:nvPr/>
          </p:nvSpPr>
          <p:spPr>
            <a:xfrm>
              <a:off x="6487929" y="25704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t2833"/>
            <p:cNvSpPr/>
            <p:nvPr/>
          </p:nvSpPr>
          <p:spPr>
            <a:xfrm>
              <a:off x="6615997" y="227294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t2834"/>
            <p:cNvSpPr/>
            <p:nvPr/>
          </p:nvSpPr>
          <p:spPr>
            <a:xfrm>
              <a:off x="6645613" y="21373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t2835"/>
            <p:cNvSpPr/>
            <p:nvPr/>
          </p:nvSpPr>
          <p:spPr>
            <a:xfrm>
              <a:off x="6480112" y="25533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t2836"/>
            <p:cNvSpPr/>
            <p:nvPr/>
          </p:nvSpPr>
          <p:spPr>
            <a:xfrm>
              <a:off x="6493930" y="25026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t2837"/>
            <p:cNvSpPr/>
            <p:nvPr/>
          </p:nvSpPr>
          <p:spPr>
            <a:xfrm>
              <a:off x="6338709" y="23821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t2838"/>
            <p:cNvSpPr/>
            <p:nvPr/>
          </p:nvSpPr>
          <p:spPr>
            <a:xfrm>
              <a:off x="6541375" y="214343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t2839"/>
            <p:cNvSpPr/>
            <p:nvPr/>
          </p:nvSpPr>
          <p:spPr>
            <a:xfrm>
              <a:off x="6519917" y="250368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t2840"/>
            <p:cNvSpPr/>
            <p:nvPr/>
          </p:nvSpPr>
          <p:spPr>
            <a:xfrm>
              <a:off x="6499956" y="242647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t2841"/>
            <p:cNvSpPr/>
            <p:nvPr/>
          </p:nvSpPr>
          <p:spPr>
            <a:xfrm>
              <a:off x="6485929" y="247985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t2842"/>
            <p:cNvSpPr/>
            <p:nvPr/>
          </p:nvSpPr>
          <p:spPr>
            <a:xfrm>
              <a:off x="6412940" y="220021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t2843"/>
            <p:cNvSpPr/>
            <p:nvPr/>
          </p:nvSpPr>
          <p:spPr>
            <a:xfrm>
              <a:off x="6256056" y="243852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t2844"/>
            <p:cNvSpPr/>
            <p:nvPr/>
          </p:nvSpPr>
          <p:spPr>
            <a:xfrm>
              <a:off x="6369940" y="265052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t2845"/>
            <p:cNvSpPr/>
            <p:nvPr/>
          </p:nvSpPr>
          <p:spPr>
            <a:xfrm>
              <a:off x="6460302" y="221385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t2846"/>
            <p:cNvSpPr/>
            <p:nvPr/>
          </p:nvSpPr>
          <p:spPr>
            <a:xfrm>
              <a:off x="6867800" y="190624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t2847"/>
            <p:cNvSpPr/>
            <p:nvPr/>
          </p:nvSpPr>
          <p:spPr>
            <a:xfrm>
              <a:off x="6421884" y="228294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t2848"/>
            <p:cNvSpPr/>
            <p:nvPr/>
          </p:nvSpPr>
          <p:spPr>
            <a:xfrm>
              <a:off x="6417879" y="249038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t2849"/>
            <p:cNvSpPr/>
            <p:nvPr/>
          </p:nvSpPr>
          <p:spPr>
            <a:xfrm>
              <a:off x="6404274" y="239193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t2850"/>
            <p:cNvSpPr/>
            <p:nvPr/>
          </p:nvSpPr>
          <p:spPr>
            <a:xfrm>
              <a:off x="6486731" y="253980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t2851"/>
            <p:cNvSpPr/>
            <p:nvPr/>
          </p:nvSpPr>
          <p:spPr>
            <a:xfrm>
              <a:off x="6453727" y="228755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t2852"/>
            <p:cNvSpPr/>
            <p:nvPr/>
          </p:nvSpPr>
          <p:spPr>
            <a:xfrm>
              <a:off x="6470312" y="224069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t2853"/>
            <p:cNvSpPr/>
            <p:nvPr/>
          </p:nvSpPr>
          <p:spPr>
            <a:xfrm>
              <a:off x="6485221" y="249271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t2854"/>
            <p:cNvSpPr/>
            <p:nvPr/>
          </p:nvSpPr>
          <p:spPr>
            <a:xfrm>
              <a:off x="6454301" y="235524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t2855"/>
            <p:cNvSpPr/>
            <p:nvPr/>
          </p:nvSpPr>
          <p:spPr>
            <a:xfrm>
              <a:off x="6491265" y="198219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t2856"/>
            <p:cNvSpPr/>
            <p:nvPr/>
          </p:nvSpPr>
          <p:spPr>
            <a:xfrm>
              <a:off x="6451422" y="225128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t2857"/>
            <p:cNvSpPr/>
            <p:nvPr/>
          </p:nvSpPr>
          <p:spPr>
            <a:xfrm>
              <a:off x="6361827" y="252586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t2858"/>
            <p:cNvSpPr/>
            <p:nvPr/>
          </p:nvSpPr>
          <p:spPr>
            <a:xfrm>
              <a:off x="6420962" y="230219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t2859"/>
            <p:cNvSpPr/>
            <p:nvPr/>
          </p:nvSpPr>
          <p:spPr>
            <a:xfrm>
              <a:off x="6408306" y="205453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t2860"/>
            <p:cNvSpPr/>
            <p:nvPr/>
          </p:nvSpPr>
          <p:spPr>
            <a:xfrm>
              <a:off x="6402069" y="224424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t2861"/>
            <p:cNvSpPr/>
            <p:nvPr/>
          </p:nvSpPr>
          <p:spPr>
            <a:xfrm>
              <a:off x="6487748" y="202656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t2862"/>
            <p:cNvSpPr/>
            <p:nvPr/>
          </p:nvSpPr>
          <p:spPr>
            <a:xfrm>
              <a:off x="6388437" y="225612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t2863"/>
            <p:cNvSpPr/>
            <p:nvPr/>
          </p:nvSpPr>
          <p:spPr>
            <a:xfrm>
              <a:off x="6245149" y="242272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t2864"/>
            <p:cNvSpPr/>
            <p:nvPr/>
          </p:nvSpPr>
          <p:spPr>
            <a:xfrm>
              <a:off x="6440096" y="249479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t2865"/>
            <p:cNvSpPr/>
            <p:nvPr/>
          </p:nvSpPr>
          <p:spPr>
            <a:xfrm>
              <a:off x="6574873" y="267050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t2866"/>
            <p:cNvSpPr/>
            <p:nvPr/>
          </p:nvSpPr>
          <p:spPr>
            <a:xfrm>
              <a:off x="6611258" y="215012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t2867"/>
            <p:cNvSpPr/>
            <p:nvPr/>
          </p:nvSpPr>
          <p:spPr>
            <a:xfrm>
              <a:off x="6258474" y="257231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t2868"/>
            <p:cNvSpPr/>
            <p:nvPr/>
          </p:nvSpPr>
          <p:spPr>
            <a:xfrm>
              <a:off x="6558524" y="256776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t2869"/>
            <p:cNvSpPr/>
            <p:nvPr/>
          </p:nvSpPr>
          <p:spPr>
            <a:xfrm>
              <a:off x="6452107" y="217147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t2870"/>
            <p:cNvSpPr/>
            <p:nvPr/>
          </p:nvSpPr>
          <p:spPr>
            <a:xfrm>
              <a:off x="6206404" y="198372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t2871"/>
            <p:cNvSpPr/>
            <p:nvPr/>
          </p:nvSpPr>
          <p:spPr>
            <a:xfrm>
              <a:off x="6540305" y="248037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t2872"/>
            <p:cNvSpPr/>
            <p:nvPr/>
          </p:nvSpPr>
          <p:spPr>
            <a:xfrm>
              <a:off x="6338488" y="235414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t2873"/>
            <p:cNvSpPr/>
            <p:nvPr/>
          </p:nvSpPr>
          <p:spPr>
            <a:xfrm>
              <a:off x="6583191" y="247348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t2874"/>
            <p:cNvSpPr/>
            <p:nvPr/>
          </p:nvSpPr>
          <p:spPr>
            <a:xfrm>
              <a:off x="6563740" y="274478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t2875"/>
            <p:cNvSpPr/>
            <p:nvPr/>
          </p:nvSpPr>
          <p:spPr>
            <a:xfrm>
              <a:off x="6528449" y="231195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t2876"/>
            <p:cNvSpPr/>
            <p:nvPr/>
          </p:nvSpPr>
          <p:spPr>
            <a:xfrm>
              <a:off x="6583177" y="217583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t2877"/>
            <p:cNvSpPr/>
            <p:nvPr/>
          </p:nvSpPr>
          <p:spPr>
            <a:xfrm>
              <a:off x="6421388" y="248999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t2878"/>
            <p:cNvSpPr/>
            <p:nvPr/>
          </p:nvSpPr>
          <p:spPr>
            <a:xfrm>
              <a:off x="6371415" y="236130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t2879"/>
            <p:cNvSpPr/>
            <p:nvPr/>
          </p:nvSpPr>
          <p:spPr>
            <a:xfrm>
              <a:off x="6466827" y="222478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t2880"/>
            <p:cNvSpPr/>
            <p:nvPr/>
          </p:nvSpPr>
          <p:spPr>
            <a:xfrm>
              <a:off x="6532136" y="226976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t2881"/>
            <p:cNvSpPr/>
            <p:nvPr/>
          </p:nvSpPr>
          <p:spPr>
            <a:xfrm>
              <a:off x="6472261" y="242154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t2882"/>
            <p:cNvSpPr/>
            <p:nvPr/>
          </p:nvSpPr>
          <p:spPr>
            <a:xfrm>
              <a:off x="6125816" y="198879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t2883"/>
            <p:cNvSpPr/>
            <p:nvPr/>
          </p:nvSpPr>
          <p:spPr>
            <a:xfrm>
              <a:off x="6448608" y="170528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t2884"/>
            <p:cNvSpPr/>
            <p:nvPr/>
          </p:nvSpPr>
          <p:spPr>
            <a:xfrm>
              <a:off x="6476243" y="226917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t2885"/>
            <p:cNvSpPr/>
            <p:nvPr/>
          </p:nvSpPr>
          <p:spPr>
            <a:xfrm>
              <a:off x="6338869" y="245670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t2886"/>
            <p:cNvSpPr/>
            <p:nvPr/>
          </p:nvSpPr>
          <p:spPr>
            <a:xfrm>
              <a:off x="6554704" y="234873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t2887"/>
            <p:cNvSpPr/>
            <p:nvPr/>
          </p:nvSpPr>
          <p:spPr>
            <a:xfrm>
              <a:off x="6327687" y="173229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t2888"/>
            <p:cNvSpPr/>
            <p:nvPr/>
          </p:nvSpPr>
          <p:spPr>
            <a:xfrm>
              <a:off x="6363196" y="211760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t2889"/>
            <p:cNvSpPr/>
            <p:nvPr/>
          </p:nvSpPr>
          <p:spPr>
            <a:xfrm>
              <a:off x="6525040" y="191698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t2890"/>
            <p:cNvSpPr/>
            <p:nvPr/>
          </p:nvSpPr>
          <p:spPr>
            <a:xfrm>
              <a:off x="6361940" y="191631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t2891"/>
            <p:cNvSpPr/>
            <p:nvPr/>
          </p:nvSpPr>
          <p:spPr>
            <a:xfrm>
              <a:off x="6383680" y="207610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t2892"/>
            <p:cNvSpPr/>
            <p:nvPr/>
          </p:nvSpPr>
          <p:spPr>
            <a:xfrm>
              <a:off x="6571599" y="245630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t2893"/>
            <p:cNvSpPr/>
            <p:nvPr/>
          </p:nvSpPr>
          <p:spPr>
            <a:xfrm>
              <a:off x="6529263" y="226312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t2894"/>
            <p:cNvSpPr/>
            <p:nvPr/>
          </p:nvSpPr>
          <p:spPr>
            <a:xfrm>
              <a:off x="6644230" y="225159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t2895"/>
            <p:cNvSpPr/>
            <p:nvPr/>
          </p:nvSpPr>
          <p:spPr>
            <a:xfrm>
              <a:off x="6632901" y="221388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t2896"/>
            <p:cNvSpPr/>
            <p:nvPr/>
          </p:nvSpPr>
          <p:spPr>
            <a:xfrm>
              <a:off x="6634151" y="250342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t2897"/>
            <p:cNvSpPr/>
            <p:nvPr/>
          </p:nvSpPr>
          <p:spPr>
            <a:xfrm>
              <a:off x="6580672" y="234049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t2898"/>
            <p:cNvSpPr/>
            <p:nvPr/>
          </p:nvSpPr>
          <p:spPr>
            <a:xfrm>
              <a:off x="6154478" y="243900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t2899"/>
            <p:cNvSpPr/>
            <p:nvPr/>
          </p:nvSpPr>
          <p:spPr>
            <a:xfrm>
              <a:off x="6370396" y="286767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t2900"/>
            <p:cNvSpPr/>
            <p:nvPr/>
          </p:nvSpPr>
          <p:spPr>
            <a:xfrm>
              <a:off x="6365775" y="255985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t2901"/>
            <p:cNvSpPr/>
            <p:nvPr/>
          </p:nvSpPr>
          <p:spPr>
            <a:xfrm>
              <a:off x="6827426" y="215192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t2902"/>
            <p:cNvSpPr/>
            <p:nvPr/>
          </p:nvSpPr>
          <p:spPr>
            <a:xfrm>
              <a:off x="6696844" y="294436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t2903"/>
            <p:cNvSpPr/>
            <p:nvPr/>
          </p:nvSpPr>
          <p:spPr>
            <a:xfrm>
              <a:off x="6533624" y="266922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t2904"/>
            <p:cNvSpPr/>
            <p:nvPr/>
          </p:nvSpPr>
          <p:spPr>
            <a:xfrm>
              <a:off x="6589002" y="245576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t2905"/>
            <p:cNvSpPr/>
            <p:nvPr/>
          </p:nvSpPr>
          <p:spPr>
            <a:xfrm>
              <a:off x="6616956" y="217136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t2906"/>
            <p:cNvSpPr/>
            <p:nvPr/>
          </p:nvSpPr>
          <p:spPr>
            <a:xfrm>
              <a:off x="6643488" y="221983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t2907"/>
            <p:cNvSpPr/>
            <p:nvPr/>
          </p:nvSpPr>
          <p:spPr>
            <a:xfrm>
              <a:off x="6650056" y="221177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t2908"/>
            <p:cNvSpPr/>
            <p:nvPr/>
          </p:nvSpPr>
          <p:spPr>
            <a:xfrm>
              <a:off x="6296867" y="204824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t2909"/>
            <p:cNvSpPr/>
            <p:nvPr/>
          </p:nvSpPr>
          <p:spPr>
            <a:xfrm>
              <a:off x="6568062" y="261350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t2910"/>
            <p:cNvSpPr/>
            <p:nvPr/>
          </p:nvSpPr>
          <p:spPr>
            <a:xfrm>
              <a:off x="6802432" y="180213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t2911"/>
            <p:cNvSpPr/>
            <p:nvPr/>
          </p:nvSpPr>
          <p:spPr>
            <a:xfrm>
              <a:off x="6600106" y="245723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t2912"/>
            <p:cNvSpPr/>
            <p:nvPr/>
          </p:nvSpPr>
          <p:spPr>
            <a:xfrm>
              <a:off x="6447602" y="216737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t2913"/>
            <p:cNvSpPr/>
            <p:nvPr/>
          </p:nvSpPr>
          <p:spPr>
            <a:xfrm>
              <a:off x="6381689" y="260024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t2914"/>
            <p:cNvSpPr/>
            <p:nvPr/>
          </p:nvSpPr>
          <p:spPr>
            <a:xfrm>
              <a:off x="6564139" y="208926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t2915"/>
            <p:cNvSpPr/>
            <p:nvPr/>
          </p:nvSpPr>
          <p:spPr>
            <a:xfrm>
              <a:off x="6467036" y="21849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t2916"/>
            <p:cNvSpPr/>
            <p:nvPr/>
          </p:nvSpPr>
          <p:spPr>
            <a:xfrm>
              <a:off x="6485192" y="20805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t2917"/>
            <p:cNvSpPr/>
            <p:nvPr/>
          </p:nvSpPr>
          <p:spPr>
            <a:xfrm>
              <a:off x="6530807" y="236348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t2918"/>
            <p:cNvSpPr/>
            <p:nvPr/>
          </p:nvSpPr>
          <p:spPr>
            <a:xfrm>
              <a:off x="6489935" y="215908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t2919"/>
            <p:cNvSpPr/>
            <p:nvPr/>
          </p:nvSpPr>
          <p:spPr>
            <a:xfrm>
              <a:off x="6780102" y="23725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t2920"/>
            <p:cNvSpPr/>
            <p:nvPr/>
          </p:nvSpPr>
          <p:spPr>
            <a:xfrm>
              <a:off x="6565777" y="22095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t2921"/>
            <p:cNvSpPr/>
            <p:nvPr/>
          </p:nvSpPr>
          <p:spPr>
            <a:xfrm>
              <a:off x="7409826" y="194119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t2922"/>
            <p:cNvSpPr/>
            <p:nvPr/>
          </p:nvSpPr>
          <p:spPr>
            <a:xfrm>
              <a:off x="5426045" y="256888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t2923"/>
            <p:cNvSpPr/>
            <p:nvPr/>
          </p:nvSpPr>
          <p:spPr>
            <a:xfrm>
              <a:off x="6755510" y="22874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t2924"/>
            <p:cNvSpPr/>
            <p:nvPr/>
          </p:nvSpPr>
          <p:spPr>
            <a:xfrm>
              <a:off x="6839723" y="23234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t2925"/>
            <p:cNvSpPr/>
            <p:nvPr/>
          </p:nvSpPr>
          <p:spPr>
            <a:xfrm>
              <a:off x="6466564" y="22316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t2926"/>
            <p:cNvSpPr/>
            <p:nvPr/>
          </p:nvSpPr>
          <p:spPr>
            <a:xfrm>
              <a:off x="6525114" y="217316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t2927"/>
            <p:cNvSpPr/>
            <p:nvPr/>
          </p:nvSpPr>
          <p:spPr>
            <a:xfrm>
              <a:off x="6594895" y="23231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t2928"/>
            <p:cNvSpPr/>
            <p:nvPr/>
          </p:nvSpPr>
          <p:spPr>
            <a:xfrm>
              <a:off x="6443523" y="258856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t2929"/>
            <p:cNvSpPr/>
            <p:nvPr/>
          </p:nvSpPr>
          <p:spPr>
            <a:xfrm>
              <a:off x="6578575" y="23455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t2930"/>
            <p:cNvSpPr/>
            <p:nvPr/>
          </p:nvSpPr>
          <p:spPr>
            <a:xfrm>
              <a:off x="6463317" y="23682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t2931"/>
            <p:cNvSpPr/>
            <p:nvPr/>
          </p:nvSpPr>
          <p:spPr>
            <a:xfrm>
              <a:off x="6556688" y="213572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t2932"/>
            <p:cNvSpPr/>
            <p:nvPr/>
          </p:nvSpPr>
          <p:spPr>
            <a:xfrm>
              <a:off x="6405995" y="219200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t2933"/>
            <p:cNvSpPr/>
            <p:nvPr/>
          </p:nvSpPr>
          <p:spPr>
            <a:xfrm>
              <a:off x="6549250" y="194066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t2934"/>
            <p:cNvSpPr/>
            <p:nvPr/>
          </p:nvSpPr>
          <p:spPr>
            <a:xfrm>
              <a:off x="6516469" y="22563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t2935"/>
            <p:cNvSpPr/>
            <p:nvPr/>
          </p:nvSpPr>
          <p:spPr>
            <a:xfrm>
              <a:off x="6434840" y="230561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t2936"/>
            <p:cNvSpPr/>
            <p:nvPr/>
          </p:nvSpPr>
          <p:spPr>
            <a:xfrm>
              <a:off x="6449871" y="20932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t2937"/>
            <p:cNvSpPr/>
            <p:nvPr/>
          </p:nvSpPr>
          <p:spPr>
            <a:xfrm>
              <a:off x="6526389" y="218159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t2938"/>
            <p:cNvSpPr/>
            <p:nvPr/>
          </p:nvSpPr>
          <p:spPr>
            <a:xfrm>
              <a:off x="6550155" y="23463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t2939"/>
            <p:cNvSpPr/>
            <p:nvPr/>
          </p:nvSpPr>
          <p:spPr>
            <a:xfrm>
              <a:off x="6486307" y="258265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t2940"/>
            <p:cNvSpPr/>
            <p:nvPr/>
          </p:nvSpPr>
          <p:spPr>
            <a:xfrm>
              <a:off x="6493339" y="22395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t2941"/>
            <p:cNvSpPr/>
            <p:nvPr/>
          </p:nvSpPr>
          <p:spPr>
            <a:xfrm>
              <a:off x="6441721" y="22223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t2942"/>
            <p:cNvSpPr/>
            <p:nvPr/>
          </p:nvSpPr>
          <p:spPr>
            <a:xfrm>
              <a:off x="6801508" y="189896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t2943"/>
            <p:cNvSpPr/>
            <p:nvPr/>
          </p:nvSpPr>
          <p:spPr>
            <a:xfrm>
              <a:off x="6433827" y="22301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t2944"/>
            <p:cNvSpPr/>
            <p:nvPr/>
          </p:nvSpPr>
          <p:spPr>
            <a:xfrm>
              <a:off x="7264070" y="215735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t2945"/>
            <p:cNvSpPr/>
            <p:nvPr/>
          </p:nvSpPr>
          <p:spPr>
            <a:xfrm>
              <a:off x="6472138" y="226673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t2946"/>
            <p:cNvSpPr/>
            <p:nvPr/>
          </p:nvSpPr>
          <p:spPr>
            <a:xfrm>
              <a:off x="6475090" y="21900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t2947"/>
            <p:cNvSpPr/>
            <p:nvPr/>
          </p:nvSpPr>
          <p:spPr>
            <a:xfrm>
              <a:off x="6310167" y="233437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t2948"/>
            <p:cNvSpPr/>
            <p:nvPr/>
          </p:nvSpPr>
          <p:spPr>
            <a:xfrm>
              <a:off x="6501245" y="24293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t2949"/>
            <p:cNvSpPr/>
            <p:nvPr/>
          </p:nvSpPr>
          <p:spPr>
            <a:xfrm>
              <a:off x="6537111" y="24847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t2950"/>
            <p:cNvSpPr/>
            <p:nvPr/>
          </p:nvSpPr>
          <p:spPr>
            <a:xfrm>
              <a:off x="6589928" y="23712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t2951"/>
            <p:cNvSpPr/>
            <p:nvPr/>
          </p:nvSpPr>
          <p:spPr>
            <a:xfrm>
              <a:off x="6740730" y="220820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t2952"/>
            <p:cNvSpPr/>
            <p:nvPr/>
          </p:nvSpPr>
          <p:spPr>
            <a:xfrm>
              <a:off x="6598786" y="251735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t2953"/>
            <p:cNvSpPr/>
            <p:nvPr/>
          </p:nvSpPr>
          <p:spPr>
            <a:xfrm>
              <a:off x="6531510" y="22400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t2954"/>
            <p:cNvSpPr/>
            <p:nvPr/>
          </p:nvSpPr>
          <p:spPr>
            <a:xfrm>
              <a:off x="6434858" y="212755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t2955"/>
            <p:cNvSpPr/>
            <p:nvPr/>
          </p:nvSpPr>
          <p:spPr>
            <a:xfrm>
              <a:off x="6571973" y="21669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t2956"/>
            <p:cNvSpPr/>
            <p:nvPr/>
          </p:nvSpPr>
          <p:spPr>
            <a:xfrm>
              <a:off x="6507687" y="157901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t2957"/>
            <p:cNvSpPr/>
            <p:nvPr/>
          </p:nvSpPr>
          <p:spPr>
            <a:xfrm>
              <a:off x="6489836" y="25008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t2958"/>
            <p:cNvSpPr/>
            <p:nvPr/>
          </p:nvSpPr>
          <p:spPr>
            <a:xfrm>
              <a:off x="6464336" y="222510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t2959"/>
            <p:cNvSpPr/>
            <p:nvPr/>
          </p:nvSpPr>
          <p:spPr>
            <a:xfrm>
              <a:off x="6496132" y="23498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t2960"/>
            <p:cNvSpPr/>
            <p:nvPr/>
          </p:nvSpPr>
          <p:spPr>
            <a:xfrm>
              <a:off x="6469863" y="22094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t2961"/>
            <p:cNvSpPr/>
            <p:nvPr/>
          </p:nvSpPr>
          <p:spPr>
            <a:xfrm>
              <a:off x="6486944" y="23148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t2962"/>
            <p:cNvSpPr/>
            <p:nvPr/>
          </p:nvSpPr>
          <p:spPr>
            <a:xfrm>
              <a:off x="6434154" y="24224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t2963"/>
            <p:cNvSpPr/>
            <p:nvPr/>
          </p:nvSpPr>
          <p:spPr>
            <a:xfrm>
              <a:off x="6638369" y="24563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t2964"/>
            <p:cNvSpPr/>
            <p:nvPr/>
          </p:nvSpPr>
          <p:spPr>
            <a:xfrm>
              <a:off x="6312595" y="23265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t2965"/>
            <p:cNvSpPr/>
            <p:nvPr/>
          </p:nvSpPr>
          <p:spPr>
            <a:xfrm>
              <a:off x="6389056" y="24718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t2966"/>
            <p:cNvSpPr/>
            <p:nvPr/>
          </p:nvSpPr>
          <p:spPr>
            <a:xfrm>
              <a:off x="6302067" y="27668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t2967"/>
            <p:cNvSpPr/>
            <p:nvPr/>
          </p:nvSpPr>
          <p:spPr>
            <a:xfrm>
              <a:off x="6299168" y="285204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t2968"/>
            <p:cNvSpPr/>
            <p:nvPr/>
          </p:nvSpPr>
          <p:spPr>
            <a:xfrm>
              <a:off x="6299910" y="23563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t2969"/>
            <p:cNvSpPr/>
            <p:nvPr/>
          </p:nvSpPr>
          <p:spPr>
            <a:xfrm>
              <a:off x="6687409" y="226918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t2970"/>
            <p:cNvSpPr/>
            <p:nvPr/>
          </p:nvSpPr>
          <p:spPr>
            <a:xfrm>
              <a:off x="6318346" y="231044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t2971"/>
            <p:cNvSpPr/>
            <p:nvPr/>
          </p:nvSpPr>
          <p:spPr>
            <a:xfrm>
              <a:off x="6289885" y="284385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t2972"/>
            <p:cNvSpPr/>
            <p:nvPr/>
          </p:nvSpPr>
          <p:spPr>
            <a:xfrm>
              <a:off x="6315324" y="26482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t2973"/>
            <p:cNvSpPr/>
            <p:nvPr/>
          </p:nvSpPr>
          <p:spPr>
            <a:xfrm>
              <a:off x="6495068" y="246420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t2974"/>
            <p:cNvSpPr/>
            <p:nvPr/>
          </p:nvSpPr>
          <p:spPr>
            <a:xfrm>
              <a:off x="6421856" y="25550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t2975"/>
            <p:cNvSpPr/>
            <p:nvPr/>
          </p:nvSpPr>
          <p:spPr>
            <a:xfrm>
              <a:off x="6447008" y="269832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t2976"/>
            <p:cNvSpPr/>
            <p:nvPr/>
          </p:nvSpPr>
          <p:spPr>
            <a:xfrm>
              <a:off x="6392521" y="22870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t2977"/>
            <p:cNvSpPr/>
            <p:nvPr/>
          </p:nvSpPr>
          <p:spPr>
            <a:xfrm>
              <a:off x="6514065" y="23164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t2978"/>
            <p:cNvSpPr/>
            <p:nvPr/>
          </p:nvSpPr>
          <p:spPr>
            <a:xfrm>
              <a:off x="6277004" y="292442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t2979"/>
            <p:cNvSpPr/>
            <p:nvPr/>
          </p:nvSpPr>
          <p:spPr>
            <a:xfrm>
              <a:off x="6548011" y="26489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t2980"/>
            <p:cNvSpPr/>
            <p:nvPr/>
          </p:nvSpPr>
          <p:spPr>
            <a:xfrm>
              <a:off x="6687892" y="259624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t2981"/>
            <p:cNvSpPr/>
            <p:nvPr/>
          </p:nvSpPr>
          <p:spPr>
            <a:xfrm>
              <a:off x="6621246" y="24447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t2982"/>
            <p:cNvSpPr/>
            <p:nvPr/>
          </p:nvSpPr>
          <p:spPr>
            <a:xfrm>
              <a:off x="6537747" y="284356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t2983"/>
            <p:cNvSpPr/>
            <p:nvPr/>
          </p:nvSpPr>
          <p:spPr>
            <a:xfrm>
              <a:off x="6535231" y="299299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t2984"/>
            <p:cNvSpPr/>
            <p:nvPr/>
          </p:nvSpPr>
          <p:spPr>
            <a:xfrm>
              <a:off x="6477467" y="23815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t2985"/>
            <p:cNvSpPr/>
            <p:nvPr/>
          </p:nvSpPr>
          <p:spPr>
            <a:xfrm>
              <a:off x="6547671" y="292354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t2986"/>
            <p:cNvSpPr/>
            <p:nvPr/>
          </p:nvSpPr>
          <p:spPr>
            <a:xfrm>
              <a:off x="6490469" y="24698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t2987"/>
            <p:cNvSpPr/>
            <p:nvPr/>
          </p:nvSpPr>
          <p:spPr>
            <a:xfrm>
              <a:off x="6461450" y="304159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t2988"/>
            <p:cNvSpPr/>
            <p:nvPr/>
          </p:nvSpPr>
          <p:spPr>
            <a:xfrm>
              <a:off x="6477351" y="24992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t2989"/>
            <p:cNvSpPr/>
            <p:nvPr/>
          </p:nvSpPr>
          <p:spPr>
            <a:xfrm>
              <a:off x="6572406" y="283530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t2990"/>
            <p:cNvSpPr/>
            <p:nvPr/>
          </p:nvSpPr>
          <p:spPr>
            <a:xfrm>
              <a:off x="6442925" y="23974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t2991"/>
            <p:cNvSpPr/>
            <p:nvPr/>
          </p:nvSpPr>
          <p:spPr>
            <a:xfrm>
              <a:off x="6506698" y="272071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t2992"/>
            <p:cNvSpPr/>
            <p:nvPr/>
          </p:nvSpPr>
          <p:spPr>
            <a:xfrm>
              <a:off x="6529124" y="25902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t2993"/>
            <p:cNvSpPr/>
            <p:nvPr/>
          </p:nvSpPr>
          <p:spPr>
            <a:xfrm>
              <a:off x="6538055" y="244733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t2994"/>
            <p:cNvSpPr/>
            <p:nvPr/>
          </p:nvSpPr>
          <p:spPr>
            <a:xfrm>
              <a:off x="6418988" y="290972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t2995"/>
            <p:cNvSpPr/>
            <p:nvPr/>
          </p:nvSpPr>
          <p:spPr>
            <a:xfrm>
              <a:off x="6404298" y="25144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t2996"/>
            <p:cNvSpPr/>
            <p:nvPr/>
          </p:nvSpPr>
          <p:spPr>
            <a:xfrm>
              <a:off x="6602326" y="28838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t2997"/>
            <p:cNvSpPr/>
            <p:nvPr/>
          </p:nvSpPr>
          <p:spPr>
            <a:xfrm>
              <a:off x="6405894" y="24220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t2998"/>
            <p:cNvSpPr/>
            <p:nvPr/>
          </p:nvSpPr>
          <p:spPr>
            <a:xfrm>
              <a:off x="6367404" y="241286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t2999"/>
            <p:cNvSpPr/>
            <p:nvPr/>
          </p:nvSpPr>
          <p:spPr>
            <a:xfrm>
              <a:off x="6434701" y="24655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t3000"/>
            <p:cNvSpPr/>
            <p:nvPr/>
          </p:nvSpPr>
          <p:spPr>
            <a:xfrm>
              <a:off x="6373864" y="277896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t3001"/>
            <p:cNvSpPr/>
            <p:nvPr/>
          </p:nvSpPr>
          <p:spPr>
            <a:xfrm>
              <a:off x="6426295" y="22187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t3002"/>
            <p:cNvSpPr/>
            <p:nvPr/>
          </p:nvSpPr>
          <p:spPr>
            <a:xfrm>
              <a:off x="6358945" y="23481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t3003"/>
            <p:cNvSpPr/>
            <p:nvPr/>
          </p:nvSpPr>
          <p:spPr>
            <a:xfrm>
              <a:off x="6760683" y="197922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t3004"/>
            <p:cNvSpPr/>
            <p:nvPr/>
          </p:nvSpPr>
          <p:spPr>
            <a:xfrm>
              <a:off x="6485791" y="21700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t3005"/>
            <p:cNvSpPr/>
            <p:nvPr/>
          </p:nvSpPr>
          <p:spPr>
            <a:xfrm>
              <a:off x="6323047" y="226613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t3006"/>
            <p:cNvSpPr/>
            <p:nvPr/>
          </p:nvSpPr>
          <p:spPr>
            <a:xfrm>
              <a:off x="6393451" y="24407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t3007"/>
            <p:cNvSpPr/>
            <p:nvPr/>
          </p:nvSpPr>
          <p:spPr>
            <a:xfrm>
              <a:off x="6395393" y="230257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t3008"/>
            <p:cNvSpPr/>
            <p:nvPr/>
          </p:nvSpPr>
          <p:spPr>
            <a:xfrm>
              <a:off x="6502582" y="230277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t3009"/>
            <p:cNvSpPr/>
            <p:nvPr/>
          </p:nvSpPr>
          <p:spPr>
            <a:xfrm>
              <a:off x="6337770" y="248066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t3010"/>
            <p:cNvSpPr/>
            <p:nvPr/>
          </p:nvSpPr>
          <p:spPr>
            <a:xfrm>
              <a:off x="6583014" y="217558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t3011"/>
            <p:cNvSpPr/>
            <p:nvPr/>
          </p:nvSpPr>
          <p:spPr>
            <a:xfrm>
              <a:off x="6400688" y="241788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t3012"/>
            <p:cNvSpPr/>
            <p:nvPr/>
          </p:nvSpPr>
          <p:spPr>
            <a:xfrm>
              <a:off x="6294768" y="21472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t3013"/>
            <p:cNvSpPr/>
            <p:nvPr/>
          </p:nvSpPr>
          <p:spPr>
            <a:xfrm>
              <a:off x="6489131" y="238407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t3014"/>
            <p:cNvSpPr/>
            <p:nvPr/>
          </p:nvSpPr>
          <p:spPr>
            <a:xfrm>
              <a:off x="6436675" y="22590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t3015"/>
            <p:cNvSpPr/>
            <p:nvPr/>
          </p:nvSpPr>
          <p:spPr>
            <a:xfrm>
              <a:off x="6376732" y="235680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t3016"/>
            <p:cNvSpPr/>
            <p:nvPr/>
          </p:nvSpPr>
          <p:spPr>
            <a:xfrm>
              <a:off x="6407964" y="24198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t3017"/>
            <p:cNvSpPr/>
            <p:nvPr/>
          </p:nvSpPr>
          <p:spPr>
            <a:xfrm>
              <a:off x="6423931" y="214419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t3018"/>
            <p:cNvSpPr/>
            <p:nvPr/>
          </p:nvSpPr>
          <p:spPr>
            <a:xfrm>
              <a:off x="6305063" y="22854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t3019"/>
            <p:cNvSpPr/>
            <p:nvPr/>
          </p:nvSpPr>
          <p:spPr>
            <a:xfrm>
              <a:off x="6642890" y="190633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t3020"/>
            <p:cNvSpPr/>
            <p:nvPr/>
          </p:nvSpPr>
          <p:spPr>
            <a:xfrm>
              <a:off x="6376203" y="21447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t3021"/>
            <p:cNvSpPr/>
            <p:nvPr/>
          </p:nvSpPr>
          <p:spPr>
            <a:xfrm>
              <a:off x="6368749" y="218849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t3022"/>
            <p:cNvSpPr/>
            <p:nvPr/>
          </p:nvSpPr>
          <p:spPr>
            <a:xfrm>
              <a:off x="6402412" y="24573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t3023"/>
            <p:cNvSpPr/>
            <p:nvPr/>
          </p:nvSpPr>
          <p:spPr>
            <a:xfrm>
              <a:off x="6173372" y="270017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t3024"/>
            <p:cNvSpPr/>
            <p:nvPr/>
          </p:nvSpPr>
          <p:spPr>
            <a:xfrm>
              <a:off x="6441595" y="24004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t3025"/>
            <p:cNvSpPr/>
            <p:nvPr/>
          </p:nvSpPr>
          <p:spPr>
            <a:xfrm>
              <a:off x="6326000" y="228688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t3026"/>
            <p:cNvSpPr/>
            <p:nvPr/>
          </p:nvSpPr>
          <p:spPr>
            <a:xfrm>
              <a:off x="6539225" y="26537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t3027"/>
            <p:cNvSpPr/>
            <p:nvPr/>
          </p:nvSpPr>
          <p:spPr>
            <a:xfrm>
              <a:off x="6363919" y="273129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t3028"/>
            <p:cNvSpPr/>
            <p:nvPr/>
          </p:nvSpPr>
          <p:spPr>
            <a:xfrm>
              <a:off x="6567408" y="27071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t3029"/>
            <p:cNvSpPr/>
            <p:nvPr/>
          </p:nvSpPr>
          <p:spPr>
            <a:xfrm>
              <a:off x="6494525" y="25614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t3030"/>
            <p:cNvSpPr/>
            <p:nvPr/>
          </p:nvSpPr>
          <p:spPr>
            <a:xfrm>
              <a:off x="6667787" y="25217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t3031"/>
            <p:cNvSpPr/>
            <p:nvPr/>
          </p:nvSpPr>
          <p:spPr>
            <a:xfrm>
              <a:off x="6365668" y="272936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t3032"/>
            <p:cNvSpPr/>
            <p:nvPr/>
          </p:nvSpPr>
          <p:spPr>
            <a:xfrm>
              <a:off x="6437829" y="247755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t3033"/>
            <p:cNvSpPr/>
            <p:nvPr/>
          </p:nvSpPr>
          <p:spPr>
            <a:xfrm>
              <a:off x="6520435" y="22833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t3034"/>
            <p:cNvSpPr/>
            <p:nvPr/>
          </p:nvSpPr>
          <p:spPr>
            <a:xfrm>
              <a:off x="6496799" y="25410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t3035"/>
            <p:cNvSpPr/>
            <p:nvPr/>
          </p:nvSpPr>
          <p:spPr>
            <a:xfrm>
              <a:off x="6636560" y="23498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t3036"/>
            <p:cNvSpPr/>
            <p:nvPr/>
          </p:nvSpPr>
          <p:spPr>
            <a:xfrm>
              <a:off x="6381412" y="21278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t3037"/>
            <p:cNvSpPr/>
            <p:nvPr/>
          </p:nvSpPr>
          <p:spPr>
            <a:xfrm>
              <a:off x="6441958" y="265992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t3038"/>
            <p:cNvSpPr/>
            <p:nvPr/>
          </p:nvSpPr>
          <p:spPr>
            <a:xfrm>
              <a:off x="6506871" y="24833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t3039"/>
            <p:cNvSpPr/>
            <p:nvPr/>
          </p:nvSpPr>
          <p:spPr>
            <a:xfrm>
              <a:off x="6355167" y="213374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t3040"/>
            <p:cNvSpPr/>
            <p:nvPr/>
          </p:nvSpPr>
          <p:spPr>
            <a:xfrm>
              <a:off x="6409492" y="23424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t3041"/>
            <p:cNvSpPr/>
            <p:nvPr/>
          </p:nvSpPr>
          <p:spPr>
            <a:xfrm>
              <a:off x="6348010" y="26323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t3042"/>
            <p:cNvSpPr/>
            <p:nvPr/>
          </p:nvSpPr>
          <p:spPr>
            <a:xfrm>
              <a:off x="6399331" y="251623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t3043"/>
            <p:cNvSpPr/>
            <p:nvPr/>
          </p:nvSpPr>
          <p:spPr>
            <a:xfrm>
              <a:off x="6259042" y="24546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t3044"/>
            <p:cNvSpPr/>
            <p:nvPr/>
          </p:nvSpPr>
          <p:spPr>
            <a:xfrm>
              <a:off x="6515307" y="295315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t3045"/>
            <p:cNvSpPr/>
            <p:nvPr/>
          </p:nvSpPr>
          <p:spPr>
            <a:xfrm>
              <a:off x="6457434" y="25243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t3046"/>
            <p:cNvSpPr/>
            <p:nvPr/>
          </p:nvSpPr>
          <p:spPr>
            <a:xfrm>
              <a:off x="6373633" y="260531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t3047"/>
            <p:cNvSpPr/>
            <p:nvPr/>
          </p:nvSpPr>
          <p:spPr>
            <a:xfrm>
              <a:off x="6450875" y="229102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t3048"/>
            <p:cNvSpPr/>
            <p:nvPr/>
          </p:nvSpPr>
          <p:spPr>
            <a:xfrm>
              <a:off x="6327299" y="266926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t3049"/>
            <p:cNvSpPr/>
            <p:nvPr/>
          </p:nvSpPr>
          <p:spPr>
            <a:xfrm>
              <a:off x="6305500" y="24064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t3050"/>
            <p:cNvSpPr/>
            <p:nvPr/>
          </p:nvSpPr>
          <p:spPr>
            <a:xfrm>
              <a:off x="6386079" y="24794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t3051"/>
            <p:cNvSpPr/>
            <p:nvPr/>
          </p:nvSpPr>
          <p:spPr>
            <a:xfrm>
              <a:off x="6325270" y="259735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t3052"/>
            <p:cNvSpPr/>
            <p:nvPr/>
          </p:nvSpPr>
          <p:spPr>
            <a:xfrm>
              <a:off x="6379379" y="232633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t3053"/>
            <p:cNvSpPr/>
            <p:nvPr/>
          </p:nvSpPr>
          <p:spPr>
            <a:xfrm>
              <a:off x="6377932" y="230591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t3054"/>
            <p:cNvSpPr/>
            <p:nvPr/>
          </p:nvSpPr>
          <p:spPr>
            <a:xfrm>
              <a:off x="6365332" y="223041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t3055"/>
            <p:cNvSpPr/>
            <p:nvPr/>
          </p:nvSpPr>
          <p:spPr>
            <a:xfrm>
              <a:off x="6360913" y="227588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t3056"/>
            <p:cNvSpPr/>
            <p:nvPr/>
          </p:nvSpPr>
          <p:spPr>
            <a:xfrm>
              <a:off x="6301752" y="173364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t3057"/>
            <p:cNvSpPr/>
            <p:nvPr/>
          </p:nvSpPr>
          <p:spPr>
            <a:xfrm>
              <a:off x="6594185" y="262296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t3058"/>
            <p:cNvSpPr/>
            <p:nvPr/>
          </p:nvSpPr>
          <p:spPr>
            <a:xfrm>
              <a:off x="6383517" y="265684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t3059"/>
            <p:cNvSpPr/>
            <p:nvPr/>
          </p:nvSpPr>
          <p:spPr>
            <a:xfrm>
              <a:off x="6507406" y="215934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t3060"/>
            <p:cNvSpPr/>
            <p:nvPr/>
          </p:nvSpPr>
          <p:spPr>
            <a:xfrm>
              <a:off x="6456280" y="252047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t3061"/>
            <p:cNvSpPr/>
            <p:nvPr/>
          </p:nvSpPr>
          <p:spPr>
            <a:xfrm>
              <a:off x="5359087" y="23979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t3062"/>
            <p:cNvSpPr/>
            <p:nvPr/>
          </p:nvSpPr>
          <p:spPr>
            <a:xfrm>
              <a:off x="5265657" y="289582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t3063"/>
            <p:cNvSpPr/>
            <p:nvPr/>
          </p:nvSpPr>
          <p:spPr>
            <a:xfrm>
              <a:off x="6537753" y="272362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t3064"/>
            <p:cNvSpPr/>
            <p:nvPr/>
          </p:nvSpPr>
          <p:spPr>
            <a:xfrm>
              <a:off x="5382160" y="280004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t3065"/>
            <p:cNvSpPr/>
            <p:nvPr/>
          </p:nvSpPr>
          <p:spPr>
            <a:xfrm>
              <a:off x="6462832" y="227863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t3066"/>
            <p:cNvSpPr/>
            <p:nvPr/>
          </p:nvSpPr>
          <p:spPr>
            <a:xfrm>
              <a:off x="6531067" y="249049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t3067"/>
            <p:cNvSpPr/>
            <p:nvPr/>
          </p:nvSpPr>
          <p:spPr>
            <a:xfrm>
              <a:off x="6550960" y="236012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t3068"/>
            <p:cNvSpPr/>
            <p:nvPr/>
          </p:nvSpPr>
          <p:spPr>
            <a:xfrm>
              <a:off x="6548030" y="253998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t3069"/>
            <p:cNvSpPr/>
            <p:nvPr/>
          </p:nvSpPr>
          <p:spPr>
            <a:xfrm>
              <a:off x="6613523" y="214891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t3070"/>
            <p:cNvSpPr/>
            <p:nvPr/>
          </p:nvSpPr>
          <p:spPr>
            <a:xfrm>
              <a:off x="6523230" y="210375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t3071"/>
            <p:cNvSpPr/>
            <p:nvPr/>
          </p:nvSpPr>
          <p:spPr>
            <a:xfrm>
              <a:off x="6603019" y="221766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t3072"/>
            <p:cNvSpPr/>
            <p:nvPr/>
          </p:nvSpPr>
          <p:spPr>
            <a:xfrm>
              <a:off x="6465830" y="210596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t3073"/>
            <p:cNvSpPr/>
            <p:nvPr/>
          </p:nvSpPr>
          <p:spPr>
            <a:xfrm>
              <a:off x="6646570" y="241748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t3074"/>
            <p:cNvSpPr/>
            <p:nvPr/>
          </p:nvSpPr>
          <p:spPr>
            <a:xfrm>
              <a:off x="6428028" y="290638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t3075"/>
            <p:cNvSpPr/>
            <p:nvPr/>
          </p:nvSpPr>
          <p:spPr>
            <a:xfrm>
              <a:off x="6434583" y="281205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t3076"/>
            <p:cNvSpPr/>
            <p:nvPr/>
          </p:nvSpPr>
          <p:spPr>
            <a:xfrm>
              <a:off x="6558804" y="240245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t3077"/>
            <p:cNvSpPr/>
            <p:nvPr/>
          </p:nvSpPr>
          <p:spPr>
            <a:xfrm>
              <a:off x="6524497" y="254137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t3078"/>
            <p:cNvSpPr/>
            <p:nvPr/>
          </p:nvSpPr>
          <p:spPr>
            <a:xfrm>
              <a:off x="6460102" y="260163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t3079"/>
            <p:cNvSpPr/>
            <p:nvPr/>
          </p:nvSpPr>
          <p:spPr>
            <a:xfrm>
              <a:off x="6488197" y="246213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t3080"/>
            <p:cNvSpPr/>
            <p:nvPr/>
          </p:nvSpPr>
          <p:spPr>
            <a:xfrm>
              <a:off x="6394625" y="233145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t3081"/>
            <p:cNvSpPr/>
            <p:nvPr/>
          </p:nvSpPr>
          <p:spPr>
            <a:xfrm>
              <a:off x="6659998" y="277473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t3082"/>
            <p:cNvSpPr/>
            <p:nvPr/>
          </p:nvSpPr>
          <p:spPr>
            <a:xfrm>
              <a:off x="6469341" y="229090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t3083"/>
            <p:cNvSpPr/>
            <p:nvPr/>
          </p:nvSpPr>
          <p:spPr>
            <a:xfrm>
              <a:off x="6712264" y="286381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t3084"/>
            <p:cNvSpPr/>
            <p:nvPr/>
          </p:nvSpPr>
          <p:spPr>
            <a:xfrm>
              <a:off x="6510139" y="258985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t3085"/>
            <p:cNvSpPr/>
            <p:nvPr/>
          </p:nvSpPr>
          <p:spPr>
            <a:xfrm>
              <a:off x="6434193" y="21785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t3086"/>
            <p:cNvSpPr/>
            <p:nvPr/>
          </p:nvSpPr>
          <p:spPr>
            <a:xfrm>
              <a:off x="6589389" y="242745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t3087"/>
            <p:cNvSpPr/>
            <p:nvPr/>
          </p:nvSpPr>
          <p:spPr>
            <a:xfrm>
              <a:off x="6495574" y="254982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t3088"/>
            <p:cNvSpPr/>
            <p:nvPr/>
          </p:nvSpPr>
          <p:spPr>
            <a:xfrm>
              <a:off x="6403562" y="25720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t3089"/>
            <p:cNvSpPr/>
            <p:nvPr/>
          </p:nvSpPr>
          <p:spPr>
            <a:xfrm>
              <a:off x="6548796" y="267397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t3090"/>
            <p:cNvSpPr/>
            <p:nvPr/>
          </p:nvSpPr>
          <p:spPr>
            <a:xfrm>
              <a:off x="6539350" y="231032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t3091"/>
            <p:cNvSpPr/>
            <p:nvPr/>
          </p:nvSpPr>
          <p:spPr>
            <a:xfrm>
              <a:off x="6549026" y="19672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t3092"/>
            <p:cNvSpPr/>
            <p:nvPr/>
          </p:nvSpPr>
          <p:spPr>
            <a:xfrm>
              <a:off x="6566102" y="226067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t3093"/>
            <p:cNvSpPr/>
            <p:nvPr/>
          </p:nvSpPr>
          <p:spPr>
            <a:xfrm>
              <a:off x="6767835" y="239560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t3094"/>
            <p:cNvSpPr/>
            <p:nvPr/>
          </p:nvSpPr>
          <p:spPr>
            <a:xfrm>
              <a:off x="6567209" y="255702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t3095"/>
            <p:cNvSpPr/>
            <p:nvPr/>
          </p:nvSpPr>
          <p:spPr>
            <a:xfrm>
              <a:off x="6476077" y="243618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t3096"/>
            <p:cNvSpPr/>
            <p:nvPr/>
          </p:nvSpPr>
          <p:spPr>
            <a:xfrm>
              <a:off x="6598102" y="263862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t3097"/>
            <p:cNvSpPr/>
            <p:nvPr/>
          </p:nvSpPr>
          <p:spPr>
            <a:xfrm>
              <a:off x="6552191" y="28166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t3098"/>
            <p:cNvSpPr/>
            <p:nvPr/>
          </p:nvSpPr>
          <p:spPr>
            <a:xfrm>
              <a:off x="6627860" y="222049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t3099"/>
            <p:cNvSpPr/>
            <p:nvPr/>
          </p:nvSpPr>
          <p:spPr>
            <a:xfrm>
              <a:off x="6508070" y="290301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t3100"/>
            <p:cNvSpPr/>
            <p:nvPr/>
          </p:nvSpPr>
          <p:spPr>
            <a:xfrm>
              <a:off x="6509288" y="257499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t3101"/>
            <p:cNvSpPr/>
            <p:nvPr/>
          </p:nvSpPr>
          <p:spPr>
            <a:xfrm>
              <a:off x="6563925" y="267113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t3102"/>
            <p:cNvSpPr/>
            <p:nvPr/>
          </p:nvSpPr>
          <p:spPr>
            <a:xfrm>
              <a:off x="6593509" y="235978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t3103"/>
            <p:cNvSpPr/>
            <p:nvPr/>
          </p:nvSpPr>
          <p:spPr>
            <a:xfrm>
              <a:off x="6484535" y="23363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t3104"/>
            <p:cNvSpPr/>
            <p:nvPr/>
          </p:nvSpPr>
          <p:spPr>
            <a:xfrm>
              <a:off x="6566608" y="26448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t3105"/>
            <p:cNvSpPr/>
            <p:nvPr/>
          </p:nvSpPr>
          <p:spPr>
            <a:xfrm>
              <a:off x="6379451" y="235908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t3106"/>
            <p:cNvSpPr/>
            <p:nvPr/>
          </p:nvSpPr>
          <p:spPr>
            <a:xfrm>
              <a:off x="6765624" y="18093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t3107"/>
            <p:cNvSpPr/>
            <p:nvPr/>
          </p:nvSpPr>
          <p:spPr>
            <a:xfrm>
              <a:off x="6528983" y="24694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t3108"/>
            <p:cNvSpPr/>
            <p:nvPr/>
          </p:nvSpPr>
          <p:spPr>
            <a:xfrm>
              <a:off x="6529882" y="274980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t3109"/>
            <p:cNvSpPr/>
            <p:nvPr/>
          </p:nvSpPr>
          <p:spPr>
            <a:xfrm>
              <a:off x="6375769" y="21910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t3110"/>
            <p:cNvSpPr/>
            <p:nvPr/>
          </p:nvSpPr>
          <p:spPr>
            <a:xfrm>
              <a:off x="6585198" y="221802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t3111"/>
            <p:cNvSpPr/>
            <p:nvPr/>
          </p:nvSpPr>
          <p:spPr>
            <a:xfrm>
              <a:off x="6450247" y="250890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t3112"/>
            <p:cNvSpPr/>
            <p:nvPr/>
          </p:nvSpPr>
          <p:spPr>
            <a:xfrm>
              <a:off x="6512039" y="23642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t3113"/>
            <p:cNvSpPr/>
            <p:nvPr/>
          </p:nvSpPr>
          <p:spPr>
            <a:xfrm>
              <a:off x="6498979" y="258816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t3114"/>
            <p:cNvSpPr/>
            <p:nvPr/>
          </p:nvSpPr>
          <p:spPr>
            <a:xfrm>
              <a:off x="6331445" y="21744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t3115"/>
            <p:cNvSpPr/>
            <p:nvPr/>
          </p:nvSpPr>
          <p:spPr>
            <a:xfrm>
              <a:off x="6552372" y="227266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t3116"/>
            <p:cNvSpPr/>
            <p:nvPr/>
          </p:nvSpPr>
          <p:spPr>
            <a:xfrm>
              <a:off x="6644139" y="25666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t3117"/>
            <p:cNvSpPr/>
            <p:nvPr/>
          </p:nvSpPr>
          <p:spPr>
            <a:xfrm>
              <a:off x="6633019" y="264510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t3118"/>
            <p:cNvSpPr/>
            <p:nvPr/>
          </p:nvSpPr>
          <p:spPr>
            <a:xfrm>
              <a:off x="6408737" y="23238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t3119"/>
            <p:cNvSpPr/>
            <p:nvPr/>
          </p:nvSpPr>
          <p:spPr>
            <a:xfrm>
              <a:off x="6567545" y="245759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t3120"/>
            <p:cNvSpPr/>
            <p:nvPr/>
          </p:nvSpPr>
          <p:spPr>
            <a:xfrm>
              <a:off x="6552191" y="25428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t3121"/>
            <p:cNvSpPr/>
            <p:nvPr/>
          </p:nvSpPr>
          <p:spPr>
            <a:xfrm>
              <a:off x="6598747" y="233760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t3122"/>
            <p:cNvSpPr/>
            <p:nvPr/>
          </p:nvSpPr>
          <p:spPr>
            <a:xfrm>
              <a:off x="6518783" y="22215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t3123"/>
            <p:cNvSpPr/>
            <p:nvPr/>
          </p:nvSpPr>
          <p:spPr>
            <a:xfrm>
              <a:off x="6457270" y="24448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t3124"/>
            <p:cNvSpPr/>
            <p:nvPr/>
          </p:nvSpPr>
          <p:spPr>
            <a:xfrm>
              <a:off x="6490752" y="25434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t3125"/>
            <p:cNvSpPr/>
            <p:nvPr/>
          </p:nvSpPr>
          <p:spPr>
            <a:xfrm>
              <a:off x="6382775" y="272622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t3126"/>
            <p:cNvSpPr/>
            <p:nvPr/>
          </p:nvSpPr>
          <p:spPr>
            <a:xfrm>
              <a:off x="6463489" y="232568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t3127"/>
            <p:cNvSpPr/>
            <p:nvPr/>
          </p:nvSpPr>
          <p:spPr>
            <a:xfrm>
              <a:off x="6520355" y="22097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t3128"/>
            <p:cNvSpPr/>
            <p:nvPr/>
          </p:nvSpPr>
          <p:spPr>
            <a:xfrm>
              <a:off x="6514839" y="23704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t3129"/>
            <p:cNvSpPr/>
            <p:nvPr/>
          </p:nvSpPr>
          <p:spPr>
            <a:xfrm>
              <a:off x="6554083" y="234869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t3130"/>
            <p:cNvSpPr/>
            <p:nvPr/>
          </p:nvSpPr>
          <p:spPr>
            <a:xfrm>
              <a:off x="6550939" y="25195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t3131"/>
            <p:cNvSpPr/>
            <p:nvPr/>
          </p:nvSpPr>
          <p:spPr>
            <a:xfrm>
              <a:off x="6459344" y="255920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t3132"/>
            <p:cNvSpPr/>
            <p:nvPr/>
          </p:nvSpPr>
          <p:spPr>
            <a:xfrm>
              <a:off x="6412841" y="245035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t3133"/>
            <p:cNvSpPr/>
            <p:nvPr/>
          </p:nvSpPr>
          <p:spPr>
            <a:xfrm>
              <a:off x="6398171" y="231741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t3134"/>
            <p:cNvSpPr/>
            <p:nvPr/>
          </p:nvSpPr>
          <p:spPr>
            <a:xfrm>
              <a:off x="6596311" y="26561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t3135"/>
            <p:cNvSpPr/>
            <p:nvPr/>
          </p:nvSpPr>
          <p:spPr>
            <a:xfrm>
              <a:off x="6585451" y="24652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t3136"/>
            <p:cNvSpPr/>
            <p:nvPr/>
          </p:nvSpPr>
          <p:spPr>
            <a:xfrm>
              <a:off x="6477442" y="299047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t3137"/>
            <p:cNvSpPr/>
            <p:nvPr/>
          </p:nvSpPr>
          <p:spPr>
            <a:xfrm>
              <a:off x="6547372" y="25140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t3138"/>
            <p:cNvSpPr/>
            <p:nvPr/>
          </p:nvSpPr>
          <p:spPr>
            <a:xfrm>
              <a:off x="6731900" y="23249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t3139"/>
            <p:cNvSpPr/>
            <p:nvPr/>
          </p:nvSpPr>
          <p:spPr>
            <a:xfrm>
              <a:off x="6462051" y="25523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t3140"/>
            <p:cNvSpPr/>
            <p:nvPr/>
          </p:nvSpPr>
          <p:spPr>
            <a:xfrm>
              <a:off x="6496928" y="26573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t3141"/>
            <p:cNvSpPr/>
            <p:nvPr/>
          </p:nvSpPr>
          <p:spPr>
            <a:xfrm>
              <a:off x="6508144" y="219703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t3142"/>
            <p:cNvSpPr/>
            <p:nvPr/>
          </p:nvSpPr>
          <p:spPr>
            <a:xfrm>
              <a:off x="6585034" y="20542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t3143"/>
            <p:cNvSpPr/>
            <p:nvPr/>
          </p:nvSpPr>
          <p:spPr>
            <a:xfrm>
              <a:off x="6657360" y="234112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t3144"/>
            <p:cNvSpPr/>
            <p:nvPr/>
          </p:nvSpPr>
          <p:spPr>
            <a:xfrm>
              <a:off x="6517199" y="237531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t3145"/>
            <p:cNvSpPr/>
            <p:nvPr/>
          </p:nvSpPr>
          <p:spPr>
            <a:xfrm>
              <a:off x="6741806" y="204092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t3146"/>
            <p:cNvSpPr/>
            <p:nvPr/>
          </p:nvSpPr>
          <p:spPr>
            <a:xfrm>
              <a:off x="6595735" y="176689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t3147"/>
            <p:cNvSpPr/>
            <p:nvPr/>
          </p:nvSpPr>
          <p:spPr>
            <a:xfrm>
              <a:off x="6613627" y="20911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t3148"/>
            <p:cNvSpPr/>
            <p:nvPr/>
          </p:nvSpPr>
          <p:spPr>
            <a:xfrm>
              <a:off x="6478657" y="24862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t3149"/>
            <p:cNvSpPr/>
            <p:nvPr/>
          </p:nvSpPr>
          <p:spPr>
            <a:xfrm>
              <a:off x="6533974" y="21016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t3150"/>
            <p:cNvSpPr/>
            <p:nvPr/>
          </p:nvSpPr>
          <p:spPr>
            <a:xfrm>
              <a:off x="6443431" y="216709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t3151"/>
            <p:cNvSpPr/>
            <p:nvPr/>
          </p:nvSpPr>
          <p:spPr>
            <a:xfrm>
              <a:off x="6567073" y="20967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t3152"/>
            <p:cNvSpPr/>
            <p:nvPr/>
          </p:nvSpPr>
          <p:spPr>
            <a:xfrm>
              <a:off x="6762761" y="211999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t3153"/>
            <p:cNvSpPr/>
            <p:nvPr/>
          </p:nvSpPr>
          <p:spPr>
            <a:xfrm>
              <a:off x="6667061" y="228977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t3154"/>
            <p:cNvSpPr/>
            <p:nvPr/>
          </p:nvSpPr>
          <p:spPr>
            <a:xfrm>
              <a:off x="6642438" y="24123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t3155"/>
            <p:cNvSpPr/>
            <p:nvPr/>
          </p:nvSpPr>
          <p:spPr>
            <a:xfrm>
              <a:off x="6810581" y="263703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t3156"/>
            <p:cNvSpPr/>
            <p:nvPr/>
          </p:nvSpPr>
          <p:spPr>
            <a:xfrm>
              <a:off x="6574247" y="19870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t3157"/>
            <p:cNvSpPr/>
            <p:nvPr/>
          </p:nvSpPr>
          <p:spPr>
            <a:xfrm>
              <a:off x="6700592" y="25079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t3158"/>
            <p:cNvSpPr/>
            <p:nvPr/>
          </p:nvSpPr>
          <p:spPr>
            <a:xfrm>
              <a:off x="6558793" y="23621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t3159"/>
            <p:cNvSpPr/>
            <p:nvPr/>
          </p:nvSpPr>
          <p:spPr>
            <a:xfrm>
              <a:off x="6599413" y="227127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t3160"/>
            <p:cNvSpPr/>
            <p:nvPr/>
          </p:nvSpPr>
          <p:spPr>
            <a:xfrm>
              <a:off x="6570060" y="224543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t3161"/>
            <p:cNvSpPr/>
            <p:nvPr/>
          </p:nvSpPr>
          <p:spPr>
            <a:xfrm>
              <a:off x="6565174" y="24743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t3162"/>
            <p:cNvSpPr/>
            <p:nvPr/>
          </p:nvSpPr>
          <p:spPr>
            <a:xfrm>
              <a:off x="6507359" y="28731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t3163"/>
            <p:cNvSpPr/>
            <p:nvPr/>
          </p:nvSpPr>
          <p:spPr>
            <a:xfrm>
              <a:off x="6584873" y="27026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t3164"/>
            <p:cNvSpPr/>
            <p:nvPr/>
          </p:nvSpPr>
          <p:spPr>
            <a:xfrm>
              <a:off x="6601351" y="27453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t3165"/>
            <p:cNvSpPr/>
            <p:nvPr/>
          </p:nvSpPr>
          <p:spPr>
            <a:xfrm>
              <a:off x="6442687" y="28196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t3166"/>
            <p:cNvSpPr/>
            <p:nvPr/>
          </p:nvSpPr>
          <p:spPr>
            <a:xfrm>
              <a:off x="6478528" y="225048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t3167"/>
            <p:cNvSpPr/>
            <p:nvPr/>
          </p:nvSpPr>
          <p:spPr>
            <a:xfrm>
              <a:off x="6565220" y="18819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t3168"/>
            <p:cNvSpPr/>
            <p:nvPr/>
          </p:nvSpPr>
          <p:spPr>
            <a:xfrm>
              <a:off x="6332716" y="214260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t3169"/>
            <p:cNvSpPr/>
            <p:nvPr/>
          </p:nvSpPr>
          <p:spPr>
            <a:xfrm>
              <a:off x="6602828" y="23511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t3170"/>
            <p:cNvSpPr/>
            <p:nvPr/>
          </p:nvSpPr>
          <p:spPr>
            <a:xfrm>
              <a:off x="6781002" y="21961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t3171"/>
            <p:cNvSpPr/>
            <p:nvPr/>
          </p:nvSpPr>
          <p:spPr>
            <a:xfrm>
              <a:off x="6621577" y="193621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t3172"/>
            <p:cNvSpPr/>
            <p:nvPr/>
          </p:nvSpPr>
          <p:spPr>
            <a:xfrm>
              <a:off x="6562730" y="22838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t3173"/>
            <p:cNvSpPr/>
            <p:nvPr/>
          </p:nvSpPr>
          <p:spPr>
            <a:xfrm>
              <a:off x="6650047" y="260175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t3174"/>
            <p:cNvSpPr/>
            <p:nvPr/>
          </p:nvSpPr>
          <p:spPr>
            <a:xfrm>
              <a:off x="6461730" y="221252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t3175"/>
            <p:cNvSpPr/>
            <p:nvPr/>
          </p:nvSpPr>
          <p:spPr>
            <a:xfrm>
              <a:off x="6511826" y="24462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t3176"/>
            <p:cNvSpPr/>
            <p:nvPr/>
          </p:nvSpPr>
          <p:spPr>
            <a:xfrm>
              <a:off x="6358916" y="240185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t3177"/>
            <p:cNvSpPr/>
            <p:nvPr/>
          </p:nvSpPr>
          <p:spPr>
            <a:xfrm>
              <a:off x="6542739" y="23333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t3178"/>
            <p:cNvSpPr/>
            <p:nvPr/>
          </p:nvSpPr>
          <p:spPr>
            <a:xfrm>
              <a:off x="6403011" y="256480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t3179"/>
            <p:cNvSpPr/>
            <p:nvPr/>
          </p:nvSpPr>
          <p:spPr>
            <a:xfrm>
              <a:off x="6591883" y="24975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t3180"/>
            <p:cNvSpPr/>
            <p:nvPr/>
          </p:nvSpPr>
          <p:spPr>
            <a:xfrm>
              <a:off x="6421358" y="19433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t3181"/>
            <p:cNvSpPr/>
            <p:nvPr/>
          </p:nvSpPr>
          <p:spPr>
            <a:xfrm>
              <a:off x="6540123" y="223864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t3182"/>
            <p:cNvSpPr/>
            <p:nvPr/>
          </p:nvSpPr>
          <p:spPr>
            <a:xfrm>
              <a:off x="6624351" y="25685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t3183"/>
            <p:cNvSpPr/>
            <p:nvPr/>
          </p:nvSpPr>
          <p:spPr>
            <a:xfrm>
              <a:off x="6692760" y="22480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t3184"/>
            <p:cNvSpPr/>
            <p:nvPr/>
          </p:nvSpPr>
          <p:spPr>
            <a:xfrm>
              <a:off x="6714853" y="215693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t3185"/>
            <p:cNvSpPr/>
            <p:nvPr/>
          </p:nvSpPr>
          <p:spPr>
            <a:xfrm>
              <a:off x="6412170" y="257016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t3186"/>
            <p:cNvSpPr/>
            <p:nvPr/>
          </p:nvSpPr>
          <p:spPr>
            <a:xfrm>
              <a:off x="6548671" y="23539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t3187"/>
            <p:cNvSpPr/>
            <p:nvPr/>
          </p:nvSpPr>
          <p:spPr>
            <a:xfrm>
              <a:off x="6547275" y="242200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t3188"/>
            <p:cNvSpPr/>
            <p:nvPr/>
          </p:nvSpPr>
          <p:spPr>
            <a:xfrm>
              <a:off x="6574415" y="25679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t3189"/>
            <p:cNvSpPr/>
            <p:nvPr/>
          </p:nvSpPr>
          <p:spPr>
            <a:xfrm>
              <a:off x="6543061" y="202306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t3190"/>
            <p:cNvSpPr/>
            <p:nvPr/>
          </p:nvSpPr>
          <p:spPr>
            <a:xfrm>
              <a:off x="6663244" y="20903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t3191"/>
            <p:cNvSpPr/>
            <p:nvPr/>
          </p:nvSpPr>
          <p:spPr>
            <a:xfrm>
              <a:off x="6574274" y="249233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t3192"/>
            <p:cNvSpPr/>
            <p:nvPr/>
          </p:nvSpPr>
          <p:spPr>
            <a:xfrm>
              <a:off x="6559722" y="23630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t3193"/>
            <p:cNvSpPr/>
            <p:nvPr/>
          </p:nvSpPr>
          <p:spPr>
            <a:xfrm>
              <a:off x="6616906" y="220949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t3194"/>
            <p:cNvSpPr/>
            <p:nvPr/>
          </p:nvSpPr>
          <p:spPr>
            <a:xfrm>
              <a:off x="6565928" y="224972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t3195"/>
            <p:cNvSpPr/>
            <p:nvPr/>
          </p:nvSpPr>
          <p:spPr>
            <a:xfrm>
              <a:off x="6548980" y="22751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t3196"/>
            <p:cNvSpPr/>
            <p:nvPr/>
          </p:nvSpPr>
          <p:spPr>
            <a:xfrm>
              <a:off x="6519130" y="192656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t3197"/>
            <p:cNvSpPr/>
            <p:nvPr/>
          </p:nvSpPr>
          <p:spPr>
            <a:xfrm>
              <a:off x="6630987" y="22828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t3198"/>
            <p:cNvSpPr/>
            <p:nvPr/>
          </p:nvSpPr>
          <p:spPr>
            <a:xfrm>
              <a:off x="6480251" y="198104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t3199"/>
            <p:cNvSpPr/>
            <p:nvPr/>
          </p:nvSpPr>
          <p:spPr>
            <a:xfrm>
              <a:off x="6422983" y="200186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t3200"/>
            <p:cNvSpPr/>
            <p:nvPr/>
          </p:nvSpPr>
          <p:spPr>
            <a:xfrm>
              <a:off x="6510352" y="22997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t3201"/>
            <p:cNvSpPr/>
            <p:nvPr/>
          </p:nvSpPr>
          <p:spPr>
            <a:xfrm>
              <a:off x="6468149" y="214456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t3202"/>
            <p:cNvSpPr/>
            <p:nvPr/>
          </p:nvSpPr>
          <p:spPr>
            <a:xfrm>
              <a:off x="6446623" y="203547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t3203"/>
            <p:cNvSpPr/>
            <p:nvPr/>
          </p:nvSpPr>
          <p:spPr>
            <a:xfrm>
              <a:off x="6401844" y="229573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t3204"/>
            <p:cNvSpPr/>
            <p:nvPr/>
          </p:nvSpPr>
          <p:spPr>
            <a:xfrm>
              <a:off x="6567641" y="20831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t3205"/>
            <p:cNvSpPr/>
            <p:nvPr/>
          </p:nvSpPr>
          <p:spPr>
            <a:xfrm>
              <a:off x="6620165" y="240630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t3206"/>
            <p:cNvSpPr/>
            <p:nvPr/>
          </p:nvSpPr>
          <p:spPr>
            <a:xfrm>
              <a:off x="6558890" y="232633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t3207"/>
            <p:cNvSpPr/>
            <p:nvPr/>
          </p:nvSpPr>
          <p:spPr>
            <a:xfrm>
              <a:off x="6400856" y="214153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t3208"/>
            <p:cNvSpPr/>
            <p:nvPr/>
          </p:nvSpPr>
          <p:spPr>
            <a:xfrm>
              <a:off x="6524012" y="22373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t3209"/>
            <p:cNvSpPr/>
            <p:nvPr/>
          </p:nvSpPr>
          <p:spPr>
            <a:xfrm>
              <a:off x="6594055" y="21267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t3210"/>
            <p:cNvSpPr/>
            <p:nvPr/>
          </p:nvSpPr>
          <p:spPr>
            <a:xfrm>
              <a:off x="6600320" y="199773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t3211"/>
            <p:cNvSpPr/>
            <p:nvPr/>
          </p:nvSpPr>
          <p:spPr>
            <a:xfrm>
              <a:off x="6550737" y="25007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t3212"/>
            <p:cNvSpPr/>
            <p:nvPr/>
          </p:nvSpPr>
          <p:spPr>
            <a:xfrm>
              <a:off x="6568795" y="17257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t3213"/>
            <p:cNvSpPr/>
            <p:nvPr/>
          </p:nvSpPr>
          <p:spPr>
            <a:xfrm>
              <a:off x="6388651" y="204943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t3214"/>
            <p:cNvSpPr/>
            <p:nvPr/>
          </p:nvSpPr>
          <p:spPr>
            <a:xfrm>
              <a:off x="6483016" y="210120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t3215"/>
            <p:cNvSpPr/>
            <p:nvPr/>
          </p:nvSpPr>
          <p:spPr>
            <a:xfrm>
              <a:off x="6647856" y="197241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t3216"/>
            <p:cNvSpPr/>
            <p:nvPr/>
          </p:nvSpPr>
          <p:spPr>
            <a:xfrm>
              <a:off x="6513147" y="20090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t3217"/>
            <p:cNvSpPr/>
            <p:nvPr/>
          </p:nvSpPr>
          <p:spPr>
            <a:xfrm>
              <a:off x="6761220" y="185643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t3218"/>
            <p:cNvSpPr/>
            <p:nvPr/>
          </p:nvSpPr>
          <p:spPr>
            <a:xfrm>
              <a:off x="6621339" y="207082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t3219"/>
            <p:cNvSpPr/>
            <p:nvPr/>
          </p:nvSpPr>
          <p:spPr>
            <a:xfrm>
              <a:off x="6584578" y="21524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t3220"/>
            <p:cNvSpPr/>
            <p:nvPr/>
          </p:nvSpPr>
          <p:spPr>
            <a:xfrm>
              <a:off x="6537474" y="21444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t3221"/>
            <p:cNvSpPr/>
            <p:nvPr/>
          </p:nvSpPr>
          <p:spPr>
            <a:xfrm>
              <a:off x="6435041" y="23986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t3222"/>
            <p:cNvSpPr/>
            <p:nvPr/>
          </p:nvSpPr>
          <p:spPr>
            <a:xfrm>
              <a:off x="6694155" y="27041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t3223"/>
            <p:cNvSpPr/>
            <p:nvPr/>
          </p:nvSpPr>
          <p:spPr>
            <a:xfrm>
              <a:off x="6779552" y="271293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t3224"/>
            <p:cNvSpPr/>
            <p:nvPr/>
          </p:nvSpPr>
          <p:spPr>
            <a:xfrm>
              <a:off x="6453335" y="25183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t3225"/>
            <p:cNvSpPr/>
            <p:nvPr/>
          </p:nvSpPr>
          <p:spPr>
            <a:xfrm>
              <a:off x="6707543" y="282744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t3226"/>
            <p:cNvSpPr/>
            <p:nvPr/>
          </p:nvSpPr>
          <p:spPr>
            <a:xfrm>
              <a:off x="6544868" y="24538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t3227"/>
            <p:cNvSpPr/>
            <p:nvPr/>
          </p:nvSpPr>
          <p:spPr>
            <a:xfrm>
              <a:off x="6566604" y="24805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t3228"/>
            <p:cNvSpPr/>
            <p:nvPr/>
          </p:nvSpPr>
          <p:spPr>
            <a:xfrm>
              <a:off x="6534354" y="24770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t3229"/>
            <p:cNvSpPr/>
            <p:nvPr/>
          </p:nvSpPr>
          <p:spPr>
            <a:xfrm>
              <a:off x="6551685" y="197319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t3230"/>
            <p:cNvSpPr/>
            <p:nvPr/>
          </p:nvSpPr>
          <p:spPr>
            <a:xfrm>
              <a:off x="6529771" y="25177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t3231"/>
            <p:cNvSpPr/>
            <p:nvPr/>
          </p:nvSpPr>
          <p:spPr>
            <a:xfrm>
              <a:off x="6651240" y="223096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t3232"/>
            <p:cNvSpPr/>
            <p:nvPr/>
          </p:nvSpPr>
          <p:spPr>
            <a:xfrm>
              <a:off x="6443044" y="222720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t3233"/>
            <p:cNvSpPr/>
            <p:nvPr/>
          </p:nvSpPr>
          <p:spPr>
            <a:xfrm>
              <a:off x="6467128" y="23961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t3234"/>
            <p:cNvSpPr/>
            <p:nvPr/>
          </p:nvSpPr>
          <p:spPr>
            <a:xfrm>
              <a:off x="6465141" y="233918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t3235"/>
            <p:cNvSpPr/>
            <p:nvPr/>
          </p:nvSpPr>
          <p:spPr>
            <a:xfrm>
              <a:off x="6477311" y="24991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t3236"/>
            <p:cNvSpPr/>
            <p:nvPr/>
          </p:nvSpPr>
          <p:spPr>
            <a:xfrm>
              <a:off x="6651700" y="26415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t3237"/>
            <p:cNvSpPr/>
            <p:nvPr/>
          </p:nvSpPr>
          <p:spPr>
            <a:xfrm>
              <a:off x="6553549" y="260265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t3238"/>
            <p:cNvSpPr/>
            <p:nvPr/>
          </p:nvSpPr>
          <p:spPr>
            <a:xfrm>
              <a:off x="6651307" y="268113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t3239"/>
            <p:cNvSpPr/>
            <p:nvPr/>
          </p:nvSpPr>
          <p:spPr>
            <a:xfrm>
              <a:off x="6800807" y="231137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t3240"/>
            <p:cNvSpPr/>
            <p:nvPr/>
          </p:nvSpPr>
          <p:spPr>
            <a:xfrm>
              <a:off x="6704781" y="303718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t3241"/>
            <p:cNvSpPr/>
            <p:nvPr/>
          </p:nvSpPr>
          <p:spPr>
            <a:xfrm>
              <a:off x="6530717" y="23974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t3242"/>
            <p:cNvSpPr/>
            <p:nvPr/>
          </p:nvSpPr>
          <p:spPr>
            <a:xfrm>
              <a:off x="6509436" y="275462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t3243"/>
            <p:cNvSpPr/>
            <p:nvPr/>
          </p:nvSpPr>
          <p:spPr>
            <a:xfrm>
              <a:off x="6400503" y="26213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t3244"/>
            <p:cNvSpPr/>
            <p:nvPr/>
          </p:nvSpPr>
          <p:spPr>
            <a:xfrm>
              <a:off x="6724766" y="200894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t3245"/>
            <p:cNvSpPr/>
            <p:nvPr/>
          </p:nvSpPr>
          <p:spPr>
            <a:xfrm>
              <a:off x="6561383" y="22492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t3246"/>
            <p:cNvSpPr/>
            <p:nvPr/>
          </p:nvSpPr>
          <p:spPr>
            <a:xfrm>
              <a:off x="6589636" y="23572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t3247"/>
            <p:cNvSpPr/>
            <p:nvPr/>
          </p:nvSpPr>
          <p:spPr>
            <a:xfrm>
              <a:off x="6726147" y="25228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t3248"/>
            <p:cNvSpPr/>
            <p:nvPr/>
          </p:nvSpPr>
          <p:spPr>
            <a:xfrm>
              <a:off x="6661277" y="22953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t3249"/>
            <p:cNvSpPr/>
            <p:nvPr/>
          </p:nvSpPr>
          <p:spPr>
            <a:xfrm>
              <a:off x="6670408" y="22005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t3250"/>
            <p:cNvSpPr/>
            <p:nvPr/>
          </p:nvSpPr>
          <p:spPr>
            <a:xfrm>
              <a:off x="6627371" y="22349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t3251"/>
            <p:cNvSpPr/>
            <p:nvPr/>
          </p:nvSpPr>
          <p:spPr>
            <a:xfrm>
              <a:off x="6525808" y="21737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t3252"/>
            <p:cNvSpPr/>
            <p:nvPr/>
          </p:nvSpPr>
          <p:spPr>
            <a:xfrm>
              <a:off x="6589993" y="24427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t3253"/>
            <p:cNvSpPr/>
            <p:nvPr/>
          </p:nvSpPr>
          <p:spPr>
            <a:xfrm>
              <a:off x="6607020" y="258479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t3254"/>
            <p:cNvSpPr/>
            <p:nvPr/>
          </p:nvSpPr>
          <p:spPr>
            <a:xfrm>
              <a:off x="6526864" y="27061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t3255"/>
            <p:cNvSpPr/>
            <p:nvPr/>
          </p:nvSpPr>
          <p:spPr>
            <a:xfrm>
              <a:off x="6569682" y="24563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t3256"/>
            <p:cNvSpPr/>
            <p:nvPr/>
          </p:nvSpPr>
          <p:spPr>
            <a:xfrm>
              <a:off x="6625828" y="19561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t3257"/>
            <p:cNvSpPr/>
            <p:nvPr/>
          </p:nvSpPr>
          <p:spPr>
            <a:xfrm>
              <a:off x="6510615" y="23275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t3258"/>
            <p:cNvSpPr/>
            <p:nvPr/>
          </p:nvSpPr>
          <p:spPr>
            <a:xfrm>
              <a:off x="6551544" y="25037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t3259"/>
            <p:cNvSpPr/>
            <p:nvPr/>
          </p:nvSpPr>
          <p:spPr>
            <a:xfrm>
              <a:off x="6488013" y="23743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t3260"/>
            <p:cNvSpPr/>
            <p:nvPr/>
          </p:nvSpPr>
          <p:spPr>
            <a:xfrm>
              <a:off x="6557545" y="251411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t3261"/>
            <p:cNvSpPr/>
            <p:nvPr/>
          </p:nvSpPr>
          <p:spPr>
            <a:xfrm>
              <a:off x="6670003" y="24068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t3262"/>
            <p:cNvSpPr/>
            <p:nvPr/>
          </p:nvSpPr>
          <p:spPr>
            <a:xfrm>
              <a:off x="6647025" y="22372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t3263"/>
            <p:cNvSpPr/>
            <p:nvPr/>
          </p:nvSpPr>
          <p:spPr>
            <a:xfrm>
              <a:off x="6599989" y="220178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t3264"/>
            <p:cNvSpPr/>
            <p:nvPr/>
          </p:nvSpPr>
          <p:spPr>
            <a:xfrm>
              <a:off x="6571431" y="27202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t3265"/>
            <p:cNvSpPr/>
            <p:nvPr/>
          </p:nvSpPr>
          <p:spPr>
            <a:xfrm>
              <a:off x="6552832" y="25464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t3266"/>
            <p:cNvSpPr/>
            <p:nvPr/>
          </p:nvSpPr>
          <p:spPr>
            <a:xfrm>
              <a:off x="6647764" y="21071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t3267"/>
            <p:cNvSpPr/>
            <p:nvPr/>
          </p:nvSpPr>
          <p:spPr>
            <a:xfrm>
              <a:off x="6672275" y="259973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t3268"/>
            <p:cNvSpPr/>
            <p:nvPr/>
          </p:nvSpPr>
          <p:spPr>
            <a:xfrm>
              <a:off x="6566332" y="21346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t3269"/>
            <p:cNvSpPr/>
            <p:nvPr/>
          </p:nvSpPr>
          <p:spPr>
            <a:xfrm>
              <a:off x="6579141" y="228651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t3270"/>
            <p:cNvSpPr/>
            <p:nvPr/>
          </p:nvSpPr>
          <p:spPr>
            <a:xfrm>
              <a:off x="6582298" y="18813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t3271"/>
            <p:cNvSpPr/>
            <p:nvPr/>
          </p:nvSpPr>
          <p:spPr>
            <a:xfrm>
              <a:off x="6568916" y="20049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t3272"/>
            <p:cNvSpPr/>
            <p:nvPr/>
          </p:nvSpPr>
          <p:spPr>
            <a:xfrm>
              <a:off x="6454724" y="243104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t3273"/>
            <p:cNvSpPr/>
            <p:nvPr/>
          </p:nvSpPr>
          <p:spPr>
            <a:xfrm>
              <a:off x="6631501" y="23746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t3274"/>
            <p:cNvSpPr/>
            <p:nvPr/>
          </p:nvSpPr>
          <p:spPr>
            <a:xfrm>
              <a:off x="6554096" y="22610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t3275"/>
            <p:cNvSpPr/>
            <p:nvPr/>
          </p:nvSpPr>
          <p:spPr>
            <a:xfrm>
              <a:off x="6702471" y="22220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t3276"/>
            <p:cNvSpPr/>
            <p:nvPr/>
          </p:nvSpPr>
          <p:spPr>
            <a:xfrm>
              <a:off x="6597831" y="25394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t3277"/>
            <p:cNvSpPr/>
            <p:nvPr/>
          </p:nvSpPr>
          <p:spPr>
            <a:xfrm>
              <a:off x="6450992" y="23406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t3278"/>
            <p:cNvSpPr/>
            <p:nvPr/>
          </p:nvSpPr>
          <p:spPr>
            <a:xfrm>
              <a:off x="6606534" y="20475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t3279"/>
            <p:cNvSpPr/>
            <p:nvPr/>
          </p:nvSpPr>
          <p:spPr>
            <a:xfrm>
              <a:off x="6590012" y="20836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t3280"/>
            <p:cNvSpPr/>
            <p:nvPr/>
          </p:nvSpPr>
          <p:spPr>
            <a:xfrm>
              <a:off x="6611892" y="229729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t3281"/>
            <p:cNvSpPr/>
            <p:nvPr/>
          </p:nvSpPr>
          <p:spPr>
            <a:xfrm>
              <a:off x="6547748" y="24413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t3282"/>
            <p:cNvSpPr/>
            <p:nvPr/>
          </p:nvSpPr>
          <p:spPr>
            <a:xfrm>
              <a:off x="6655137" y="24871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t3283"/>
            <p:cNvSpPr/>
            <p:nvPr/>
          </p:nvSpPr>
          <p:spPr>
            <a:xfrm>
              <a:off x="6519844" y="24696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t3284"/>
            <p:cNvSpPr/>
            <p:nvPr/>
          </p:nvSpPr>
          <p:spPr>
            <a:xfrm>
              <a:off x="6687746" y="23727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t3285"/>
            <p:cNvSpPr/>
            <p:nvPr/>
          </p:nvSpPr>
          <p:spPr>
            <a:xfrm>
              <a:off x="6543885" y="23715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t3286"/>
            <p:cNvSpPr/>
            <p:nvPr/>
          </p:nvSpPr>
          <p:spPr>
            <a:xfrm>
              <a:off x="6853943" y="258313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t3287"/>
            <p:cNvSpPr/>
            <p:nvPr/>
          </p:nvSpPr>
          <p:spPr>
            <a:xfrm>
              <a:off x="6924830" y="313242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t3288"/>
            <p:cNvSpPr/>
            <p:nvPr/>
          </p:nvSpPr>
          <p:spPr>
            <a:xfrm>
              <a:off x="6672581" y="234509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t3289"/>
            <p:cNvSpPr/>
            <p:nvPr/>
          </p:nvSpPr>
          <p:spPr>
            <a:xfrm>
              <a:off x="6736616" y="270606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t3290"/>
            <p:cNvSpPr/>
            <p:nvPr/>
          </p:nvSpPr>
          <p:spPr>
            <a:xfrm>
              <a:off x="6660326" y="276971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t3291"/>
            <p:cNvSpPr/>
            <p:nvPr/>
          </p:nvSpPr>
          <p:spPr>
            <a:xfrm>
              <a:off x="6724427" y="275483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t3292"/>
            <p:cNvSpPr/>
            <p:nvPr/>
          </p:nvSpPr>
          <p:spPr>
            <a:xfrm>
              <a:off x="6624925" y="246378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t3293"/>
            <p:cNvSpPr/>
            <p:nvPr/>
          </p:nvSpPr>
          <p:spPr>
            <a:xfrm>
              <a:off x="6773497" y="263014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t3294"/>
            <p:cNvSpPr/>
            <p:nvPr/>
          </p:nvSpPr>
          <p:spPr>
            <a:xfrm>
              <a:off x="6604296" y="293269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t3295"/>
            <p:cNvSpPr/>
            <p:nvPr/>
          </p:nvSpPr>
          <p:spPr>
            <a:xfrm>
              <a:off x="6528392" y="279145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t3296"/>
            <p:cNvSpPr/>
            <p:nvPr/>
          </p:nvSpPr>
          <p:spPr>
            <a:xfrm>
              <a:off x="6640128" y="248776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t3297"/>
            <p:cNvSpPr/>
            <p:nvPr/>
          </p:nvSpPr>
          <p:spPr>
            <a:xfrm>
              <a:off x="6667839" y="251227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t3298"/>
            <p:cNvSpPr/>
            <p:nvPr/>
          </p:nvSpPr>
          <p:spPr>
            <a:xfrm>
              <a:off x="6760187" y="212501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t3299"/>
            <p:cNvSpPr/>
            <p:nvPr/>
          </p:nvSpPr>
          <p:spPr>
            <a:xfrm>
              <a:off x="6872632" y="310776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t3300"/>
            <p:cNvSpPr/>
            <p:nvPr/>
          </p:nvSpPr>
          <p:spPr>
            <a:xfrm>
              <a:off x="6572890" y="264187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t3301"/>
            <p:cNvSpPr/>
            <p:nvPr/>
          </p:nvSpPr>
          <p:spPr>
            <a:xfrm>
              <a:off x="6821699" y="289041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t3302"/>
            <p:cNvSpPr/>
            <p:nvPr/>
          </p:nvSpPr>
          <p:spPr>
            <a:xfrm>
              <a:off x="6638093" y="319718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t3303"/>
            <p:cNvSpPr/>
            <p:nvPr/>
          </p:nvSpPr>
          <p:spPr>
            <a:xfrm>
              <a:off x="6827412" y="301010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t3304"/>
            <p:cNvSpPr/>
            <p:nvPr/>
          </p:nvSpPr>
          <p:spPr>
            <a:xfrm>
              <a:off x="6679810" y="273154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t3305"/>
            <p:cNvSpPr/>
            <p:nvPr/>
          </p:nvSpPr>
          <p:spPr>
            <a:xfrm>
              <a:off x="6644634" y="259087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t3306"/>
            <p:cNvSpPr/>
            <p:nvPr/>
          </p:nvSpPr>
          <p:spPr>
            <a:xfrm>
              <a:off x="6763931" y="253760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t3307"/>
            <p:cNvSpPr/>
            <p:nvPr/>
          </p:nvSpPr>
          <p:spPr>
            <a:xfrm>
              <a:off x="6710200" y="211561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t3308"/>
            <p:cNvSpPr/>
            <p:nvPr/>
          </p:nvSpPr>
          <p:spPr>
            <a:xfrm>
              <a:off x="6617069" y="265092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t3309"/>
            <p:cNvSpPr/>
            <p:nvPr/>
          </p:nvSpPr>
          <p:spPr>
            <a:xfrm>
              <a:off x="6764768" y="267105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t3310"/>
            <p:cNvSpPr/>
            <p:nvPr/>
          </p:nvSpPr>
          <p:spPr>
            <a:xfrm>
              <a:off x="6550494" y="237611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t3311"/>
            <p:cNvSpPr/>
            <p:nvPr/>
          </p:nvSpPr>
          <p:spPr>
            <a:xfrm>
              <a:off x="6832850" y="257686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t3312"/>
            <p:cNvSpPr/>
            <p:nvPr/>
          </p:nvSpPr>
          <p:spPr>
            <a:xfrm>
              <a:off x="6738213" y="282676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t3313"/>
            <p:cNvSpPr/>
            <p:nvPr/>
          </p:nvSpPr>
          <p:spPr>
            <a:xfrm>
              <a:off x="6825134" y="264258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t3314"/>
            <p:cNvSpPr/>
            <p:nvPr/>
          </p:nvSpPr>
          <p:spPr>
            <a:xfrm>
              <a:off x="6563179" y="243198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t3315"/>
            <p:cNvSpPr/>
            <p:nvPr/>
          </p:nvSpPr>
          <p:spPr>
            <a:xfrm>
              <a:off x="6652381" y="243750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t3316"/>
            <p:cNvSpPr/>
            <p:nvPr/>
          </p:nvSpPr>
          <p:spPr>
            <a:xfrm>
              <a:off x="6782051" y="202586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t3317"/>
            <p:cNvSpPr/>
            <p:nvPr/>
          </p:nvSpPr>
          <p:spPr>
            <a:xfrm>
              <a:off x="6720651" y="236845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t3318"/>
            <p:cNvSpPr/>
            <p:nvPr/>
          </p:nvSpPr>
          <p:spPr>
            <a:xfrm>
              <a:off x="6535146" y="281341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t3319"/>
            <p:cNvSpPr/>
            <p:nvPr/>
          </p:nvSpPr>
          <p:spPr>
            <a:xfrm>
              <a:off x="6739391" y="215017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t3320"/>
            <p:cNvSpPr/>
            <p:nvPr/>
          </p:nvSpPr>
          <p:spPr>
            <a:xfrm>
              <a:off x="6953879" y="327429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t3321"/>
            <p:cNvSpPr/>
            <p:nvPr/>
          </p:nvSpPr>
          <p:spPr>
            <a:xfrm>
              <a:off x="6698177" y="270766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t3322"/>
            <p:cNvSpPr/>
            <p:nvPr/>
          </p:nvSpPr>
          <p:spPr>
            <a:xfrm>
              <a:off x="6451808" y="222134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t3323"/>
            <p:cNvSpPr/>
            <p:nvPr/>
          </p:nvSpPr>
          <p:spPr>
            <a:xfrm>
              <a:off x="6464391" y="272912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t3324"/>
            <p:cNvSpPr/>
            <p:nvPr/>
          </p:nvSpPr>
          <p:spPr>
            <a:xfrm>
              <a:off x="6532864" y="265653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t3325"/>
            <p:cNvSpPr/>
            <p:nvPr/>
          </p:nvSpPr>
          <p:spPr>
            <a:xfrm>
              <a:off x="6444139" y="256129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t3326"/>
            <p:cNvSpPr/>
            <p:nvPr/>
          </p:nvSpPr>
          <p:spPr>
            <a:xfrm>
              <a:off x="6629354" y="297921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t3327"/>
            <p:cNvSpPr/>
            <p:nvPr/>
          </p:nvSpPr>
          <p:spPr>
            <a:xfrm>
              <a:off x="6583723" y="17542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t3328"/>
            <p:cNvSpPr/>
            <p:nvPr/>
          </p:nvSpPr>
          <p:spPr>
            <a:xfrm>
              <a:off x="6522881" y="206093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t3329"/>
            <p:cNvSpPr/>
            <p:nvPr/>
          </p:nvSpPr>
          <p:spPr>
            <a:xfrm>
              <a:off x="6665673" y="287178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t3330"/>
            <p:cNvSpPr/>
            <p:nvPr/>
          </p:nvSpPr>
          <p:spPr>
            <a:xfrm>
              <a:off x="6684089" y="19278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t3331"/>
            <p:cNvSpPr/>
            <p:nvPr/>
          </p:nvSpPr>
          <p:spPr>
            <a:xfrm>
              <a:off x="6507378" y="241550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t3332"/>
            <p:cNvSpPr/>
            <p:nvPr/>
          </p:nvSpPr>
          <p:spPr>
            <a:xfrm>
              <a:off x="6582958" y="24517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t3333"/>
            <p:cNvSpPr/>
            <p:nvPr/>
          </p:nvSpPr>
          <p:spPr>
            <a:xfrm>
              <a:off x="6764275" y="311154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t3334"/>
            <p:cNvSpPr/>
            <p:nvPr/>
          </p:nvSpPr>
          <p:spPr>
            <a:xfrm>
              <a:off x="6767357" y="272020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t3335"/>
            <p:cNvSpPr/>
            <p:nvPr/>
          </p:nvSpPr>
          <p:spPr>
            <a:xfrm>
              <a:off x="6945707" y="321278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t3336"/>
            <p:cNvSpPr/>
            <p:nvPr/>
          </p:nvSpPr>
          <p:spPr>
            <a:xfrm>
              <a:off x="6791691" y="259100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t3337"/>
            <p:cNvSpPr/>
            <p:nvPr/>
          </p:nvSpPr>
          <p:spPr>
            <a:xfrm>
              <a:off x="6611778" y="180125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t3338"/>
            <p:cNvSpPr/>
            <p:nvPr/>
          </p:nvSpPr>
          <p:spPr>
            <a:xfrm>
              <a:off x="6561157" y="210070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t3339"/>
            <p:cNvSpPr/>
            <p:nvPr/>
          </p:nvSpPr>
          <p:spPr>
            <a:xfrm>
              <a:off x="6730772" y="193848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t3340"/>
            <p:cNvSpPr/>
            <p:nvPr/>
          </p:nvSpPr>
          <p:spPr>
            <a:xfrm>
              <a:off x="6515040" y="184256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t3341"/>
            <p:cNvSpPr/>
            <p:nvPr/>
          </p:nvSpPr>
          <p:spPr>
            <a:xfrm>
              <a:off x="6744676" y="204184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t3342"/>
            <p:cNvSpPr/>
            <p:nvPr/>
          </p:nvSpPr>
          <p:spPr>
            <a:xfrm>
              <a:off x="6763130" y="274895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t3343"/>
            <p:cNvSpPr/>
            <p:nvPr/>
          </p:nvSpPr>
          <p:spPr>
            <a:xfrm>
              <a:off x="6796406" y="245397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t3344"/>
            <p:cNvSpPr/>
            <p:nvPr/>
          </p:nvSpPr>
          <p:spPr>
            <a:xfrm>
              <a:off x="6628044" y="264452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t3345"/>
            <p:cNvSpPr/>
            <p:nvPr/>
          </p:nvSpPr>
          <p:spPr>
            <a:xfrm>
              <a:off x="6711114" y="28923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t3346"/>
            <p:cNvSpPr/>
            <p:nvPr/>
          </p:nvSpPr>
          <p:spPr>
            <a:xfrm>
              <a:off x="6713090" y="264114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t3347"/>
            <p:cNvSpPr/>
            <p:nvPr/>
          </p:nvSpPr>
          <p:spPr>
            <a:xfrm>
              <a:off x="6916488" y="268539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t3348"/>
            <p:cNvSpPr/>
            <p:nvPr/>
          </p:nvSpPr>
          <p:spPr>
            <a:xfrm>
              <a:off x="6586945" y="249685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t3349"/>
            <p:cNvSpPr/>
            <p:nvPr/>
          </p:nvSpPr>
          <p:spPr>
            <a:xfrm>
              <a:off x="6761781" y="26804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t3350"/>
            <p:cNvSpPr/>
            <p:nvPr/>
          </p:nvSpPr>
          <p:spPr>
            <a:xfrm>
              <a:off x="6592945" y="251621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t3351"/>
            <p:cNvSpPr/>
            <p:nvPr/>
          </p:nvSpPr>
          <p:spPr>
            <a:xfrm>
              <a:off x="6764583" y="287231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t3352"/>
            <p:cNvSpPr/>
            <p:nvPr/>
          </p:nvSpPr>
          <p:spPr>
            <a:xfrm>
              <a:off x="6705867" y="260520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t3353"/>
            <p:cNvSpPr/>
            <p:nvPr/>
          </p:nvSpPr>
          <p:spPr>
            <a:xfrm>
              <a:off x="6582794" y="298541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t3354"/>
            <p:cNvSpPr/>
            <p:nvPr/>
          </p:nvSpPr>
          <p:spPr>
            <a:xfrm>
              <a:off x="6554541" y="244385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t3355"/>
            <p:cNvSpPr/>
            <p:nvPr/>
          </p:nvSpPr>
          <p:spPr>
            <a:xfrm>
              <a:off x="6458626" y="285050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t3356"/>
            <p:cNvSpPr/>
            <p:nvPr/>
          </p:nvSpPr>
          <p:spPr>
            <a:xfrm>
              <a:off x="6776550" y="312655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t3357"/>
            <p:cNvSpPr/>
            <p:nvPr/>
          </p:nvSpPr>
          <p:spPr>
            <a:xfrm>
              <a:off x="6897985" y="213700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t3358"/>
            <p:cNvSpPr/>
            <p:nvPr/>
          </p:nvSpPr>
          <p:spPr>
            <a:xfrm>
              <a:off x="6541265" y="270981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t3359"/>
            <p:cNvSpPr/>
            <p:nvPr/>
          </p:nvSpPr>
          <p:spPr>
            <a:xfrm>
              <a:off x="6685862" y="296169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t3360"/>
            <p:cNvSpPr/>
            <p:nvPr/>
          </p:nvSpPr>
          <p:spPr>
            <a:xfrm>
              <a:off x="6689814" y="277276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t3361"/>
            <p:cNvSpPr/>
            <p:nvPr/>
          </p:nvSpPr>
          <p:spPr>
            <a:xfrm>
              <a:off x="6627686" y="252261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t3362"/>
            <p:cNvSpPr/>
            <p:nvPr/>
          </p:nvSpPr>
          <p:spPr>
            <a:xfrm>
              <a:off x="6541180" y="26815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t3363"/>
            <p:cNvSpPr/>
            <p:nvPr/>
          </p:nvSpPr>
          <p:spPr>
            <a:xfrm>
              <a:off x="6752789" y="249373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t3364"/>
            <p:cNvSpPr/>
            <p:nvPr/>
          </p:nvSpPr>
          <p:spPr>
            <a:xfrm>
              <a:off x="6771971" y="310606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t3365"/>
            <p:cNvSpPr/>
            <p:nvPr/>
          </p:nvSpPr>
          <p:spPr>
            <a:xfrm>
              <a:off x="6809850" y="294221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t3366"/>
            <p:cNvSpPr/>
            <p:nvPr/>
          </p:nvSpPr>
          <p:spPr>
            <a:xfrm>
              <a:off x="6432187" y="258145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t3367"/>
            <p:cNvSpPr/>
            <p:nvPr/>
          </p:nvSpPr>
          <p:spPr>
            <a:xfrm>
              <a:off x="6516636" y="24137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t3368"/>
            <p:cNvSpPr/>
            <p:nvPr/>
          </p:nvSpPr>
          <p:spPr>
            <a:xfrm>
              <a:off x="6481675" y="266650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t3369"/>
            <p:cNvSpPr/>
            <p:nvPr/>
          </p:nvSpPr>
          <p:spPr>
            <a:xfrm>
              <a:off x="6705162" y="260733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t3370"/>
            <p:cNvSpPr/>
            <p:nvPr/>
          </p:nvSpPr>
          <p:spPr>
            <a:xfrm>
              <a:off x="6543097" y="259527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t3371"/>
            <p:cNvSpPr/>
            <p:nvPr/>
          </p:nvSpPr>
          <p:spPr>
            <a:xfrm>
              <a:off x="6559944" y="253833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t3372"/>
            <p:cNvSpPr/>
            <p:nvPr/>
          </p:nvSpPr>
          <p:spPr>
            <a:xfrm>
              <a:off x="6433943" y="216128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t3373"/>
            <p:cNvSpPr/>
            <p:nvPr/>
          </p:nvSpPr>
          <p:spPr>
            <a:xfrm>
              <a:off x="6565193" y="289720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t3374"/>
            <p:cNvSpPr/>
            <p:nvPr/>
          </p:nvSpPr>
          <p:spPr>
            <a:xfrm>
              <a:off x="6581859" y="233900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t3375"/>
            <p:cNvSpPr/>
            <p:nvPr/>
          </p:nvSpPr>
          <p:spPr>
            <a:xfrm>
              <a:off x="6436188" y="258455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t3376"/>
            <p:cNvSpPr/>
            <p:nvPr/>
          </p:nvSpPr>
          <p:spPr>
            <a:xfrm>
              <a:off x="6707827" y="246169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t3377"/>
            <p:cNvSpPr/>
            <p:nvPr/>
          </p:nvSpPr>
          <p:spPr>
            <a:xfrm>
              <a:off x="6896310" y="210956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t3378"/>
            <p:cNvSpPr/>
            <p:nvPr/>
          </p:nvSpPr>
          <p:spPr>
            <a:xfrm>
              <a:off x="6701184" y="295721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t3379"/>
            <p:cNvSpPr/>
            <p:nvPr/>
          </p:nvSpPr>
          <p:spPr>
            <a:xfrm>
              <a:off x="6621643" y="301720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t3380"/>
            <p:cNvSpPr/>
            <p:nvPr/>
          </p:nvSpPr>
          <p:spPr>
            <a:xfrm>
              <a:off x="6816520" y="292609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t3381"/>
            <p:cNvSpPr/>
            <p:nvPr/>
          </p:nvSpPr>
          <p:spPr>
            <a:xfrm>
              <a:off x="6575356" y="206999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t3382"/>
            <p:cNvSpPr/>
            <p:nvPr/>
          </p:nvSpPr>
          <p:spPr>
            <a:xfrm>
              <a:off x="6865408" y="309208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t3383"/>
            <p:cNvSpPr/>
            <p:nvPr/>
          </p:nvSpPr>
          <p:spPr>
            <a:xfrm>
              <a:off x="6457461" y="25000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t3384"/>
            <p:cNvSpPr/>
            <p:nvPr/>
          </p:nvSpPr>
          <p:spPr>
            <a:xfrm>
              <a:off x="6826288" y="186198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t3385"/>
            <p:cNvSpPr/>
            <p:nvPr/>
          </p:nvSpPr>
          <p:spPr>
            <a:xfrm>
              <a:off x="6424515" y="259497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t3386"/>
            <p:cNvSpPr/>
            <p:nvPr/>
          </p:nvSpPr>
          <p:spPr>
            <a:xfrm>
              <a:off x="6939595" y="346271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t3387"/>
            <p:cNvSpPr/>
            <p:nvPr/>
          </p:nvSpPr>
          <p:spPr>
            <a:xfrm>
              <a:off x="6857952" y="342161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t3388"/>
            <p:cNvSpPr/>
            <p:nvPr/>
          </p:nvSpPr>
          <p:spPr>
            <a:xfrm>
              <a:off x="6697686" y="273829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t3389"/>
            <p:cNvSpPr/>
            <p:nvPr/>
          </p:nvSpPr>
          <p:spPr>
            <a:xfrm>
              <a:off x="6934533" y="340282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t3390"/>
            <p:cNvSpPr/>
            <p:nvPr/>
          </p:nvSpPr>
          <p:spPr>
            <a:xfrm>
              <a:off x="6580895" y="245563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t3391"/>
            <p:cNvSpPr/>
            <p:nvPr/>
          </p:nvSpPr>
          <p:spPr>
            <a:xfrm>
              <a:off x="6479196" y="247262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t3392"/>
            <p:cNvSpPr/>
            <p:nvPr/>
          </p:nvSpPr>
          <p:spPr>
            <a:xfrm>
              <a:off x="6401463" y="177056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t3393"/>
            <p:cNvSpPr/>
            <p:nvPr/>
          </p:nvSpPr>
          <p:spPr>
            <a:xfrm>
              <a:off x="6668017" y="264132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t3394"/>
            <p:cNvSpPr/>
            <p:nvPr/>
          </p:nvSpPr>
          <p:spPr>
            <a:xfrm>
              <a:off x="6602627" y="238296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t3395"/>
            <p:cNvSpPr/>
            <p:nvPr/>
          </p:nvSpPr>
          <p:spPr>
            <a:xfrm>
              <a:off x="6766896" y="226958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t3396"/>
            <p:cNvSpPr/>
            <p:nvPr/>
          </p:nvSpPr>
          <p:spPr>
            <a:xfrm>
              <a:off x="6575925" y="24618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t3397"/>
            <p:cNvSpPr/>
            <p:nvPr/>
          </p:nvSpPr>
          <p:spPr>
            <a:xfrm>
              <a:off x="6593460" y="249840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t3398"/>
            <p:cNvSpPr/>
            <p:nvPr/>
          </p:nvSpPr>
          <p:spPr>
            <a:xfrm>
              <a:off x="6597459" y="264687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t3399"/>
            <p:cNvSpPr/>
            <p:nvPr/>
          </p:nvSpPr>
          <p:spPr>
            <a:xfrm>
              <a:off x="6815009" y="226858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t3400"/>
            <p:cNvSpPr/>
            <p:nvPr/>
          </p:nvSpPr>
          <p:spPr>
            <a:xfrm>
              <a:off x="6563213" y="28207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t3401"/>
            <p:cNvSpPr/>
            <p:nvPr/>
          </p:nvSpPr>
          <p:spPr>
            <a:xfrm>
              <a:off x="6548402" y="231840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t3402"/>
            <p:cNvSpPr/>
            <p:nvPr/>
          </p:nvSpPr>
          <p:spPr>
            <a:xfrm>
              <a:off x="6570082" y="239470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t3403"/>
            <p:cNvSpPr/>
            <p:nvPr/>
          </p:nvSpPr>
          <p:spPr>
            <a:xfrm>
              <a:off x="6731641" y="191273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t3404"/>
            <p:cNvSpPr/>
            <p:nvPr/>
          </p:nvSpPr>
          <p:spPr>
            <a:xfrm>
              <a:off x="6614443" y="271301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t3405"/>
            <p:cNvSpPr/>
            <p:nvPr/>
          </p:nvSpPr>
          <p:spPr>
            <a:xfrm>
              <a:off x="6779831" y="291984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t3406"/>
            <p:cNvSpPr/>
            <p:nvPr/>
          </p:nvSpPr>
          <p:spPr>
            <a:xfrm>
              <a:off x="6647876" y="259829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t3407"/>
            <p:cNvSpPr/>
            <p:nvPr/>
          </p:nvSpPr>
          <p:spPr>
            <a:xfrm>
              <a:off x="6574209" y="261213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t3408"/>
            <p:cNvSpPr/>
            <p:nvPr/>
          </p:nvSpPr>
          <p:spPr>
            <a:xfrm>
              <a:off x="6588943" y="230249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t3409"/>
            <p:cNvSpPr/>
            <p:nvPr/>
          </p:nvSpPr>
          <p:spPr>
            <a:xfrm>
              <a:off x="6160697" y="233538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t3410"/>
            <p:cNvSpPr/>
            <p:nvPr/>
          </p:nvSpPr>
          <p:spPr>
            <a:xfrm>
              <a:off x="6753868" y="243592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t3411"/>
            <p:cNvSpPr/>
            <p:nvPr/>
          </p:nvSpPr>
          <p:spPr>
            <a:xfrm>
              <a:off x="6762149" y="235205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t3412"/>
            <p:cNvSpPr/>
            <p:nvPr/>
          </p:nvSpPr>
          <p:spPr>
            <a:xfrm>
              <a:off x="6549192" y="271232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t3413"/>
            <p:cNvSpPr/>
            <p:nvPr/>
          </p:nvSpPr>
          <p:spPr>
            <a:xfrm>
              <a:off x="6515849" y="248599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t3414"/>
            <p:cNvSpPr/>
            <p:nvPr/>
          </p:nvSpPr>
          <p:spPr>
            <a:xfrm>
              <a:off x="6427355" y="265147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t3415"/>
            <p:cNvSpPr/>
            <p:nvPr/>
          </p:nvSpPr>
          <p:spPr>
            <a:xfrm>
              <a:off x="6136002" y="235209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t3416"/>
            <p:cNvSpPr/>
            <p:nvPr/>
          </p:nvSpPr>
          <p:spPr>
            <a:xfrm>
              <a:off x="6636071" y="28822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t3417"/>
            <p:cNvSpPr/>
            <p:nvPr/>
          </p:nvSpPr>
          <p:spPr>
            <a:xfrm>
              <a:off x="6071004" y="212148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t3418"/>
            <p:cNvSpPr/>
            <p:nvPr/>
          </p:nvSpPr>
          <p:spPr>
            <a:xfrm>
              <a:off x="6968466" y="226859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t3419"/>
            <p:cNvSpPr/>
            <p:nvPr/>
          </p:nvSpPr>
          <p:spPr>
            <a:xfrm>
              <a:off x="6536223" y="225702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t3420"/>
            <p:cNvSpPr/>
            <p:nvPr/>
          </p:nvSpPr>
          <p:spPr>
            <a:xfrm>
              <a:off x="6807021" y="224250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t3421"/>
            <p:cNvSpPr/>
            <p:nvPr/>
          </p:nvSpPr>
          <p:spPr>
            <a:xfrm>
              <a:off x="6932501" y="229068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t3422"/>
            <p:cNvSpPr/>
            <p:nvPr/>
          </p:nvSpPr>
          <p:spPr>
            <a:xfrm>
              <a:off x="6815765" y="286625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t3423"/>
            <p:cNvSpPr/>
            <p:nvPr/>
          </p:nvSpPr>
          <p:spPr>
            <a:xfrm>
              <a:off x="6836382" y="285326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t3424"/>
            <p:cNvSpPr/>
            <p:nvPr/>
          </p:nvSpPr>
          <p:spPr>
            <a:xfrm>
              <a:off x="6933569" y="30371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t3425"/>
            <p:cNvSpPr/>
            <p:nvPr/>
          </p:nvSpPr>
          <p:spPr>
            <a:xfrm>
              <a:off x="6855517" y="285555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t3426"/>
            <p:cNvSpPr/>
            <p:nvPr/>
          </p:nvSpPr>
          <p:spPr>
            <a:xfrm>
              <a:off x="6675900" y="266332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t3427"/>
            <p:cNvSpPr/>
            <p:nvPr/>
          </p:nvSpPr>
          <p:spPr>
            <a:xfrm>
              <a:off x="6424646" y="214613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t3428"/>
            <p:cNvSpPr/>
            <p:nvPr/>
          </p:nvSpPr>
          <p:spPr>
            <a:xfrm>
              <a:off x="6739671" y="255873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t3429"/>
            <p:cNvSpPr/>
            <p:nvPr/>
          </p:nvSpPr>
          <p:spPr>
            <a:xfrm>
              <a:off x="6734631" y="185932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t3430"/>
            <p:cNvSpPr/>
            <p:nvPr/>
          </p:nvSpPr>
          <p:spPr>
            <a:xfrm>
              <a:off x="6648024" y="204893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t3431"/>
            <p:cNvSpPr/>
            <p:nvPr/>
          </p:nvSpPr>
          <p:spPr>
            <a:xfrm>
              <a:off x="6550922" y="221131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t3432"/>
            <p:cNvSpPr/>
            <p:nvPr/>
          </p:nvSpPr>
          <p:spPr>
            <a:xfrm>
              <a:off x="6553748" y="247098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t3433"/>
            <p:cNvSpPr/>
            <p:nvPr/>
          </p:nvSpPr>
          <p:spPr>
            <a:xfrm>
              <a:off x="6690640" y="250454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t3434"/>
            <p:cNvSpPr/>
            <p:nvPr/>
          </p:nvSpPr>
          <p:spPr>
            <a:xfrm>
              <a:off x="6641603" y="171795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t3435"/>
            <p:cNvSpPr/>
            <p:nvPr/>
          </p:nvSpPr>
          <p:spPr>
            <a:xfrm>
              <a:off x="6634629" y="173326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t3436"/>
            <p:cNvSpPr/>
            <p:nvPr/>
          </p:nvSpPr>
          <p:spPr>
            <a:xfrm>
              <a:off x="6607274" y="188344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t3437"/>
            <p:cNvSpPr/>
            <p:nvPr/>
          </p:nvSpPr>
          <p:spPr>
            <a:xfrm>
              <a:off x="6651358" y="1850227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t3438"/>
            <p:cNvSpPr/>
            <p:nvPr/>
          </p:nvSpPr>
          <p:spPr>
            <a:xfrm>
              <a:off x="6526106" y="247175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t3439"/>
            <p:cNvSpPr/>
            <p:nvPr/>
          </p:nvSpPr>
          <p:spPr>
            <a:xfrm>
              <a:off x="6395349" y="218994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t3440"/>
            <p:cNvSpPr/>
            <p:nvPr/>
          </p:nvSpPr>
          <p:spPr>
            <a:xfrm>
              <a:off x="6529217" y="254063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t3441"/>
            <p:cNvSpPr/>
            <p:nvPr/>
          </p:nvSpPr>
          <p:spPr>
            <a:xfrm>
              <a:off x="6497941" y="221021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t3442"/>
            <p:cNvSpPr/>
            <p:nvPr/>
          </p:nvSpPr>
          <p:spPr>
            <a:xfrm>
              <a:off x="6613023" y="200232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t3443"/>
            <p:cNvSpPr/>
            <p:nvPr/>
          </p:nvSpPr>
          <p:spPr>
            <a:xfrm>
              <a:off x="6544299" y="201949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t3444"/>
            <p:cNvSpPr/>
            <p:nvPr/>
          </p:nvSpPr>
          <p:spPr>
            <a:xfrm>
              <a:off x="6565825" y="216936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t3445"/>
            <p:cNvSpPr/>
            <p:nvPr/>
          </p:nvSpPr>
          <p:spPr>
            <a:xfrm>
              <a:off x="6602997" y="234132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t3446"/>
            <p:cNvSpPr/>
            <p:nvPr/>
          </p:nvSpPr>
          <p:spPr>
            <a:xfrm>
              <a:off x="6339920" y="198985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t3447"/>
            <p:cNvSpPr/>
            <p:nvPr/>
          </p:nvSpPr>
          <p:spPr>
            <a:xfrm>
              <a:off x="6508869" y="242590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t3448"/>
            <p:cNvSpPr/>
            <p:nvPr/>
          </p:nvSpPr>
          <p:spPr>
            <a:xfrm>
              <a:off x="6663129" y="215126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t3449"/>
            <p:cNvSpPr/>
            <p:nvPr/>
          </p:nvSpPr>
          <p:spPr>
            <a:xfrm>
              <a:off x="6636336" y="266277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t3450"/>
            <p:cNvSpPr/>
            <p:nvPr/>
          </p:nvSpPr>
          <p:spPr>
            <a:xfrm>
              <a:off x="6590672" y="247950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t3451"/>
            <p:cNvSpPr/>
            <p:nvPr/>
          </p:nvSpPr>
          <p:spPr>
            <a:xfrm>
              <a:off x="6495962" y="275219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t3452"/>
            <p:cNvSpPr/>
            <p:nvPr/>
          </p:nvSpPr>
          <p:spPr>
            <a:xfrm>
              <a:off x="6607342" y="223522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t3453"/>
            <p:cNvSpPr/>
            <p:nvPr/>
          </p:nvSpPr>
          <p:spPr>
            <a:xfrm>
              <a:off x="6525537" y="256339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t3454"/>
            <p:cNvSpPr/>
            <p:nvPr/>
          </p:nvSpPr>
          <p:spPr>
            <a:xfrm>
              <a:off x="6576718" y="2510251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t3455"/>
            <p:cNvSpPr/>
            <p:nvPr/>
          </p:nvSpPr>
          <p:spPr>
            <a:xfrm>
              <a:off x="6477916" y="2478277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t3456"/>
            <p:cNvSpPr/>
            <p:nvPr/>
          </p:nvSpPr>
          <p:spPr>
            <a:xfrm>
              <a:off x="6398795" y="264658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t3457"/>
            <p:cNvSpPr/>
            <p:nvPr/>
          </p:nvSpPr>
          <p:spPr>
            <a:xfrm>
              <a:off x="6502886" y="240435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t3458"/>
            <p:cNvSpPr/>
            <p:nvPr/>
          </p:nvSpPr>
          <p:spPr>
            <a:xfrm>
              <a:off x="6368437" y="226715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t3459"/>
            <p:cNvSpPr/>
            <p:nvPr/>
          </p:nvSpPr>
          <p:spPr>
            <a:xfrm>
              <a:off x="6268869" y="214141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t3460"/>
            <p:cNvSpPr/>
            <p:nvPr/>
          </p:nvSpPr>
          <p:spPr>
            <a:xfrm>
              <a:off x="6539434" y="230264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t3461"/>
            <p:cNvSpPr/>
            <p:nvPr/>
          </p:nvSpPr>
          <p:spPr>
            <a:xfrm>
              <a:off x="6470891" y="207070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t3462"/>
            <p:cNvSpPr/>
            <p:nvPr/>
          </p:nvSpPr>
          <p:spPr>
            <a:xfrm>
              <a:off x="6579947" y="222226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t3463"/>
            <p:cNvSpPr/>
            <p:nvPr/>
          </p:nvSpPr>
          <p:spPr>
            <a:xfrm>
              <a:off x="6472680" y="251135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t3464"/>
            <p:cNvSpPr/>
            <p:nvPr/>
          </p:nvSpPr>
          <p:spPr>
            <a:xfrm>
              <a:off x="6417326" y="22956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t3465"/>
            <p:cNvSpPr/>
            <p:nvPr/>
          </p:nvSpPr>
          <p:spPr>
            <a:xfrm>
              <a:off x="6458157" y="290025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t3466"/>
            <p:cNvSpPr/>
            <p:nvPr/>
          </p:nvSpPr>
          <p:spPr>
            <a:xfrm>
              <a:off x="6358753" y="22737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t3467"/>
            <p:cNvSpPr/>
            <p:nvPr/>
          </p:nvSpPr>
          <p:spPr>
            <a:xfrm>
              <a:off x="6394732" y="219142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t3468"/>
            <p:cNvSpPr/>
            <p:nvPr/>
          </p:nvSpPr>
          <p:spPr>
            <a:xfrm>
              <a:off x="6218869" y="256365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t3469"/>
            <p:cNvSpPr/>
            <p:nvPr/>
          </p:nvSpPr>
          <p:spPr>
            <a:xfrm>
              <a:off x="6534937" y="27718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t3470"/>
            <p:cNvSpPr/>
            <p:nvPr/>
          </p:nvSpPr>
          <p:spPr>
            <a:xfrm>
              <a:off x="6486163" y="303317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t3471"/>
            <p:cNvSpPr/>
            <p:nvPr/>
          </p:nvSpPr>
          <p:spPr>
            <a:xfrm>
              <a:off x="6400704" y="283024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t3472"/>
            <p:cNvSpPr/>
            <p:nvPr/>
          </p:nvSpPr>
          <p:spPr>
            <a:xfrm>
              <a:off x="6581435" y="295945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t3473"/>
            <p:cNvSpPr/>
            <p:nvPr/>
          </p:nvSpPr>
          <p:spPr>
            <a:xfrm>
              <a:off x="6622876" y="26428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t3474"/>
            <p:cNvSpPr/>
            <p:nvPr/>
          </p:nvSpPr>
          <p:spPr>
            <a:xfrm>
              <a:off x="6647607" y="317906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t3475"/>
            <p:cNvSpPr/>
            <p:nvPr/>
          </p:nvSpPr>
          <p:spPr>
            <a:xfrm>
              <a:off x="6369574" y="294242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t3476"/>
            <p:cNvSpPr/>
            <p:nvPr/>
          </p:nvSpPr>
          <p:spPr>
            <a:xfrm>
              <a:off x="6578405" y="26793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t3477"/>
            <p:cNvSpPr/>
            <p:nvPr/>
          </p:nvSpPr>
          <p:spPr>
            <a:xfrm>
              <a:off x="6361972" y="24165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t3478"/>
            <p:cNvSpPr/>
            <p:nvPr/>
          </p:nvSpPr>
          <p:spPr>
            <a:xfrm>
              <a:off x="6301403" y="275620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t3479"/>
            <p:cNvSpPr/>
            <p:nvPr/>
          </p:nvSpPr>
          <p:spPr>
            <a:xfrm>
              <a:off x="6172275" y="265980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t3480"/>
            <p:cNvSpPr/>
            <p:nvPr/>
          </p:nvSpPr>
          <p:spPr>
            <a:xfrm>
              <a:off x="6413794" y="309315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t3481"/>
            <p:cNvSpPr/>
            <p:nvPr/>
          </p:nvSpPr>
          <p:spPr>
            <a:xfrm>
              <a:off x="6401974" y="257394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t3482"/>
            <p:cNvSpPr/>
            <p:nvPr/>
          </p:nvSpPr>
          <p:spPr>
            <a:xfrm>
              <a:off x="6380539" y="272992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t3483"/>
            <p:cNvSpPr/>
            <p:nvPr/>
          </p:nvSpPr>
          <p:spPr>
            <a:xfrm>
              <a:off x="6377372" y="239513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t3484"/>
            <p:cNvSpPr/>
            <p:nvPr/>
          </p:nvSpPr>
          <p:spPr>
            <a:xfrm>
              <a:off x="6422078" y="260942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t3485"/>
            <p:cNvSpPr/>
            <p:nvPr/>
          </p:nvSpPr>
          <p:spPr>
            <a:xfrm>
              <a:off x="6521490" y="24631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t3486"/>
            <p:cNvSpPr/>
            <p:nvPr/>
          </p:nvSpPr>
          <p:spPr>
            <a:xfrm>
              <a:off x="6651386" y="221700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t3487"/>
            <p:cNvSpPr/>
            <p:nvPr/>
          </p:nvSpPr>
          <p:spPr>
            <a:xfrm>
              <a:off x="6414063" y="23626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t3488"/>
            <p:cNvSpPr/>
            <p:nvPr/>
          </p:nvSpPr>
          <p:spPr>
            <a:xfrm>
              <a:off x="6544830" y="225418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t3489"/>
            <p:cNvSpPr/>
            <p:nvPr/>
          </p:nvSpPr>
          <p:spPr>
            <a:xfrm>
              <a:off x="6394748" y="281829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t3490"/>
            <p:cNvSpPr/>
            <p:nvPr/>
          </p:nvSpPr>
          <p:spPr>
            <a:xfrm>
              <a:off x="6353365" y="276891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t3491"/>
            <p:cNvSpPr/>
            <p:nvPr/>
          </p:nvSpPr>
          <p:spPr>
            <a:xfrm>
              <a:off x="6486294" y="23935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t3492"/>
            <p:cNvSpPr/>
            <p:nvPr/>
          </p:nvSpPr>
          <p:spPr>
            <a:xfrm>
              <a:off x="6510340" y="237529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t3493"/>
            <p:cNvSpPr/>
            <p:nvPr/>
          </p:nvSpPr>
          <p:spPr>
            <a:xfrm>
              <a:off x="6460067" y="265882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t3494"/>
            <p:cNvSpPr/>
            <p:nvPr/>
          </p:nvSpPr>
          <p:spPr>
            <a:xfrm>
              <a:off x="6254790" y="248982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t3495"/>
            <p:cNvSpPr/>
            <p:nvPr/>
          </p:nvSpPr>
          <p:spPr>
            <a:xfrm>
              <a:off x="6448466" y="26276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t3496"/>
            <p:cNvSpPr/>
            <p:nvPr/>
          </p:nvSpPr>
          <p:spPr>
            <a:xfrm>
              <a:off x="6252352" y="293966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t3497"/>
            <p:cNvSpPr/>
            <p:nvPr/>
          </p:nvSpPr>
          <p:spPr>
            <a:xfrm>
              <a:off x="6370039" y="267630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t3498"/>
            <p:cNvSpPr/>
            <p:nvPr/>
          </p:nvSpPr>
          <p:spPr>
            <a:xfrm>
              <a:off x="6419541" y="26617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t3499"/>
            <p:cNvSpPr/>
            <p:nvPr/>
          </p:nvSpPr>
          <p:spPr>
            <a:xfrm>
              <a:off x="6371162" y="249466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t3500"/>
            <p:cNvSpPr/>
            <p:nvPr/>
          </p:nvSpPr>
          <p:spPr>
            <a:xfrm>
              <a:off x="6352352" y="306229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t3501"/>
            <p:cNvSpPr/>
            <p:nvPr/>
          </p:nvSpPr>
          <p:spPr>
            <a:xfrm>
              <a:off x="6545723" y="25546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t3502"/>
            <p:cNvSpPr/>
            <p:nvPr/>
          </p:nvSpPr>
          <p:spPr>
            <a:xfrm>
              <a:off x="6302583" y="250272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t3503"/>
            <p:cNvSpPr/>
            <p:nvPr/>
          </p:nvSpPr>
          <p:spPr>
            <a:xfrm>
              <a:off x="6444234" y="276888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t3504"/>
            <p:cNvSpPr/>
            <p:nvPr/>
          </p:nvSpPr>
          <p:spPr>
            <a:xfrm>
              <a:off x="6559408" y="300686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t3505"/>
            <p:cNvSpPr/>
            <p:nvPr/>
          </p:nvSpPr>
          <p:spPr>
            <a:xfrm>
              <a:off x="6553575" y="298568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t3506"/>
            <p:cNvSpPr/>
            <p:nvPr/>
          </p:nvSpPr>
          <p:spPr>
            <a:xfrm>
              <a:off x="6383875" y="272157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t3507"/>
            <p:cNvSpPr/>
            <p:nvPr/>
          </p:nvSpPr>
          <p:spPr>
            <a:xfrm>
              <a:off x="6468807" y="25207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t3508"/>
            <p:cNvSpPr/>
            <p:nvPr/>
          </p:nvSpPr>
          <p:spPr>
            <a:xfrm>
              <a:off x="6738555" y="28133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t3509"/>
            <p:cNvSpPr/>
            <p:nvPr/>
          </p:nvSpPr>
          <p:spPr>
            <a:xfrm>
              <a:off x="6579067" y="268503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t3510"/>
            <p:cNvSpPr/>
            <p:nvPr/>
          </p:nvSpPr>
          <p:spPr>
            <a:xfrm>
              <a:off x="6607032" y="307152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t3511"/>
            <p:cNvSpPr/>
            <p:nvPr/>
          </p:nvSpPr>
          <p:spPr>
            <a:xfrm>
              <a:off x="6567373" y="324712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t3512"/>
            <p:cNvSpPr/>
            <p:nvPr/>
          </p:nvSpPr>
          <p:spPr>
            <a:xfrm>
              <a:off x="6530861" y="308794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t3513"/>
            <p:cNvSpPr/>
            <p:nvPr/>
          </p:nvSpPr>
          <p:spPr>
            <a:xfrm>
              <a:off x="6433898" y="281994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t3514"/>
            <p:cNvSpPr/>
            <p:nvPr/>
          </p:nvSpPr>
          <p:spPr>
            <a:xfrm>
              <a:off x="6660596" y="328288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t3515"/>
            <p:cNvSpPr/>
            <p:nvPr/>
          </p:nvSpPr>
          <p:spPr>
            <a:xfrm>
              <a:off x="6374559" y="219185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t3516"/>
            <p:cNvSpPr/>
            <p:nvPr/>
          </p:nvSpPr>
          <p:spPr>
            <a:xfrm>
              <a:off x="6551691" y="286234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t3517"/>
            <p:cNvSpPr/>
            <p:nvPr/>
          </p:nvSpPr>
          <p:spPr>
            <a:xfrm>
              <a:off x="6359894" y="23117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t3518"/>
            <p:cNvSpPr/>
            <p:nvPr/>
          </p:nvSpPr>
          <p:spPr>
            <a:xfrm>
              <a:off x="6444117" y="302387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t3519"/>
            <p:cNvSpPr/>
            <p:nvPr/>
          </p:nvSpPr>
          <p:spPr>
            <a:xfrm>
              <a:off x="6507591" y="25293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t3520"/>
            <p:cNvSpPr/>
            <p:nvPr/>
          </p:nvSpPr>
          <p:spPr>
            <a:xfrm>
              <a:off x="6468799" y="22636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t3521"/>
            <p:cNvSpPr/>
            <p:nvPr/>
          </p:nvSpPr>
          <p:spPr>
            <a:xfrm>
              <a:off x="6291075" y="243930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t3522"/>
            <p:cNvSpPr/>
            <p:nvPr/>
          </p:nvSpPr>
          <p:spPr>
            <a:xfrm>
              <a:off x="6401203" y="252675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t3523"/>
            <p:cNvSpPr/>
            <p:nvPr/>
          </p:nvSpPr>
          <p:spPr>
            <a:xfrm>
              <a:off x="6469068" y="21365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t3524"/>
            <p:cNvSpPr/>
            <p:nvPr/>
          </p:nvSpPr>
          <p:spPr>
            <a:xfrm>
              <a:off x="6422213" y="239688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t3525"/>
            <p:cNvSpPr/>
            <p:nvPr/>
          </p:nvSpPr>
          <p:spPr>
            <a:xfrm>
              <a:off x="6484515" y="23337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t3526"/>
            <p:cNvSpPr/>
            <p:nvPr/>
          </p:nvSpPr>
          <p:spPr>
            <a:xfrm>
              <a:off x="6605732" y="29337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t3527"/>
            <p:cNvSpPr/>
            <p:nvPr/>
          </p:nvSpPr>
          <p:spPr>
            <a:xfrm>
              <a:off x="6458942" y="26381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t3528"/>
            <p:cNvSpPr/>
            <p:nvPr/>
          </p:nvSpPr>
          <p:spPr>
            <a:xfrm>
              <a:off x="6371535" y="214154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t3529"/>
            <p:cNvSpPr/>
            <p:nvPr/>
          </p:nvSpPr>
          <p:spPr>
            <a:xfrm>
              <a:off x="6532818" y="26953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t3530"/>
            <p:cNvSpPr/>
            <p:nvPr/>
          </p:nvSpPr>
          <p:spPr>
            <a:xfrm>
              <a:off x="6437956" y="263997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t3531"/>
            <p:cNvSpPr/>
            <p:nvPr/>
          </p:nvSpPr>
          <p:spPr>
            <a:xfrm>
              <a:off x="6645877" y="321042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t3532"/>
            <p:cNvSpPr/>
            <p:nvPr/>
          </p:nvSpPr>
          <p:spPr>
            <a:xfrm>
              <a:off x="6488748" y="22552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t3533"/>
            <p:cNvSpPr/>
            <p:nvPr/>
          </p:nvSpPr>
          <p:spPr>
            <a:xfrm>
              <a:off x="6443382" y="209221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t3534"/>
            <p:cNvSpPr/>
            <p:nvPr/>
          </p:nvSpPr>
          <p:spPr>
            <a:xfrm>
              <a:off x="6447563" y="226080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t3535"/>
            <p:cNvSpPr/>
            <p:nvPr/>
          </p:nvSpPr>
          <p:spPr>
            <a:xfrm>
              <a:off x="6313074" y="241334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t3536"/>
            <p:cNvSpPr/>
            <p:nvPr/>
          </p:nvSpPr>
          <p:spPr>
            <a:xfrm>
              <a:off x="6590948" y="23681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t3537"/>
            <p:cNvSpPr/>
            <p:nvPr/>
          </p:nvSpPr>
          <p:spPr>
            <a:xfrm>
              <a:off x="6458035" y="239935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t3538"/>
            <p:cNvSpPr/>
            <p:nvPr/>
          </p:nvSpPr>
          <p:spPr>
            <a:xfrm>
              <a:off x="6372101" y="202627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t3539"/>
            <p:cNvSpPr/>
            <p:nvPr/>
          </p:nvSpPr>
          <p:spPr>
            <a:xfrm>
              <a:off x="6383679" y="283160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t3540"/>
            <p:cNvSpPr/>
            <p:nvPr/>
          </p:nvSpPr>
          <p:spPr>
            <a:xfrm>
              <a:off x="6483226" y="253149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t3541"/>
            <p:cNvSpPr/>
            <p:nvPr/>
          </p:nvSpPr>
          <p:spPr>
            <a:xfrm>
              <a:off x="6443886" y="22935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t3542"/>
            <p:cNvSpPr/>
            <p:nvPr/>
          </p:nvSpPr>
          <p:spPr>
            <a:xfrm>
              <a:off x="6401400" y="223703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t3543"/>
            <p:cNvSpPr/>
            <p:nvPr/>
          </p:nvSpPr>
          <p:spPr>
            <a:xfrm>
              <a:off x="6226143" y="229797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t3544"/>
            <p:cNvSpPr/>
            <p:nvPr/>
          </p:nvSpPr>
          <p:spPr>
            <a:xfrm>
              <a:off x="6481321" y="253753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t3545"/>
            <p:cNvSpPr/>
            <p:nvPr/>
          </p:nvSpPr>
          <p:spPr>
            <a:xfrm>
              <a:off x="6375253" y="24017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t3546"/>
            <p:cNvSpPr/>
            <p:nvPr/>
          </p:nvSpPr>
          <p:spPr>
            <a:xfrm>
              <a:off x="6416522" y="258729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t3547"/>
            <p:cNvSpPr/>
            <p:nvPr/>
          </p:nvSpPr>
          <p:spPr>
            <a:xfrm>
              <a:off x="6238228" y="213843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t3548"/>
            <p:cNvSpPr/>
            <p:nvPr/>
          </p:nvSpPr>
          <p:spPr>
            <a:xfrm>
              <a:off x="6271101" y="23070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t3549"/>
            <p:cNvSpPr/>
            <p:nvPr/>
          </p:nvSpPr>
          <p:spPr>
            <a:xfrm>
              <a:off x="6438907" y="270174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t3550"/>
            <p:cNvSpPr/>
            <p:nvPr/>
          </p:nvSpPr>
          <p:spPr>
            <a:xfrm>
              <a:off x="6366756" y="273266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t3551"/>
            <p:cNvSpPr/>
            <p:nvPr/>
          </p:nvSpPr>
          <p:spPr>
            <a:xfrm>
              <a:off x="6335392" y="268033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t3552"/>
            <p:cNvSpPr/>
            <p:nvPr/>
          </p:nvSpPr>
          <p:spPr>
            <a:xfrm>
              <a:off x="6348885" y="260937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t3553"/>
            <p:cNvSpPr/>
            <p:nvPr/>
          </p:nvSpPr>
          <p:spPr>
            <a:xfrm>
              <a:off x="6474969" y="258896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t3554"/>
            <p:cNvSpPr/>
            <p:nvPr/>
          </p:nvSpPr>
          <p:spPr>
            <a:xfrm>
              <a:off x="6423005" y="190049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t3555"/>
            <p:cNvSpPr/>
            <p:nvPr/>
          </p:nvSpPr>
          <p:spPr>
            <a:xfrm>
              <a:off x="6457140" y="24757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t3556"/>
            <p:cNvSpPr/>
            <p:nvPr/>
          </p:nvSpPr>
          <p:spPr>
            <a:xfrm>
              <a:off x="6339523" y="21986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t3557"/>
            <p:cNvSpPr/>
            <p:nvPr/>
          </p:nvSpPr>
          <p:spPr>
            <a:xfrm>
              <a:off x="6311332" y="249559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t3558"/>
            <p:cNvSpPr/>
            <p:nvPr/>
          </p:nvSpPr>
          <p:spPr>
            <a:xfrm>
              <a:off x="6507617" y="265052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t3559"/>
            <p:cNvSpPr/>
            <p:nvPr/>
          </p:nvSpPr>
          <p:spPr>
            <a:xfrm>
              <a:off x="6392615" y="22543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t3560"/>
            <p:cNvSpPr/>
            <p:nvPr/>
          </p:nvSpPr>
          <p:spPr>
            <a:xfrm>
              <a:off x="6318952" y="24047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t3561"/>
            <p:cNvSpPr/>
            <p:nvPr/>
          </p:nvSpPr>
          <p:spPr>
            <a:xfrm>
              <a:off x="6441335" y="212801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t3562"/>
            <p:cNvSpPr/>
            <p:nvPr/>
          </p:nvSpPr>
          <p:spPr>
            <a:xfrm>
              <a:off x="6497524" y="25673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t3563"/>
            <p:cNvSpPr/>
            <p:nvPr/>
          </p:nvSpPr>
          <p:spPr>
            <a:xfrm>
              <a:off x="6501437" y="244589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t3564"/>
            <p:cNvSpPr/>
            <p:nvPr/>
          </p:nvSpPr>
          <p:spPr>
            <a:xfrm>
              <a:off x="6614947" y="263256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t3565"/>
            <p:cNvSpPr/>
            <p:nvPr/>
          </p:nvSpPr>
          <p:spPr>
            <a:xfrm>
              <a:off x="6444341" y="22339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t3566"/>
            <p:cNvSpPr/>
            <p:nvPr/>
          </p:nvSpPr>
          <p:spPr>
            <a:xfrm>
              <a:off x="6335851" y="245708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t3567"/>
            <p:cNvSpPr/>
            <p:nvPr/>
          </p:nvSpPr>
          <p:spPr>
            <a:xfrm>
              <a:off x="6339736" y="269543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t3568"/>
            <p:cNvSpPr/>
            <p:nvPr/>
          </p:nvSpPr>
          <p:spPr>
            <a:xfrm>
              <a:off x="6401926" y="256614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t3569"/>
            <p:cNvSpPr/>
            <p:nvPr/>
          </p:nvSpPr>
          <p:spPr>
            <a:xfrm>
              <a:off x="6357097" y="232067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t3570"/>
            <p:cNvSpPr/>
            <p:nvPr/>
          </p:nvSpPr>
          <p:spPr>
            <a:xfrm>
              <a:off x="6412605" y="23988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t3571"/>
            <p:cNvSpPr/>
            <p:nvPr/>
          </p:nvSpPr>
          <p:spPr>
            <a:xfrm>
              <a:off x="6320619" y="23477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t3572"/>
            <p:cNvSpPr/>
            <p:nvPr/>
          </p:nvSpPr>
          <p:spPr>
            <a:xfrm>
              <a:off x="6320805" y="22441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t3573"/>
            <p:cNvSpPr/>
            <p:nvPr/>
          </p:nvSpPr>
          <p:spPr>
            <a:xfrm>
              <a:off x="6719590" y="317949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t3574"/>
            <p:cNvSpPr/>
            <p:nvPr/>
          </p:nvSpPr>
          <p:spPr>
            <a:xfrm>
              <a:off x="6321467" y="225840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t3575"/>
            <p:cNvSpPr/>
            <p:nvPr/>
          </p:nvSpPr>
          <p:spPr>
            <a:xfrm>
              <a:off x="6720138" y="280345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t3576"/>
            <p:cNvSpPr/>
            <p:nvPr/>
          </p:nvSpPr>
          <p:spPr>
            <a:xfrm>
              <a:off x="6485166" y="22712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t3577"/>
            <p:cNvSpPr/>
            <p:nvPr/>
          </p:nvSpPr>
          <p:spPr>
            <a:xfrm>
              <a:off x="6464363" y="211776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t3578"/>
            <p:cNvSpPr/>
            <p:nvPr/>
          </p:nvSpPr>
          <p:spPr>
            <a:xfrm>
              <a:off x="6424999" y="247331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t3579"/>
            <p:cNvSpPr/>
            <p:nvPr/>
          </p:nvSpPr>
          <p:spPr>
            <a:xfrm>
              <a:off x="6394735" y="206298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t3580"/>
            <p:cNvSpPr/>
            <p:nvPr/>
          </p:nvSpPr>
          <p:spPr>
            <a:xfrm>
              <a:off x="6338677" y="252774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t3581"/>
            <p:cNvSpPr/>
            <p:nvPr/>
          </p:nvSpPr>
          <p:spPr>
            <a:xfrm>
              <a:off x="6375230" y="23826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t3582"/>
            <p:cNvSpPr/>
            <p:nvPr/>
          </p:nvSpPr>
          <p:spPr>
            <a:xfrm>
              <a:off x="6623050" y="26619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t3583"/>
            <p:cNvSpPr/>
            <p:nvPr/>
          </p:nvSpPr>
          <p:spPr>
            <a:xfrm>
              <a:off x="6435471" y="24034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t3584"/>
            <p:cNvSpPr/>
            <p:nvPr/>
          </p:nvSpPr>
          <p:spPr>
            <a:xfrm>
              <a:off x="6467419" y="26872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t3585"/>
            <p:cNvSpPr/>
            <p:nvPr/>
          </p:nvSpPr>
          <p:spPr>
            <a:xfrm>
              <a:off x="6477542" y="26703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t3586"/>
            <p:cNvSpPr/>
            <p:nvPr/>
          </p:nvSpPr>
          <p:spPr>
            <a:xfrm>
              <a:off x="6674062" y="28744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t3587"/>
            <p:cNvSpPr/>
            <p:nvPr/>
          </p:nvSpPr>
          <p:spPr>
            <a:xfrm>
              <a:off x="6456086" y="25631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t3588"/>
            <p:cNvSpPr/>
            <p:nvPr/>
          </p:nvSpPr>
          <p:spPr>
            <a:xfrm>
              <a:off x="6386872" y="200808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t3589"/>
            <p:cNvSpPr/>
            <p:nvPr/>
          </p:nvSpPr>
          <p:spPr>
            <a:xfrm>
              <a:off x="6546872" y="237590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t3590"/>
            <p:cNvSpPr/>
            <p:nvPr/>
          </p:nvSpPr>
          <p:spPr>
            <a:xfrm>
              <a:off x="6358433" y="206395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t3591"/>
            <p:cNvSpPr/>
            <p:nvPr/>
          </p:nvSpPr>
          <p:spPr>
            <a:xfrm>
              <a:off x="6645246" y="23401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t3592"/>
            <p:cNvSpPr/>
            <p:nvPr/>
          </p:nvSpPr>
          <p:spPr>
            <a:xfrm>
              <a:off x="6579532" y="234543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t3593"/>
            <p:cNvSpPr/>
            <p:nvPr/>
          </p:nvSpPr>
          <p:spPr>
            <a:xfrm>
              <a:off x="6527128" y="242028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t3594"/>
            <p:cNvSpPr/>
            <p:nvPr/>
          </p:nvSpPr>
          <p:spPr>
            <a:xfrm>
              <a:off x="6615192" y="23889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t3595"/>
            <p:cNvSpPr/>
            <p:nvPr/>
          </p:nvSpPr>
          <p:spPr>
            <a:xfrm>
              <a:off x="6403137" y="249046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t3596"/>
            <p:cNvSpPr/>
            <p:nvPr/>
          </p:nvSpPr>
          <p:spPr>
            <a:xfrm>
              <a:off x="6456870" y="23616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t3597"/>
            <p:cNvSpPr/>
            <p:nvPr/>
          </p:nvSpPr>
          <p:spPr>
            <a:xfrm>
              <a:off x="6545049" y="243666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t3598"/>
            <p:cNvSpPr/>
            <p:nvPr/>
          </p:nvSpPr>
          <p:spPr>
            <a:xfrm>
              <a:off x="6577860" y="304377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t3599"/>
            <p:cNvSpPr/>
            <p:nvPr/>
          </p:nvSpPr>
          <p:spPr>
            <a:xfrm>
              <a:off x="6446390" y="273493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t3600"/>
            <p:cNvSpPr/>
            <p:nvPr/>
          </p:nvSpPr>
          <p:spPr>
            <a:xfrm>
              <a:off x="6571046" y="27675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t3601"/>
            <p:cNvSpPr/>
            <p:nvPr/>
          </p:nvSpPr>
          <p:spPr>
            <a:xfrm>
              <a:off x="6498662" y="234330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t3602"/>
            <p:cNvSpPr/>
            <p:nvPr/>
          </p:nvSpPr>
          <p:spPr>
            <a:xfrm>
              <a:off x="6469539" y="275147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t3603"/>
            <p:cNvSpPr/>
            <p:nvPr/>
          </p:nvSpPr>
          <p:spPr>
            <a:xfrm>
              <a:off x="6423700" y="23909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t3604"/>
            <p:cNvSpPr/>
            <p:nvPr/>
          </p:nvSpPr>
          <p:spPr>
            <a:xfrm>
              <a:off x="6307292" y="223176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t3605"/>
            <p:cNvSpPr/>
            <p:nvPr/>
          </p:nvSpPr>
          <p:spPr>
            <a:xfrm>
              <a:off x="6546491" y="281577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t3606"/>
            <p:cNvSpPr/>
            <p:nvPr/>
          </p:nvSpPr>
          <p:spPr>
            <a:xfrm>
              <a:off x="5682842" y="278548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t3607"/>
            <p:cNvSpPr/>
            <p:nvPr/>
          </p:nvSpPr>
          <p:spPr>
            <a:xfrm>
              <a:off x="6446813" y="275193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t3608"/>
            <p:cNvSpPr/>
            <p:nvPr/>
          </p:nvSpPr>
          <p:spPr>
            <a:xfrm>
              <a:off x="6278416" y="248187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t3609"/>
            <p:cNvSpPr/>
            <p:nvPr/>
          </p:nvSpPr>
          <p:spPr>
            <a:xfrm>
              <a:off x="6406372" y="22424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t3610"/>
            <p:cNvSpPr/>
            <p:nvPr/>
          </p:nvSpPr>
          <p:spPr>
            <a:xfrm>
              <a:off x="6466916" y="242248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t3611"/>
            <p:cNvSpPr/>
            <p:nvPr/>
          </p:nvSpPr>
          <p:spPr>
            <a:xfrm>
              <a:off x="6246565" y="227989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t3612"/>
            <p:cNvSpPr/>
            <p:nvPr/>
          </p:nvSpPr>
          <p:spPr>
            <a:xfrm>
              <a:off x="6347764" y="24843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t3613"/>
            <p:cNvSpPr/>
            <p:nvPr/>
          </p:nvSpPr>
          <p:spPr>
            <a:xfrm>
              <a:off x="6456045" y="25408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t3614"/>
            <p:cNvSpPr/>
            <p:nvPr/>
          </p:nvSpPr>
          <p:spPr>
            <a:xfrm>
              <a:off x="6414997" y="182922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t3615"/>
            <p:cNvSpPr/>
            <p:nvPr/>
          </p:nvSpPr>
          <p:spPr>
            <a:xfrm>
              <a:off x="6569323" y="23483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t3616"/>
            <p:cNvSpPr/>
            <p:nvPr/>
          </p:nvSpPr>
          <p:spPr>
            <a:xfrm>
              <a:off x="6796033" y="18012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t3617"/>
            <p:cNvSpPr/>
            <p:nvPr/>
          </p:nvSpPr>
          <p:spPr>
            <a:xfrm>
              <a:off x="6469289" y="159550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t3618"/>
            <p:cNvSpPr/>
            <p:nvPr/>
          </p:nvSpPr>
          <p:spPr>
            <a:xfrm>
              <a:off x="6197267" y="298732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t3619"/>
            <p:cNvSpPr/>
            <p:nvPr/>
          </p:nvSpPr>
          <p:spPr>
            <a:xfrm>
              <a:off x="6310760" y="20217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t3620"/>
            <p:cNvSpPr/>
            <p:nvPr/>
          </p:nvSpPr>
          <p:spPr>
            <a:xfrm>
              <a:off x="6551187" y="263603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t3621"/>
            <p:cNvSpPr/>
            <p:nvPr/>
          </p:nvSpPr>
          <p:spPr>
            <a:xfrm>
              <a:off x="6370220" y="26588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t3622"/>
            <p:cNvSpPr/>
            <p:nvPr/>
          </p:nvSpPr>
          <p:spPr>
            <a:xfrm>
              <a:off x="6497774" y="260021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t3623"/>
            <p:cNvSpPr/>
            <p:nvPr/>
          </p:nvSpPr>
          <p:spPr>
            <a:xfrm>
              <a:off x="6557410" y="253355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t3624"/>
            <p:cNvSpPr/>
            <p:nvPr/>
          </p:nvSpPr>
          <p:spPr>
            <a:xfrm>
              <a:off x="6472198" y="23400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t3625"/>
            <p:cNvSpPr/>
            <p:nvPr/>
          </p:nvSpPr>
          <p:spPr>
            <a:xfrm>
              <a:off x="6420311" y="247938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t3626"/>
            <p:cNvSpPr/>
            <p:nvPr/>
          </p:nvSpPr>
          <p:spPr>
            <a:xfrm>
              <a:off x="6481925" y="299722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t3627"/>
            <p:cNvSpPr/>
            <p:nvPr/>
          </p:nvSpPr>
          <p:spPr>
            <a:xfrm>
              <a:off x="6577639" y="275893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t3628"/>
            <p:cNvSpPr/>
            <p:nvPr/>
          </p:nvSpPr>
          <p:spPr>
            <a:xfrm>
              <a:off x="6463268" y="25810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t3629"/>
            <p:cNvSpPr/>
            <p:nvPr/>
          </p:nvSpPr>
          <p:spPr>
            <a:xfrm>
              <a:off x="6717528" y="286850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t3630"/>
            <p:cNvSpPr/>
            <p:nvPr/>
          </p:nvSpPr>
          <p:spPr>
            <a:xfrm>
              <a:off x="6485906" y="21150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t3631"/>
            <p:cNvSpPr/>
            <p:nvPr/>
          </p:nvSpPr>
          <p:spPr>
            <a:xfrm>
              <a:off x="6316487" y="253568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t3632"/>
            <p:cNvSpPr/>
            <p:nvPr/>
          </p:nvSpPr>
          <p:spPr>
            <a:xfrm>
              <a:off x="6634439" y="258324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t3633"/>
            <p:cNvSpPr/>
            <p:nvPr/>
          </p:nvSpPr>
          <p:spPr>
            <a:xfrm>
              <a:off x="6403941" y="23696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t3634"/>
            <p:cNvSpPr/>
            <p:nvPr/>
          </p:nvSpPr>
          <p:spPr>
            <a:xfrm>
              <a:off x="6616432" y="255533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t3635"/>
            <p:cNvSpPr/>
            <p:nvPr/>
          </p:nvSpPr>
          <p:spPr>
            <a:xfrm>
              <a:off x="6717720" y="29651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t3636"/>
            <p:cNvSpPr/>
            <p:nvPr/>
          </p:nvSpPr>
          <p:spPr>
            <a:xfrm>
              <a:off x="6772662" y="179238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t3637"/>
            <p:cNvSpPr/>
            <p:nvPr/>
          </p:nvSpPr>
          <p:spPr>
            <a:xfrm>
              <a:off x="6467182" y="264574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t3638"/>
            <p:cNvSpPr/>
            <p:nvPr/>
          </p:nvSpPr>
          <p:spPr>
            <a:xfrm>
              <a:off x="6372533" y="197111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t3639"/>
            <p:cNvSpPr/>
            <p:nvPr/>
          </p:nvSpPr>
          <p:spPr>
            <a:xfrm>
              <a:off x="6408876" y="27874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t3640"/>
            <p:cNvSpPr/>
            <p:nvPr/>
          </p:nvSpPr>
          <p:spPr>
            <a:xfrm>
              <a:off x="6508914" y="265940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t3641"/>
            <p:cNvSpPr/>
            <p:nvPr/>
          </p:nvSpPr>
          <p:spPr>
            <a:xfrm>
              <a:off x="6149493" y="239317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t3642"/>
            <p:cNvSpPr/>
            <p:nvPr/>
          </p:nvSpPr>
          <p:spPr>
            <a:xfrm>
              <a:off x="6365033" y="275170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t3643"/>
            <p:cNvSpPr/>
            <p:nvPr/>
          </p:nvSpPr>
          <p:spPr>
            <a:xfrm>
              <a:off x="6719521" y="191656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t3644"/>
            <p:cNvSpPr/>
            <p:nvPr/>
          </p:nvSpPr>
          <p:spPr>
            <a:xfrm>
              <a:off x="6191023" y="25205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t3645"/>
            <p:cNvSpPr/>
            <p:nvPr/>
          </p:nvSpPr>
          <p:spPr>
            <a:xfrm>
              <a:off x="6549939" y="22312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t3646"/>
            <p:cNvSpPr/>
            <p:nvPr/>
          </p:nvSpPr>
          <p:spPr>
            <a:xfrm>
              <a:off x="6388280" y="241931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t3647"/>
            <p:cNvSpPr/>
            <p:nvPr/>
          </p:nvSpPr>
          <p:spPr>
            <a:xfrm>
              <a:off x="6354711" y="214461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t3648"/>
            <p:cNvSpPr/>
            <p:nvPr/>
          </p:nvSpPr>
          <p:spPr>
            <a:xfrm>
              <a:off x="6544279" y="21982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t3649"/>
            <p:cNvSpPr/>
            <p:nvPr/>
          </p:nvSpPr>
          <p:spPr>
            <a:xfrm>
              <a:off x="6691404" y="223057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t3650"/>
            <p:cNvSpPr/>
            <p:nvPr/>
          </p:nvSpPr>
          <p:spPr>
            <a:xfrm>
              <a:off x="6336368" y="245729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t3651"/>
            <p:cNvSpPr/>
            <p:nvPr/>
          </p:nvSpPr>
          <p:spPr>
            <a:xfrm>
              <a:off x="6494565" y="27835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t3652"/>
            <p:cNvSpPr/>
            <p:nvPr/>
          </p:nvSpPr>
          <p:spPr>
            <a:xfrm>
              <a:off x="6304466" y="282455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t3653"/>
            <p:cNvSpPr/>
            <p:nvPr/>
          </p:nvSpPr>
          <p:spPr>
            <a:xfrm>
              <a:off x="6177104" y="242013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t3654"/>
            <p:cNvSpPr/>
            <p:nvPr/>
          </p:nvSpPr>
          <p:spPr>
            <a:xfrm>
              <a:off x="6412084" y="28595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t3655"/>
            <p:cNvSpPr/>
            <p:nvPr/>
          </p:nvSpPr>
          <p:spPr>
            <a:xfrm>
              <a:off x="5911236" y="25152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t3656"/>
            <p:cNvSpPr/>
            <p:nvPr/>
          </p:nvSpPr>
          <p:spPr>
            <a:xfrm>
              <a:off x="6321956" y="298885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t3657"/>
            <p:cNvSpPr/>
            <p:nvPr/>
          </p:nvSpPr>
          <p:spPr>
            <a:xfrm>
              <a:off x="6192644" y="257780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t3658"/>
            <p:cNvSpPr/>
            <p:nvPr/>
          </p:nvSpPr>
          <p:spPr>
            <a:xfrm>
              <a:off x="6317257" y="25120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t3659"/>
            <p:cNvSpPr/>
            <p:nvPr/>
          </p:nvSpPr>
          <p:spPr>
            <a:xfrm>
              <a:off x="7874514" y="251220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t3660"/>
            <p:cNvSpPr/>
            <p:nvPr/>
          </p:nvSpPr>
          <p:spPr>
            <a:xfrm>
              <a:off x="6377295" y="24334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t3661"/>
            <p:cNvSpPr/>
            <p:nvPr/>
          </p:nvSpPr>
          <p:spPr>
            <a:xfrm>
              <a:off x="6365480" y="25432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t3662"/>
            <p:cNvSpPr/>
            <p:nvPr/>
          </p:nvSpPr>
          <p:spPr>
            <a:xfrm>
              <a:off x="6313614" y="25614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t3663"/>
            <p:cNvSpPr/>
            <p:nvPr/>
          </p:nvSpPr>
          <p:spPr>
            <a:xfrm>
              <a:off x="6573359" y="183404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t3664"/>
            <p:cNvSpPr/>
            <p:nvPr/>
          </p:nvSpPr>
          <p:spPr>
            <a:xfrm>
              <a:off x="6505894" y="28545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t3665"/>
            <p:cNvSpPr/>
            <p:nvPr/>
          </p:nvSpPr>
          <p:spPr>
            <a:xfrm>
              <a:off x="6230371" y="186783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t3666"/>
            <p:cNvSpPr/>
            <p:nvPr/>
          </p:nvSpPr>
          <p:spPr>
            <a:xfrm>
              <a:off x="6468843" y="278266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t3667"/>
            <p:cNvSpPr/>
            <p:nvPr/>
          </p:nvSpPr>
          <p:spPr>
            <a:xfrm>
              <a:off x="6608843" y="220157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t3668"/>
            <p:cNvSpPr/>
            <p:nvPr/>
          </p:nvSpPr>
          <p:spPr>
            <a:xfrm>
              <a:off x="6413003" y="224513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t3669"/>
            <p:cNvSpPr/>
            <p:nvPr/>
          </p:nvSpPr>
          <p:spPr>
            <a:xfrm>
              <a:off x="6657547" y="218110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t3670"/>
            <p:cNvSpPr/>
            <p:nvPr/>
          </p:nvSpPr>
          <p:spPr>
            <a:xfrm>
              <a:off x="6293804" y="220393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t3671"/>
            <p:cNvSpPr/>
            <p:nvPr/>
          </p:nvSpPr>
          <p:spPr>
            <a:xfrm>
              <a:off x="6660826" y="29116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t3672"/>
            <p:cNvSpPr/>
            <p:nvPr/>
          </p:nvSpPr>
          <p:spPr>
            <a:xfrm>
              <a:off x="6451118" y="186883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t3673"/>
            <p:cNvSpPr/>
            <p:nvPr/>
          </p:nvSpPr>
          <p:spPr>
            <a:xfrm>
              <a:off x="6619023" y="233586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t3674"/>
            <p:cNvSpPr/>
            <p:nvPr/>
          </p:nvSpPr>
          <p:spPr>
            <a:xfrm>
              <a:off x="6459327" y="28256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t3675"/>
            <p:cNvSpPr/>
            <p:nvPr/>
          </p:nvSpPr>
          <p:spPr>
            <a:xfrm>
              <a:off x="6450177" y="261090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t3676"/>
            <p:cNvSpPr/>
            <p:nvPr/>
          </p:nvSpPr>
          <p:spPr>
            <a:xfrm>
              <a:off x="6648376" y="190906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t3677"/>
            <p:cNvSpPr/>
            <p:nvPr/>
          </p:nvSpPr>
          <p:spPr>
            <a:xfrm>
              <a:off x="6162773" y="261396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t3678"/>
            <p:cNvSpPr/>
            <p:nvPr/>
          </p:nvSpPr>
          <p:spPr>
            <a:xfrm>
              <a:off x="6389487" y="239686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t3679"/>
            <p:cNvSpPr/>
            <p:nvPr/>
          </p:nvSpPr>
          <p:spPr>
            <a:xfrm>
              <a:off x="6249848" y="242928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t3680"/>
            <p:cNvSpPr/>
            <p:nvPr/>
          </p:nvSpPr>
          <p:spPr>
            <a:xfrm>
              <a:off x="6398274" y="228902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t3681"/>
            <p:cNvSpPr/>
            <p:nvPr/>
          </p:nvSpPr>
          <p:spPr>
            <a:xfrm>
              <a:off x="6382264" y="30793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t3682"/>
            <p:cNvSpPr/>
            <p:nvPr/>
          </p:nvSpPr>
          <p:spPr>
            <a:xfrm>
              <a:off x="6237373" y="317796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t3683"/>
            <p:cNvSpPr/>
            <p:nvPr/>
          </p:nvSpPr>
          <p:spPr>
            <a:xfrm>
              <a:off x="6549170" y="260016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t3684"/>
            <p:cNvSpPr/>
            <p:nvPr/>
          </p:nvSpPr>
          <p:spPr>
            <a:xfrm>
              <a:off x="6373328" y="26950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t3685"/>
            <p:cNvSpPr/>
            <p:nvPr/>
          </p:nvSpPr>
          <p:spPr>
            <a:xfrm>
              <a:off x="6239563" y="26284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t3686"/>
            <p:cNvSpPr/>
            <p:nvPr/>
          </p:nvSpPr>
          <p:spPr>
            <a:xfrm>
              <a:off x="6339575" y="29879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t3687"/>
            <p:cNvSpPr/>
            <p:nvPr/>
          </p:nvSpPr>
          <p:spPr>
            <a:xfrm>
              <a:off x="6773590" y="230178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t3688"/>
            <p:cNvSpPr/>
            <p:nvPr/>
          </p:nvSpPr>
          <p:spPr>
            <a:xfrm>
              <a:off x="6538648" y="26819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t3689"/>
            <p:cNvSpPr/>
            <p:nvPr/>
          </p:nvSpPr>
          <p:spPr>
            <a:xfrm>
              <a:off x="6244128" y="283937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t3690"/>
            <p:cNvSpPr/>
            <p:nvPr/>
          </p:nvSpPr>
          <p:spPr>
            <a:xfrm>
              <a:off x="6488099" y="238543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t3691"/>
            <p:cNvSpPr/>
            <p:nvPr/>
          </p:nvSpPr>
          <p:spPr>
            <a:xfrm>
              <a:off x="6366652" y="27552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t3692"/>
            <p:cNvSpPr/>
            <p:nvPr/>
          </p:nvSpPr>
          <p:spPr>
            <a:xfrm>
              <a:off x="6532759" y="193569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t3693"/>
            <p:cNvSpPr/>
            <p:nvPr/>
          </p:nvSpPr>
          <p:spPr>
            <a:xfrm>
              <a:off x="6421576" y="26354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t3694"/>
            <p:cNvSpPr/>
            <p:nvPr/>
          </p:nvSpPr>
          <p:spPr>
            <a:xfrm>
              <a:off x="6315114" y="266835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t3695"/>
            <p:cNvSpPr/>
            <p:nvPr/>
          </p:nvSpPr>
          <p:spPr>
            <a:xfrm>
              <a:off x="6358732" y="25909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t3696"/>
            <p:cNvSpPr/>
            <p:nvPr/>
          </p:nvSpPr>
          <p:spPr>
            <a:xfrm>
              <a:off x="6421477" y="231513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t3697"/>
            <p:cNvSpPr/>
            <p:nvPr/>
          </p:nvSpPr>
          <p:spPr>
            <a:xfrm>
              <a:off x="6389203" y="244495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t3698"/>
            <p:cNvSpPr/>
            <p:nvPr/>
          </p:nvSpPr>
          <p:spPr>
            <a:xfrm>
              <a:off x="6409277" y="250534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t3699"/>
            <p:cNvSpPr/>
            <p:nvPr/>
          </p:nvSpPr>
          <p:spPr>
            <a:xfrm>
              <a:off x="6589024" y="28622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t3700"/>
            <p:cNvSpPr/>
            <p:nvPr/>
          </p:nvSpPr>
          <p:spPr>
            <a:xfrm>
              <a:off x="6416470" y="242203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t3701"/>
            <p:cNvSpPr/>
            <p:nvPr/>
          </p:nvSpPr>
          <p:spPr>
            <a:xfrm>
              <a:off x="6319052" y="269739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t3702"/>
            <p:cNvSpPr/>
            <p:nvPr/>
          </p:nvSpPr>
          <p:spPr>
            <a:xfrm>
              <a:off x="6379495" y="24151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t3703"/>
            <p:cNvSpPr/>
            <p:nvPr/>
          </p:nvSpPr>
          <p:spPr>
            <a:xfrm>
              <a:off x="6521019" y="221301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t3704"/>
            <p:cNvSpPr/>
            <p:nvPr/>
          </p:nvSpPr>
          <p:spPr>
            <a:xfrm>
              <a:off x="6013195" y="20535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t3705"/>
            <p:cNvSpPr/>
            <p:nvPr/>
          </p:nvSpPr>
          <p:spPr>
            <a:xfrm>
              <a:off x="6465031" y="219539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t3706"/>
            <p:cNvSpPr/>
            <p:nvPr/>
          </p:nvSpPr>
          <p:spPr>
            <a:xfrm>
              <a:off x="6441582" y="23357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t3707"/>
            <p:cNvSpPr/>
            <p:nvPr/>
          </p:nvSpPr>
          <p:spPr>
            <a:xfrm>
              <a:off x="6490210" y="211862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t3708"/>
            <p:cNvSpPr/>
            <p:nvPr/>
          </p:nvSpPr>
          <p:spPr>
            <a:xfrm>
              <a:off x="6609261" y="221705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t3709"/>
            <p:cNvSpPr/>
            <p:nvPr/>
          </p:nvSpPr>
          <p:spPr>
            <a:xfrm>
              <a:off x="6649000" y="251061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t3710"/>
            <p:cNvSpPr/>
            <p:nvPr/>
          </p:nvSpPr>
          <p:spPr>
            <a:xfrm>
              <a:off x="6491269" y="245948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t3711"/>
            <p:cNvSpPr/>
            <p:nvPr/>
          </p:nvSpPr>
          <p:spPr>
            <a:xfrm>
              <a:off x="6437055" y="28211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t3712"/>
            <p:cNvSpPr/>
            <p:nvPr/>
          </p:nvSpPr>
          <p:spPr>
            <a:xfrm>
              <a:off x="6587398" y="284384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t3713"/>
            <p:cNvSpPr/>
            <p:nvPr/>
          </p:nvSpPr>
          <p:spPr>
            <a:xfrm>
              <a:off x="6722069" y="181443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t3714"/>
            <p:cNvSpPr/>
            <p:nvPr/>
          </p:nvSpPr>
          <p:spPr>
            <a:xfrm>
              <a:off x="6392703" y="251492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t3715"/>
            <p:cNvSpPr/>
            <p:nvPr/>
          </p:nvSpPr>
          <p:spPr>
            <a:xfrm>
              <a:off x="6366417" y="260709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t3716"/>
            <p:cNvSpPr/>
            <p:nvPr/>
          </p:nvSpPr>
          <p:spPr>
            <a:xfrm>
              <a:off x="6527065" y="265548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t3717"/>
            <p:cNvSpPr/>
            <p:nvPr/>
          </p:nvSpPr>
          <p:spPr>
            <a:xfrm>
              <a:off x="6332804" y="263611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t3718"/>
            <p:cNvSpPr/>
            <p:nvPr/>
          </p:nvSpPr>
          <p:spPr>
            <a:xfrm>
              <a:off x="6399388" y="26751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t3719"/>
            <p:cNvSpPr/>
            <p:nvPr/>
          </p:nvSpPr>
          <p:spPr>
            <a:xfrm>
              <a:off x="6432277" y="259191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t3720"/>
            <p:cNvSpPr/>
            <p:nvPr/>
          </p:nvSpPr>
          <p:spPr>
            <a:xfrm>
              <a:off x="6688068" y="29957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t3721"/>
            <p:cNvSpPr/>
            <p:nvPr/>
          </p:nvSpPr>
          <p:spPr>
            <a:xfrm>
              <a:off x="6438149" y="24279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t3722"/>
            <p:cNvSpPr/>
            <p:nvPr/>
          </p:nvSpPr>
          <p:spPr>
            <a:xfrm>
              <a:off x="6384744" y="239426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t3723"/>
            <p:cNvSpPr/>
            <p:nvPr/>
          </p:nvSpPr>
          <p:spPr>
            <a:xfrm>
              <a:off x="5909211" y="276417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t3724"/>
            <p:cNvSpPr/>
            <p:nvPr/>
          </p:nvSpPr>
          <p:spPr>
            <a:xfrm>
              <a:off x="6483695" y="22355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t3725"/>
            <p:cNvSpPr/>
            <p:nvPr/>
          </p:nvSpPr>
          <p:spPr>
            <a:xfrm>
              <a:off x="6345370" y="217972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t3726"/>
            <p:cNvSpPr/>
            <p:nvPr/>
          </p:nvSpPr>
          <p:spPr>
            <a:xfrm>
              <a:off x="6574450" y="272415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t3727"/>
            <p:cNvSpPr/>
            <p:nvPr/>
          </p:nvSpPr>
          <p:spPr>
            <a:xfrm>
              <a:off x="6687862" y="26945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t3728"/>
            <p:cNvSpPr/>
            <p:nvPr/>
          </p:nvSpPr>
          <p:spPr>
            <a:xfrm>
              <a:off x="6734225" y="213892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t3729"/>
            <p:cNvSpPr/>
            <p:nvPr/>
          </p:nvSpPr>
          <p:spPr>
            <a:xfrm>
              <a:off x="6782076" y="259513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t3730"/>
            <p:cNvSpPr/>
            <p:nvPr/>
          </p:nvSpPr>
          <p:spPr>
            <a:xfrm>
              <a:off x="6741905" y="176094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t3731"/>
            <p:cNvSpPr/>
            <p:nvPr/>
          </p:nvSpPr>
          <p:spPr>
            <a:xfrm>
              <a:off x="6366132" y="283965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t3732"/>
            <p:cNvSpPr/>
            <p:nvPr/>
          </p:nvSpPr>
          <p:spPr>
            <a:xfrm>
              <a:off x="6347213" y="27904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t3733"/>
            <p:cNvSpPr/>
            <p:nvPr/>
          </p:nvSpPr>
          <p:spPr>
            <a:xfrm>
              <a:off x="6330521" y="215370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t3734"/>
            <p:cNvSpPr/>
            <p:nvPr/>
          </p:nvSpPr>
          <p:spPr>
            <a:xfrm>
              <a:off x="6591023" y="165869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t3735"/>
            <p:cNvSpPr/>
            <p:nvPr/>
          </p:nvSpPr>
          <p:spPr>
            <a:xfrm>
              <a:off x="6464951" y="25005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t3736"/>
            <p:cNvSpPr/>
            <p:nvPr/>
          </p:nvSpPr>
          <p:spPr>
            <a:xfrm>
              <a:off x="6466212" y="245642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t3737"/>
            <p:cNvSpPr/>
            <p:nvPr/>
          </p:nvSpPr>
          <p:spPr>
            <a:xfrm>
              <a:off x="6393529" y="270030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t3738"/>
            <p:cNvSpPr/>
            <p:nvPr/>
          </p:nvSpPr>
          <p:spPr>
            <a:xfrm>
              <a:off x="6505388" y="25697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t3739"/>
            <p:cNvSpPr/>
            <p:nvPr/>
          </p:nvSpPr>
          <p:spPr>
            <a:xfrm>
              <a:off x="6383503" y="315505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t3740"/>
            <p:cNvSpPr/>
            <p:nvPr/>
          </p:nvSpPr>
          <p:spPr>
            <a:xfrm>
              <a:off x="6451373" y="262748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t3741"/>
            <p:cNvSpPr/>
            <p:nvPr/>
          </p:nvSpPr>
          <p:spPr>
            <a:xfrm>
              <a:off x="6412295" y="24541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t3742"/>
            <p:cNvSpPr/>
            <p:nvPr/>
          </p:nvSpPr>
          <p:spPr>
            <a:xfrm>
              <a:off x="6353085" y="302998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t3743"/>
            <p:cNvSpPr/>
            <p:nvPr/>
          </p:nvSpPr>
          <p:spPr>
            <a:xfrm>
              <a:off x="6677352" y="214210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t3744"/>
            <p:cNvSpPr/>
            <p:nvPr/>
          </p:nvSpPr>
          <p:spPr>
            <a:xfrm>
              <a:off x="6481761" y="262388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t3745"/>
            <p:cNvSpPr/>
            <p:nvPr/>
          </p:nvSpPr>
          <p:spPr>
            <a:xfrm>
              <a:off x="6362664" y="241959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t3746"/>
            <p:cNvSpPr/>
            <p:nvPr/>
          </p:nvSpPr>
          <p:spPr>
            <a:xfrm>
              <a:off x="6346659" y="209798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t3747"/>
            <p:cNvSpPr/>
            <p:nvPr/>
          </p:nvSpPr>
          <p:spPr>
            <a:xfrm>
              <a:off x="6394400" y="214873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t3748"/>
            <p:cNvSpPr/>
            <p:nvPr/>
          </p:nvSpPr>
          <p:spPr>
            <a:xfrm>
              <a:off x="6373724" y="242624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t3749"/>
            <p:cNvSpPr/>
            <p:nvPr/>
          </p:nvSpPr>
          <p:spPr>
            <a:xfrm>
              <a:off x="6263694" y="248531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t3750"/>
            <p:cNvSpPr/>
            <p:nvPr/>
          </p:nvSpPr>
          <p:spPr>
            <a:xfrm>
              <a:off x="5917991" y="210544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t3751"/>
            <p:cNvSpPr/>
            <p:nvPr/>
          </p:nvSpPr>
          <p:spPr>
            <a:xfrm>
              <a:off x="6480840" y="214526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t3752"/>
            <p:cNvSpPr/>
            <p:nvPr/>
          </p:nvSpPr>
          <p:spPr>
            <a:xfrm>
              <a:off x="6449492" y="24330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t3753"/>
            <p:cNvSpPr/>
            <p:nvPr/>
          </p:nvSpPr>
          <p:spPr>
            <a:xfrm>
              <a:off x="6583771" y="213156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t3754"/>
            <p:cNvSpPr/>
            <p:nvPr/>
          </p:nvSpPr>
          <p:spPr>
            <a:xfrm>
              <a:off x="6364249" y="22750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t3755"/>
            <p:cNvSpPr/>
            <p:nvPr/>
          </p:nvSpPr>
          <p:spPr>
            <a:xfrm>
              <a:off x="6480415" y="231615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t3756"/>
            <p:cNvSpPr/>
            <p:nvPr/>
          </p:nvSpPr>
          <p:spPr>
            <a:xfrm>
              <a:off x="6258873" y="242817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t3757"/>
            <p:cNvSpPr/>
            <p:nvPr/>
          </p:nvSpPr>
          <p:spPr>
            <a:xfrm>
              <a:off x="6427408" y="20351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t3758"/>
            <p:cNvSpPr/>
            <p:nvPr/>
          </p:nvSpPr>
          <p:spPr>
            <a:xfrm>
              <a:off x="6450231" y="223103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t3759"/>
            <p:cNvSpPr/>
            <p:nvPr/>
          </p:nvSpPr>
          <p:spPr>
            <a:xfrm>
              <a:off x="6431280" y="229519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t3760"/>
            <p:cNvSpPr/>
            <p:nvPr/>
          </p:nvSpPr>
          <p:spPr>
            <a:xfrm>
              <a:off x="6504418" y="200789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t3761"/>
            <p:cNvSpPr/>
            <p:nvPr/>
          </p:nvSpPr>
          <p:spPr>
            <a:xfrm>
              <a:off x="6377814" y="230713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t3762"/>
            <p:cNvSpPr/>
            <p:nvPr/>
          </p:nvSpPr>
          <p:spPr>
            <a:xfrm>
              <a:off x="6435861" y="22406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t3763"/>
            <p:cNvSpPr/>
            <p:nvPr/>
          </p:nvSpPr>
          <p:spPr>
            <a:xfrm>
              <a:off x="6365571" y="190822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t3764"/>
            <p:cNvSpPr/>
            <p:nvPr/>
          </p:nvSpPr>
          <p:spPr>
            <a:xfrm>
              <a:off x="6437701" y="217627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t3765"/>
            <p:cNvSpPr/>
            <p:nvPr/>
          </p:nvSpPr>
          <p:spPr>
            <a:xfrm>
              <a:off x="6403117" y="235923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t3766"/>
            <p:cNvSpPr/>
            <p:nvPr/>
          </p:nvSpPr>
          <p:spPr>
            <a:xfrm>
              <a:off x="6220527" y="225462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t3767"/>
            <p:cNvSpPr/>
            <p:nvPr/>
          </p:nvSpPr>
          <p:spPr>
            <a:xfrm>
              <a:off x="6537610" y="271794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t3768"/>
            <p:cNvSpPr/>
            <p:nvPr/>
          </p:nvSpPr>
          <p:spPr>
            <a:xfrm>
              <a:off x="6572742" y="235249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t3769"/>
            <p:cNvSpPr/>
            <p:nvPr/>
          </p:nvSpPr>
          <p:spPr>
            <a:xfrm>
              <a:off x="6504931" y="237628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t3770"/>
            <p:cNvSpPr/>
            <p:nvPr/>
          </p:nvSpPr>
          <p:spPr>
            <a:xfrm>
              <a:off x="6445599" y="247508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t3771"/>
            <p:cNvSpPr/>
            <p:nvPr/>
          </p:nvSpPr>
          <p:spPr>
            <a:xfrm>
              <a:off x="6388480" y="21682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t3772"/>
            <p:cNvSpPr/>
            <p:nvPr/>
          </p:nvSpPr>
          <p:spPr>
            <a:xfrm>
              <a:off x="6538738" y="252211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t3773"/>
            <p:cNvSpPr/>
            <p:nvPr/>
          </p:nvSpPr>
          <p:spPr>
            <a:xfrm>
              <a:off x="6380913" y="23309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t3774"/>
            <p:cNvSpPr/>
            <p:nvPr/>
          </p:nvSpPr>
          <p:spPr>
            <a:xfrm>
              <a:off x="6373328" y="264406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t3775"/>
            <p:cNvSpPr/>
            <p:nvPr/>
          </p:nvSpPr>
          <p:spPr>
            <a:xfrm>
              <a:off x="6335804" y="233271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t3776"/>
            <p:cNvSpPr/>
            <p:nvPr/>
          </p:nvSpPr>
          <p:spPr>
            <a:xfrm>
              <a:off x="6443619" y="215365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t3777"/>
            <p:cNvSpPr/>
            <p:nvPr/>
          </p:nvSpPr>
          <p:spPr>
            <a:xfrm>
              <a:off x="6681946" y="304572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t3778"/>
            <p:cNvSpPr/>
            <p:nvPr/>
          </p:nvSpPr>
          <p:spPr>
            <a:xfrm>
              <a:off x="6347023" y="314358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t3779"/>
            <p:cNvSpPr/>
            <p:nvPr/>
          </p:nvSpPr>
          <p:spPr>
            <a:xfrm>
              <a:off x="6369190" y="29160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t3780"/>
            <p:cNvSpPr/>
            <p:nvPr/>
          </p:nvSpPr>
          <p:spPr>
            <a:xfrm>
              <a:off x="6134339" y="25181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t3781"/>
            <p:cNvSpPr/>
            <p:nvPr/>
          </p:nvSpPr>
          <p:spPr>
            <a:xfrm>
              <a:off x="6495093" y="264893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t3782"/>
            <p:cNvSpPr/>
            <p:nvPr/>
          </p:nvSpPr>
          <p:spPr>
            <a:xfrm>
              <a:off x="6384211" y="309661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t3783"/>
            <p:cNvSpPr/>
            <p:nvPr/>
          </p:nvSpPr>
          <p:spPr>
            <a:xfrm>
              <a:off x="6305465" y="237689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t3784"/>
            <p:cNvSpPr/>
            <p:nvPr/>
          </p:nvSpPr>
          <p:spPr>
            <a:xfrm>
              <a:off x="6385155" y="234216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t3785"/>
            <p:cNvSpPr/>
            <p:nvPr/>
          </p:nvSpPr>
          <p:spPr>
            <a:xfrm>
              <a:off x="6456038" y="25203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t3786"/>
            <p:cNvSpPr/>
            <p:nvPr/>
          </p:nvSpPr>
          <p:spPr>
            <a:xfrm>
              <a:off x="6389529" y="233479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t3787"/>
            <p:cNvSpPr/>
            <p:nvPr/>
          </p:nvSpPr>
          <p:spPr>
            <a:xfrm>
              <a:off x="6573854" y="24090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t3788"/>
            <p:cNvSpPr/>
            <p:nvPr/>
          </p:nvSpPr>
          <p:spPr>
            <a:xfrm>
              <a:off x="6475051" y="22939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t3789"/>
            <p:cNvSpPr/>
            <p:nvPr/>
          </p:nvSpPr>
          <p:spPr>
            <a:xfrm>
              <a:off x="6310869" y="258167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t3790"/>
            <p:cNvSpPr/>
            <p:nvPr/>
          </p:nvSpPr>
          <p:spPr>
            <a:xfrm>
              <a:off x="6549484" y="24052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t3791"/>
            <p:cNvSpPr/>
            <p:nvPr/>
          </p:nvSpPr>
          <p:spPr>
            <a:xfrm>
              <a:off x="6427483" y="258795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t3792"/>
            <p:cNvSpPr/>
            <p:nvPr/>
          </p:nvSpPr>
          <p:spPr>
            <a:xfrm>
              <a:off x="6302285" y="24458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t3793"/>
            <p:cNvSpPr/>
            <p:nvPr/>
          </p:nvSpPr>
          <p:spPr>
            <a:xfrm>
              <a:off x="6441834" y="244544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t3794"/>
            <p:cNvSpPr/>
            <p:nvPr/>
          </p:nvSpPr>
          <p:spPr>
            <a:xfrm>
              <a:off x="6427145" y="273728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t3795"/>
            <p:cNvSpPr/>
            <p:nvPr/>
          </p:nvSpPr>
          <p:spPr>
            <a:xfrm>
              <a:off x="6569256" y="20038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t3796"/>
            <p:cNvSpPr/>
            <p:nvPr/>
          </p:nvSpPr>
          <p:spPr>
            <a:xfrm>
              <a:off x="6415080" y="263730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t3797"/>
            <p:cNvSpPr/>
            <p:nvPr/>
          </p:nvSpPr>
          <p:spPr>
            <a:xfrm>
              <a:off x="6425686" y="25907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t3798"/>
            <p:cNvSpPr/>
            <p:nvPr/>
          </p:nvSpPr>
          <p:spPr>
            <a:xfrm>
              <a:off x="6476437" y="259684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t3799"/>
            <p:cNvSpPr/>
            <p:nvPr/>
          </p:nvSpPr>
          <p:spPr>
            <a:xfrm>
              <a:off x="6585308" y="264316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t3800"/>
            <p:cNvSpPr/>
            <p:nvPr/>
          </p:nvSpPr>
          <p:spPr>
            <a:xfrm>
              <a:off x="6574758" y="25955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t3801"/>
            <p:cNvSpPr/>
            <p:nvPr/>
          </p:nvSpPr>
          <p:spPr>
            <a:xfrm>
              <a:off x="6434275" y="220639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t3802"/>
            <p:cNvSpPr/>
            <p:nvPr/>
          </p:nvSpPr>
          <p:spPr>
            <a:xfrm>
              <a:off x="6521919" y="290039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t3803"/>
            <p:cNvSpPr/>
            <p:nvPr/>
          </p:nvSpPr>
          <p:spPr>
            <a:xfrm>
              <a:off x="6452534" y="314731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t3804"/>
            <p:cNvSpPr/>
            <p:nvPr/>
          </p:nvSpPr>
          <p:spPr>
            <a:xfrm>
              <a:off x="6474426" y="248899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t3805"/>
            <p:cNvSpPr/>
            <p:nvPr/>
          </p:nvSpPr>
          <p:spPr>
            <a:xfrm>
              <a:off x="6596413" y="23436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t3806"/>
            <p:cNvSpPr/>
            <p:nvPr/>
          </p:nvSpPr>
          <p:spPr>
            <a:xfrm>
              <a:off x="6294674" y="262774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t3807"/>
            <p:cNvSpPr/>
            <p:nvPr/>
          </p:nvSpPr>
          <p:spPr>
            <a:xfrm>
              <a:off x="6485647" y="24686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t3808"/>
            <p:cNvSpPr/>
            <p:nvPr/>
          </p:nvSpPr>
          <p:spPr>
            <a:xfrm>
              <a:off x="6506961" y="261969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t3809"/>
            <p:cNvSpPr/>
            <p:nvPr/>
          </p:nvSpPr>
          <p:spPr>
            <a:xfrm>
              <a:off x="6408513" y="234839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t3810"/>
            <p:cNvSpPr/>
            <p:nvPr/>
          </p:nvSpPr>
          <p:spPr>
            <a:xfrm>
              <a:off x="6643846" y="204887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t3811"/>
            <p:cNvSpPr/>
            <p:nvPr/>
          </p:nvSpPr>
          <p:spPr>
            <a:xfrm>
              <a:off x="6226855" y="234096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t3812"/>
            <p:cNvSpPr/>
            <p:nvPr/>
          </p:nvSpPr>
          <p:spPr>
            <a:xfrm>
              <a:off x="6457381" y="204862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t3813"/>
            <p:cNvSpPr/>
            <p:nvPr/>
          </p:nvSpPr>
          <p:spPr>
            <a:xfrm>
              <a:off x="6718824" y="297379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t3814"/>
            <p:cNvSpPr/>
            <p:nvPr/>
          </p:nvSpPr>
          <p:spPr>
            <a:xfrm>
              <a:off x="6615105" y="229848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t3815"/>
            <p:cNvSpPr/>
            <p:nvPr/>
          </p:nvSpPr>
          <p:spPr>
            <a:xfrm>
              <a:off x="6589568" y="20677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t3816"/>
            <p:cNvSpPr/>
            <p:nvPr/>
          </p:nvSpPr>
          <p:spPr>
            <a:xfrm>
              <a:off x="6586496" y="24510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t3817"/>
            <p:cNvSpPr/>
            <p:nvPr/>
          </p:nvSpPr>
          <p:spPr>
            <a:xfrm>
              <a:off x="6349498" y="250873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t3818"/>
            <p:cNvSpPr/>
            <p:nvPr/>
          </p:nvSpPr>
          <p:spPr>
            <a:xfrm>
              <a:off x="6420048" y="21775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t3819"/>
            <p:cNvSpPr/>
            <p:nvPr/>
          </p:nvSpPr>
          <p:spPr>
            <a:xfrm>
              <a:off x="6567881" y="19975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t3820"/>
            <p:cNvSpPr/>
            <p:nvPr/>
          </p:nvSpPr>
          <p:spPr>
            <a:xfrm>
              <a:off x="6376824" y="22927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t3821"/>
            <p:cNvSpPr/>
            <p:nvPr/>
          </p:nvSpPr>
          <p:spPr>
            <a:xfrm>
              <a:off x="6484381" y="24508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t3822"/>
            <p:cNvSpPr/>
            <p:nvPr/>
          </p:nvSpPr>
          <p:spPr>
            <a:xfrm>
              <a:off x="6542567" y="185478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t3823"/>
            <p:cNvSpPr/>
            <p:nvPr/>
          </p:nvSpPr>
          <p:spPr>
            <a:xfrm>
              <a:off x="6504742" y="23046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t3824"/>
            <p:cNvSpPr/>
            <p:nvPr/>
          </p:nvSpPr>
          <p:spPr>
            <a:xfrm>
              <a:off x="6371324" y="247811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t3825"/>
            <p:cNvSpPr/>
            <p:nvPr/>
          </p:nvSpPr>
          <p:spPr>
            <a:xfrm>
              <a:off x="6427332" y="235863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t3826"/>
            <p:cNvSpPr/>
            <p:nvPr/>
          </p:nvSpPr>
          <p:spPr>
            <a:xfrm>
              <a:off x="6452130" y="250745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t3827"/>
            <p:cNvSpPr/>
            <p:nvPr/>
          </p:nvSpPr>
          <p:spPr>
            <a:xfrm>
              <a:off x="6487190" y="24700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t3828"/>
            <p:cNvSpPr/>
            <p:nvPr/>
          </p:nvSpPr>
          <p:spPr>
            <a:xfrm>
              <a:off x="6516804" y="23316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t3829"/>
            <p:cNvSpPr/>
            <p:nvPr/>
          </p:nvSpPr>
          <p:spPr>
            <a:xfrm>
              <a:off x="6444978" y="27094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t3830"/>
            <p:cNvSpPr/>
            <p:nvPr/>
          </p:nvSpPr>
          <p:spPr>
            <a:xfrm>
              <a:off x="6704012" y="162750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t3831"/>
            <p:cNvSpPr/>
            <p:nvPr/>
          </p:nvSpPr>
          <p:spPr>
            <a:xfrm>
              <a:off x="6432816" y="220905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t3832"/>
            <p:cNvSpPr/>
            <p:nvPr/>
          </p:nvSpPr>
          <p:spPr>
            <a:xfrm>
              <a:off x="6399438" y="219796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t3833"/>
            <p:cNvSpPr/>
            <p:nvPr/>
          </p:nvSpPr>
          <p:spPr>
            <a:xfrm>
              <a:off x="6384492" y="232041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t3834"/>
            <p:cNvSpPr/>
            <p:nvPr/>
          </p:nvSpPr>
          <p:spPr>
            <a:xfrm>
              <a:off x="6540168" y="241160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t3835"/>
            <p:cNvSpPr/>
            <p:nvPr/>
          </p:nvSpPr>
          <p:spPr>
            <a:xfrm>
              <a:off x="6733750" y="169070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t3836"/>
            <p:cNvSpPr/>
            <p:nvPr/>
          </p:nvSpPr>
          <p:spPr>
            <a:xfrm>
              <a:off x="6487708" y="251130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t3837"/>
            <p:cNvSpPr/>
            <p:nvPr/>
          </p:nvSpPr>
          <p:spPr>
            <a:xfrm>
              <a:off x="6283983" y="293209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t3838"/>
            <p:cNvSpPr/>
            <p:nvPr/>
          </p:nvSpPr>
          <p:spPr>
            <a:xfrm>
              <a:off x="6585544" y="28732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t3839"/>
            <p:cNvSpPr/>
            <p:nvPr/>
          </p:nvSpPr>
          <p:spPr>
            <a:xfrm>
              <a:off x="6465357" y="22746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t3840"/>
            <p:cNvSpPr/>
            <p:nvPr/>
          </p:nvSpPr>
          <p:spPr>
            <a:xfrm>
              <a:off x="6525689" y="255480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t3841"/>
            <p:cNvSpPr/>
            <p:nvPr/>
          </p:nvSpPr>
          <p:spPr>
            <a:xfrm>
              <a:off x="6551597" y="29226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t3842"/>
            <p:cNvSpPr/>
            <p:nvPr/>
          </p:nvSpPr>
          <p:spPr>
            <a:xfrm>
              <a:off x="6704337" y="304538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t3843"/>
            <p:cNvSpPr/>
            <p:nvPr/>
          </p:nvSpPr>
          <p:spPr>
            <a:xfrm>
              <a:off x="7108681" y="143007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t3844"/>
            <p:cNvSpPr/>
            <p:nvPr/>
          </p:nvSpPr>
          <p:spPr>
            <a:xfrm>
              <a:off x="6537501" y="200360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t3845"/>
            <p:cNvSpPr/>
            <p:nvPr/>
          </p:nvSpPr>
          <p:spPr>
            <a:xfrm>
              <a:off x="6432095" y="22550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t3846"/>
            <p:cNvSpPr/>
            <p:nvPr/>
          </p:nvSpPr>
          <p:spPr>
            <a:xfrm>
              <a:off x="6420613" y="233557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t3847"/>
            <p:cNvSpPr/>
            <p:nvPr/>
          </p:nvSpPr>
          <p:spPr>
            <a:xfrm>
              <a:off x="6384162" y="238335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t3848"/>
            <p:cNvSpPr/>
            <p:nvPr/>
          </p:nvSpPr>
          <p:spPr>
            <a:xfrm>
              <a:off x="6392512" y="25697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t3849"/>
            <p:cNvSpPr/>
            <p:nvPr/>
          </p:nvSpPr>
          <p:spPr>
            <a:xfrm>
              <a:off x="6481501" y="262376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t3850"/>
            <p:cNvSpPr/>
            <p:nvPr/>
          </p:nvSpPr>
          <p:spPr>
            <a:xfrm>
              <a:off x="6373765" y="25060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t3851"/>
            <p:cNvSpPr/>
            <p:nvPr/>
          </p:nvSpPr>
          <p:spPr>
            <a:xfrm>
              <a:off x="6593197" y="26750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t3852"/>
            <p:cNvSpPr/>
            <p:nvPr/>
          </p:nvSpPr>
          <p:spPr>
            <a:xfrm>
              <a:off x="6510121" y="30356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t3853"/>
            <p:cNvSpPr/>
            <p:nvPr/>
          </p:nvSpPr>
          <p:spPr>
            <a:xfrm>
              <a:off x="6405936" y="264638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t3854"/>
            <p:cNvSpPr/>
            <p:nvPr/>
          </p:nvSpPr>
          <p:spPr>
            <a:xfrm>
              <a:off x="6446247" y="25150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t3855"/>
            <p:cNvSpPr/>
            <p:nvPr/>
          </p:nvSpPr>
          <p:spPr>
            <a:xfrm>
              <a:off x="6479071" y="312729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t3856"/>
            <p:cNvSpPr/>
            <p:nvPr/>
          </p:nvSpPr>
          <p:spPr>
            <a:xfrm>
              <a:off x="6458313" y="24711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t3857"/>
            <p:cNvSpPr/>
            <p:nvPr/>
          </p:nvSpPr>
          <p:spPr>
            <a:xfrm>
              <a:off x="6465089" y="24473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t3858"/>
            <p:cNvSpPr/>
            <p:nvPr/>
          </p:nvSpPr>
          <p:spPr>
            <a:xfrm>
              <a:off x="6426961" y="22328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t3859"/>
            <p:cNvSpPr/>
            <p:nvPr/>
          </p:nvSpPr>
          <p:spPr>
            <a:xfrm>
              <a:off x="6409802" y="230471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t3860"/>
            <p:cNvSpPr/>
            <p:nvPr/>
          </p:nvSpPr>
          <p:spPr>
            <a:xfrm>
              <a:off x="6437538" y="23735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t3861"/>
            <p:cNvSpPr/>
            <p:nvPr/>
          </p:nvSpPr>
          <p:spPr>
            <a:xfrm>
              <a:off x="6547282" y="27921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t3862"/>
            <p:cNvSpPr/>
            <p:nvPr/>
          </p:nvSpPr>
          <p:spPr>
            <a:xfrm>
              <a:off x="6484230" y="279012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t3863"/>
            <p:cNvSpPr/>
            <p:nvPr/>
          </p:nvSpPr>
          <p:spPr>
            <a:xfrm>
              <a:off x="6579550" y="271195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t3864"/>
            <p:cNvSpPr/>
            <p:nvPr/>
          </p:nvSpPr>
          <p:spPr>
            <a:xfrm>
              <a:off x="6531818" y="22034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t3865"/>
            <p:cNvSpPr/>
            <p:nvPr/>
          </p:nvSpPr>
          <p:spPr>
            <a:xfrm>
              <a:off x="6692494" y="251104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t3866"/>
            <p:cNvSpPr/>
            <p:nvPr/>
          </p:nvSpPr>
          <p:spPr>
            <a:xfrm>
              <a:off x="6520683" y="274343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t3867"/>
            <p:cNvSpPr/>
            <p:nvPr/>
          </p:nvSpPr>
          <p:spPr>
            <a:xfrm>
              <a:off x="6711620" y="251149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t3868"/>
            <p:cNvSpPr/>
            <p:nvPr/>
          </p:nvSpPr>
          <p:spPr>
            <a:xfrm>
              <a:off x="6570239" y="23395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t3869"/>
            <p:cNvSpPr/>
            <p:nvPr/>
          </p:nvSpPr>
          <p:spPr>
            <a:xfrm>
              <a:off x="6446500" y="245704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t3870"/>
            <p:cNvSpPr/>
            <p:nvPr/>
          </p:nvSpPr>
          <p:spPr>
            <a:xfrm>
              <a:off x="6549021" y="26587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t3871"/>
            <p:cNvSpPr/>
            <p:nvPr/>
          </p:nvSpPr>
          <p:spPr>
            <a:xfrm>
              <a:off x="6455438" y="267164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t3872"/>
            <p:cNvSpPr/>
            <p:nvPr/>
          </p:nvSpPr>
          <p:spPr>
            <a:xfrm>
              <a:off x="6262230" y="277275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t3873"/>
            <p:cNvSpPr/>
            <p:nvPr/>
          </p:nvSpPr>
          <p:spPr>
            <a:xfrm>
              <a:off x="6433925" y="21673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t3874"/>
            <p:cNvSpPr/>
            <p:nvPr/>
          </p:nvSpPr>
          <p:spPr>
            <a:xfrm>
              <a:off x="6866164" y="20534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t3875"/>
            <p:cNvSpPr/>
            <p:nvPr/>
          </p:nvSpPr>
          <p:spPr>
            <a:xfrm>
              <a:off x="6572335" y="243301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t3876"/>
            <p:cNvSpPr/>
            <p:nvPr/>
          </p:nvSpPr>
          <p:spPr>
            <a:xfrm>
              <a:off x="6950438" y="219807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t3877"/>
            <p:cNvSpPr/>
            <p:nvPr/>
          </p:nvSpPr>
          <p:spPr>
            <a:xfrm>
              <a:off x="6513417" y="254270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t3878"/>
            <p:cNvSpPr/>
            <p:nvPr/>
          </p:nvSpPr>
          <p:spPr>
            <a:xfrm>
              <a:off x="6647200" y="22127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t3879"/>
            <p:cNvSpPr/>
            <p:nvPr/>
          </p:nvSpPr>
          <p:spPr>
            <a:xfrm>
              <a:off x="6830126" y="299482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t3880"/>
            <p:cNvSpPr/>
            <p:nvPr/>
          </p:nvSpPr>
          <p:spPr>
            <a:xfrm>
              <a:off x="6876282" y="30388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t3881"/>
            <p:cNvSpPr/>
            <p:nvPr/>
          </p:nvSpPr>
          <p:spPr>
            <a:xfrm>
              <a:off x="6873950" y="265266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t3882"/>
            <p:cNvSpPr/>
            <p:nvPr/>
          </p:nvSpPr>
          <p:spPr>
            <a:xfrm>
              <a:off x="6690519" y="30028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t3883"/>
            <p:cNvSpPr/>
            <p:nvPr/>
          </p:nvSpPr>
          <p:spPr>
            <a:xfrm>
              <a:off x="6693594" y="320335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t3884"/>
            <p:cNvSpPr/>
            <p:nvPr/>
          </p:nvSpPr>
          <p:spPr>
            <a:xfrm>
              <a:off x="6742381" y="282643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t3885"/>
            <p:cNvSpPr/>
            <p:nvPr/>
          </p:nvSpPr>
          <p:spPr>
            <a:xfrm>
              <a:off x="6321476" y="289088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t3886"/>
            <p:cNvSpPr/>
            <p:nvPr/>
          </p:nvSpPr>
          <p:spPr>
            <a:xfrm>
              <a:off x="6502595" y="23910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t3887"/>
            <p:cNvSpPr/>
            <p:nvPr/>
          </p:nvSpPr>
          <p:spPr>
            <a:xfrm>
              <a:off x="6439640" y="24380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t3888"/>
            <p:cNvSpPr/>
            <p:nvPr/>
          </p:nvSpPr>
          <p:spPr>
            <a:xfrm>
              <a:off x="6588951" y="20828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t3889"/>
            <p:cNvSpPr/>
            <p:nvPr/>
          </p:nvSpPr>
          <p:spPr>
            <a:xfrm>
              <a:off x="6713053" y="237799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t3890"/>
            <p:cNvSpPr/>
            <p:nvPr/>
          </p:nvSpPr>
          <p:spPr>
            <a:xfrm>
              <a:off x="6434622" y="244773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t3891"/>
            <p:cNvSpPr/>
            <p:nvPr/>
          </p:nvSpPr>
          <p:spPr>
            <a:xfrm>
              <a:off x="6355403" y="29429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t3892"/>
            <p:cNvSpPr/>
            <p:nvPr/>
          </p:nvSpPr>
          <p:spPr>
            <a:xfrm>
              <a:off x="6282908" y="265965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t3893"/>
            <p:cNvSpPr/>
            <p:nvPr/>
          </p:nvSpPr>
          <p:spPr>
            <a:xfrm>
              <a:off x="6462859" y="22785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t3894"/>
            <p:cNvSpPr/>
            <p:nvPr/>
          </p:nvSpPr>
          <p:spPr>
            <a:xfrm>
              <a:off x="6427399" y="24725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t3895"/>
            <p:cNvSpPr/>
            <p:nvPr/>
          </p:nvSpPr>
          <p:spPr>
            <a:xfrm>
              <a:off x="6649453" y="21033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t3896"/>
            <p:cNvSpPr/>
            <p:nvPr/>
          </p:nvSpPr>
          <p:spPr>
            <a:xfrm>
              <a:off x="6368167" y="228690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t3897"/>
            <p:cNvSpPr/>
            <p:nvPr/>
          </p:nvSpPr>
          <p:spPr>
            <a:xfrm>
              <a:off x="6422342" y="26482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t3898"/>
            <p:cNvSpPr/>
            <p:nvPr/>
          </p:nvSpPr>
          <p:spPr>
            <a:xfrm>
              <a:off x="6504757" y="227539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t3899"/>
            <p:cNvSpPr/>
            <p:nvPr/>
          </p:nvSpPr>
          <p:spPr>
            <a:xfrm>
              <a:off x="6443948" y="273397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t3900"/>
            <p:cNvSpPr/>
            <p:nvPr/>
          </p:nvSpPr>
          <p:spPr>
            <a:xfrm>
              <a:off x="6402592" y="249103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t3901"/>
            <p:cNvSpPr/>
            <p:nvPr/>
          </p:nvSpPr>
          <p:spPr>
            <a:xfrm>
              <a:off x="6387952" y="305703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t3902"/>
            <p:cNvSpPr/>
            <p:nvPr/>
          </p:nvSpPr>
          <p:spPr>
            <a:xfrm>
              <a:off x="6468925" y="282321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t3903"/>
            <p:cNvSpPr/>
            <p:nvPr/>
          </p:nvSpPr>
          <p:spPr>
            <a:xfrm>
              <a:off x="6284955" y="27635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t3904"/>
            <p:cNvSpPr/>
            <p:nvPr/>
          </p:nvSpPr>
          <p:spPr>
            <a:xfrm>
              <a:off x="6450508" y="24855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t3905"/>
            <p:cNvSpPr/>
            <p:nvPr/>
          </p:nvSpPr>
          <p:spPr>
            <a:xfrm>
              <a:off x="6338021" y="332681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t3906"/>
            <p:cNvSpPr/>
            <p:nvPr/>
          </p:nvSpPr>
          <p:spPr>
            <a:xfrm>
              <a:off x="6254496" y="244559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t3907"/>
            <p:cNvSpPr/>
            <p:nvPr/>
          </p:nvSpPr>
          <p:spPr>
            <a:xfrm>
              <a:off x="6461240" y="22126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t3908"/>
            <p:cNvSpPr/>
            <p:nvPr/>
          </p:nvSpPr>
          <p:spPr>
            <a:xfrm>
              <a:off x="6355512" y="189022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t3909"/>
            <p:cNvSpPr/>
            <p:nvPr/>
          </p:nvSpPr>
          <p:spPr>
            <a:xfrm>
              <a:off x="6400598" y="253458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t3910"/>
            <p:cNvSpPr/>
            <p:nvPr/>
          </p:nvSpPr>
          <p:spPr>
            <a:xfrm>
              <a:off x="6346662" y="249256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t3911"/>
            <p:cNvSpPr/>
            <p:nvPr/>
          </p:nvSpPr>
          <p:spPr>
            <a:xfrm>
              <a:off x="6488002" y="27595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t3912"/>
            <p:cNvSpPr/>
            <p:nvPr/>
          </p:nvSpPr>
          <p:spPr>
            <a:xfrm>
              <a:off x="6242663" y="247600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t3913"/>
            <p:cNvSpPr/>
            <p:nvPr/>
          </p:nvSpPr>
          <p:spPr>
            <a:xfrm>
              <a:off x="6621021" y="28050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t3914"/>
            <p:cNvSpPr/>
            <p:nvPr/>
          </p:nvSpPr>
          <p:spPr>
            <a:xfrm>
              <a:off x="6439498" y="257073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t3915"/>
            <p:cNvSpPr/>
            <p:nvPr/>
          </p:nvSpPr>
          <p:spPr>
            <a:xfrm>
              <a:off x="6517885" y="27003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t3916"/>
            <p:cNvSpPr/>
            <p:nvPr/>
          </p:nvSpPr>
          <p:spPr>
            <a:xfrm>
              <a:off x="6490490" y="25289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t3917"/>
            <p:cNvSpPr/>
            <p:nvPr/>
          </p:nvSpPr>
          <p:spPr>
            <a:xfrm>
              <a:off x="6464671" y="272045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t3918"/>
            <p:cNvSpPr/>
            <p:nvPr/>
          </p:nvSpPr>
          <p:spPr>
            <a:xfrm>
              <a:off x="6655663" y="242826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t3919"/>
            <p:cNvSpPr/>
            <p:nvPr/>
          </p:nvSpPr>
          <p:spPr>
            <a:xfrm>
              <a:off x="6392202" y="227584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t3920"/>
            <p:cNvSpPr/>
            <p:nvPr/>
          </p:nvSpPr>
          <p:spPr>
            <a:xfrm>
              <a:off x="6551986" y="28272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t3921"/>
            <p:cNvSpPr/>
            <p:nvPr/>
          </p:nvSpPr>
          <p:spPr>
            <a:xfrm>
              <a:off x="6913697" y="206122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t3922"/>
            <p:cNvSpPr/>
            <p:nvPr/>
          </p:nvSpPr>
          <p:spPr>
            <a:xfrm>
              <a:off x="6442437" y="326238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3"/>
            <p:cNvSpPr/>
            <p:nvPr/>
          </p:nvSpPr>
          <p:spPr>
            <a:xfrm>
              <a:off x="6521044" y="262245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4"/>
            <p:cNvSpPr/>
            <p:nvPr/>
          </p:nvSpPr>
          <p:spPr>
            <a:xfrm>
              <a:off x="6513069" y="25247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5"/>
            <p:cNvSpPr/>
            <p:nvPr/>
          </p:nvSpPr>
          <p:spPr>
            <a:xfrm>
              <a:off x="6656973" y="218813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6"/>
            <p:cNvSpPr/>
            <p:nvPr/>
          </p:nvSpPr>
          <p:spPr>
            <a:xfrm>
              <a:off x="6442018" y="257082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7"/>
            <p:cNvSpPr/>
            <p:nvPr/>
          </p:nvSpPr>
          <p:spPr>
            <a:xfrm>
              <a:off x="6377659" y="309507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8"/>
            <p:cNvSpPr/>
            <p:nvPr/>
          </p:nvSpPr>
          <p:spPr>
            <a:xfrm>
              <a:off x="6507829" y="24665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29"/>
            <p:cNvSpPr/>
            <p:nvPr/>
          </p:nvSpPr>
          <p:spPr>
            <a:xfrm>
              <a:off x="6487510" y="241976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0"/>
            <p:cNvSpPr/>
            <p:nvPr/>
          </p:nvSpPr>
          <p:spPr>
            <a:xfrm>
              <a:off x="6275184" y="25639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1"/>
            <p:cNvSpPr/>
            <p:nvPr/>
          </p:nvSpPr>
          <p:spPr>
            <a:xfrm>
              <a:off x="6459751" y="28810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2"/>
            <p:cNvSpPr/>
            <p:nvPr/>
          </p:nvSpPr>
          <p:spPr>
            <a:xfrm>
              <a:off x="6408651" y="25626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3"/>
            <p:cNvSpPr/>
            <p:nvPr/>
          </p:nvSpPr>
          <p:spPr>
            <a:xfrm>
              <a:off x="6427225" y="286363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4"/>
            <p:cNvSpPr/>
            <p:nvPr/>
          </p:nvSpPr>
          <p:spPr>
            <a:xfrm>
              <a:off x="6509692" y="248339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5"/>
            <p:cNvSpPr/>
            <p:nvPr/>
          </p:nvSpPr>
          <p:spPr>
            <a:xfrm>
              <a:off x="6608397" y="26284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6"/>
            <p:cNvSpPr/>
            <p:nvPr/>
          </p:nvSpPr>
          <p:spPr>
            <a:xfrm>
              <a:off x="6510861" y="257138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7"/>
            <p:cNvSpPr/>
            <p:nvPr/>
          </p:nvSpPr>
          <p:spPr>
            <a:xfrm>
              <a:off x="6768688" y="303868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8"/>
            <p:cNvSpPr/>
            <p:nvPr/>
          </p:nvSpPr>
          <p:spPr>
            <a:xfrm>
              <a:off x="6509473" y="233675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39"/>
            <p:cNvSpPr/>
            <p:nvPr/>
          </p:nvSpPr>
          <p:spPr>
            <a:xfrm>
              <a:off x="6426106" y="240718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0"/>
            <p:cNvSpPr/>
            <p:nvPr/>
          </p:nvSpPr>
          <p:spPr>
            <a:xfrm>
              <a:off x="6448026" y="222972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1"/>
            <p:cNvSpPr/>
            <p:nvPr/>
          </p:nvSpPr>
          <p:spPr>
            <a:xfrm>
              <a:off x="6495349" y="257230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2"/>
            <p:cNvSpPr/>
            <p:nvPr/>
          </p:nvSpPr>
          <p:spPr>
            <a:xfrm>
              <a:off x="6605124" y="27454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3"/>
            <p:cNvSpPr/>
            <p:nvPr/>
          </p:nvSpPr>
          <p:spPr>
            <a:xfrm>
              <a:off x="6661873" y="216991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4"/>
            <p:cNvSpPr/>
            <p:nvPr/>
          </p:nvSpPr>
          <p:spPr>
            <a:xfrm>
              <a:off x="6620986" y="21010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5"/>
            <p:cNvSpPr/>
            <p:nvPr/>
          </p:nvSpPr>
          <p:spPr>
            <a:xfrm>
              <a:off x="6670444" y="231300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6"/>
            <p:cNvSpPr/>
            <p:nvPr/>
          </p:nvSpPr>
          <p:spPr>
            <a:xfrm>
              <a:off x="6573554" y="265018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7"/>
            <p:cNvSpPr/>
            <p:nvPr/>
          </p:nvSpPr>
          <p:spPr>
            <a:xfrm>
              <a:off x="6626972" y="260564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8"/>
            <p:cNvSpPr/>
            <p:nvPr/>
          </p:nvSpPr>
          <p:spPr>
            <a:xfrm>
              <a:off x="6524332" y="258245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49"/>
            <p:cNvSpPr/>
            <p:nvPr/>
          </p:nvSpPr>
          <p:spPr>
            <a:xfrm>
              <a:off x="6633088" y="223343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0"/>
            <p:cNvSpPr/>
            <p:nvPr/>
          </p:nvSpPr>
          <p:spPr>
            <a:xfrm>
              <a:off x="6458938" y="278701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1"/>
            <p:cNvSpPr/>
            <p:nvPr/>
          </p:nvSpPr>
          <p:spPr>
            <a:xfrm>
              <a:off x="6370525" y="287411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2"/>
            <p:cNvSpPr/>
            <p:nvPr/>
          </p:nvSpPr>
          <p:spPr>
            <a:xfrm>
              <a:off x="6533449" y="27925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3"/>
            <p:cNvSpPr/>
            <p:nvPr/>
          </p:nvSpPr>
          <p:spPr>
            <a:xfrm>
              <a:off x="6735444" y="231686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4"/>
            <p:cNvSpPr/>
            <p:nvPr/>
          </p:nvSpPr>
          <p:spPr>
            <a:xfrm>
              <a:off x="6363459" y="239777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5"/>
            <p:cNvSpPr/>
            <p:nvPr/>
          </p:nvSpPr>
          <p:spPr>
            <a:xfrm>
              <a:off x="6399992" y="254189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6"/>
            <p:cNvSpPr/>
            <p:nvPr/>
          </p:nvSpPr>
          <p:spPr>
            <a:xfrm>
              <a:off x="6488020" y="260913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7"/>
            <p:cNvSpPr/>
            <p:nvPr/>
          </p:nvSpPr>
          <p:spPr>
            <a:xfrm>
              <a:off x="6473960" y="283488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8"/>
            <p:cNvSpPr/>
            <p:nvPr/>
          </p:nvSpPr>
          <p:spPr>
            <a:xfrm>
              <a:off x="6444204" y="23961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59"/>
            <p:cNvSpPr/>
            <p:nvPr/>
          </p:nvSpPr>
          <p:spPr>
            <a:xfrm>
              <a:off x="6514536" y="229335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0"/>
            <p:cNvSpPr/>
            <p:nvPr/>
          </p:nvSpPr>
          <p:spPr>
            <a:xfrm>
              <a:off x="6398398" y="264207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t3961"/>
            <p:cNvSpPr/>
            <p:nvPr/>
          </p:nvSpPr>
          <p:spPr>
            <a:xfrm>
              <a:off x="6520150" y="259747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t3962"/>
            <p:cNvSpPr/>
            <p:nvPr/>
          </p:nvSpPr>
          <p:spPr>
            <a:xfrm>
              <a:off x="6616673" y="27488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t3963"/>
            <p:cNvSpPr/>
            <p:nvPr/>
          </p:nvSpPr>
          <p:spPr>
            <a:xfrm>
              <a:off x="6655839" y="229063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t3964"/>
            <p:cNvSpPr/>
            <p:nvPr/>
          </p:nvSpPr>
          <p:spPr>
            <a:xfrm>
              <a:off x="6319775" y="230866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t3965"/>
            <p:cNvSpPr/>
            <p:nvPr/>
          </p:nvSpPr>
          <p:spPr>
            <a:xfrm>
              <a:off x="6550922" y="297145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t3966"/>
            <p:cNvSpPr/>
            <p:nvPr/>
          </p:nvSpPr>
          <p:spPr>
            <a:xfrm>
              <a:off x="6372723" y="234859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t3967"/>
            <p:cNvSpPr/>
            <p:nvPr/>
          </p:nvSpPr>
          <p:spPr>
            <a:xfrm>
              <a:off x="6424826" y="27660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t3968"/>
            <p:cNvSpPr/>
            <p:nvPr/>
          </p:nvSpPr>
          <p:spPr>
            <a:xfrm>
              <a:off x="6425599" y="228960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t3969"/>
            <p:cNvSpPr/>
            <p:nvPr/>
          </p:nvSpPr>
          <p:spPr>
            <a:xfrm>
              <a:off x="6477762" y="25059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t3970"/>
            <p:cNvSpPr/>
            <p:nvPr/>
          </p:nvSpPr>
          <p:spPr>
            <a:xfrm>
              <a:off x="6501747" y="249112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t3971"/>
            <p:cNvSpPr/>
            <p:nvPr/>
          </p:nvSpPr>
          <p:spPr>
            <a:xfrm>
              <a:off x="6365406" y="26029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t3972"/>
            <p:cNvSpPr/>
            <p:nvPr/>
          </p:nvSpPr>
          <p:spPr>
            <a:xfrm>
              <a:off x="6523886" y="21060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t3973"/>
            <p:cNvSpPr/>
            <p:nvPr/>
          </p:nvSpPr>
          <p:spPr>
            <a:xfrm>
              <a:off x="6480910" y="21415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t3974"/>
            <p:cNvSpPr/>
            <p:nvPr/>
          </p:nvSpPr>
          <p:spPr>
            <a:xfrm>
              <a:off x="6473584" y="253209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t3975"/>
            <p:cNvSpPr/>
            <p:nvPr/>
          </p:nvSpPr>
          <p:spPr>
            <a:xfrm>
              <a:off x="6670865" y="25630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t3976"/>
            <p:cNvSpPr/>
            <p:nvPr/>
          </p:nvSpPr>
          <p:spPr>
            <a:xfrm>
              <a:off x="6579856" y="196896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t3977"/>
            <p:cNvSpPr/>
            <p:nvPr/>
          </p:nvSpPr>
          <p:spPr>
            <a:xfrm>
              <a:off x="5759965" y="298282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t3978"/>
            <p:cNvSpPr/>
            <p:nvPr/>
          </p:nvSpPr>
          <p:spPr>
            <a:xfrm>
              <a:off x="6560499" y="242962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t3979"/>
            <p:cNvSpPr/>
            <p:nvPr/>
          </p:nvSpPr>
          <p:spPr>
            <a:xfrm>
              <a:off x="6590670" y="273946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t3980"/>
            <p:cNvSpPr/>
            <p:nvPr/>
          </p:nvSpPr>
          <p:spPr>
            <a:xfrm>
              <a:off x="6507116" y="23365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t3981"/>
            <p:cNvSpPr/>
            <p:nvPr/>
          </p:nvSpPr>
          <p:spPr>
            <a:xfrm>
              <a:off x="6523316" y="24795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t3982"/>
            <p:cNvSpPr/>
            <p:nvPr/>
          </p:nvSpPr>
          <p:spPr>
            <a:xfrm>
              <a:off x="6579850" y="291905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t3983"/>
            <p:cNvSpPr/>
            <p:nvPr/>
          </p:nvSpPr>
          <p:spPr>
            <a:xfrm>
              <a:off x="6551084" y="307061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t3984"/>
            <p:cNvSpPr/>
            <p:nvPr/>
          </p:nvSpPr>
          <p:spPr>
            <a:xfrm>
              <a:off x="6451365" y="269036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t3985"/>
            <p:cNvSpPr/>
            <p:nvPr/>
          </p:nvSpPr>
          <p:spPr>
            <a:xfrm>
              <a:off x="6583280" y="27965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t3986"/>
            <p:cNvSpPr/>
            <p:nvPr/>
          </p:nvSpPr>
          <p:spPr>
            <a:xfrm>
              <a:off x="6662857" y="26236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t3987"/>
            <p:cNvSpPr/>
            <p:nvPr/>
          </p:nvSpPr>
          <p:spPr>
            <a:xfrm>
              <a:off x="6864381" y="204317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t3988"/>
            <p:cNvSpPr/>
            <p:nvPr/>
          </p:nvSpPr>
          <p:spPr>
            <a:xfrm>
              <a:off x="6479609" y="189864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t3989"/>
            <p:cNvSpPr/>
            <p:nvPr/>
          </p:nvSpPr>
          <p:spPr>
            <a:xfrm>
              <a:off x="6902732" y="210122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t3990"/>
            <p:cNvSpPr/>
            <p:nvPr/>
          </p:nvSpPr>
          <p:spPr>
            <a:xfrm>
              <a:off x="6715896" y="264357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t3991"/>
            <p:cNvSpPr/>
            <p:nvPr/>
          </p:nvSpPr>
          <p:spPr>
            <a:xfrm>
              <a:off x="6315052" y="2282537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t3992"/>
            <p:cNvSpPr/>
            <p:nvPr/>
          </p:nvSpPr>
          <p:spPr>
            <a:xfrm>
              <a:off x="6109587" y="221601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t3993"/>
            <p:cNvSpPr/>
            <p:nvPr/>
          </p:nvSpPr>
          <p:spPr>
            <a:xfrm>
              <a:off x="6416799" y="229912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t3994"/>
            <p:cNvSpPr/>
            <p:nvPr/>
          </p:nvSpPr>
          <p:spPr>
            <a:xfrm>
              <a:off x="6674658" y="258608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t3995"/>
            <p:cNvSpPr/>
            <p:nvPr/>
          </p:nvSpPr>
          <p:spPr>
            <a:xfrm>
              <a:off x="6582733" y="185730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t3996"/>
            <p:cNvSpPr/>
            <p:nvPr/>
          </p:nvSpPr>
          <p:spPr>
            <a:xfrm>
              <a:off x="5721467" y="282775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t3997"/>
            <p:cNvSpPr/>
            <p:nvPr/>
          </p:nvSpPr>
          <p:spPr>
            <a:xfrm>
              <a:off x="6390714" y="243754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t3998"/>
            <p:cNvSpPr/>
            <p:nvPr/>
          </p:nvSpPr>
          <p:spPr>
            <a:xfrm>
              <a:off x="6253134" y="251238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t3999"/>
            <p:cNvSpPr/>
            <p:nvPr/>
          </p:nvSpPr>
          <p:spPr>
            <a:xfrm>
              <a:off x="6470741" y="22152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t4000"/>
            <p:cNvSpPr/>
            <p:nvPr/>
          </p:nvSpPr>
          <p:spPr>
            <a:xfrm>
              <a:off x="6398395" y="208606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t4001"/>
            <p:cNvSpPr/>
            <p:nvPr/>
          </p:nvSpPr>
          <p:spPr>
            <a:xfrm>
              <a:off x="6359769" y="212245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t4002"/>
            <p:cNvSpPr/>
            <p:nvPr/>
          </p:nvSpPr>
          <p:spPr>
            <a:xfrm>
              <a:off x="6213696" y="309609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t4003"/>
            <p:cNvSpPr/>
            <p:nvPr/>
          </p:nvSpPr>
          <p:spPr>
            <a:xfrm>
              <a:off x="6526883" y="245455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t4004"/>
            <p:cNvSpPr/>
            <p:nvPr/>
          </p:nvSpPr>
          <p:spPr>
            <a:xfrm>
              <a:off x="6383606" y="228851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t4005"/>
            <p:cNvSpPr/>
            <p:nvPr/>
          </p:nvSpPr>
          <p:spPr>
            <a:xfrm>
              <a:off x="6598214" y="256629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t4006"/>
            <p:cNvSpPr/>
            <p:nvPr/>
          </p:nvSpPr>
          <p:spPr>
            <a:xfrm>
              <a:off x="6648632" y="253479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t4007"/>
            <p:cNvSpPr/>
            <p:nvPr/>
          </p:nvSpPr>
          <p:spPr>
            <a:xfrm>
              <a:off x="6688435" y="254694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t4008"/>
            <p:cNvSpPr/>
            <p:nvPr/>
          </p:nvSpPr>
          <p:spPr>
            <a:xfrm>
              <a:off x="6710907" y="28395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t4009"/>
            <p:cNvSpPr/>
            <p:nvPr/>
          </p:nvSpPr>
          <p:spPr>
            <a:xfrm>
              <a:off x="6828438" y="274698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t4010"/>
            <p:cNvSpPr/>
            <p:nvPr/>
          </p:nvSpPr>
          <p:spPr>
            <a:xfrm>
              <a:off x="6644813" y="233537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t4011"/>
            <p:cNvSpPr/>
            <p:nvPr/>
          </p:nvSpPr>
          <p:spPr>
            <a:xfrm>
              <a:off x="6544563" y="242475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t4012"/>
            <p:cNvSpPr/>
            <p:nvPr/>
          </p:nvSpPr>
          <p:spPr>
            <a:xfrm>
              <a:off x="6519519" y="269685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t4013"/>
            <p:cNvSpPr/>
            <p:nvPr/>
          </p:nvSpPr>
          <p:spPr>
            <a:xfrm>
              <a:off x="6637073" y="244698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t4014"/>
            <p:cNvSpPr/>
            <p:nvPr/>
          </p:nvSpPr>
          <p:spPr>
            <a:xfrm>
              <a:off x="6543469" y="23316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t4015"/>
            <p:cNvSpPr/>
            <p:nvPr/>
          </p:nvSpPr>
          <p:spPr>
            <a:xfrm>
              <a:off x="6221160" y="230754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t4016"/>
            <p:cNvSpPr/>
            <p:nvPr/>
          </p:nvSpPr>
          <p:spPr>
            <a:xfrm>
              <a:off x="6393480" y="24647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t4017"/>
            <p:cNvSpPr/>
            <p:nvPr/>
          </p:nvSpPr>
          <p:spPr>
            <a:xfrm>
              <a:off x="6724892" y="189124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t4018"/>
            <p:cNvSpPr/>
            <p:nvPr/>
          </p:nvSpPr>
          <p:spPr>
            <a:xfrm>
              <a:off x="6200513" y="25730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t4019"/>
            <p:cNvSpPr/>
            <p:nvPr/>
          </p:nvSpPr>
          <p:spPr>
            <a:xfrm>
              <a:off x="6535825" y="237731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t4020"/>
            <p:cNvSpPr/>
            <p:nvPr/>
          </p:nvSpPr>
          <p:spPr>
            <a:xfrm>
              <a:off x="6656287" y="246634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t4021"/>
            <p:cNvSpPr/>
            <p:nvPr/>
          </p:nvSpPr>
          <p:spPr>
            <a:xfrm>
              <a:off x="6449391" y="227766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t4022"/>
            <p:cNvSpPr/>
            <p:nvPr/>
          </p:nvSpPr>
          <p:spPr>
            <a:xfrm>
              <a:off x="6472976" y="226603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t4023"/>
            <p:cNvSpPr/>
            <p:nvPr/>
          </p:nvSpPr>
          <p:spPr>
            <a:xfrm>
              <a:off x="6657691" y="231265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t4024"/>
            <p:cNvSpPr/>
            <p:nvPr/>
          </p:nvSpPr>
          <p:spPr>
            <a:xfrm>
              <a:off x="6601635" y="213745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t4025"/>
            <p:cNvSpPr/>
            <p:nvPr/>
          </p:nvSpPr>
          <p:spPr>
            <a:xfrm>
              <a:off x="6583387" y="257268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t4026"/>
            <p:cNvSpPr/>
            <p:nvPr/>
          </p:nvSpPr>
          <p:spPr>
            <a:xfrm>
              <a:off x="6536559" y="1999417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t4027"/>
            <p:cNvSpPr/>
            <p:nvPr/>
          </p:nvSpPr>
          <p:spPr>
            <a:xfrm>
              <a:off x="6553249" y="215020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t4028"/>
            <p:cNvSpPr/>
            <p:nvPr/>
          </p:nvSpPr>
          <p:spPr>
            <a:xfrm>
              <a:off x="6190000" y="239256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t4029"/>
            <p:cNvSpPr/>
            <p:nvPr/>
          </p:nvSpPr>
          <p:spPr>
            <a:xfrm>
              <a:off x="6486089" y="238776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t4030"/>
            <p:cNvSpPr/>
            <p:nvPr/>
          </p:nvSpPr>
          <p:spPr>
            <a:xfrm>
              <a:off x="6455848" y="227571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t4031"/>
            <p:cNvSpPr/>
            <p:nvPr/>
          </p:nvSpPr>
          <p:spPr>
            <a:xfrm>
              <a:off x="6243356" y="222613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t4032"/>
            <p:cNvSpPr/>
            <p:nvPr/>
          </p:nvSpPr>
          <p:spPr>
            <a:xfrm>
              <a:off x="6515867" y="229383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t4033"/>
            <p:cNvSpPr/>
            <p:nvPr/>
          </p:nvSpPr>
          <p:spPr>
            <a:xfrm>
              <a:off x="6440683" y="184090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t4034"/>
            <p:cNvSpPr/>
            <p:nvPr/>
          </p:nvSpPr>
          <p:spPr>
            <a:xfrm>
              <a:off x="6375516" y="204634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t4035"/>
            <p:cNvSpPr/>
            <p:nvPr/>
          </p:nvSpPr>
          <p:spPr>
            <a:xfrm>
              <a:off x="6469562" y="242177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t4036"/>
            <p:cNvSpPr/>
            <p:nvPr/>
          </p:nvSpPr>
          <p:spPr>
            <a:xfrm>
              <a:off x="6723837" y="222146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t4037"/>
            <p:cNvSpPr/>
            <p:nvPr/>
          </p:nvSpPr>
          <p:spPr>
            <a:xfrm>
              <a:off x="6703230" y="23604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t4038"/>
            <p:cNvSpPr/>
            <p:nvPr/>
          </p:nvSpPr>
          <p:spPr>
            <a:xfrm>
              <a:off x="6625900" y="180413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t4039"/>
            <p:cNvSpPr/>
            <p:nvPr/>
          </p:nvSpPr>
          <p:spPr>
            <a:xfrm>
              <a:off x="6613265" y="255621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t4040"/>
            <p:cNvSpPr/>
            <p:nvPr/>
          </p:nvSpPr>
          <p:spPr>
            <a:xfrm>
              <a:off x="6763582" y="268620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t4041"/>
            <p:cNvSpPr/>
            <p:nvPr/>
          </p:nvSpPr>
          <p:spPr>
            <a:xfrm>
              <a:off x="6631784" y="276467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t4042"/>
            <p:cNvSpPr/>
            <p:nvPr/>
          </p:nvSpPr>
          <p:spPr>
            <a:xfrm>
              <a:off x="6594761" y="249090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t4043"/>
            <p:cNvSpPr/>
            <p:nvPr/>
          </p:nvSpPr>
          <p:spPr>
            <a:xfrm>
              <a:off x="6593547" y="242777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t4044"/>
            <p:cNvSpPr/>
            <p:nvPr/>
          </p:nvSpPr>
          <p:spPr>
            <a:xfrm>
              <a:off x="6593147" y="190813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t4045"/>
            <p:cNvSpPr/>
            <p:nvPr/>
          </p:nvSpPr>
          <p:spPr>
            <a:xfrm>
              <a:off x="6973410" y="256707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t4046"/>
            <p:cNvSpPr/>
            <p:nvPr/>
          </p:nvSpPr>
          <p:spPr>
            <a:xfrm>
              <a:off x="6833929" y="25640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t4047"/>
            <p:cNvSpPr/>
            <p:nvPr/>
          </p:nvSpPr>
          <p:spPr>
            <a:xfrm>
              <a:off x="6825332" y="198814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t4048"/>
            <p:cNvSpPr/>
            <p:nvPr/>
          </p:nvSpPr>
          <p:spPr>
            <a:xfrm>
              <a:off x="6820486" y="24578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t4049"/>
            <p:cNvSpPr/>
            <p:nvPr/>
          </p:nvSpPr>
          <p:spPr>
            <a:xfrm>
              <a:off x="6865440" y="201698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t4050"/>
            <p:cNvSpPr/>
            <p:nvPr/>
          </p:nvSpPr>
          <p:spPr>
            <a:xfrm>
              <a:off x="6787986" y="243796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t4051"/>
            <p:cNvSpPr/>
            <p:nvPr/>
          </p:nvSpPr>
          <p:spPr>
            <a:xfrm>
              <a:off x="6749612" y="263020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t4052"/>
            <p:cNvSpPr/>
            <p:nvPr/>
          </p:nvSpPr>
          <p:spPr>
            <a:xfrm>
              <a:off x="6572449" y="259751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t4053"/>
            <p:cNvSpPr/>
            <p:nvPr/>
          </p:nvSpPr>
          <p:spPr>
            <a:xfrm>
              <a:off x="6360040" y="189894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t4054"/>
            <p:cNvSpPr/>
            <p:nvPr/>
          </p:nvSpPr>
          <p:spPr>
            <a:xfrm>
              <a:off x="6298965" y="280669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t4055"/>
            <p:cNvSpPr/>
            <p:nvPr/>
          </p:nvSpPr>
          <p:spPr>
            <a:xfrm>
              <a:off x="6389345" y="26123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t4056"/>
            <p:cNvSpPr/>
            <p:nvPr/>
          </p:nvSpPr>
          <p:spPr>
            <a:xfrm>
              <a:off x="6702590" y="2470884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t4057"/>
            <p:cNvSpPr/>
            <p:nvPr/>
          </p:nvSpPr>
          <p:spPr>
            <a:xfrm>
              <a:off x="6728156" y="249484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t4058"/>
            <p:cNvSpPr/>
            <p:nvPr/>
          </p:nvSpPr>
          <p:spPr>
            <a:xfrm>
              <a:off x="6688594" y="246860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t4059"/>
            <p:cNvSpPr/>
            <p:nvPr/>
          </p:nvSpPr>
          <p:spPr>
            <a:xfrm>
              <a:off x="6368572" y="252524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t4060"/>
            <p:cNvSpPr/>
            <p:nvPr/>
          </p:nvSpPr>
          <p:spPr>
            <a:xfrm>
              <a:off x="6588773" y="23114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t4061"/>
            <p:cNvSpPr/>
            <p:nvPr/>
          </p:nvSpPr>
          <p:spPr>
            <a:xfrm>
              <a:off x="6441324" y="26979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t4062"/>
            <p:cNvSpPr/>
            <p:nvPr/>
          </p:nvSpPr>
          <p:spPr>
            <a:xfrm>
              <a:off x="6450541" y="169188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t4063"/>
            <p:cNvSpPr/>
            <p:nvPr/>
          </p:nvSpPr>
          <p:spPr>
            <a:xfrm>
              <a:off x="6570650" y="247716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t4064"/>
            <p:cNvSpPr/>
            <p:nvPr/>
          </p:nvSpPr>
          <p:spPr>
            <a:xfrm>
              <a:off x="6588138" y="264355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t4065"/>
            <p:cNvSpPr/>
            <p:nvPr/>
          </p:nvSpPr>
          <p:spPr>
            <a:xfrm>
              <a:off x="6530060" y="192064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t4066"/>
            <p:cNvSpPr/>
            <p:nvPr/>
          </p:nvSpPr>
          <p:spPr>
            <a:xfrm>
              <a:off x="6369598" y="21287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t4067"/>
            <p:cNvSpPr/>
            <p:nvPr/>
          </p:nvSpPr>
          <p:spPr>
            <a:xfrm>
              <a:off x="6464104" y="26569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t4068"/>
            <p:cNvSpPr/>
            <p:nvPr/>
          </p:nvSpPr>
          <p:spPr>
            <a:xfrm>
              <a:off x="6346183" y="230057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t4069"/>
            <p:cNvSpPr/>
            <p:nvPr/>
          </p:nvSpPr>
          <p:spPr>
            <a:xfrm>
              <a:off x="6596315" y="244263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t4070"/>
            <p:cNvSpPr/>
            <p:nvPr/>
          </p:nvSpPr>
          <p:spPr>
            <a:xfrm>
              <a:off x="6430538" y="238151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t4071"/>
            <p:cNvSpPr/>
            <p:nvPr/>
          </p:nvSpPr>
          <p:spPr>
            <a:xfrm>
              <a:off x="6459165" y="201926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t4072"/>
            <p:cNvSpPr/>
            <p:nvPr/>
          </p:nvSpPr>
          <p:spPr>
            <a:xfrm>
              <a:off x="6498853" y="231349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t4073"/>
            <p:cNvSpPr/>
            <p:nvPr/>
          </p:nvSpPr>
          <p:spPr>
            <a:xfrm>
              <a:off x="6686790" y="206549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t4074"/>
            <p:cNvSpPr/>
            <p:nvPr/>
          </p:nvSpPr>
          <p:spPr>
            <a:xfrm>
              <a:off x="6475680" y="253564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t4075"/>
            <p:cNvSpPr/>
            <p:nvPr/>
          </p:nvSpPr>
          <p:spPr>
            <a:xfrm>
              <a:off x="6503117" y="202018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t4076"/>
            <p:cNvSpPr/>
            <p:nvPr/>
          </p:nvSpPr>
          <p:spPr>
            <a:xfrm>
              <a:off x="6463046" y="224116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t4077"/>
            <p:cNvSpPr/>
            <p:nvPr/>
          </p:nvSpPr>
          <p:spPr>
            <a:xfrm>
              <a:off x="6774974" y="236089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t4078"/>
            <p:cNvSpPr/>
            <p:nvPr/>
          </p:nvSpPr>
          <p:spPr>
            <a:xfrm>
              <a:off x="6845726" y="236058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t4079"/>
            <p:cNvSpPr/>
            <p:nvPr/>
          </p:nvSpPr>
          <p:spPr>
            <a:xfrm>
              <a:off x="6298400" y="25861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t4080"/>
            <p:cNvSpPr/>
            <p:nvPr/>
          </p:nvSpPr>
          <p:spPr>
            <a:xfrm>
              <a:off x="6450502" y="232188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t4081"/>
            <p:cNvSpPr/>
            <p:nvPr/>
          </p:nvSpPr>
          <p:spPr>
            <a:xfrm>
              <a:off x="6539352" y="268937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t4082"/>
            <p:cNvSpPr/>
            <p:nvPr/>
          </p:nvSpPr>
          <p:spPr>
            <a:xfrm>
              <a:off x="6299453" y="216739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t4083"/>
            <p:cNvSpPr/>
            <p:nvPr/>
          </p:nvSpPr>
          <p:spPr>
            <a:xfrm>
              <a:off x="6430619" y="237518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t4084"/>
            <p:cNvSpPr/>
            <p:nvPr/>
          </p:nvSpPr>
          <p:spPr>
            <a:xfrm>
              <a:off x="6529351" y="239694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t4085"/>
            <p:cNvSpPr/>
            <p:nvPr/>
          </p:nvSpPr>
          <p:spPr>
            <a:xfrm>
              <a:off x="6581150" y="264614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t4086"/>
            <p:cNvSpPr/>
            <p:nvPr/>
          </p:nvSpPr>
          <p:spPr>
            <a:xfrm>
              <a:off x="6346905" y="229300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t4087"/>
            <p:cNvSpPr/>
            <p:nvPr/>
          </p:nvSpPr>
          <p:spPr>
            <a:xfrm>
              <a:off x="6451627" y="189653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t4088"/>
            <p:cNvSpPr/>
            <p:nvPr/>
          </p:nvSpPr>
          <p:spPr>
            <a:xfrm>
              <a:off x="6478933" y="220342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t4089"/>
            <p:cNvSpPr/>
            <p:nvPr/>
          </p:nvSpPr>
          <p:spPr>
            <a:xfrm>
              <a:off x="6286649" y="219765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t4090"/>
            <p:cNvSpPr/>
            <p:nvPr/>
          </p:nvSpPr>
          <p:spPr>
            <a:xfrm>
              <a:off x="6589756" y="239089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t4091"/>
            <p:cNvSpPr/>
            <p:nvPr/>
          </p:nvSpPr>
          <p:spPr>
            <a:xfrm>
              <a:off x="6577317" y="23752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t4092"/>
            <p:cNvSpPr/>
            <p:nvPr/>
          </p:nvSpPr>
          <p:spPr>
            <a:xfrm>
              <a:off x="6548456" y="25917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t4093"/>
            <p:cNvSpPr/>
            <p:nvPr/>
          </p:nvSpPr>
          <p:spPr>
            <a:xfrm>
              <a:off x="6466064" y="210819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t4094"/>
            <p:cNvSpPr/>
            <p:nvPr/>
          </p:nvSpPr>
          <p:spPr>
            <a:xfrm>
              <a:off x="6391812" y="218475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t4095"/>
            <p:cNvSpPr/>
            <p:nvPr/>
          </p:nvSpPr>
          <p:spPr>
            <a:xfrm>
              <a:off x="6591421" y="208126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t4096"/>
            <p:cNvSpPr/>
            <p:nvPr/>
          </p:nvSpPr>
          <p:spPr>
            <a:xfrm>
              <a:off x="6532907" y="250986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t4097"/>
            <p:cNvSpPr/>
            <p:nvPr/>
          </p:nvSpPr>
          <p:spPr>
            <a:xfrm>
              <a:off x="6830628" y="183427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t4098"/>
            <p:cNvSpPr/>
            <p:nvPr/>
          </p:nvSpPr>
          <p:spPr>
            <a:xfrm>
              <a:off x="6758497" y="293077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t4099"/>
            <p:cNvSpPr/>
            <p:nvPr/>
          </p:nvSpPr>
          <p:spPr>
            <a:xfrm>
              <a:off x="6561964" y="220647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t4100"/>
            <p:cNvSpPr/>
            <p:nvPr/>
          </p:nvSpPr>
          <p:spPr>
            <a:xfrm>
              <a:off x="6470096" y="247272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t4101"/>
            <p:cNvSpPr/>
            <p:nvPr/>
          </p:nvSpPr>
          <p:spPr>
            <a:xfrm>
              <a:off x="6497934" y="197752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t4102"/>
            <p:cNvSpPr/>
            <p:nvPr/>
          </p:nvSpPr>
          <p:spPr>
            <a:xfrm>
              <a:off x="6425464" y="22591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t4103"/>
            <p:cNvSpPr/>
            <p:nvPr/>
          </p:nvSpPr>
          <p:spPr>
            <a:xfrm>
              <a:off x="6499714" y="223154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t4104"/>
            <p:cNvSpPr/>
            <p:nvPr/>
          </p:nvSpPr>
          <p:spPr>
            <a:xfrm>
              <a:off x="6407736" y="238008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t4105"/>
            <p:cNvSpPr/>
            <p:nvPr/>
          </p:nvSpPr>
          <p:spPr>
            <a:xfrm>
              <a:off x="6485680" y="273045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t4106"/>
            <p:cNvSpPr/>
            <p:nvPr/>
          </p:nvSpPr>
          <p:spPr>
            <a:xfrm>
              <a:off x="6536735" y="25817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t4107"/>
            <p:cNvSpPr/>
            <p:nvPr/>
          </p:nvSpPr>
          <p:spPr>
            <a:xfrm>
              <a:off x="6510393" y="277171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t4108"/>
            <p:cNvSpPr/>
            <p:nvPr/>
          </p:nvSpPr>
          <p:spPr>
            <a:xfrm>
              <a:off x="6623762" y="24413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t4109"/>
            <p:cNvSpPr/>
            <p:nvPr/>
          </p:nvSpPr>
          <p:spPr>
            <a:xfrm>
              <a:off x="6447020" y="282221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t4110"/>
            <p:cNvSpPr/>
            <p:nvPr/>
          </p:nvSpPr>
          <p:spPr>
            <a:xfrm>
              <a:off x="6581824" y="277998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t4111"/>
            <p:cNvSpPr/>
            <p:nvPr/>
          </p:nvSpPr>
          <p:spPr>
            <a:xfrm>
              <a:off x="7070088" y="225891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t4112"/>
            <p:cNvSpPr/>
            <p:nvPr/>
          </p:nvSpPr>
          <p:spPr>
            <a:xfrm>
              <a:off x="6641847" y="245438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t4113"/>
            <p:cNvSpPr/>
            <p:nvPr/>
          </p:nvSpPr>
          <p:spPr>
            <a:xfrm>
              <a:off x="6515666" y="23877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t4114"/>
            <p:cNvSpPr/>
            <p:nvPr/>
          </p:nvSpPr>
          <p:spPr>
            <a:xfrm>
              <a:off x="6640655" y="266037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t4115"/>
            <p:cNvSpPr/>
            <p:nvPr/>
          </p:nvSpPr>
          <p:spPr>
            <a:xfrm>
              <a:off x="6650283" y="255914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t4116"/>
            <p:cNvSpPr/>
            <p:nvPr/>
          </p:nvSpPr>
          <p:spPr>
            <a:xfrm>
              <a:off x="7102701" y="210959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t4117"/>
            <p:cNvSpPr/>
            <p:nvPr/>
          </p:nvSpPr>
          <p:spPr>
            <a:xfrm>
              <a:off x="6494886" y="256405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t4118"/>
            <p:cNvSpPr/>
            <p:nvPr/>
          </p:nvSpPr>
          <p:spPr>
            <a:xfrm>
              <a:off x="6435863" y="251540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t4119"/>
            <p:cNvSpPr/>
            <p:nvPr/>
          </p:nvSpPr>
          <p:spPr>
            <a:xfrm>
              <a:off x="6517981" y="27619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t4120"/>
            <p:cNvSpPr/>
            <p:nvPr/>
          </p:nvSpPr>
          <p:spPr>
            <a:xfrm>
              <a:off x="6522161" y="272443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t4121"/>
            <p:cNvSpPr/>
            <p:nvPr/>
          </p:nvSpPr>
          <p:spPr>
            <a:xfrm>
              <a:off x="6524985" y="215017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t4122"/>
            <p:cNvSpPr/>
            <p:nvPr/>
          </p:nvSpPr>
          <p:spPr>
            <a:xfrm>
              <a:off x="6499234" y="269582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t4123"/>
            <p:cNvSpPr/>
            <p:nvPr/>
          </p:nvSpPr>
          <p:spPr>
            <a:xfrm>
              <a:off x="6162538" y="21812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t4124"/>
            <p:cNvSpPr/>
            <p:nvPr/>
          </p:nvSpPr>
          <p:spPr>
            <a:xfrm>
              <a:off x="6356026" y="27627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t4125"/>
            <p:cNvSpPr/>
            <p:nvPr/>
          </p:nvSpPr>
          <p:spPr>
            <a:xfrm>
              <a:off x="6346509" y="254453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t4126"/>
            <p:cNvSpPr/>
            <p:nvPr/>
          </p:nvSpPr>
          <p:spPr>
            <a:xfrm>
              <a:off x="6589885" y="27717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t4127"/>
            <p:cNvSpPr/>
            <p:nvPr/>
          </p:nvSpPr>
          <p:spPr>
            <a:xfrm>
              <a:off x="6569901" y="234241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t4128"/>
            <p:cNvSpPr/>
            <p:nvPr/>
          </p:nvSpPr>
          <p:spPr>
            <a:xfrm>
              <a:off x="6482364" y="268854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t4129"/>
            <p:cNvSpPr/>
            <p:nvPr/>
          </p:nvSpPr>
          <p:spPr>
            <a:xfrm>
              <a:off x="6515423" y="26877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t4130"/>
            <p:cNvSpPr/>
            <p:nvPr/>
          </p:nvSpPr>
          <p:spPr>
            <a:xfrm>
              <a:off x="6684870" y="247614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t4131"/>
            <p:cNvSpPr/>
            <p:nvPr/>
          </p:nvSpPr>
          <p:spPr>
            <a:xfrm>
              <a:off x="6438343" y="273381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t4132"/>
            <p:cNvSpPr/>
            <p:nvPr/>
          </p:nvSpPr>
          <p:spPr>
            <a:xfrm>
              <a:off x="6543207" y="268777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t4133"/>
            <p:cNvSpPr/>
            <p:nvPr/>
          </p:nvSpPr>
          <p:spPr>
            <a:xfrm>
              <a:off x="6669915" y="279983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t4134"/>
            <p:cNvSpPr/>
            <p:nvPr/>
          </p:nvSpPr>
          <p:spPr>
            <a:xfrm>
              <a:off x="6701952" y="293463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t4135"/>
            <p:cNvSpPr/>
            <p:nvPr/>
          </p:nvSpPr>
          <p:spPr>
            <a:xfrm>
              <a:off x="6621529" y="31352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t4136"/>
            <p:cNvSpPr/>
            <p:nvPr/>
          </p:nvSpPr>
          <p:spPr>
            <a:xfrm>
              <a:off x="6432754" y="271901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t4137"/>
            <p:cNvSpPr/>
            <p:nvPr/>
          </p:nvSpPr>
          <p:spPr>
            <a:xfrm>
              <a:off x="6544523" y="28115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t4138"/>
            <p:cNvSpPr/>
            <p:nvPr/>
          </p:nvSpPr>
          <p:spPr>
            <a:xfrm>
              <a:off x="6728159" y="258634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t4139"/>
            <p:cNvSpPr/>
            <p:nvPr/>
          </p:nvSpPr>
          <p:spPr>
            <a:xfrm>
              <a:off x="6554119" y="256063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t4140"/>
            <p:cNvSpPr/>
            <p:nvPr/>
          </p:nvSpPr>
          <p:spPr>
            <a:xfrm>
              <a:off x="6450945" y="270066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t4141"/>
            <p:cNvSpPr/>
            <p:nvPr/>
          </p:nvSpPr>
          <p:spPr>
            <a:xfrm>
              <a:off x="6508026" y="266772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t4142"/>
            <p:cNvSpPr/>
            <p:nvPr/>
          </p:nvSpPr>
          <p:spPr>
            <a:xfrm>
              <a:off x="6388719" y="273468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t4143"/>
            <p:cNvSpPr/>
            <p:nvPr/>
          </p:nvSpPr>
          <p:spPr>
            <a:xfrm>
              <a:off x="6720223" y="204986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t4144"/>
            <p:cNvSpPr/>
            <p:nvPr/>
          </p:nvSpPr>
          <p:spPr>
            <a:xfrm>
              <a:off x="6626431" y="268890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t4145"/>
            <p:cNvSpPr/>
            <p:nvPr/>
          </p:nvSpPr>
          <p:spPr>
            <a:xfrm>
              <a:off x="6788993" y="27523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t4146"/>
            <p:cNvSpPr/>
            <p:nvPr/>
          </p:nvSpPr>
          <p:spPr>
            <a:xfrm>
              <a:off x="6633495" y="250341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t4147"/>
            <p:cNvSpPr/>
            <p:nvPr/>
          </p:nvSpPr>
          <p:spPr>
            <a:xfrm>
              <a:off x="6706007" y="21897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t4148"/>
            <p:cNvSpPr/>
            <p:nvPr/>
          </p:nvSpPr>
          <p:spPr>
            <a:xfrm>
              <a:off x="6667551" y="24554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t4149"/>
            <p:cNvSpPr/>
            <p:nvPr/>
          </p:nvSpPr>
          <p:spPr>
            <a:xfrm>
              <a:off x="6645353" y="260809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t4150"/>
            <p:cNvSpPr/>
            <p:nvPr/>
          </p:nvSpPr>
          <p:spPr>
            <a:xfrm>
              <a:off x="6508834" y="234710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t4151"/>
            <p:cNvSpPr/>
            <p:nvPr/>
          </p:nvSpPr>
          <p:spPr>
            <a:xfrm>
              <a:off x="6647943" y="245634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t4152"/>
            <p:cNvSpPr/>
            <p:nvPr/>
          </p:nvSpPr>
          <p:spPr>
            <a:xfrm>
              <a:off x="6556347" y="233722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t4153"/>
            <p:cNvSpPr/>
            <p:nvPr/>
          </p:nvSpPr>
          <p:spPr>
            <a:xfrm>
              <a:off x="6517802" y="230319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t4154"/>
            <p:cNvSpPr/>
            <p:nvPr/>
          </p:nvSpPr>
          <p:spPr>
            <a:xfrm>
              <a:off x="6259949" y="259244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t4155"/>
            <p:cNvSpPr/>
            <p:nvPr/>
          </p:nvSpPr>
          <p:spPr>
            <a:xfrm>
              <a:off x="6529234" y="232138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t4156"/>
            <p:cNvSpPr/>
            <p:nvPr/>
          </p:nvSpPr>
          <p:spPr>
            <a:xfrm>
              <a:off x="6611928" y="260036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t4157"/>
            <p:cNvSpPr/>
            <p:nvPr/>
          </p:nvSpPr>
          <p:spPr>
            <a:xfrm>
              <a:off x="6387019" y="300410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t4158"/>
            <p:cNvSpPr/>
            <p:nvPr/>
          </p:nvSpPr>
          <p:spPr>
            <a:xfrm>
              <a:off x="6623892" y="247733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t4159"/>
            <p:cNvSpPr/>
            <p:nvPr/>
          </p:nvSpPr>
          <p:spPr>
            <a:xfrm>
              <a:off x="6445907" y="300052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t4160"/>
            <p:cNvSpPr/>
            <p:nvPr/>
          </p:nvSpPr>
          <p:spPr>
            <a:xfrm>
              <a:off x="6312790" y="271879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t4161"/>
            <p:cNvSpPr/>
            <p:nvPr/>
          </p:nvSpPr>
          <p:spPr>
            <a:xfrm>
              <a:off x="6470240" y="294654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t4162"/>
            <p:cNvSpPr/>
            <p:nvPr/>
          </p:nvSpPr>
          <p:spPr>
            <a:xfrm>
              <a:off x="6388759" y="287538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t4163"/>
            <p:cNvSpPr/>
            <p:nvPr/>
          </p:nvSpPr>
          <p:spPr>
            <a:xfrm>
              <a:off x="6518159" y="25699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t4164"/>
            <p:cNvSpPr/>
            <p:nvPr/>
          </p:nvSpPr>
          <p:spPr>
            <a:xfrm>
              <a:off x="6410721" y="253535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t4165"/>
            <p:cNvSpPr/>
            <p:nvPr/>
          </p:nvSpPr>
          <p:spPr>
            <a:xfrm>
              <a:off x="6529064" y="25067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t4166"/>
            <p:cNvSpPr/>
            <p:nvPr/>
          </p:nvSpPr>
          <p:spPr>
            <a:xfrm>
              <a:off x="6515054" y="245565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t4167"/>
            <p:cNvSpPr/>
            <p:nvPr/>
          </p:nvSpPr>
          <p:spPr>
            <a:xfrm>
              <a:off x="6081672" y="216835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t4168"/>
            <p:cNvSpPr/>
            <p:nvPr/>
          </p:nvSpPr>
          <p:spPr>
            <a:xfrm>
              <a:off x="6928253" y="186531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t4169"/>
            <p:cNvSpPr/>
            <p:nvPr/>
          </p:nvSpPr>
          <p:spPr>
            <a:xfrm>
              <a:off x="6867323" y="26049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t4170"/>
            <p:cNvSpPr/>
            <p:nvPr/>
          </p:nvSpPr>
          <p:spPr>
            <a:xfrm>
              <a:off x="6798788" y="302958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t4171"/>
            <p:cNvSpPr/>
            <p:nvPr/>
          </p:nvSpPr>
          <p:spPr>
            <a:xfrm>
              <a:off x="6584951" y="291384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t4172"/>
            <p:cNvSpPr/>
            <p:nvPr/>
          </p:nvSpPr>
          <p:spPr>
            <a:xfrm>
              <a:off x="6718230" y="228354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t4173"/>
            <p:cNvSpPr/>
            <p:nvPr/>
          </p:nvSpPr>
          <p:spPr>
            <a:xfrm>
              <a:off x="6788379" y="284200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t4174"/>
            <p:cNvSpPr/>
            <p:nvPr/>
          </p:nvSpPr>
          <p:spPr>
            <a:xfrm>
              <a:off x="6530392" y="255683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t4175"/>
            <p:cNvSpPr/>
            <p:nvPr/>
          </p:nvSpPr>
          <p:spPr>
            <a:xfrm>
              <a:off x="6827584" y="230469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t4176"/>
            <p:cNvSpPr/>
            <p:nvPr/>
          </p:nvSpPr>
          <p:spPr>
            <a:xfrm>
              <a:off x="6497843" y="268864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t4177"/>
            <p:cNvSpPr/>
            <p:nvPr/>
          </p:nvSpPr>
          <p:spPr>
            <a:xfrm>
              <a:off x="6556435" y="24785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t4178"/>
            <p:cNvSpPr/>
            <p:nvPr/>
          </p:nvSpPr>
          <p:spPr>
            <a:xfrm>
              <a:off x="6740261" y="284114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t4179"/>
            <p:cNvSpPr/>
            <p:nvPr/>
          </p:nvSpPr>
          <p:spPr>
            <a:xfrm>
              <a:off x="6528432" y="276252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t4180"/>
            <p:cNvSpPr/>
            <p:nvPr/>
          </p:nvSpPr>
          <p:spPr>
            <a:xfrm>
              <a:off x="6537698" y="271325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t4181"/>
            <p:cNvSpPr/>
            <p:nvPr/>
          </p:nvSpPr>
          <p:spPr>
            <a:xfrm>
              <a:off x="6431171" y="302440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t4182"/>
            <p:cNvSpPr/>
            <p:nvPr/>
          </p:nvSpPr>
          <p:spPr>
            <a:xfrm>
              <a:off x="6547445" y="270385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t4183"/>
            <p:cNvSpPr/>
            <p:nvPr/>
          </p:nvSpPr>
          <p:spPr>
            <a:xfrm>
              <a:off x="6473465" y="310370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t4184"/>
            <p:cNvSpPr/>
            <p:nvPr/>
          </p:nvSpPr>
          <p:spPr>
            <a:xfrm>
              <a:off x="6388698" y="251117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t4185"/>
            <p:cNvSpPr/>
            <p:nvPr/>
          </p:nvSpPr>
          <p:spPr>
            <a:xfrm>
              <a:off x="6434730" y="275244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t4186"/>
            <p:cNvSpPr/>
            <p:nvPr/>
          </p:nvSpPr>
          <p:spPr>
            <a:xfrm>
              <a:off x="6311677" y="235074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t4187"/>
            <p:cNvSpPr/>
            <p:nvPr/>
          </p:nvSpPr>
          <p:spPr>
            <a:xfrm>
              <a:off x="6507165" y="221826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t4188"/>
            <p:cNvSpPr/>
            <p:nvPr/>
          </p:nvSpPr>
          <p:spPr>
            <a:xfrm>
              <a:off x="6563727" y="218330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t4189"/>
            <p:cNvSpPr/>
            <p:nvPr/>
          </p:nvSpPr>
          <p:spPr>
            <a:xfrm>
              <a:off x="6534846" y="267175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t4190"/>
            <p:cNvSpPr/>
            <p:nvPr/>
          </p:nvSpPr>
          <p:spPr>
            <a:xfrm>
              <a:off x="6508409" y="263763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t4191"/>
            <p:cNvSpPr/>
            <p:nvPr/>
          </p:nvSpPr>
          <p:spPr>
            <a:xfrm>
              <a:off x="6113440" y="240417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t4192"/>
            <p:cNvSpPr/>
            <p:nvPr/>
          </p:nvSpPr>
          <p:spPr>
            <a:xfrm>
              <a:off x="6566136" y="259496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t4193"/>
            <p:cNvSpPr/>
            <p:nvPr/>
          </p:nvSpPr>
          <p:spPr>
            <a:xfrm>
              <a:off x="6522942" y="24768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t4194"/>
            <p:cNvSpPr/>
            <p:nvPr/>
          </p:nvSpPr>
          <p:spPr>
            <a:xfrm>
              <a:off x="6433218" y="263583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t4195"/>
            <p:cNvSpPr/>
            <p:nvPr/>
          </p:nvSpPr>
          <p:spPr>
            <a:xfrm>
              <a:off x="6505034" y="235428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t4196"/>
            <p:cNvSpPr/>
            <p:nvPr/>
          </p:nvSpPr>
          <p:spPr>
            <a:xfrm>
              <a:off x="6440485" y="221642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t4197"/>
            <p:cNvSpPr/>
            <p:nvPr/>
          </p:nvSpPr>
          <p:spPr>
            <a:xfrm>
              <a:off x="6445502" y="249927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t4198"/>
            <p:cNvSpPr/>
            <p:nvPr/>
          </p:nvSpPr>
          <p:spPr>
            <a:xfrm>
              <a:off x="6232219" y="22533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t4199"/>
            <p:cNvSpPr/>
            <p:nvPr/>
          </p:nvSpPr>
          <p:spPr>
            <a:xfrm>
              <a:off x="6444306" y="216072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t4200"/>
            <p:cNvSpPr/>
            <p:nvPr/>
          </p:nvSpPr>
          <p:spPr>
            <a:xfrm>
              <a:off x="6355946" y="208547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t4201"/>
            <p:cNvSpPr/>
            <p:nvPr/>
          </p:nvSpPr>
          <p:spPr>
            <a:xfrm>
              <a:off x="6467460" y="24434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t4202"/>
            <p:cNvSpPr/>
            <p:nvPr/>
          </p:nvSpPr>
          <p:spPr>
            <a:xfrm>
              <a:off x="6527053" y="24545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t4203"/>
            <p:cNvSpPr/>
            <p:nvPr/>
          </p:nvSpPr>
          <p:spPr>
            <a:xfrm>
              <a:off x="6530806" y="268315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t4204"/>
            <p:cNvSpPr/>
            <p:nvPr/>
          </p:nvSpPr>
          <p:spPr>
            <a:xfrm>
              <a:off x="6326578" y="267708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t4205"/>
            <p:cNvSpPr/>
            <p:nvPr/>
          </p:nvSpPr>
          <p:spPr>
            <a:xfrm>
              <a:off x="6533161" y="229103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t4206"/>
            <p:cNvSpPr/>
            <p:nvPr/>
          </p:nvSpPr>
          <p:spPr>
            <a:xfrm>
              <a:off x="6589317" y="270968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t4207"/>
            <p:cNvSpPr/>
            <p:nvPr/>
          </p:nvSpPr>
          <p:spPr>
            <a:xfrm>
              <a:off x="6543496" y="24182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t4208"/>
            <p:cNvSpPr/>
            <p:nvPr/>
          </p:nvSpPr>
          <p:spPr>
            <a:xfrm>
              <a:off x="6646572" y="23474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t4209"/>
            <p:cNvSpPr/>
            <p:nvPr/>
          </p:nvSpPr>
          <p:spPr>
            <a:xfrm>
              <a:off x="6547449" y="236046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t4210"/>
            <p:cNvSpPr/>
            <p:nvPr/>
          </p:nvSpPr>
          <p:spPr>
            <a:xfrm>
              <a:off x="6490095" y="239433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t4211"/>
            <p:cNvSpPr/>
            <p:nvPr/>
          </p:nvSpPr>
          <p:spPr>
            <a:xfrm>
              <a:off x="6477538" y="242129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t4212"/>
            <p:cNvSpPr/>
            <p:nvPr/>
          </p:nvSpPr>
          <p:spPr>
            <a:xfrm>
              <a:off x="6451001" y="272355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t4213"/>
            <p:cNvSpPr/>
            <p:nvPr/>
          </p:nvSpPr>
          <p:spPr>
            <a:xfrm>
              <a:off x="6354340" y="252373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t4214"/>
            <p:cNvSpPr/>
            <p:nvPr/>
          </p:nvSpPr>
          <p:spPr>
            <a:xfrm>
              <a:off x="6485729" y="281376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t4215"/>
            <p:cNvSpPr/>
            <p:nvPr/>
          </p:nvSpPr>
          <p:spPr>
            <a:xfrm>
              <a:off x="6456249" y="28655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t4216"/>
            <p:cNvSpPr/>
            <p:nvPr/>
          </p:nvSpPr>
          <p:spPr>
            <a:xfrm>
              <a:off x="6122503" y="235696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t4217"/>
            <p:cNvSpPr/>
            <p:nvPr/>
          </p:nvSpPr>
          <p:spPr>
            <a:xfrm>
              <a:off x="6453230" y="25134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t4218"/>
            <p:cNvSpPr/>
            <p:nvPr/>
          </p:nvSpPr>
          <p:spPr>
            <a:xfrm>
              <a:off x="6478192" y="270907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t4219"/>
            <p:cNvSpPr/>
            <p:nvPr/>
          </p:nvSpPr>
          <p:spPr>
            <a:xfrm>
              <a:off x="6507502" y="247755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t4220"/>
            <p:cNvSpPr/>
            <p:nvPr/>
          </p:nvSpPr>
          <p:spPr>
            <a:xfrm>
              <a:off x="6442167" y="233094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t4221"/>
            <p:cNvSpPr/>
            <p:nvPr/>
          </p:nvSpPr>
          <p:spPr>
            <a:xfrm>
              <a:off x="6476131" y="227335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t4222"/>
            <p:cNvSpPr/>
            <p:nvPr/>
          </p:nvSpPr>
          <p:spPr>
            <a:xfrm>
              <a:off x="6421397" y="261570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t4223"/>
            <p:cNvSpPr/>
            <p:nvPr/>
          </p:nvSpPr>
          <p:spPr>
            <a:xfrm>
              <a:off x="6447425" y="282638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t4224"/>
            <p:cNvSpPr/>
            <p:nvPr/>
          </p:nvSpPr>
          <p:spPr>
            <a:xfrm>
              <a:off x="6521483" y="21811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t4225"/>
            <p:cNvSpPr/>
            <p:nvPr/>
          </p:nvSpPr>
          <p:spPr>
            <a:xfrm>
              <a:off x="6394444" y="280449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t4226"/>
            <p:cNvSpPr/>
            <p:nvPr/>
          </p:nvSpPr>
          <p:spPr>
            <a:xfrm>
              <a:off x="6536281" y="245861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t4227"/>
            <p:cNvSpPr/>
            <p:nvPr/>
          </p:nvSpPr>
          <p:spPr>
            <a:xfrm>
              <a:off x="6459131" y="214683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t4228"/>
            <p:cNvSpPr/>
            <p:nvPr/>
          </p:nvSpPr>
          <p:spPr>
            <a:xfrm>
              <a:off x="6392167" y="216159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t4229"/>
            <p:cNvSpPr/>
            <p:nvPr/>
          </p:nvSpPr>
          <p:spPr>
            <a:xfrm>
              <a:off x="6505392" y="24117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t4230"/>
            <p:cNvSpPr/>
            <p:nvPr/>
          </p:nvSpPr>
          <p:spPr>
            <a:xfrm>
              <a:off x="6410501" y="237063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t4231"/>
            <p:cNvSpPr/>
            <p:nvPr/>
          </p:nvSpPr>
          <p:spPr>
            <a:xfrm>
              <a:off x="6502908" y="273515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t4232"/>
            <p:cNvSpPr/>
            <p:nvPr/>
          </p:nvSpPr>
          <p:spPr>
            <a:xfrm>
              <a:off x="6399487" y="249406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t4233"/>
            <p:cNvSpPr/>
            <p:nvPr/>
          </p:nvSpPr>
          <p:spPr>
            <a:xfrm>
              <a:off x="6478352" y="221222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t4234"/>
            <p:cNvSpPr/>
            <p:nvPr/>
          </p:nvSpPr>
          <p:spPr>
            <a:xfrm>
              <a:off x="6376571" y="281730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t4235"/>
            <p:cNvSpPr/>
            <p:nvPr/>
          </p:nvSpPr>
          <p:spPr>
            <a:xfrm>
              <a:off x="6402823" y="273302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t4236"/>
            <p:cNvSpPr/>
            <p:nvPr/>
          </p:nvSpPr>
          <p:spPr>
            <a:xfrm>
              <a:off x="6411050" y="252089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t4237"/>
            <p:cNvSpPr/>
            <p:nvPr/>
          </p:nvSpPr>
          <p:spPr>
            <a:xfrm>
              <a:off x="6560445" y="255765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t4238"/>
            <p:cNvSpPr/>
            <p:nvPr/>
          </p:nvSpPr>
          <p:spPr>
            <a:xfrm>
              <a:off x="6526976" y="25738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t4239"/>
            <p:cNvSpPr/>
            <p:nvPr/>
          </p:nvSpPr>
          <p:spPr>
            <a:xfrm>
              <a:off x="6351766" y="279513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t4240"/>
            <p:cNvSpPr/>
            <p:nvPr/>
          </p:nvSpPr>
          <p:spPr>
            <a:xfrm>
              <a:off x="6681240" y="254317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t4241"/>
            <p:cNvSpPr/>
            <p:nvPr/>
          </p:nvSpPr>
          <p:spPr>
            <a:xfrm>
              <a:off x="6409768" y="257772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t4242"/>
            <p:cNvSpPr/>
            <p:nvPr/>
          </p:nvSpPr>
          <p:spPr>
            <a:xfrm>
              <a:off x="6557555" y="296446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t4243"/>
            <p:cNvSpPr/>
            <p:nvPr/>
          </p:nvSpPr>
          <p:spPr>
            <a:xfrm>
              <a:off x="6383541" y="287636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t4244"/>
            <p:cNvSpPr/>
            <p:nvPr/>
          </p:nvSpPr>
          <p:spPr>
            <a:xfrm>
              <a:off x="6502324" y="294961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t4245"/>
            <p:cNvSpPr/>
            <p:nvPr/>
          </p:nvSpPr>
          <p:spPr>
            <a:xfrm>
              <a:off x="6546712" y="21052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t4246"/>
            <p:cNvSpPr/>
            <p:nvPr/>
          </p:nvSpPr>
          <p:spPr>
            <a:xfrm>
              <a:off x="6483396" y="27432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t4247"/>
            <p:cNvSpPr/>
            <p:nvPr/>
          </p:nvSpPr>
          <p:spPr>
            <a:xfrm>
              <a:off x="6321860" y="265198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t4248"/>
            <p:cNvSpPr/>
            <p:nvPr/>
          </p:nvSpPr>
          <p:spPr>
            <a:xfrm>
              <a:off x="6496215" y="302230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t4249"/>
            <p:cNvSpPr/>
            <p:nvPr/>
          </p:nvSpPr>
          <p:spPr>
            <a:xfrm>
              <a:off x="6486225" y="245017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t4250"/>
            <p:cNvSpPr/>
            <p:nvPr/>
          </p:nvSpPr>
          <p:spPr>
            <a:xfrm>
              <a:off x="6435065" y="270576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t4251"/>
            <p:cNvSpPr/>
            <p:nvPr/>
          </p:nvSpPr>
          <p:spPr>
            <a:xfrm>
              <a:off x="6449786" y="254054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t4252"/>
            <p:cNvSpPr/>
            <p:nvPr/>
          </p:nvSpPr>
          <p:spPr>
            <a:xfrm>
              <a:off x="6473510" y="272445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t4253"/>
            <p:cNvSpPr/>
            <p:nvPr/>
          </p:nvSpPr>
          <p:spPr>
            <a:xfrm>
              <a:off x="6403658" y="272149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t4254"/>
            <p:cNvSpPr/>
            <p:nvPr/>
          </p:nvSpPr>
          <p:spPr>
            <a:xfrm>
              <a:off x="6522065" y="222313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t4255"/>
            <p:cNvSpPr/>
            <p:nvPr/>
          </p:nvSpPr>
          <p:spPr>
            <a:xfrm>
              <a:off x="6475020" y="238771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t4256"/>
            <p:cNvSpPr/>
            <p:nvPr/>
          </p:nvSpPr>
          <p:spPr>
            <a:xfrm>
              <a:off x="6424200" y="198680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t4257"/>
            <p:cNvSpPr/>
            <p:nvPr/>
          </p:nvSpPr>
          <p:spPr>
            <a:xfrm>
              <a:off x="6715309" y="224087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t4258"/>
            <p:cNvSpPr/>
            <p:nvPr/>
          </p:nvSpPr>
          <p:spPr>
            <a:xfrm>
              <a:off x="6505748" y="240623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t4259"/>
            <p:cNvSpPr/>
            <p:nvPr/>
          </p:nvSpPr>
          <p:spPr>
            <a:xfrm>
              <a:off x="6544862" y="238608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t4260"/>
            <p:cNvSpPr/>
            <p:nvPr/>
          </p:nvSpPr>
          <p:spPr>
            <a:xfrm>
              <a:off x="6559720" y="288089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t4261"/>
            <p:cNvSpPr/>
            <p:nvPr/>
          </p:nvSpPr>
          <p:spPr>
            <a:xfrm>
              <a:off x="6514541" y="293522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t4262"/>
            <p:cNvSpPr/>
            <p:nvPr/>
          </p:nvSpPr>
          <p:spPr>
            <a:xfrm>
              <a:off x="6551811" y="219346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t4263"/>
            <p:cNvSpPr/>
            <p:nvPr/>
          </p:nvSpPr>
          <p:spPr>
            <a:xfrm>
              <a:off x="6120965" y="262006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t4264"/>
            <p:cNvSpPr/>
            <p:nvPr/>
          </p:nvSpPr>
          <p:spPr>
            <a:xfrm>
              <a:off x="6293532" y="29213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t4265"/>
            <p:cNvSpPr/>
            <p:nvPr/>
          </p:nvSpPr>
          <p:spPr>
            <a:xfrm>
              <a:off x="6553254" y="256364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t4266"/>
            <p:cNvSpPr/>
            <p:nvPr/>
          </p:nvSpPr>
          <p:spPr>
            <a:xfrm>
              <a:off x="6634862" y="26636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t4267"/>
            <p:cNvSpPr/>
            <p:nvPr/>
          </p:nvSpPr>
          <p:spPr>
            <a:xfrm>
              <a:off x="6516018" y="262638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t4268"/>
            <p:cNvSpPr/>
            <p:nvPr/>
          </p:nvSpPr>
          <p:spPr>
            <a:xfrm>
              <a:off x="6576463" y="267950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t4269"/>
            <p:cNvSpPr/>
            <p:nvPr/>
          </p:nvSpPr>
          <p:spPr>
            <a:xfrm>
              <a:off x="6516873" y="21754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t4270"/>
            <p:cNvSpPr/>
            <p:nvPr/>
          </p:nvSpPr>
          <p:spPr>
            <a:xfrm>
              <a:off x="6542142" y="23222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t4271"/>
            <p:cNvSpPr/>
            <p:nvPr/>
          </p:nvSpPr>
          <p:spPr>
            <a:xfrm>
              <a:off x="6590281" y="226037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t4272"/>
            <p:cNvSpPr/>
            <p:nvPr/>
          </p:nvSpPr>
          <p:spPr>
            <a:xfrm>
              <a:off x="6691730" y="233721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t4273"/>
            <p:cNvSpPr/>
            <p:nvPr/>
          </p:nvSpPr>
          <p:spPr>
            <a:xfrm>
              <a:off x="6651733" y="286946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t4274"/>
            <p:cNvSpPr/>
            <p:nvPr/>
          </p:nvSpPr>
          <p:spPr>
            <a:xfrm>
              <a:off x="6461881" y="23380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t4275"/>
            <p:cNvSpPr/>
            <p:nvPr/>
          </p:nvSpPr>
          <p:spPr>
            <a:xfrm>
              <a:off x="6582484" y="272477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t4276"/>
            <p:cNvSpPr/>
            <p:nvPr/>
          </p:nvSpPr>
          <p:spPr>
            <a:xfrm>
              <a:off x="6541404" y="222749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t4277"/>
            <p:cNvSpPr/>
            <p:nvPr/>
          </p:nvSpPr>
          <p:spPr>
            <a:xfrm>
              <a:off x="6463713" y="245952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t4278"/>
            <p:cNvSpPr/>
            <p:nvPr/>
          </p:nvSpPr>
          <p:spPr>
            <a:xfrm>
              <a:off x="6481097" y="227987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t4279"/>
            <p:cNvSpPr/>
            <p:nvPr/>
          </p:nvSpPr>
          <p:spPr>
            <a:xfrm>
              <a:off x="6560267" y="269843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t4280"/>
            <p:cNvSpPr/>
            <p:nvPr/>
          </p:nvSpPr>
          <p:spPr>
            <a:xfrm>
              <a:off x="6615029" y="221117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t4281"/>
            <p:cNvSpPr/>
            <p:nvPr/>
          </p:nvSpPr>
          <p:spPr>
            <a:xfrm>
              <a:off x="6516512" y="23154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t4282"/>
            <p:cNvSpPr/>
            <p:nvPr/>
          </p:nvSpPr>
          <p:spPr>
            <a:xfrm>
              <a:off x="6422680" y="249531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t4283"/>
            <p:cNvSpPr/>
            <p:nvPr/>
          </p:nvSpPr>
          <p:spPr>
            <a:xfrm>
              <a:off x="6586158" y="222598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t4284"/>
            <p:cNvSpPr/>
            <p:nvPr/>
          </p:nvSpPr>
          <p:spPr>
            <a:xfrm>
              <a:off x="6487332" y="242088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t4285"/>
            <p:cNvSpPr/>
            <p:nvPr/>
          </p:nvSpPr>
          <p:spPr>
            <a:xfrm>
              <a:off x="6463051" y="311841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t4286"/>
            <p:cNvSpPr/>
            <p:nvPr/>
          </p:nvSpPr>
          <p:spPr>
            <a:xfrm>
              <a:off x="6424158" y="252333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t4287"/>
            <p:cNvSpPr/>
            <p:nvPr/>
          </p:nvSpPr>
          <p:spPr>
            <a:xfrm>
              <a:off x="6456839" y="279948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t4288"/>
            <p:cNvSpPr/>
            <p:nvPr/>
          </p:nvSpPr>
          <p:spPr>
            <a:xfrm>
              <a:off x="6369996" y="299861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t4289"/>
            <p:cNvSpPr/>
            <p:nvPr/>
          </p:nvSpPr>
          <p:spPr>
            <a:xfrm>
              <a:off x="6424824" y="27489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t4290"/>
            <p:cNvSpPr/>
            <p:nvPr/>
          </p:nvSpPr>
          <p:spPr>
            <a:xfrm>
              <a:off x="6559623" y="303465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t4291"/>
            <p:cNvSpPr/>
            <p:nvPr/>
          </p:nvSpPr>
          <p:spPr>
            <a:xfrm>
              <a:off x="6386196" y="255648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t4292"/>
            <p:cNvSpPr/>
            <p:nvPr/>
          </p:nvSpPr>
          <p:spPr>
            <a:xfrm>
              <a:off x="6504708" y="258475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t4293"/>
            <p:cNvSpPr/>
            <p:nvPr/>
          </p:nvSpPr>
          <p:spPr>
            <a:xfrm>
              <a:off x="6580789" y="261764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t4294"/>
            <p:cNvSpPr/>
            <p:nvPr/>
          </p:nvSpPr>
          <p:spPr>
            <a:xfrm>
              <a:off x="6195444" y="255233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t4295"/>
            <p:cNvSpPr/>
            <p:nvPr/>
          </p:nvSpPr>
          <p:spPr>
            <a:xfrm>
              <a:off x="6553588" y="287930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t4296"/>
            <p:cNvSpPr/>
            <p:nvPr/>
          </p:nvSpPr>
          <p:spPr>
            <a:xfrm>
              <a:off x="6760320" y="259769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t4297"/>
            <p:cNvSpPr/>
            <p:nvPr/>
          </p:nvSpPr>
          <p:spPr>
            <a:xfrm>
              <a:off x="6406572" y="25112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t4298"/>
            <p:cNvSpPr/>
            <p:nvPr/>
          </p:nvSpPr>
          <p:spPr>
            <a:xfrm>
              <a:off x="6562584" y="286663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t4299"/>
            <p:cNvSpPr/>
            <p:nvPr/>
          </p:nvSpPr>
          <p:spPr>
            <a:xfrm>
              <a:off x="6505998" y="252969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t4300"/>
            <p:cNvSpPr/>
            <p:nvPr/>
          </p:nvSpPr>
          <p:spPr>
            <a:xfrm>
              <a:off x="6205858" y="264688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t4301"/>
            <p:cNvSpPr/>
            <p:nvPr/>
          </p:nvSpPr>
          <p:spPr>
            <a:xfrm>
              <a:off x="6341142" y="252928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t4302"/>
            <p:cNvSpPr/>
            <p:nvPr/>
          </p:nvSpPr>
          <p:spPr>
            <a:xfrm>
              <a:off x="6316853" y="259102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t4303"/>
            <p:cNvSpPr/>
            <p:nvPr/>
          </p:nvSpPr>
          <p:spPr>
            <a:xfrm>
              <a:off x="6320918" y="278392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t4304"/>
            <p:cNvSpPr/>
            <p:nvPr/>
          </p:nvSpPr>
          <p:spPr>
            <a:xfrm>
              <a:off x="6287480" y="292786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t4305"/>
            <p:cNvSpPr/>
            <p:nvPr/>
          </p:nvSpPr>
          <p:spPr>
            <a:xfrm>
              <a:off x="6290911" y="205073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t4306"/>
            <p:cNvSpPr/>
            <p:nvPr/>
          </p:nvSpPr>
          <p:spPr>
            <a:xfrm>
              <a:off x="6241079" y="250155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t4307"/>
            <p:cNvSpPr/>
            <p:nvPr/>
          </p:nvSpPr>
          <p:spPr>
            <a:xfrm>
              <a:off x="6279115" y="274912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t4308"/>
            <p:cNvSpPr/>
            <p:nvPr/>
          </p:nvSpPr>
          <p:spPr>
            <a:xfrm>
              <a:off x="6399568" y="26087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t4309"/>
            <p:cNvSpPr/>
            <p:nvPr/>
          </p:nvSpPr>
          <p:spPr>
            <a:xfrm>
              <a:off x="6255148" y="260310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t4310"/>
            <p:cNvSpPr/>
            <p:nvPr/>
          </p:nvSpPr>
          <p:spPr>
            <a:xfrm>
              <a:off x="6128583" y="257194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t4311"/>
            <p:cNvSpPr/>
            <p:nvPr/>
          </p:nvSpPr>
          <p:spPr>
            <a:xfrm>
              <a:off x="6210827" y="265562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t4312"/>
            <p:cNvSpPr/>
            <p:nvPr/>
          </p:nvSpPr>
          <p:spPr>
            <a:xfrm>
              <a:off x="6220547" y="214330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t4313"/>
            <p:cNvSpPr/>
            <p:nvPr/>
          </p:nvSpPr>
          <p:spPr>
            <a:xfrm>
              <a:off x="6525326" y="31430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t4314"/>
            <p:cNvSpPr/>
            <p:nvPr/>
          </p:nvSpPr>
          <p:spPr>
            <a:xfrm>
              <a:off x="6369883" y="31591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t4315"/>
            <p:cNvSpPr/>
            <p:nvPr/>
          </p:nvSpPr>
          <p:spPr>
            <a:xfrm>
              <a:off x="6464777" y="206171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t4316"/>
            <p:cNvSpPr/>
            <p:nvPr/>
          </p:nvSpPr>
          <p:spPr>
            <a:xfrm>
              <a:off x="6524984" y="230441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t4317"/>
            <p:cNvSpPr/>
            <p:nvPr/>
          </p:nvSpPr>
          <p:spPr>
            <a:xfrm>
              <a:off x="6164650" y="270896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t4318"/>
            <p:cNvSpPr/>
            <p:nvPr/>
          </p:nvSpPr>
          <p:spPr>
            <a:xfrm>
              <a:off x="6440733" y="231804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t4319"/>
            <p:cNvSpPr/>
            <p:nvPr/>
          </p:nvSpPr>
          <p:spPr>
            <a:xfrm>
              <a:off x="6535956" y="24905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t4320"/>
            <p:cNvSpPr/>
            <p:nvPr/>
          </p:nvSpPr>
          <p:spPr>
            <a:xfrm>
              <a:off x="6671330" y="238669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t4321"/>
            <p:cNvSpPr/>
            <p:nvPr/>
          </p:nvSpPr>
          <p:spPr>
            <a:xfrm>
              <a:off x="6526859" y="250856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t4322"/>
            <p:cNvSpPr/>
            <p:nvPr/>
          </p:nvSpPr>
          <p:spPr>
            <a:xfrm>
              <a:off x="6398372" y="199829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t4323"/>
            <p:cNvSpPr/>
            <p:nvPr/>
          </p:nvSpPr>
          <p:spPr>
            <a:xfrm>
              <a:off x="6393452" y="21531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t4324"/>
            <p:cNvSpPr/>
            <p:nvPr/>
          </p:nvSpPr>
          <p:spPr>
            <a:xfrm>
              <a:off x="6660213" y="223712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t4325"/>
            <p:cNvSpPr/>
            <p:nvPr/>
          </p:nvSpPr>
          <p:spPr>
            <a:xfrm>
              <a:off x="6820632" y="277238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t4326"/>
            <p:cNvSpPr/>
            <p:nvPr/>
          </p:nvSpPr>
          <p:spPr>
            <a:xfrm>
              <a:off x="6780419" y="22371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t4327"/>
            <p:cNvSpPr/>
            <p:nvPr/>
          </p:nvSpPr>
          <p:spPr>
            <a:xfrm>
              <a:off x="6642721" y="246843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t4328"/>
            <p:cNvSpPr/>
            <p:nvPr/>
          </p:nvSpPr>
          <p:spPr>
            <a:xfrm>
              <a:off x="6525532" y="236035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t4329"/>
            <p:cNvSpPr/>
            <p:nvPr/>
          </p:nvSpPr>
          <p:spPr>
            <a:xfrm>
              <a:off x="6701516" y="242489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t4330"/>
            <p:cNvSpPr/>
            <p:nvPr/>
          </p:nvSpPr>
          <p:spPr>
            <a:xfrm>
              <a:off x="6623877" y="229014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t4331"/>
            <p:cNvSpPr/>
            <p:nvPr/>
          </p:nvSpPr>
          <p:spPr>
            <a:xfrm>
              <a:off x="6704444" y="262676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t4332"/>
            <p:cNvSpPr/>
            <p:nvPr/>
          </p:nvSpPr>
          <p:spPr>
            <a:xfrm>
              <a:off x="6475654" y="241606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t4333"/>
            <p:cNvSpPr/>
            <p:nvPr/>
          </p:nvSpPr>
          <p:spPr>
            <a:xfrm>
              <a:off x="6660376" y="30041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t4334"/>
            <p:cNvSpPr/>
            <p:nvPr/>
          </p:nvSpPr>
          <p:spPr>
            <a:xfrm>
              <a:off x="6399911" y="258712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t4335"/>
            <p:cNvSpPr/>
            <p:nvPr/>
          </p:nvSpPr>
          <p:spPr>
            <a:xfrm>
              <a:off x="6491776" y="229819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t4336"/>
            <p:cNvSpPr/>
            <p:nvPr/>
          </p:nvSpPr>
          <p:spPr>
            <a:xfrm>
              <a:off x="6447781" y="283107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t4337"/>
            <p:cNvSpPr/>
            <p:nvPr/>
          </p:nvSpPr>
          <p:spPr>
            <a:xfrm>
              <a:off x="6736398" y="228713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t4338"/>
            <p:cNvSpPr/>
            <p:nvPr/>
          </p:nvSpPr>
          <p:spPr>
            <a:xfrm>
              <a:off x="6514473" y="23999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t4339"/>
            <p:cNvSpPr/>
            <p:nvPr/>
          </p:nvSpPr>
          <p:spPr>
            <a:xfrm>
              <a:off x="6570272" y="261446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t4340"/>
            <p:cNvSpPr/>
            <p:nvPr/>
          </p:nvSpPr>
          <p:spPr>
            <a:xfrm>
              <a:off x="6537346" y="236576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t4341"/>
            <p:cNvSpPr/>
            <p:nvPr/>
          </p:nvSpPr>
          <p:spPr>
            <a:xfrm>
              <a:off x="6823131" y="29171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t4342"/>
            <p:cNvSpPr/>
            <p:nvPr/>
          </p:nvSpPr>
          <p:spPr>
            <a:xfrm>
              <a:off x="6788733" y="27461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t4343"/>
            <p:cNvSpPr/>
            <p:nvPr/>
          </p:nvSpPr>
          <p:spPr>
            <a:xfrm>
              <a:off x="6788328" y="26498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t4344"/>
            <p:cNvSpPr/>
            <p:nvPr/>
          </p:nvSpPr>
          <p:spPr>
            <a:xfrm>
              <a:off x="6595975" y="261486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t4345"/>
            <p:cNvSpPr/>
            <p:nvPr/>
          </p:nvSpPr>
          <p:spPr>
            <a:xfrm>
              <a:off x="5966265" y="30941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t4346"/>
            <p:cNvSpPr/>
            <p:nvPr/>
          </p:nvSpPr>
          <p:spPr>
            <a:xfrm>
              <a:off x="6440763" y="236848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t4347"/>
            <p:cNvSpPr/>
            <p:nvPr/>
          </p:nvSpPr>
          <p:spPr>
            <a:xfrm>
              <a:off x="6416768" y="24294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t4348"/>
            <p:cNvSpPr/>
            <p:nvPr/>
          </p:nvSpPr>
          <p:spPr>
            <a:xfrm>
              <a:off x="6413702" y="251250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t4349"/>
            <p:cNvSpPr/>
            <p:nvPr/>
          </p:nvSpPr>
          <p:spPr>
            <a:xfrm>
              <a:off x="6636514" y="203963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t4350"/>
            <p:cNvSpPr/>
            <p:nvPr/>
          </p:nvSpPr>
          <p:spPr>
            <a:xfrm>
              <a:off x="6382475" y="275809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t4351"/>
            <p:cNvSpPr/>
            <p:nvPr/>
          </p:nvSpPr>
          <p:spPr>
            <a:xfrm>
              <a:off x="6493843" y="250464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t4352"/>
            <p:cNvSpPr/>
            <p:nvPr/>
          </p:nvSpPr>
          <p:spPr>
            <a:xfrm>
              <a:off x="6494985" y="235210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t4353"/>
            <p:cNvSpPr/>
            <p:nvPr/>
          </p:nvSpPr>
          <p:spPr>
            <a:xfrm>
              <a:off x="6629588" y="235365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t4354"/>
            <p:cNvSpPr/>
            <p:nvPr/>
          </p:nvSpPr>
          <p:spPr>
            <a:xfrm>
              <a:off x="6478154" y="237049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t4355"/>
            <p:cNvSpPr/>
            <p:nvPr/>
          </p:nvSpPr>
          <p:spPr>
            <a:xfrm>
              <a:off x="6476027" y="280340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t4356"/>
            <p:cNvSpPr/>
            <p:nvPr/>
          </p:nvSpPr>
          <p:spPr>
            <a:xfrm>
              <a:off x="6674208" y="282213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t4357"/>
            <p:cNvSpPr/>
            <p:nvPr/>
          </p:nvSpPr>
          <p:spPr>
            <a:xfrm>
              <a:off x="6695237" y="178533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t4358"/>
            <p:cNvSpPr/>
            <p:nvPr/>
          </p:nvSpPr>
          <p:spPr>
            <a:xfrm>
              <a:off x="6492439" y="24060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t4359"/>
            <p:cNvSpPr/>
            <p:nvPr/>
          </p:nvSpPr>
          <p:spPr>
            <a:xfrm>
              <a:off x="6448100" y="250433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t4360"/>
            <p:cNvSpPr/>
            <p:nvPr/>
          </p:nvSpPr>
          <p:spPr>
            <a:xfrm>
              <a:off x="6404805" y="234904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t4361"/>
            <p:cNvSpPr/>
            <p:nvPr/>
          </p:nvSpPr>
          <p:spPr>
            <a:xfrm>
              <a:off x="6473207" y="266058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t4362"/>
            <p:cNvSpPr/>
            <p:nvPr/>
          </p:nvSpPr>
          <p:spPr>
            <a:xfrm>
              <a:off x="6818802" y="203246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t4363"/>
            <p:cNvSpPr/>
            <p:nvPr/>
          </p:nvSpPr>
          <p:spPr>
            <a:xfrm>
              <a:off x="6500264" y="24631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t4364"/>
            <p:cNvSpPr/>
            <p:nvPr/>
          </p:nvSpPr>
          <p:spPr>
            <a:xfrm>
              <a:off x="6480405" y="230212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t4365"/>
            <p:cNvSpPr/>
            <p:nvPr/>
          </p:nvSpPr>
          <p:spPr>
            <a:xfrm>
              <a:off x="6615662" y="232576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t4366"/>
            <p:cNvSpPr/>
            <p:nvPr/>
          </p:nvSpPr>
          <p:spPr>
            <a:xfrm>
              <a:off x="6693732" y="226208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t4367"/>
            <p:cNvSpPr/>
            <p:nvPr/>
          </p:nvSpPr>
          <p:spPr>
            <a:xfrm>
              <a:off x="6397246" y="232556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t4368"/>
            <p:cNvSpPr/>
            <p:nvPr/>
          </p:nvSpPr>
          <p:spPr>
            <a:xfrm>
              <a:off x="6607547" y="267168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t4369"/>
            <p:cNvSpPr/>
            <p:nvPr/>
          </p:nvSpPr>
          <p:spPr>
            <a:xfrm>
              <a:off x="6463770" y="270008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t4370"/>
            <p:cNvSpPr/>
            <p:nvPr/>
          </p:nvSpPr>
          <p:spPr>
            <a:xfrm>
              <a:off x="6287166" y="203776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t4371"/>
            <p:cNvSpPr/>
            <p:nvPr/>
          </p:nvSpPr>
          <p:spPr>
            <a:xfrm>
              <a:off x="6463310" y="25920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t4372"/>
            <p:cNvSpPr/>
            <p:nvPr/>
          </p:nvSpPr>
          <p:spPr>
            <a:xfrm>
              <a:off x="6620078" y="23969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t4373"/>
            <p:cNvSpPr/>
            <p:nvPr/>
          </p:nvSpPr>
          <p:spPr>
            <a:xfrm>
              <a:off x="6348869" y="266481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t4374"/>
            <p:cNvSpPr/>
            <p:nvPr/>
          </p:nvSpPr>
          <p:spPr>
            <a:xfrm>
              <a:off x="6431878" y="25619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t4375"/>
            <p:cNvSpPr/>
            <p:nvPr/>
          </p:nvSpPr>
          <p:spPr>
            <a:xfrm>
              <a:off x="6637247" y="253356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t4376"/>
            <p:cNvSpPr/>
            <p:nvPr/>
          </p:nvSpPr>
          <p:spPr>
            <a:xfrm>
              <a:off x="6626716" y="192396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t4377"/>
            <p:cNvSpPr/>
            <p:nvPr/>
          </p:nvSpPr>
          <p:spPr>
            <a:xfrm>
              <a:off x="6616651" y="23486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t4378"/>
            <p:cNvSpPr/>
            <p:nvPr/>
          </p:nvSpPr>
          <p:spPr>
            <a:xfrm>
              <a:off x="6272685" y="28868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t4379"/>
            <p:cNvSpPr/>
            <p:nvPr/>
          </p:nvSpPr>
          <p:spPr>
            <a:xfrm>
              <a:off x="6498479" y="247751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t4380"/>
            <p:cNvSpPr/>
            <p:nvPr/>
          </p:nvSpPr>
          <p:spPr>
            <a:xfrm>
              <a:off x="6387247" y="280662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t4381"/>
            <p:cNvSpPr/>
            <p:nvPr/>
          </p:nvSpPr>
          <p:spPr>
            <a:xfrm>
              <a:off x="6420315" y="231786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t4382"/>
            <p:cNvSpPr/>
            <p:nvPr/>
          </p:nvSpPr>
          <p:spPr>
            <a:xfrm>
              <a:off x="6578295" y="299068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t4383"/>
            <p:cNvSpPr/>
            <p:nvPr/>
          </p:nvSpPr>
          <p:spPr>
            <a:xfrm>
              <a:off x="6809833" y="276483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t4384"/>
            <p:cNvSpPr/>
            <p:nvPr/>
          </p:nvSpPr>
          <p:spPr>
            <a:xfrm>
              <a:off x="6192356" y="258234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t4385"/>
            <p:cNvSpPr/>
            <p:nvPr/>
          </p:nvSpPr>
          <p:spPr>
            <a:xfrm>
              <a:off x="6413941" y="282105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t4386"/>
            <p:cNvSpPr/>
            <p:nvPr/>
          </p:nvSpPr>
          <p:spPr>
            <a:xfrm>
              <a:off x="6590402" y="294985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t4387"/>
            <p:cNvSpPr/>
            <p:nvPr/>
          </p:nvSpPr>
          <p:spPr>
            <a:xfrm>
              <a:off x="6479978" y="229390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t4388"/>
            <p:cNvSpPr/>
            <p:nvPr/>
          </p:nvSpPr>
          <p:spPr>
            <a:xfrm>
              <a:off x="6462798" y="221083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t4389"/>
            <p:cNvSpPr/>
            <p:nvPr/>
          </p:nvSpPr>
          <p:spPr>
            <a:xfrm>
              <a:off x="6493406" y="27760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t4390"/>
            <p:cNvSpPr/>
            <p:nvPr/>
          </p:nvSpPr>
          <p:spPr>
            <a:xfrm>
              <a:off x="6348332" y="225038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t4391"/>
            <p:cNvSpPr/>
            <p:nvPr/>
          </p:nvSpPr>
          <p:spPr>
            <a:xfrm>
              <a:off x="6690801" y="291402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t4392"/>
            <p:cNvSpPr/>
            <p:nvPr/>
          </p:nvSpPr>
          <p:spPr>
            <a:xfrm>
              <a:off x="6552380" y="229834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t4393"/>
            <p:cNvSpPr/>
            <p:nvPr/>
          </p:nvSpPr>
          <p:spPr>
            <a:xfrm>
              <a:off x="6771192" y="23744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t4394"/>
            <p:cNvSpPr/>
            <p:nvPr/>
          </p:nvSpPr>
          <p:spPr>
            <a:xfrm>
              <a:off x="6719619" y="257980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t4395"/>
            <p:cNvSpPr/>
            <p:nvPr/>
          </p:nvSpPr>
          <p:spPr>
            <a:xfrm>
              <a:off x="6476697" y="288040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t4396"/>
            <p:cNvSpPr/>
            <p:nvPr/>
          </p:nvSpPr>
          <p:spPr>
            <a:xfrm>
              <a:off x="6493438" y="177103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t4397"/>
            <p:cNvSpPr/>
            <p:nvPr/>
          </p:nvSpPr>
          <p:spPr>
            <a:xfrm>
              <a:off x="6612372" y="252420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t4398"/>
            <p:cNvSpPr/>
            <p:nvPr/>
          </p:nvSpPr>
          <p:spPr>
            <a:xfrm>
              <a:off x="6426473" y="251152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t4399"/>
            <p:cNvSpPr/>
            <p:nvPr/>
          </p:nvSpPr>
          <p:spPr>
            <a:xfrm>
              <a:off x="6389155" y="236707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t4400"/>
            <p:cNvSpPr/>
            <p:nvPr/>
          </p:nvSpPr>
          <p:spPr>
            <a:xfrm>
              <a:off x="6255761" y="244090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t4401"/>
            <p:cNvSpPr/>
            <p:nvPr/>
          </p:nvSpPr>
          <p:spPr>
            <a:xfrm>
              <a:off x="6500974" y="258487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t4402"/>
            <p:cNvSpPr/>
            <p:nvPr/>
          </p:nvSpPr>
          <p:spPr>
            <a:xfrm>
              <a:off x="6565962" y="240096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t4403"/>
            <p:cNvSpPr/>
            <p:nvPr/>
          </p:nvSpPr>
          <p:spPr>
            <a:xfrm>
              <a:off x="6552823" y="24678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t4404"/>
            <p:cNvSpPr/>
            <p:nvPr/>
          </p:nvSpPr>
          <p:spPr>
            <a:xfrm>
              <a:off x="6492823" y="254419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t4405"/>
            <p:cNvSpPr/>
            <p:nvPr/>
          </p:nvSpPr>
          <p:spPr>
            <a:xfrm>
              <a:off x="6408023" y="246133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t4406"/>
            <p:cNvSpPr/>
            <p:nvPr/>
          </p:nvSpPr>
          <p:spPr>
            <a:xfrm>
              <a:off x="6313438" y="263270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t4407"/>
            <p:cNvSpPr/>
            <p:nvPr/>
          </p:nvSpPr>
          <p:spPr>
            <a:xfrm>
              <a:off x="6463743" y="209877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t4408"/>
            <p:cNvSpPr/>
            <p:nvPr/>
          </p:nvSpPr>
          <p:spPr>
            <a:xfrm>
              <a:off x="6408221" y="258638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t4409"/>
            <p:cNvSpPr/>
            <p:nvPr/>
          </p:nvSpPr>
          <p:spPr>
            <a:xfrm>
              <a:off x="6510897" y="189535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t4410"/>
            <p:cNvSpPr/>
            <p:nvPr/>
          </p:nvSpPr>
          <p:spPr>
            <a:xfrm>
              <a:off x="6641473" y="256907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t4411"/>
            <p:cNvSpPr/>
            <p:nvPr/>
          </p:nvSpPr>
          <p:spPr>
            <a:xfrm>
              <a:off x="6671665" y="280568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t4412"/>
            <p:cNvSpPr/>
            <p:nvPr/>
          </p:nvSpPr>
          <p:spPr>
            <a:xfrm>
              <a:off x="6499432" y="232160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t4413"/>
            <p:cNvSpPr/>
            <p:nvPr/>
          </p:nvSpPr>
          <p:spPr>
            <a:xfrm>
              <a:off x="6465449" y="256607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t4414"/>
            <p:cNvSpPr/>
            <p:nvPr/>
          </p:nvSpPr>
          <p:spPr>
            <a:xfrm>
              <a:off x="6571655" y="280070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t4415"/>
            <p:cNvSpPr/>
            <p:nvPr/>
          </p:nvSpPr>
          <p:spPr>
            <a:xfrm>
              <a:off x="6629673" y="259391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t4416"/>
            <p:cNvSpPr/>
            <p:nvPr/>
          </p:nvSpPr>
          <p:spPr>
            <a:xfrm>
              <a:off x="6336284" y="24283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t4417"/>
            <p:cNvSpPr/>
            <p:nvPr/>
          </p:nvSpPr>
          <p:spPr>
            <a:xfrm>
              <a:off x="6497153" y="264186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t4418"/>
            <p:cNvSpPr/>
            <p:nvPr/>
          </p:nvSpPr>
          <p:spPr>
            <a:xfrm>
              <a:off x="6303946" y="250123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t4419"/>
            <p:cNvSpPr/>
            <p:nvPr/>
          </p:nvSpPr>
          <p:spPr>
            <a:xfrm>
              <a:off x="6454801" y="25498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t4420"/>
            <p:cNvSpPr/>
            <p:nvPr/>
          </p:nvSpPr>
          <p:spPr>
            <a:xfrm>
              <a:off x="6376561" y="260601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t4421"/>
            <p:cNvSpPr/>
            <p:nvPr/>
          </p:nvSpPr>
          <p:spPr>
            <a:xfrm>
              <a:off x="6589881" y="274328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t4422"/>
            <p:cNvSpPr/>
            <p:nvPr/>
          </p:nvSpPr>
          <p:spPr>
            <a:xfrm>
              <a:off x="6414963" y="261337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t4423"/>
            <p:cNvSpPr/>
            <p:nvPr/>
          </p:nvSpPr>
          <p:spPr>
            <a:xfrm>
              <a:off x="6508911" y="229789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t4424"/>
            <p:cNvSpPr/>
            <p:nvPr/>
          </p:nvSpPr>
          <p:spPr>
            <a:xfrm>
              <a:off x="6485194" y="279277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t4425"/>
            <p:cNvSpPr/>
            <p:nvPr/>
          </p:nvSpPr>
          <p:spPr>
            <a:xfrm>
              <a:off x="6396624" y="24439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t4426"/>
            <p:cNvSpPr/>
            <p:nvPr/>
          </p:nvSpPr>
          <p:spPr>
            <a:xfrm>
              <a:off x="6514831" y="278457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t4427"/>
            <p:cNvSpPr/>
            <p:nvPr/>
          </p:nvSpPr>
          <p:spPr>
            <a:xfrm>
              <a:off x="6609907" y="24496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t4428"/>
            <p:cNvSpPr/>
            <p:nvPr/>
          </p:nvSpPr>
          <p:spPr>
            <a:xfrm>
              <a:off x="6221446" y="254717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t4429"/>
            <p:cNvSpPr/>
            <p:nvPr/>
          </p:nvSpPr>
          <p:spPr>
            <a:xfrm>
              <a:off x="6579261" y="219714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t4430"/>
            <p:cNvSpPr/>
            <p:nvPr/>
          </p:nvSpPr>
          <p:spPr>
            <a:xfrm>
              <a:off x="6423503" y="207146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t4431"/>
            <p:cNvSpPr/>
            <p:nvPr/>
          </p:nvSpPr>
          <p:spPr>
            <a:xfrm>
              <a:off x="6598316" y="23513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t4432"/>
            <p:cNvSpPr/>
            <p:nvPr/>
          </p:nvSpPr>
          <p:spPr>
            <a:xfrm>
              <a:off x="6572953" y="268237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t4433"/>
            <p:cNvSpPr/>
            <p:nvPr/>
          </p:nvSpPr>
          <p:spPr>
            <a:xfrm>
              <a:off x="6551853" y="268733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t4434"/>
            <p:cNvSpPr/>
            <p:nvPr/>
          </p:nvSpPr>
          <p:spPr>
            <a:xfrm>
              <a:off x="6506893" y="24062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t4435"/>
            <p:cNvSpPr/>
            <p:nvPr/>
          </p:nvSpPr>
          <p:spPr>
            <a:xfrm>
              <a:off x="6538691" y="215964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t4436"/>
            <p:cNvSpPr/>
            <p:nvPr/>
          </p:nvSpPr>
          <p:spPr>
            <a:xfrm>
              <a:off x="6610170" y="235461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t4437"/>
            <p:cNvSpPr/>
            <p:nvPr/>
          </p:nvSpPr>
          <p:spPr>
            <a:xfrm>
              <a:off x="6490710" y="281148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t4438"/>
            <p:cNvSpPr/>
            <p:nvPr/>
          </p:nvSpPr>
          <p:spPr>
            <a:xfrm>
              <a:off x="6653811" y="24503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t4439"/>
            <p:cNvSpPr/>
            <p:nvPr/>
          </p:nvSpPr>
          <p:spPr>
            <a:xfrm>
              <a:off x="6454987" y="253145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t4440"/>
            <p:cNvSpPr/>
            <p:nvPr/>
          </p:nvSpPr>
          <p:spPr>
            <a:xfrm>
              <a:off x="6552892" y="263631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t4441"/>
            <p:cNvSpPr/>
            <p:nvPr/>
          </p:nvSpPr>
          <p:spPr>
            <a:xfrm>
              <a:off x="6492102" y="268164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t4442"/>
            <p:cNvSpPr/>
            <p:nvPr/>
          </p:nvSpPr>
          <p:spPr>
            <a:xfrm>
              <a:off x="6654121" y="260301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t4443"/>
            <p:cNvSpPr/>
            <p:nvPr/>
          </p:nvSpPr>
          <p:spPr>
            <a:xfrm>
              <a:off x="6240791" y="276420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t4444"/>
            <p:cNvSpPr/>
            <p:nvPr/>
          </p:nvSpPr>
          <p:spPr>
            <a:xfrm>
              <a:off x="6706874" y="246515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t4445"/>
            <p:cNvSpPr/>
            <p:nvPr/>
          </p:nvSpPr>
          <p:spPr>
            <a:xfrm>
              <a:off x="6444205" y="25601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t4446"/>
            <p:cNvSpPr/>
            <p:nvPr/>
          </p:nvSpPr>
          <p:spPr>
            <a:xfrm>
              <a:off x="6594257" y="264983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t4447"/>
            <p:cNvSpPr/>
            <p:nvPr/>
          </p:nvSpPr>
          <p:spPr>
            <a:xfrm>
              <a:off x="6273521" y="255356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t4448"/>
            <p:cNvSpPr/>
            <p:nvPr/>
          </p:nvSpPr>
          <p:spPr>
            <a:xfrm>
              <a:off x="6676309" y="203920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t4449"/>
            <p:cNvSpPr/>
            <p:nvPr/>
          </p:nvSpPr>
          <p:spPr>
            <a:xfrm>
              <a:off x="6438014" y="244039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t4450"/>
            <p:cNvSpPr/>
            <p:nvPr/>
          </p:nvSpPr>
          <p:spPr>
            <a:xfrm>
              <a:off x="7103526" y="247472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t4451"/>
            <p:cNvSpPr/>
            <p:nvPr/>
          </p:nvSpPr>
          <p:spPr>
            <a:xfrm>
              <a:off x="6949181" y="240262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t4452"/>
            <p:cNvSpPr/>
            <p:nvPr/>
          </p:nvSpPr>
          <p:spPr>
            <a:xfrm>
              <a:off x="6672463" y="270216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t4453"/>
            <p:cNvSpPr/>
            <p:nvPr/>
          </p:nvSpPr>
          <p:spPr>
            <a:xfrm>
              <a:off x="6706762" y="27624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t4454"/>
            <p:cNvSpPr/>
            <p:nvPr/>
          </p:nvSpPr>
          <p:spPr>
            <a:xfrm>
              <a:off x="7215660" y="186237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t4455"/>
            <p:cNvSpPr/>
            <p:nvPr/>
          </p:nvSpPr>
          <p:spPr>
            <a:xfrm>
              <a:off x="6751146" y="237892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t4456"/>
            <p:cNvSpPr/>
            <p:nvPr/>
          </p:nvSpPr>
          <p:spPr>
            <a:xfrm>
              <a:off x="6483605" y="244049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t4457"/>
            <p:cNvSpPr/>
            <p:nvPr/>
          </p:nvSpPr>
          <p:spPr>
            <a:xfrm>
              <a:off x="6435552" y="257093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t4458"/>
            <p:cNvSpPr/>
            <p:nvPr/>
          </p:nvSpPr>
          <p:spPr>
            <a:xfrm>
              <a:off x="6383406" y="241310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t4459"/>
            <p:cNvSpPr/>
            <p:nvPr/>
          </p:nvSpPr>
          <p:spPr>
            <a:xfrm>
              <a:off x="6600935" y="256729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t4460"/>
            <p:cNvSpPr/>
            <p:nvPr/>
          </p:nvSpPr>
          <p:spPr>
            <a:xfrm>
              <a:off x="6490401" y="26107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t4461"/>
            <p:cNvSpPr/>
            <p:nvPr/>
          </p:nvSpPr>
          <p:spPr>
            <a:xfrm>
              <a:off x="6538337" y="26903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t4462"/>
            <p:cNvSpPr/>
            <p:nvPr/>
          </p:nvSpPr>
          <p:spPr>
            <a:xfrm>
              <a:off x="6575453" y="248294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t4463"/>
            <p:cNvSpPr/>
            <p:nvPr/>
          </p:nvSpPr>
          <p:spPr>
            <a:xfrm>
              <a:off x="6328737" y="206389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t4464"/>
            <p:cNvSpPr/>
            <p:nvPr/>
          </p:nvSpPr>
          <p:spPr>
            <a:xfrm>
              <a:off x="6577157" y="22985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t4465"/>
            <p:cNvSpPr/>
            <p:nvPr/>
          </p:nvSpPr>
          <p:spPr>
            <a:xfrm>
              <a:off x="6494158" y="231777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t4466"/>
            <p:cNvSpPr/>
            <p:nvPr/>
          </p:nvSpPr>
          <p:spPr>
            <a:xfrm>
              <a:off x="6864112" y="312462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t4467"/>
            <p:cNvSpPr/>
            <p:nvPr/>
          </p:nvSpPr>
          <p:spPr>
            <a:xfrm>
              <a:off x="6570198" y="190266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t4468"/>
            <p:cNvSpPr/>
            <p:nvPr/>
          </p:nvSpPr>
          <p:spPr>
            <a:xfrm>
              <a:off x="6536467" y="21028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t4469"/>
            <p:cNvSpPr/>
            <p:nvPr/>
          </p:nvSpPr>
          <p:spPr>
            <a:xfrm>
              <a:off x="6169497" y="231928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t4470"/>
            <p:cNvSpPr/>
            <p:nvPr/>
          </p:nvSpPr>
          <p:spPr>
            <a:xfrm>
              <a:off x="6601863" y="245084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t4471"/>
            <p:cNvSpPr/>
            <p:nvPr/>
          </p:nvSpPr>
          <p:spPr>
            <a:xfrm>
              <a:off x="6923024" y="272591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t4472"/>
            <p:cNvSpPr/>
            <p:nvPr/>
          </p:nvSpPr>
          <p:spPr>
            <a:xfrm>
              <a:off x="6787838" y="274112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t4473"/>
            <p:cNvSpPr/>
            <p:nvPr/>
          </p:nvSpPr>
          <p:spPr>
            <a:xfrm>
              <a:off x="6564845" y="21647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t4474"/>
            <p:cNvSpPr/>
            <p:nvPr/>
          </p:nvSpPr>
          <p:spPr>
            <a:xfrm>
              <a:off x="6638801" y="243528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t4475"/>
            <p:cNvSpPr/>
            <p:nvPr/>
          </p:nvSpPr>
          <p:spPr>
            <a:xfrm>
              <a:off x="6406611" y="27633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t4476"/>
            <p:cNvSpPr/>
            <p:nvPr/>
          </p:nvSpPr>
          <p:spPr>
            <a:xfrm>
              <a:off x="6612994" y="25881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t4477"/>
            <p:cNvSpPr/>
            <p:nvPr/>
          </p:nvSpPr>
          <p:spPr>
            <a:xfrm>
              <a:off x="6623469" y="239070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t4478"/>
            <p:cNvSpPr/>
            <p:nvPr/>
          </p:nvSpPr>
          <p:spPr>
            <a:xfrm>
              <a:off x="6760371" y="259166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t4479"/>
            <p:cNvSpPr/>
            <p:nvPr/>
          </p:nvSpPr>
          <p:spPr>
            <a:xfrm>
              <a:off x="6468573" y="230225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t4480"/>
            <p:cNvSpPr/>
            <p:nvPr/>
          </p:nvSpPr>
          <p:spPr>
            <a:xfrm>
              <a:off x="6652279" y="22400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t4481"/>
            <p:cNvSpPr/>
            <p:nvPr/>
          </p:nvSpPr>
          <p:spPr>
            <a:xfrm>
              <a:off x="6358382" y="211365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t4482"/>
            <p:cNvSpPr/>
            <p:nvPr/>
          </p:nvSpPr>
          <p:spPr>
            <a:xfrm>
              <a:off x="6857196" y="28406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t4483"/>
            <p:cNvSpPr/>
            <p:nvPr/>
          </p:nvSpPr>
          <p:spPr>
            <a:xfrm>
              <a:off x="6582690" y="265564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t4484"/>
            <p:cNvSpPr/>
            <p:nvPr/>
          </p:nvSpPr>
          <p:spPr>
            <a:xfrm>
              <a:off x="6637359" y="211509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t4485"/>
            <p:cNvSpPr/>
            <p:nvPr/>
          </p:nvSpPr>
          <p:spPr>
            <a:xfrm>
              <a:off x="6481000" y="22319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t4486"/>
            <p:cNvSpPr/>
            <p:nvPr/>
          </p:nvSpPr>
          <p:spPr>
            <a:xfrm>
              <a:off x="6328261" y="241987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t4487"/>
            <p:cNvSpPr/>
            <p:nvPr/>
          </p:nvSpPr>
          <p:spPr>
            <a:xfrm>
              <a:off x="6668469" y="281896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t4488"/>
            <p:cNvSpPr/>
            <p:nvPr/>
          </p:nvSpPr>
          <p:spPr>
            <a:xfrm>
              <a:off x="6458820" y="222388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t4489"/>
            <p:cNvSpPr/>
            <p:nvPr/>
          </p:nvSpPr>
          <p:spPr>
            <a:xfrm>
              <a:off x="6429414" y="218850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t4490"/>
            <p:cNvSpPr/>
            <p:nvPr/>
          </p:nvSpPr>
          <p:spPr>
            <a:xfrm>
              <a:off x="6603882" y="24747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t4491"/>
            <p:cNvSpPr/>
            <p:nvPr/>
          </p:nvSpPr>
          <p:spPr>
            <a:xfrm>
              <a:off x="6548051" y="30028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t4492"/>
            <p:cNvSpPr/>
            <p:nvPr/>
          </p:nvSpPr>
          <p:spPr>
            <a:xfrm>
              <a:off x="6409182" y="218192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t4493"/>
            <p:cNvSpPr/>
            <p:nvPr/>
          </p:nvSpPr>
          <p:spPr>
            <a:xfrm>
              <a:off x="6580206" y="25961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t4494"/>
            <p:cNvSpPr/>
            <p:nvPr/>
          </p:nvSpPr>
          <p:spPr>
            <a:xfrm>
              <a:off x="6585342" y="21869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t4495"/>
            <p:cNvSpPr/>
            <p:nvPr/>
          </p:nvSpPr>
          <p:spPr>
            <a:xfrm>
              <a:off x="6585364" y="291049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t4496"/>
            <p:cNvSpPr/>
            <p:nvPr/>
          </p:nvSpPr>
          <p:spPr>
            <a:xfrm>
              <a:off x="6589832" y="254870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t4497"/>
            <p:cNvSpPr/>
            <p:nvPr/>
          </p:nvSpPr>
          <p:spPr>
            <a:xfrm>
              <a:off x="6743622" y="29643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t4498"/>
            <p:cNvSpPr/>
            <p:nvPr/>
          </p:nvSpPr>
          <p:spPr>
            <a:xfrm>
              <a:off x="6615684" y="263615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t4499"/>
            <p:cNvSpPr/>
            <p:nvPr/>
          </p:nvSpPr>
          <p:spPr>
            <a:xfrm>
              <a:off x="6497730" y="220748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t4500"/>
            <p:cNvSpPr/>
            <p:nvPr/>
          </p:nvSpPr>
          <p:spPr>
            <a:xfrm>
              <a:off x="6588454" y="266313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t4501"/>
            <p:cNvSpPr/>
            <p:nvPr/>
          </p:nvSpPr>
          <p:spPr>
            <a:xfrm>
              <a:off x="6737496" y="27536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t4502"/>
            <p:cNvSpPr/>
            <p:nvPr/>
          </p:nvSpPr>
          <p:spPr>
            <a:xfrm>
              <a:off x="6434998" y="23938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t4503"/>
            <p:cNvSpPr/>
            <p:nvPr/>
          </p:nvSpPr>
          <p:spPr>
            <a:xfrm>
              <a:off x="6648549" y="30306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t4504"/>
            <p:cNvSpPr/>
            <p:nvPr/>
          </p:nvSpPr>
          <p:spPr>
            <a:xfrm>
              <a:off x="6589944" y="275491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t4505"/>
            <p:cNvSpPr/>
            <p:nvPr/>
          </p:nvSpPr>
          <p:spPr>
            <a:xfrm>
              <a:off x="6491529" y="253925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t4506"/>
            <p:cNvSpPr/>
            <p:nvPr/>
          </p:nvSpPr>
          <p:spPr>
            <a:xfrm>
              <a:off x="6493465" y="294182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t4507"/>
            <p:cNvSpPr/>
            <p:nvPr/>
          </p:nvSpPr>
          <p:spPr>
            <a:xfrm>
              <a:off x="6773431" y="216683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t4508"/>
            <p:cNvSpPr/>
            <p:nvPr/>
          </p:nvSpPr>
          <p:spPr>
            <a:xfrm>
              <a:off x="6793121" y="246807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t4509"/>
            <p:cNvSpPr/>
            <p:nvPr/>
          </p:nvSpPr>
          <p:spPr>
            <a:xfrm>
              <a:off x="6667587" y="23611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t4510"/>
            <p:cNvSpPr/>
            <p:nvPr/>
          </p:nvSpPr>
          <p:spPr>
            <a:xfrm>
              <a:off x="6675279" y="22858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t4511"/>
            <p:cNvSpPr/>
            <p:nvPr/>
          </p:nvSpPr>
          <p:spPr>
            <a:xfrm>
              <a:off x="6442140" y="218700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t4512"/>
            <p:cNvSpPr/>
            <p:nvPr/>
          </p:nvSpPr>
          <p:spPr>
            <a:xfrm>
              <a:off x="6410796" y="264539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t4513"/>
            <p:cNvSpPr/>
            <p:nvPr/>
          </p:nvSpPr>
          <p:spPr>
            <a:xfrm>
              <a:off x="6812537" y="276383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t4514"/>
            <p:cNvSpPr/>
            <p:nvPr/>
          </p:nvSpPr>
          <p:spPr>
            <a:xfrm>
              <a:off x="6640945" y="300720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t4515"/>
            <p:cNvSpPr/>
            <p:nvPr/>
          </p:nvSpPr>
          <p:spPr>
            <a:xfrm>
              <a:off x="6587419" y="249345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t4516"/>
            <p:cNvSpPr/>
            <p:nvPr/>
          </p:nvSpPr>
          <p:spPr>
            <a:xfrm>
              <a:off x="6592376" y="263952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t4517"/>
            <p:cNvSpPr/>
            <p:nvPr/>
          </p:nvSpPr>
          <p:spPr>
            <a:xfrm>
              <a:off x="6609867" y="280282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t4518"/>
            <p:cNvSpPr/>
            <p:nvPr/>
          </p:nvSpPr>
          <p:spPr>
            <a:xfrm>
              <a:off x="6584333" y="242180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t4519"/>
            <p:cNvSpPr/>
            <p:nvPr/>
          </p:nvSpPr>
          <p:spPr>
            <a:xfrm>
              <a:off x="6584925" y="24067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t4520"/>
            <p:cNvSpPr/>
            <p:nvPr/>
          </p:nvSpPr>
          <p:spPr>
            <a:xfrm>
              <a:off x="6414240" y="25724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t4521"/>
            <p:cNvSpPr/>
            <p:nvPr/>
          </p:nvSpPr>
          <p:spPr>
            <a:xfrm>
              <a:off x="6565304" y="225887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t4522"/>
            <p:cNvSpPr/>
            <p:nvPr/>
          </p:nvSpPr>
          <p:spPr>
            <a:xfrm>
              <a:off x="6503401" y="240903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t4523"/>
            <p:cNvSpPr/>
            <p:nvPr/>
          </p:nvSpPr>
          <p:spPr>
            <a:xfrm>
              <a:off x="6578239" y="267191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t4524"/>
            <p:cNvSpPr/>
            <p:nvPr/>
          </p:nvSpPr>
          <p:spPr>
            <a:xfrm>
              <a:off x="6587452" y="24395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t4525"/>
            <p:cNvSpPr/>
            <p:nvPr/>
          </p:nvSpPr>
          <p:spPr>
            <a:xfrm>
              <a:off x="6620246" y="272138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t4526"/>
            <p:cNvSpPr/>
            <p:nvPr/>
          </p:nvSpPr>
          <p:spPr>
            <a:xfrm>
              <a:off x="6690474" y="282667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t4527"/>
            <p:cNvSpPr/>
            <p:nvPr/>
          </p:nvSpPr>
          <p:spPr>
            <a:xfrm>
              <a:off x="6432398" y="253121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t4528"/>
            <p:cNvSpPr/>
            <p:nvPr/>
          </p:nvSpPr>
          <p:spPr>
            <a:xfrm>
              <a:off x="6455257" y="247854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t4529"/>
            <p:cNvSpPr/>
            <p:nvPr/>
          </p:nvSpPr>
          <p:spPr>
            <a:xfrm>
              <a:off x="6733146" y="266777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t4530"/>
            <p:cNvSpPr/>
            <p:nvPr/>
          </p:nvSpPr>
          <p:spPr>
            <a:xfrm>
              <a:off x="6480866" y="252686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t4531"/>
            <p:cNvSpPr/>
            <p:nvPr/>
          </p:nvSpPr>
          <p:spPr>
            <a:xfrm>
              <a:off x="6612417" y="284699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t4532"/>
            <p:cNvSpPr/>
            <p:nvPr/>
          </p:nvSpPr>
          <p:spPr>
            <a:xfrm>
              <a:off x="6559183" y="263504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t4533"/>
            <p:cNvSpPr/>
            <p:nvPr/>
          </p:nvSpPr>
          <p:spPr>
            <a:xfrm>
              <a:off x="6608141" y="252245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t4534"/>
            <p:cNvSpPr/>
            <p:nvPr/>
          </p:nvSpPr>
          <p:spPr>
            <a:xfrm>
              <a:off x="6751750" y="22991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t4535"/>
            <p:cNvSpPr/>
            <p:nvPr/>
          </p:nvSpPr>
          <p:spPr>
            <a:xfrm>
              <a:off x="6375643" y="214490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t4536"/>
            <p:cNvSpPr/>
            <p:nvPr/>
          </p:nvSpPr>
          <p:spPr>
            <a:xfrm>
              <a:off x="6645307" y="276179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t4537"/>
            <p:cNvSpPr/>
            <p:nvPr/>
          </p:nvSpPr>
          <p:spPr>
            <a:xfrm>
              <a:off x="6708002" y="23645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t4538"/>
            <p:cNvSpPr/>
            <p:nvPr/>
          </p:nvSpPr>
          <p:spPr>
            <a:xfrm>
              <a:off x="6634828" y="214614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t4539"/>
            <p:cNvSpPr/>
            <p:nvPr/>
          </p:nvSpPr>
          <p:spPr>
            <a:xfrm>
              <a:off x="6386474" y="242646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t4540"/>
            <p:cNvSpPr/>
            <p:nvPr/>
          </p:nvSpPr>
          <p:spPr>
            <a:xfrm>
              <a:off x="6378978" y="250178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t4541"/>
            <p:cNvSpPr/>
            <p:nvPr/>
          </p:nvSpPr>
          <p:spPr>
            <a:xfrm>
              <a:off x="6605024" y="250938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t4542"/>
            <p:cNvSpPr/>
            <p:nvPr/>
          </p:nvSpPr>
          <p:spPr>
            <a:xfrm>
              <a:off x="6637322" y="277935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t4543"/>
            <p:cNvSpPr/>
            <p:nvPr/>
          </p:nvSpPr>
          <p:spPr>
            <a:xfrm>
              <a:off x="6541098" y="275345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t4544"/>
            <p:cNvSpPr/>
            <p:nvPr/>
          </p:nvSpPr>
          <p:spPr>
            <a:xfrm>
              <a:off x="6370949" y="283365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t4545"/>
            <p:cNvSpPr/>
            <p:nvPr/>
          </p:nvSpPr>
          <p:spPr>
            <a:xfrm>
              <a:off x="6620490" y="212699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t4546"/>
            <p:cNvSpPr/>
            <p:nvPr/>
          </p:nvSpPr>
          <p:spPr>
            <a:xfrm>
              <a:off x="6231758" y="244729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t4547"/>
            <p:cNvSpPr/>
            <p:nvPr/>
          </p:nvSpPr>
          <p:spPr>
            <a:xfrm>
              <a:off x="6597472" y="251633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t4548"/>
            <p:cNvSpPr/>
            <p:nvPr/>
          </p:nvSpPr>
          <p:spPr>
            <a:xfrm>
              <a:off x="6389846" y="228521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t4549"/>
            <p:cNvSpPr/>
            <p:nvPr/>
          </p:nvSpPr>
          <p:spPr>
            <a:xfrm>
              <a:off x="6548965" y="273254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t4550"/>
            <p:cNvSpPr/>
            <p:nvPr/>
          </p:nvSpPr>
          <p:spPr>
            <a:xfrm>
              <a:off x="6471823" y="21601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t4551"/>
            <p:cNvSpPr/>
            <p:nvPr/>
          </p:nvSpPr>
          <p:spPr>
            <a:xfrm>
              <a:off x="6506059" y="245517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t4552"/>
            <p:cNvSpPr/>
            <p:nvPr/>
          </p:nvSpPr>
          <p:spPr>
            <a:xfrm>
              <a:off x="6541427" y="226393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t4553"/>
            <p:cNvSpPr/>
            <p:nvPr/>
          </p:nvSpPr>
          <p:spPr>
            <a:xfrm>
              <a:off x="6412071" y="243848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t4554"/>
            <p:cNvSpPr/>
            <p:nvPr/>
          </p:nvSpPr>
          <p:spPr>
            <a:xfrm>
              <a:off x="6450201" y="225885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t4555"/>
            <p:cNvSpPr/>
            <p:nvPr/>
          </p:nvSpPr>
          <p:spPr>
            <a:xfrm>
              <a:off x="6542812" y="22025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t4556"/>
            <p:cNvSpPr/>
            <p:nvPr/>
          </p:nvSpPr>
          <p:spPr>
            <a:xfrm>
              <a:off x="6672906" y="282680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t4557"/>
            <p:cNvSpPr/>
            <p:nvPr/>
          </p:nvSpPr>
          <p:spPr>
            <a:xfrm>
              <a:off x="6515535" y="243364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t4558"/>
            <p:cNvSpPr/>
            <p:nvPr/>
          </p:nvSpPr>
          <p:spPr>
            <a:xfrm>
              <a:off x="6258373" y="26622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t4559"/>
            <p:cNvSpPr/>
            <p:nvPr/>
          </p:nvSpPr>
          <p:spPr>
            <a:xfrm>
              <a:off x="6732031" y="244492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t4560"/>
            <p:cNvSpPr/>
            <p:nvPr/>
          </p:nvSpPr>
          <p:spPr>
            <a:xfrm>
              <a:off x="6545732" y="248341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t4561"/>
            <p:cNvSpPr/>
            <p:nvPr/>
          </p:nvSpPr>
          <p:spPr>
            <a:xfrm>
              <a:off x="6627880" y="215598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t4562"/>
            <p:cNvSpPr/>
            <p:nvPr/>
          </p:nvSpPr>
          <p:spPr>
            <a:xfrm>
              <a:off x="6718326" y="230655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t4563"/>
            <p:cNvSpPr/>
            <p:nvPr/>
          </p:nvSpPr>
          <p:spPr>
            <a:xfrm>
              <a:off x="6620818" y="270647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t4564"/>
            <p:cNvSpPr/>
            <p:nvPr/>
          </p:nvSpPr>
          <p:spPr>
            <a:xfrm>
              <a:off x="6558801" y="27189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t4565"/>
            <p:cNvSpPr/>
            <p:nvPr/>
          </p:nvSpPr>
          <p:spPr>
            <a:xfrm>
              <a:off x="6511114" y="257555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t4566"/>
            <p:cNvSpPr/>
            <p:nvPr/>
          </p:nvSpPr>
          <p:spPr>
            <a:xfrm>
              <a:off x="6603447" y="303673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t4567"/>
            <p:cNvSpPr/>
            <p:nvPr/>
          </p:nvSpPr>
          <p:spPr>
            <a:xfrm>
              <a:off x="6445092" y="239706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t4568"/>
            <p:cNvSpPr/>
            <p:nvPr/>
          </p:nvSpPr>
          <p:spPr>
            <a:xfrm>
              <a:off x="6381253" y="232668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t4569"/>
            <p:cNvSpPr/>
            <p:nvPr/>
          </p:nvSpPr>
          <p:spPr>
            <a:xfrm>
              <a:off x="6452233" y="293077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t4570"/>
            <p:cNvSpPr/>
            <p:nvPr/>
          </p:nvSpPr>
          <p:spPr>
            <a:xfrm>
              <a:off x="6533535" y="235017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t4571"/>
            <p:cNvSpPr/>
            <p:nvPr/>
          </p:nvSpPr>
          <p:spPr>
            <a:xfrm>
              <a:off x="6646722" y="255150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t4572"/>
            <p:cNvSpPr/>
            <p:nvPr/>
          </p:nvSpPr>
          <p:spPr>
            <a:xfrm>
              <a:off x="6469918" y="251533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t4573"/>
            <p:cNvSpPr/>
            <p:nvPr/>
          </p:nvSpPr>
          <p:spPr>
            <a:xfrm>
              <a:off x="6556746" y="25073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t4574"/>
            <p:cNvSpPr/>
            <p:nvPr/>
          </p:nvSpPr>
          <p:spPr>
            <a:xfrm>
              <a:off x="6442724" y="263780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t4575"/>
            <p:cNvSpPr/>
            <p:nvPr/>
          </p:nvSpPr>
          <p:spPr>
            <a:xfrm>
              <a:off x="7193177" y="271418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t4576"/>
            <p:cNvSpPr/>
            <p:nvPr/>
          </p:nvSpPr>
          <p:spPr>
            <a:xfrm>
              <a:off x="6600511" y="255716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t4577"/>
            <p:cNvSpPr/>
            <p:nvPr/>
          </p:nvSpPr>
          <p:spPr>
            <a:xfrm>
              <a:off x="6465430" y="234829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t4578"/>
            <p:cNvSpPr/>
            <p:nvPr/>
          </p:nvSpPr>
          <p:spPr>
            <a:xfrm>
              <a:off x="6524787" y="238574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t4579"/>
            <p:cNvSpPr/>
            <p:nvPr/>
          </p:nvSpPr>
          <p:spPr>
            <a:xfrm>
              <a:off x="6501979" y="22268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t4580"/>
            <p:cNvSpPr/>
            <p:nvPr/>
          </p:nvSpPr>
          <p:spPr>
            <a:xfrm>
              <a:off x="6603893" y="242866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t4581"/>
            <p:cNvSpPr/>
            <p:nvPr/>
          </p:nvSpPr>
          <p:spPr>
            <a:xfrm>
              <a:off x="6380386" y="22034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t4582"/>
            <p:cNvSpPr/>
            <p:nvPr/>
          </p:nvSpPr>
          <p:spPr>
            <a:xfrm>
              <a:off x="6414667" y="254808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t4583"/>
            <p:cNvSpPr/>
            <p:nvPr/>
          </p:nvSpPr>
          <p:spPr>
            <a:xfrm>
              <a:off x="6579988" y="248807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t4584"/>
            <p:cNvSpPr/>
            <p:nvPr/>
          </p:nvSpPr>
          <p:spPr>
            <a:xfrm>
              <a:off x="6609908" y="247510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t4585"/>
            <p:cNvSpPr/>
            <p:nvPr/>
          </p:nvSpPr>
          <p:spPr>
            <a:xfrm>
              <a:off x="6624611" y="231938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t4586"/>
            <p:cNvSpPr/>
            <p:nvPr/>
          </p:nvSpPr>
          <p:spPr>
            <a:xfrm>
              <a:off x="6615814" y="248314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t4587"/>
            <p:cNvSpPr/>
            <p:nvPr/>
          </p:nvSpPr>
          <p:spPr>
            <a:xfrm>
              <a:off x="6640308" y="269186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t4588"/>
            <p:cNvSpPr/>
            <p:nvPr/>
          </p:nvSpPr>
          <p:spPr>
            <a:xfrm>
              <a:off x="6634485" y="23039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t4589"/>
            <p:cNvSpPr/>
            <p:nvPr/>
          </p:nvSpPr>
          <p:spPr>
            <a:xfrm>
              <a:off x="6661486" y="269900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t4590"/>
            <p:cNvSpPr/>
            <p:nvPr/>
          </p:nvSpPr>
          <p:spPr>
            <a:xfrm>
              <a:off x="6568022" y="23551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t4591"/>
            <p:cNvSpPr/>
            <p:nvPr/>
          </p:nvSpPr>
          <p:spPr>
            <a:xfrm>
              <a:off x="6663360" y="182164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t4592"/>
            <p:cNvSpPr/>
            <p:nvPr/>
          </p:nvSpPr>
          <p:spPr>
            <a:xfrm>
              <a:off x="6623023" y="229657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t4593"/>
            <p:cNvSpPr/>
            <p:nvPr/>
          </p:nvSpPr>
          <p:spPr>
            <a:xfrm>
              <a:off x="6415466" y="246104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t4594"/>
            <p:cNvSpPr/>
            <p:nvPr/>
          </p:nvSpPr>
          <p:spPr>
            <a:xfrm>
              <a:off x="6574163" y="247385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t4595"/>
            <p:cNvSpPr/>
            <p:nvPr/>
          </p:nvSpPr>
          <p:spPr>
            <a:xfrm>
              <a:off x="6537220" y="220886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t4596"/>
            <p:cNvSpPr/>
            <p:nvPr/>
          </p:nvSpPr>
          <p:spPr>
            <a:xfrm>
              <a:off x="6563362" y="21396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t4597"/>
            <p:cNvSpPr/>
            <p:nvPr/>
          </p:nvSpPr>
          <p:spPr>
            <a:xfrm>
              <a:off x="6566724" y="25296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t4598"/>
            <p:cNvSpPr/>
            <p:nvPr/>
          </p:nvSpPr>
          <p:spPr>
            <a:xfrm>
              <a:off x="6657464" y="243341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t4599"/>
            <p:cNvSpPr/>
            <p:nvPr/>
          </p:nvSpPr>
          <p:spPr>
            <a:xfrm>
              <a:off x="6699556" y="230138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t4600"/>
            <p:cNvSpPr/>
            <p:nvPr/>
          </p:nvSpPr>
          <p:spPr>
            <a:xfrm>
              <a:off x="6082567" y="26211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t4601"/>
            <p:cNvSpPr/>
            <p:nvPr/>
          </p:nvSpPr>
          <p:spPr>
            <a:xfrm>
              <a:off x="6501992" y="304782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t4602"/>
            <p:cNvSpPr/>
            <p:nvPr/>
          </p:nvSpPr>
          <p:spPr>
            <a:xfrm>
              <a:off x="6610156" y="25381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t4603"/>
            <p:cNvSpPr/>
            <p:nvPr/>
          </p:nvSpPr>
          <p:spPr>
            <a:xfrm>
              <a:off x="6433171" y="276627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t4604"/>
            <p:cNvSpPr/>
            <p:nvPr/>
          </p:nvSpPr>
          <p:spPr>
            <a:xfrm>
              <a:off x="6591358" y="26705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t4605"/>
            <p:cNvSpPr/>
            <p:nvPr/>
          </p:nvSpPr>
          <p:spPr>
            <a:xfrm>
              <a:off x="6452992" y="245377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t4606"/>
            <p:cNvSpPr/>
            <p:nvPr/>
          </p:nvSpPr>
          <p:spPr>
            <a:xfrm>
              <a:off x="6688817" y="304239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t4607"/>
            <p:cNvSpPr/>
            <p:nvPr/>
          </p:nvSpPr>
          <p:spPr>
            <a:xfrm>
              <a:off x="6689767" y="187624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t4608"/>
            <p:cNvSpPr/>
            <p:nvPr/>
          </p:nvSpPr>
          <p:spPr>
            <a:xfrm>
              <a:off x="6377512" y="243901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t4609"/>
            <p:cNvSpPr/>
            <p:nvPr/>
          </p:nvSpPr>
          <p:spPr>
            <a:xfrm>
              <a:off x="6860758" y="22670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t4610"/>
            <p:cNvSpPr/>
            <p:nvPr/>
          </p:nvSpPr>
          <p:spPr>
            <a:xfrm>
              <a:off x="6549652" y="274179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t4611"/>
            <p:cNvSpPr/>
            <p:nvPr/>
          </p:nvSpPr>
          <p:spPr>
            <a:xfrm>
              <a:off x="6570673" y="276975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t4612"/>
            <p:cNvSpPr/>
            <p:nvPr/>
          </p:nvSpPr>
          <p:spPr>
            <a:xfrm>
              <a:off x="6591784" y="22547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t4613"/>
            <p:cNvSpPr/>
            <p:nvPr/>
          </p:nvSpPr>
          <p:spPr>
            <a:xfrm>
              <a:off x="6460017" y="234421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t4614"/>
            <p:cNvSpPr/>
            <p:nvPr/>
          </p:nvSpPr>
          <p:spPr>
            <a:xfrm>
              <a:off x="6542169" y="214853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t4615"/>
            <p:cNvSpPr/>
            <p:nvPr/>
          </p:nvSpPr>
          <p:spPr>
            <a:xfrm>
              <a:off x="6568734" y="247258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t4616"/>
            <p:cNvSpPr/>
            <p:nvPr/>
          </p:nvSpPr>
          <p:spPr>
            <a:xfrm>
              <a:off x="6577877" y="20661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t4617"/>
            <p:cNvSpPr/>
            <p:nvPr/>
          </p:nvSpPr>
          <p:spPr>
            <a:xfrm>
              <a:off x="6145452" y="238227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t4618"/>
            <p:cNvSpPr/>
            <p:nvPr/>
          </p:nvSpPr>
          <p:spPr>
            <a:xfrm>
              <a:off x="6705815" y="242162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t4619"/>
            <p:cNvSpPr/>
            <p:nvPr/>
          </p:nvSpPr>
          <p:spPr>
            <a:xfrm>
              <a:off x="6611374" y="247745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t4620"/>
            <p:cNvSpPr/>
            <p:nvPr/>
          </p:nvSpPr>
          <p:spPr>
            <a:xfrm>
              <a:off x="6379552" y="272642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t4621"/>
            <p:cNvSpPr/>
            <p:nvPr/>
          </p:nvSpPr>
          <p:spPr>
            <a:xfrm>
              <a:off x="6577855" y="284215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t4622"/>
            <p:cNvSpPr/>
            <p:nvPr/>
          </p:nvSpPr>
          <p:spPr>
            <a:xfrm>
              <a:off x="6487164" y="27137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t4623"/>
            <p:cNvSpPr/>
            <p:nvPr/>
          </p:nvSpPr>
          <p:spPr>
            <a:xfrm>
              <a:off x="6589392" y="289638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t4624"/>
            <p:cNvSpPr/>
            <p:nvPr/>
          </p:nvSpPr>
          <p:spPr>
            <a:xfrm>
              <a:off x="6514463" y="25190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t4625"/>
            <p:cNvSpPr/>
            <p:nvPr/>
          </p:nvSpPr>
          <p:spPr>
            <a:xfrm>
              <a:off x="6386951" y="242429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t4626"/>
            <p:cNvSpPr/>
            <p:nvPr/>
          </p:nvSpPr>
          <p:spPr>
            <a:xfrm>
              <a:off x="6604695" y="23402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t4627"/>
            <p:cNvSpPr/>
            <p:nvPr/>
          </p:nvSpPr>
          <p:spPr>
            <a:xfrm>
              <a:off x="6581771" y="222844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t4628"/>
            <p:cNvSpPr/>
            <p:nvPr/>
          </p:nvSpPr>
          <p:spPr>
            <a:xfrm>
              <a:off x="6523220" y="226729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t4629"/>
            <p:cNvSpPr/>
            <p:nvPr/>
          </p:nvSpPr>
          <p:spPr>
            <a:xfrm>
              <a:off x="6665892" y="213746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t4630"/>
            <p:cNvSpPr/>
            <p:nvPr/>
          </p:nvSpPr>
          <p:spPr>
            <a:xfrm>
              <a:off x="6513345" y="269631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t4631"/>
            <p:cNvSpPr/>
            <p:nvPr/>
          </p:nvSpPr>
          <p:spPr>
            <a:xfrm>
              <a:off x="6650587" y="237178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t4632"/>
            <p:cNvSpPr/>
            <p:nvPr/>
          </p:nvSpPr>
          <p:spPr>
            <a:xfrm>
              <a:off x="6411198" y="237891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t4633"/>
            <p:cNvSpPr/>
            <p:nvPr/>
          </p:nvSpPr>
          <p:spPr>
            <a:xfrm>
              <a:off x="6681755" y="270123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t4634"/>
            <p:cNvSpPr/>
            <p:nvPr/>
          </p:nvSpPr>
          <p:spPr>
            <a:xfrm>
              <a:off x="6630313" y="235029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t4635"/>
            <p:cNvSpPr/>
            <p:nvPr/>
          </p:nvSpPr>
          <p:spPr>
            <a:xfrm>
              <a:off x="6480256" y="275759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t4636"/>
            <p:cNvSpPr/>
            <p:nvPr/>
          </p:nvSpPr>
          <p:spPr>
            <a:xfrm>
              <a:off x="6476811" y="192172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t4637"/>
            <p:cNvSpPr/>
            <p:nvPr/>
          </p:nvSpPr>
          <p:spPr>
            <a:xfrm>
              <a:off x="6694305" y="283738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t4638"/>
            <p:cNvSpPr/>
            <p:nvPr/>
          </p:nvSpPr>
          <p:spPr>
            <a:xfrm>
              <a:off x="6475712" y="29023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t4639"/>
            <p:cNvSpPr/>
            <p:nvPr/>
          </p:nvSpPr>
          <p:spPr>
            <a:xfrm>
              <a:off x="6452729" y="245594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t4640"/>
            <p:cNvSpPr/>
            <p:nvPr/>
          </p:nvSpPr>
          <p:spPr>
            <a:xfrm>
              <a:off x="6668583" y="235563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t4641"/>
            <p:cNvSpPr/>
            <p:nvPr/>
          </p:nvSpPr>
          <p:spPr>
            <a:xfrm>
              <a:off x="6718944" y="253596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t4642"/>
            <p:cNvSpPr/>
            <p:nvPr/>
          </p:nvSpPr>
          <p:spPr>
            <a:xfrm>
              <a:off x="6687065" y="26051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t4643"/>
            <p:cNvSpPr/>
            <p:nvPr/>
          </p:nvSpPr>
          <p:spPr>
            <a:xfrm>
              <a:off x="6646163" y="319964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t4644"/>
            <p:cNvSpPr/>
            <p:nvPr/>
          </p:nvSpPr>
          <p:spPr>
            <a:xfrm>
              <a:off x="6413671" y="237318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t4645"/>
            <p:cNvSpPr/>
            <p:nvPr/>
          </p:nvSpPr>
          <p:spPr>
            <a:xfrm>
              <a:off x="6456552" y="278153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t4646"/>
            <p:cNvSpPr/>
            <p:nvPr/>
          </p:nvSpPr>
          <p:spPr>
            <a:xfrm>
              <a:off x="6396857" y="270596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t4647"/>
            <p:cNvSpPr/>
            <p:nvPr/>
          </p:nvSpPr>
          <p:spPr>
            <a:xfrm>
              <a:off x="6405004" y="253419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t4648"/>
            <p:cNvSpPr/>
            <p:nvPr/>
          </p:nvSpPr>
          <p:spPr>
            <a:xfrm>
              <a:off x="6455694" y="238250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t4649"/>
            <p:cNvSpPr/>
            <p:nvPr/>
          </p:nvSpPr>
          <p:spPr>
            <a:xfrm>
              <a:off x="6331570" y="247466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t4650"/>
            <p:cNvSpPr/>
            <p:nvPr/>
          </p:nvSpPr>
          <p:spPr>
            <a:xfrm>
              <a:off x="6370659" y="211802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t4651"/>
            <p:cNvSpPr/>
            <p:nvPr/>
          </p:nvSpPr>
          <p:spPr>
            <a:xfrm>
              <a:off x="6392508" y="285922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t4652"/>
            <p:cNvSpPr/>
            <p:nvPr/>
          </p:nvSpPr>
          <p:spPr>
            <a:xfrm>
              <a:off x="6362745" y="202963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t4653"/>
            <p:cNvSpPr/>
            <p:nvPr/>
          </p:nvSpPr>
          <p:spPr>
            <a:xfrm>
              <a:off x="6450536" y="220931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t4654"/>
            <p:cNvSpPr/>
            <p:nvPr/>
          </p:nvSpPr>
          <p:spPr>
            <a:xfrm>
              <a:off x="6319847" y="202412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t4655"/>
            <p:cNvSpPr/>
            <p:nvPr/>
          </p:nvSpPr>
          <p:spPr>
            <a:xfrm>
              <a:off x="6394814" y="215296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t4656"/>
            <p:cNvSpPr/>
            <p:nvPr/>
          </p:nvSpPr>
          <p:spPr>
            <a:xfrm>
              <a:off x="6448982" y="241380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t4657"/>
            <p:cNvSpPr/>
            <p:nvPr/>
          </p:nvSpPr>
          <p:spPr>
            <a:xfrm>
              <a:off x="5864099" y="231043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t4658"/>
            <p:cNvSpPr/>
            <p:nvPr/>
          </p:nvSpPr>
          <p:spPr>
            <a:xfrm>
              <a:off x="6313138" y="21924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t4659"/>
            <p:cNvSpPr/>
            <p:nvPr/>
          </p:nvSpPr>
          <p:spPr>
            <a:xfrm>
              <a:off x="6288626" y="228702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t4660"/>
            <p:cNvSpPr/>
            <p:nvPr/>
          </p:nvSpPr>
          <p:spPr>
            <a:xfrm>
              <a:off x="6288978" y="232288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t4661"/>
            <p:cNvSpPr/>
            <p:nvPr/>
          </p:nvSpPr>
          <p:spPr>
            <a:xfrm>
              <a:off x="6373860" y="203244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t4662"/>
            <p:cNvSpPr/>
            <p:nvPr/>
          </p:nvSpPr>
          <p:spPr>
            <a:xfrm>
              <a:off x="6432685" y="217417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t4663"/>
            <p:cNvSpPr/>
            <p:nvPr/>
          </p:nvSpPr>
          <p:spPr>
            <a:xfrm>
              <a:off x="6377295" y="247593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t4664"/>
            <p:cNvSpPr/>
            <p:nvPr/>
          </p:nvSpPr>
          <p:spPr>
            <a:xfrm>
              <a:off x="6425384" y="298745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t4665"/>
            <p:cNvSpPr/>
            <p:nvPr/>
          </p:nvSpPr>
          <p:spPr>
            <a:xfrm>
              <a:off x="6557818" y="275482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t4666"/>
            <p:cNvSpPr/>
            <p:nvPr/>
          </p:nvSpPr>
          <p:spPr>
            <a:xfrm>
              <a:off x="6314131" y="271767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t4667"/>
            <p:cNvSpPr/>
            <p:nvPr/>
          </p:nvSpPr>
          <p:spPr>
            <a:xfrm>
              <a:off x="6437878" y="27468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t4668"/>
            <p:cNvSpPr/>
            <p:nvPr/>
          </p:nvSpPr>
          <p:spPr>
            <a:xfrm>
              <a:off x="6303261" y="257995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t4669"/>
            <p:cNvSpPr/>
            <p:nvPr/>
          </p:nvSpPr>
          <p:spPr>
            <a:xfrm>
              <a:off x="6530924" y="248786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t4670"/>
            <p:cNvSpPr/>
            <p:nvPr/>
          </p:nvSpPr>
          <p:spPr>
            <a:xfrm>
              <a:off x="6428929" y="24761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t4671"/>
            <p:cNvSpPr/>
            <p:nvPr/>
          </p:nvSpPr>
          <p:spPr>
            <a:xfrm>
              <a:off x="6306214" y="255974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t4672"/>
            <p:cNvSpPr/>
            <p:nvPr/>
          </p:nvSpPr>
          <p:spPr>
            <a:xfrm>
              <a:off x="6316085" y="24118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t4673"/>
            <p:cNvSpPr/>
            <p:nvPr/>
          </p:nvSpPr>
          <p:spPr>
            <a:xfrm>
              <a:off x="6377650" y="236588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t4674"/>
            <p:cNvSpPr/>
            <p:nvPr/>
          </p:nvSpPr>
          <p:spPr>
            <a:xfrm>
              <a:off x="6414559" y="238467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t4675"/>
            <p:cNvSpPr/>
            <p:nvPr/>
          </p:nvSpPr>
          <p:spPr>
            <a:xfrm>
              <a:off x="6339835" y="251729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t4676"/>
            <p:cNvSpPr/>
            <p:nvPr/>
          </p:nvSpPr>
          <p:spPr>
            <a:xfrm>
              <a:off x="6427847" y="197242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t4677"/>
            <p:cNvSpPr/>
            <p:nvPr/>
          </p:nvSpPr>
          <p:spPr>
            <a:xfrm>
              <a:off x="6192180" y="248927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t4678"/>
            <p:cNvSpPr/>
            <p:nvPr/>
          </p:nvSpPr>
          <p:spPr>
            <a:xfrm>
              <a:off x="6402204" y="272523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t4679"/>
            <p:cNvSpPr/>
            <p:nvPr/>
          </p:nvSpPr>
          <p:spPr>
            <a:xfrm>
              <a:off x="6373867" y="240386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t4680"/>
            <p:cNvSpPr/>
            <p:nvPr/>
          </p:nvSpPr>
          <p:spPr>
            <a:xfrm>
              <a:off x="6716971" y="199418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t4681"/>
            <p:cNvSpPr/>
            <p:nvPr/>
          </p:nvSpPr>
          <p:spPr>
            <a:xfrm>
              <a:off x="5623649" y="259882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t4682"/>
            <p:cNvSpPr/>
            <p:nvPr/>
          </p:nvSpPr>
          <p:spPr>
            <a:xfrm>
              <a:off x="6615328" y="199948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t4683"/>
            <p:cNvSpPr/>
            <p:nvPr/>
          </p:nvSpPr>
          <p:spPr>
            <a:xfrm>
              <a:off x="6386274" y="258332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t4684"/>
            <p:cNvSpPr/>
            <p:nvPr/>
          </p:nvSpPr>
          <p:spPr>
            <a:xfrm>
              <a:off x="6262762" y="25120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t4685"/>
            <p:cNvSpPr/>
            <p:nvPr/>
          </p:nvSpPr>
          <p:spPr>
            <a:xfrm>
              <a:off x="6484902" y="279767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t4686"/>
            <p:cNvSpPr/>
            <p:nvPr/>
          </p:nvSpPr>
          <p:spPr>
            <a:xfrm>
              <a:off x="6375668" y="264231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t4687"/>
            <p:cNvSpPr/>
            <p:nvPr/>
          </p:nvSpPr>
          <p:spPr>
            <a:xfrm>
              <a:off x="6281615" y="258820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t4688"/>
            <p:cNvSpPr/>
            <p:nvPr/>
          </p:nvSpPr>
          <p:spPr>
            <a:xfrm>
              <a:off x="6389449" y="266651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t4689"/>
            <p:cNvSpPr/>
            <p:nvPr/>
          </p:nvSpPr>
          <p:spPr>
            <a:xfrm>
              <a:off x="6543983" y="24119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t4690"/>
            <p:cNvSpPr/>
            <p:nvPr/>
          </p:nvSpPr>
          <p:spPr>
            <a:xfrm>
              <a:off x="6557263" y="27162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t4691"/>
            <p:cNvSpPr/>
            <p:nvPr/>
          </p:nvSpPr>
          <p:spPr>
            <a:xfrm>
              <a:off x="6402483" y="228083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t4692"/>
            <p:cNvSpPr/>
            <p:nvPr/>
          </p:nvSpPr>
          <p:spPr>
            <a:xfrm>
              <a:off x="6659431" y="27226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t4693"/>
            <p:cNvSpPr/>
            <p:nvPr/>
          </p:nvSpPr>
          <p:spPr>
            <a:xfrm>
              <a:off x="6340426" y="295880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t4694"/>
            <p:cNvSpPr/>
            <p:nvPr/>
          </p:nvSpPr>
          <p:spPr>
            <a:xfrm>
              <a:off x="6571659" y="201221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t4695"/>
            <p:cNvSpPr/>
            <p:nvPr/>
          </p:nvSpPr>
          <p:spPr>
            <a:xfrm>
              <a:off x="6725399" y="233842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t4696"/>
            <p:cNvSpPr/>
            <p:nvPr/>
          </p:nvSpPr>
          <p:spPr>
            <a:xfrm>
              <a:off x="6770374" y="209288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t4697"/>
            <p:cNvSpPr/>
            <p:nvPr/>
          </p:nvSpPr>
          <p:spPr>
            <a:xfrm>
              <a:off x="6468856" y="262036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t4698"/>
            <p:cNvSpPr/>
            <p:nvPr/>
          </p:nvSpPr>
          <p:spPr>
            <a:xfrm>
              <a:off x="6520987" y="25450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t4699"/>
            <p:cNvSpPr/>
            <p:nvPr/>
          </p:nvSpPr>
          <p:spPr>
            <a:xfrm>
              <a:off x="6426950" y="294150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t4700"/>
            <p:cNvSpPr/>
            <p:nvPr/>
          </p:nvSpPr>
          <p:spPr>
            <a:xfrm>
              <a:off x="6287577" y="245207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t4701"/>
            <p:cNvSpPr/>
            <p:nvPr/>
          </p:nvSpPr>
          <p:spPr>
            <a:xfrm>
              <a:off x="6435530" y="261016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t4702"/>
            <p:cNvSpPr/>
            <p:nvPr/>
          </p:nvSpPr>
          <p:spPr>
            <a:xfrm>
              <a:off x="6476037" y="251799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t4703"/>
            <p:cNvSpPr/>
            <p:nvPr/>
          </p:nvSpPr>
          <p:spPr>
            <a:xfrm>
              <a:off x="6622547" y="227564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t4704"/>
            <p:cNvSpPr/>
            <p:nvPr/>
          </p:nvSpPr>
          <p:spPr>
            <a:xfrm>
              <a:off x="6530411" y="245475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t4705"/>
            <p:cNvSpPr/>
            <p:nvPr/>
          </p:nvSpPr>
          <p:spPr>
            <a:xfrm>
              <a:off x="6418508" y="257814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t4706"/>
            <p:cNvSpPr/>
            <p:nvPr/>
          </p:nvSpPr>
          <p:spPr>
            <a:xfrm>
              <a:off x="6452998" y="308111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t4707"/>
            <p:cNvSpPr/>
            <p:nvPr/>
          </p:nvSpPr>
          <p:spPr>
            <a:xfrm>
              <a:off x="6431619" y="233436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t4708"/>
            <p:cNvSpPr/>
            <p:nvPr/>
          </p:nvSpPr>
          <p:spPr>
            <a:xfrm>
              <a:off x="6466704" y="268743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t4709"/>
            <p:cNvSpPr/>
            <p:nvPr/>
          </p:nvSpPr>
          <p:spPr>
            <a:xfrm>
              <a:off x="6757331" y="259488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t4710"/>
            <p:cNvSpPr/>
            <p:nvPr/>
          </p:nvSpPr>
          <p:spPr>
            <a:xfrm>
              <a:off x="6622785" y="214687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t4711"/>
            <p:cNvSpPr/>
            <p:nvPr/>
          </p:nvSpPr>
          <p:spPr>
            <a:xfrm>
              <a:off x="6548509" y="26759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t4712"/>
            <p:cNvSpPr/>
            <p:nvPr/>
          </p:nvSpPr>
          <p:spPr>
            <a:xfrm>
              <a:off x="6597176" y="236749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t4713"/>
            <p:cNvSpPr/>
            <p:nvPr/>
          </p:nvSpPr>
          <p:spPr>
            <a:xfrm>
              <a:off x="6495195" y="22912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t4714"/>
            <p:cNvSpPr/>
            <p:nvPr/>
          </p:nvSpPr>
          <p:spPr>
            <a:xfrm>
              <a:off x="6683900" y="213362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t4715"/>
            <p:cNvSpPr/>
            <p:nvPr/>
          </p:nvSpPr>
          <p:spPr>
            <a:xfrm>
              <a:off x="6786379" y="222931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t4716"/>
            <p:cNvSpPr/>
            <p:nvPr/>
          </p:nvSpPr>
          <p:spPr>
            <a:xfrm>
              <a:off x="6512918" y="168987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t4717"/>
            <p:cNvSpPr/>
            <p:nvPr/>
          </p:nvSpPr>
          <p:spPr>
            <a:xfrm>
              <a:off x="6354471" y="214783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t4718"/>
            <p:cNvSpPr/>
            <p:nvPr/>
          </p:nvSpPr>
          <p:spPr>
            <a:xfrm>
              <a:off x="6788046" y="25189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t4719"/>
            <p:cNvSpPr/>
            <p:nvPr/>
          </p:nvSpPr>
          <p:spPr>
            <a:xfrm>
              <a:off x="6696287" y="29249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t4720"/>
            <p:cNvSpPr/>
            <p:nvPr/>
          </p:nvSpPr>
          <p:spPr>
            <a:xfrm>
              <a:off x="6353369" y="239836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t4721"/>
            <p:cNvSpPr/>
            <p:nvPr/>
          </p:nvSpPr>
          <p:spPr>
            <a:xfrm>
              <a:off x="6329627" y="24285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t4722"/>
            <p:cNvSpPr/>
            <p:nvPr/>
          </p:nvSpPr>
          <p:spPr>
            <a:xfrm>
              <a:off x="6469477" y="259651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t4723"/>
            <p:cNvSpPr/>
            <p:nvPr/>
          </p:nvSpPr>
          <p:spPr>
            <a:xfrm>
              <a:off x="6336203" y="251040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t4724"/>
            <p:cNvSpPr/>
            <p:nvPr/>
          </p:nvSpPr>
          <p:spPr>
            <a:xfrm>
              <a:off x="6333890" y="229508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t4725"/>
            <p:cNvSpPr/>
            <p:nvPr/>
          </p:nvSpPr>
          <p:spPr>
            <a:xfrm>
              <a:off x="6465906" y="239477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t4726"/>
            <p:cNvSpPr/>
            <p:nvPr/>
          </p:nvSpPr>
          <p:spPr>
            <a:xfrm>
              <a:off x="6376178" y="294358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t4727"/>
            <p:cNvSpPr/>
            <p:nvPr/>
          </p:nvSpPr>
          <p:spPr>
            <a:xfrm>
              <a:off x="6598691" y="229434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t4728"/>
            <p:cNvSpPr/>
            <p:nvPr/>
          </p:nvSpPr>
          <p:spPr>
            <a:xfrm>
              <a:off x="6420216" y="19970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t4729"/>
            <p:cNvSpPr/>
            <p:nvPr/>
          </p:nvSpPr>
          <p:spPr>
            <a:xfrm>
              <a:off x="6479553" y="234409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t4730"/>
            <p:cNvSpPr/>
            <p:nvPr/>
          </p:nvSpPr>
          <p:spPr>
            <a:xfrm>
              <a:off x="6429908" y="223138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t4731"/>
            <p:cNvSpPr/>
            <p:nvPr/>
          </p:nvSpPr>
          <p:spPr>
            <a:xfrm>
              <a:off x="6727558" y="231151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t4732"/>
            <p:cNvSpPr/>
            <p:nvPr/>
          </p:nvSpPr>
          <p:spPr>
            <a:xfrm>
              <a:off x="6405108" y="241641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t4733"/>
            <p:cNvSpPr/>
            <p:nvPr/>
          </p:nvSpPr>
          <p:spPr>
            <a:xfrm>
              <a:off x="6548075" y="230036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t4734"/>
            <p:cNvSpPr/>
            <p:nvPr/>
          </p:nvSpPr>
          <p:spPr>
            <a:xfrm>
              <a:off x="6522550" y="148014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t4735"/>
            <p:cNvSpPr/>
            <p:nvPr/>
          </p:nvSpPr>
          <p:spPr>
            <a:xfrm>
              <a:off x="6571185" y="246971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t4736"/>
            <p:cNvSpPr/>
            <p:nvPr/>
          </p:nvSpPr>
          <p:spPr>
            <a:xfrm>
              <a:off x="6507103" y="236764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t4737"/>
            <p:cNvSpPr/>
            <p:nvPr/>
          </p:nvSpPr>
          <p:spPr>
            <a:xfrm>
              <a:off x="6627123" y="25400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t4738"/>
            <p:cNvSpPr/>
            <p:nvPr/>
          </p:nvSpPr>
          <p:spPr>
            <a:xfrm>
              <a:off x="6403755" y="203037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t4739"/>
            <p:cNvSpPr/>
            <p:nvPr/>
          </p:nvSpPr>
          <p:spPr>
            <a:xfrm>
              <a:off x="6530097" y="241190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t4740"/>
            <p:cNvSpPr/>
            <p:nvPr/>
          </p:nvSpPr>
          <p:spPr>
            <a:xfrm>
              <a:off x="6530868" y="242969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t4741"/>
            <p:cNvSpPr/>
            <p:nvPr/>
          </p:nvSpPr>
          <p:spPr>
            <a:xfrm>
              <a:off x="6325349" y="199207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t4742"/>
            <p:cNvSpPr/>
            <p:nvPr/>
          </p:nvSpPr>
          <p:spPr>
            <a:xfrm>
              <a:off x="6495048" y="29079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t4743"/>
            <p:cNvSpPr/>
            <p:nvPr/>
          </p:nvSpPr>
          <p:spPr>
            <a:xfrm>
              <a:off x="6425538" y="258266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t4744"/>
            <p:cNvSpPr/>
            <p:nvPr/>
          </p:nvSpPr>
          <p:spPr>
            <a:xfrm>
              <a:off x="6497547" y="254696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t4745"/>
            <p:cNvSpPr/>
            <p:nvPr/>
          </p:nvSpPr>
          <p:spPr>
            <a:xfrm>
              <a:off x="6388574" y="222771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t4746"/>
            <p:cNvSpPr/>
            <p:nvPr/>
          </p:nvSpPr>
          <p:spPr>
            <a:xfrm>
              <a:off x="6248299" y="243890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t4747"/>
            <p:cNvSpPr/>
            <p:nvPr/>
          </p:nvSpPr>
          <p:spPr>
            <a:xfrm>
              <a:off x="6174373" y="295637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t4748"/>
            <p:cNvSpPr/>
            <p:nvPr/>
          </p:nvSpPr>
          <p:spPr>
            <a:xfrm>
              <a:off x="6281669" y="28504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t4749"/>
            <p:cNvSpPr/>
            <p:nvPr/>
          </p:nvSpPr>
          <p:spPr>
            <a:xfrm>
              <a:off x="6323735" y="291138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t4750"/>
            <p:cNvSpPr/>
            <p:nvPr/>
          </p:nvSpPr>
          <p:spPr>
            <a:xfrm>
              <a:off x="6312267" y="286631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t4751"/>
            <p:cNvSpPr/>
            <p:nvPr/>
          </p:nvSpPr>
          <p:spPr>
            <a:xfrm>
              <a:off x="6272921" y="314674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t4752"/>
            <p:cNvSpPr/>
            <p:nvPr/>
          </p:nvSpPr>
          <p:spPr>
            <a:xfrm>
              <a:off x="6560833" y="236525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t4753"/>
            <p:cNvSpPr/>
            <p:nvPr/>
          </p:nvSpPr>
          <p:spPr>
            <a:xfrm>
              <a:off x="6825382" y="249228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t4754"/>
            <p:cNvSpPr/>
            <p:nvPr/>
          </p:nvSpPr>
          <p:spPr>
            <a:xfrm>
              <a:off x="6616954" y="227650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t4755"/>
            <p:cNvSpPr/>
            <p:nvPr/>
          </p:nvSpPr>
          <p:spPr>
            <a:xfrm>
              <a:off x="6558266" y="22363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t4756"/>
            <p:cNvSpPr/>
            <p:nvPr/>
          </p:nvSpPr>
          <p:spPr>
            <a:xfrm>
              <a:off x="6722933" y="269790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t4757"/>
            <p:cNvSpPr/>
            <p:nvPr/>
          </p:nvSpPr>
          <p:spPr>
            <a:xfrm>
              <a:off x="6379844" y="223686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t4758"/>
            <p:cNvSpPr/>
            <p:nvPr/>
          </p:nvSpPr>
          <p:spPr>
            <a:xfrm>
              <a:off x="6495607" y="259069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t4759"/>
            <p:cNvSpPr/>
            <p:nvPr/>
          </p:nvSpPr>
          <p:spPr>
            <a:xfrm>
              <a:off x="6503093" y="233197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t4760"/>
            <p:cNvSpPr/>
            <p:nvPr/>
          </p:nvSpPr>
          <p:spPr>
            <a:xfrm>
              <a:off x="6511350" y="24608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t4761"/>
            <p:cNvSpPr/>
            <p:nvPr/>
          </p:nvSpPr>
          <p:spPr>
            <a:xfrm>
              <a:off x="6487488" y="210197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t4762"/>
            <p:cNvSpPr/>
            <p:nvPr/>
          </p:nvSpPr>
          <p:spPr>
            <a:xfrm>
              <a:off x="6337675" y="250718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t4763"/>
            <p:cNvSpPr/>
            <p:nvPr/>
          </p:nvSpPr>
          <p:spPr>
            <a:xfrm>
              <a:off x="6423483" y="221574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t4764"/>
            <p:cNvSpPr/>
            <p:nvPr/>
          </p:nvSpPr>
          <p:spPr>
            <a:xfrm>
              <a:off x="6301131" y="199439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t4765"/>
            <p:cNvSpPr/>
            <p:nvPr/>
          </p:nvSpPr>
          <p:spPr>
            <a:xfrm>
              <a:off x="6384363" y="20306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t4766"/>
            <p:cNvSpPr/>
            <p:nvPr/>
          </p:nvSpPr>
          <p:spPr>
            <a:xfrm>
              <a:off x="6385681" y="286738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t4767"/>
            <p:cNvSpPr/>
            <p:nvPr/>
          </p:nvSpPr>
          <p:spPr>
            <a:xfrm>
              <a:off x="5886855" y="223147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t4768"/>
            <p:cNvSpPr/>
            <p:nvPr/>
          </p:nvSpPr>
          <p:spPr>
            <a:xfrm>
              <a:off x="6446449" y="227143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t4769"/>
            <p:cNvSpPr/>
            <p:nvPr/>
          </p:nvSpPr>
          <p:spPr>
            <a:xfrm>
              <a:off x="6484925" y="209870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t4770"/>
            <p:cNvSpPr/>
            <p:nvPr/>
          </p:nvSpPr>
          <p:spPr>
            <a:xfrm>
              <a:off x="6445937" y="22596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t4771"/>
            <p:cNvSpPr/>
            <p:nvPr/>
          </p:nvSpPr>
          <p:spPr>
            <a:xfrm>
              <a:off x="6523577" y="275023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t4772"/>
            <p:cNvSpPr/>
            <p:nvPr/>
          </p:nvSpPr>
          <p:spPr>
            <a:xfrm>
              <a:off x="6508871" y="254553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t4773"/>
            <p:cNvSpPr/>
            <p:nvPr/>
          </p:nvSpPr>
          <p:spPr>
            <a:xfrm>
              <a:off x="6572523" y="276752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t4774"/>
            <p:cNvSpPr/>
            <p:nvPr/>
          </p:nvSpPr>
          <p:spPr>
            <a:xfrm>
              <a:off x="6529271" y="231958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t4775"/>
            <p:cNvSpPr/>
            <p:nvPr/>
          </p:nvSpPr>
          <p:spPr>
            <a:xfrm>
              <a:off x="6394231" y="23710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t4776"/>
            <p:cNvSpPr/>
            <p:nvPr/>
          </p:nvSpPr>
          <p:spPr>
            <a:xfrm>
              <a:off x="6415539" y="266834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t4777"/>
            <p:cNvSpPr/>
            <p:nvPr/>
          </p:nvSpPr>
          <p:spPr>
            <a:xfrm>
              <a:off x="6524414" y="25268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t4778"/>
            <p:cNvSpPr/>
            <p:nvPr/>
          </p:nvSpPr>
          <p:spPr>
            <a:xfrm>
              <a:off x="6480788" y="23988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t4779"/>
            <p:cNvSpPr/>
            <p:nvPr/>
          </p:nvSpPr>
          <p:spPr>
            <a:xfrm>
              <a:off x="6541880" y="225305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t4780"/>
            <p:cNvSpPr/>
            <p:nvPr/>
          </p:nvSpPr>
          <p:spPr>
            <a:xfrm>
              <a:off x="6329566" y="242650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t4781"/>
            <p:cNvSpPr/>
            <p:nvPr/>
          </p:nvSpPr>
          <p:spPr>
            <a:xfrm>
              <a:off x="6572177" y="257384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t4782"/>
            <p:cNvSpPr/>
            <p:nvPr/>
          </p:nvSpPr>
          <p:spPr>
            <a:xfrm>
              <a:off x="6483257" y="185385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t4783"/>
            <p:cNvSpPr/>
            <p:nvPr/>
          </p:nvSpPr>
          <p:spPr>
            <a:xfrm>
              <a:off x="6403536" y="21156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t4784"/>
            <p:cNvSpPr/>
            <p:nvPr/>
          </p:nvSpPr>
          <p:spPr>
            <a:xfrm>
              <a:off x="6564351" y="233753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t4785"/>
            <p:cNvSpPr/>
            <p:nvPr/>
          </p:nvSpPr>
          <p:spPr>
            <a:xfrm>
              <a:off x="6351687" y="214559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t4786"/>
            <p:cNvSpPr/>
            <p:nvPr/>
          </p:nvSpPr>
          <p:spPr>
            <a:xfrm>
              <a:off x="6491178" y="248455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t4787"/>
            <p:cNvSpPr/>
            <p:nvPr/>
          </p:nvSpPr>
          <p:spPr>
            <a:xfrm>
              <a:off x="6657856" y="208182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t4788"/>
            <p:cNvSpPr/>
            <p:nvPr/>
          </p:nvSpPr>
          <p:spPr>
            <a:xfrm>
              <a:off x="6979027" y="196534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t4789"/>
            <p:cNvSpPr/>
            <p:nvPr/>
          </p:nvSpPr>
          <p:spPr>
            <a:xfrm>
              <a:off x="6681500" y="223581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t4790"/>
            <p:cNvSpPr/>
            <p:nvPr/>
          </p:nvSpPr>
          <p:spPr>
            <a:xfrm>
              <a:off x="6783389" y="19749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t4791"/>
            <p:cNvSpPr/>
            <p:nvPr/>
          </p:nvSpPr>
          <p:spPr>
            <a:xfrm>
              <a:off x="6352795" y="254293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t4792"/>
            <p:cNvSpPr/>
            <p:nvPr/>
          </p:nvSpPr>
          <p:spPr>
            <a:xfrm>
              <a:off x="6494497" y="234339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t4793"/>
            <p:cNvSpPr/>
            <p:nvPr/>
          </p:nvSpPr>
          <p:spPr>
            <a:xfrm>
              <a:off x="6627002" y="235449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t4794"/>
            <p:cNvSpPr/>
            <p:nvPr/>
          </p:nvSpPr>
          <p:spPr>
            <a:xfrm>
              <a:off x="6657160" y="225269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t4795"/>
            <p:cNvSpPr/>
            <p:nvPr/>
          </p:nvSpPr>
          <p:spPr>
            <a:xfrm>
              <a:off x="6414483" y="207342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t4796"/>
            <p:cNvSpPr/>
            <p:nvPr/>
          </p:nvSpPr>
          <p:spPr>
            <a:xfrm>
              <a:off x="6273600" y="246382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t4797"/>
            <p:cNvSpPr/>
            <p:nvPr/>
          </p:nvSpPr>
          <p:spPr>
            <a:xfrm>
              <a:off x="6353900" y="225158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t4798"/>
            <p:cNvSpPr/>
            <p:nvPr/>
          </p:nvSpPr>
          <p:spPr>
            <a:xfrm>
              <a:off x="6288424" y="204966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t4799"/>
            <p:cNvSpPr/>
            <p:nvPr/>
          </p:nvSpPr>
          <p:spPr>
            <a:xfrm>
              <a:off x="6474767" y="241795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t4800"/>
            <p:cNvSpPr/>
            <p:nvPr/>
          </p:nvSpPr>
          <p:spPr>
            <a:xfrm>
              <a:off x="6586223" y="219456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t4801"/>
            <p:cNvSpPr/>
            <p:nvPr/>
          </p:nvSpPr>
          <p:spPr>
            <a:xfrm>
              <a:off x="6406343" y="199047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t4802"/>
            <p:cNvSpPr/>
            <p:nvPr/>
          </p:nvSpPr>
          <p:spPr>
            <a:xfrm>
              <a:off x="6201800" y="222015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t4803"/>
            <p:cNvSpPr/>
            <p:nvPr/>
          </p:nvSpPr>
          <p:spPr>
            <a:xfrm>
              <a:off x="6488409" y="247553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t4804"/>
            <p:cNvSpPr/>
            <p:nvPr/>
          </p:nvSpPr>
          <p:spPr>
            <a:xfrm>
              <a:off x="6498044" y="21422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t4805"/>
            <p:cNvSpPr/>
            <p:nvPr/>
          </p:nvSpPr>
          <p:spPr>
            <a:xfrm>
              <a:off x="6454201" y="245305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t4806"/>
            <p:cNvSpPr/>
            <p:nvPr/>
          </p:nvSpPr>
          <p:spPr>
            <a:xfrm>
              <a:off x="6663062" y="25522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t4807"/>
            <p:cNvSpPr/>
            <p:nvPr/>
          </p:nvSpPr>
          <p:spPr>
            <a:xfrm>
              <a:off x="6587981" y="244298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t4808"/>
            <p:cNvSpPr/>
            <p:nvPr/>
          </p:nvSpPr>
          <p:spPr>
            <a:xfrm>
              <a:off x="6709535" y="292796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t4809"/>
            <p:cNvSpPr/>
            <p:nvPr/>
          </p:nvSpPr>
          <p:spPr>
            <a:xfrm>
              <a:off x="6639016" y="320663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t4810"/>
            <p:cNvSpPr/>
            <p:nvPr/>
          </p:nvSpPr>
          <p:spPr>
            <a:xfrm>
              <a:off x="6612870" y="247562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t4811"/>
            <p:cNvSpPr/>
            <p:nvPr/>
          </p:nvSpPr>
          <p:spPr>
            <a:xfrm>
              <a:off x="6691409" y="294695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t4812"/>
            <p:cNvSpPr/>
            <p:nvPr/>
          </p:nvSpPr>
          <p:spPr>
            <a:xfrm>
              <a:off x="6604954" y="247574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t4813"/>
            <p:cNvSpPr/>
            <p:nvPr/>
          </p:nvSpPr>
          <p:spPr>
            <a:xfrm>
              <a:off x="6383517" y="269618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t4814"/>
            <p:cNvSpPr/>
            <p:nvPr/>
          </p:nvSpPr>
          <p:spPr>
            <a:xfrm>
              <a:off x="6537096" y="252434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t4815"/>
            <p:cNvSpPr/>
            <p:nvPr/>
          </p:nvSpPr>
          <p:spPr>
            <a:xfrm>
              <a:off x="6487310" y="22638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t4816"/>
            <p:cNvSpPr/>
            <p:nvPr/>
          </p:nvSpPr>
          <p:spPr>
            <a:xfrm>
              <a:off x="6501962" y="272948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t4817"/>
            <p:cNvSpPr/>
            <p:nvPr/>
          </p:nvSpPr>
          <p:spPr>
            <a:xfrm>
              <a:off x="6456629" y="263095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t4818"/>
            <p:cNvSpPr/>
            <p:nvPr/>
          </p:nvSpPr>
          <p:spPr>
            <a:xfrm>
              <a:off x="6330690" y="220950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t4819"/>
            <p:cNvSpPr/>
            <p:nvPr/>
          </p:nvSpPr>
          <p:spPr>
            <a:xfrm>
              <a:off x="6481432" y="218932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t4820"/>
            <p:cNvSpPr/>
            <p:nvPr/>
          </p:nvSpPr>
          <p:spPr>
            <a:xfrm>
              <a:off x="6560779" y="22000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t4821"/>
            <p:cNvSpPr/>
            <p:nvPr/>
          </p:nvSpPr>
          <p:spPr>
            <a:xfrm>
              <a:off x="6512148" y="281483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t4822"/>
            <p:cNvSpPr/>
            <p:nvPr/>
          </p:nvSpPr>
          <p:spPr>
            <a:xfrm>
              <a:off x="6675093" y="282428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t4823"/>
            <p:cNvSpPr/>
            <p:nvPr/>
          </p:nvSpPr>
          <p:spPr>
            <a:xfrm>
              <a:off x="6580851" y="269630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t4824"/>
            <p:cNvSpPr/>
            <p:nvPr/>
          </p:nvSpPr>
          <p:spPr>
            <a:xfrm>
              <a:off x="6493149" y="26392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t4825"/>
            <p:cNvSpPr/>
            <p:nvPr/>
          </p:nvSpPr>
          <p:spPr>
            <a:xfrm>
              <a:off x="6336286" y="262647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t4826"/>
            <p:cNvSpPr/>
            <p:nvPr/>
          </p:nvSpPr>
          <p:spPr>
            <a:xfrm>
              <a:off x="6288354" y="268881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t4827"/>
            <p:cNvSpPr/>
            <p:nvPr/>
          </p:nvSpPr>
          <p:spPr>
            <a:xfrm>
              <a:off x="6530812" y="258216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t4828"/>
            <p:cNvSpPr/>
            <p:nvPr/>
          </p:nvSpPr>
          <p:spPr>
            <a:xfrm>
              <a:off x="6198679" y="268967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t4829"/>
            <p:cNvSpPr/>
            <p:nvPr/>
          </p:nvSpPr>
          <p:spPr>
            <a:xfrm>
              <a:off x="6450745" y="265504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t4830"/>
            <p:cNvSpPr/>
            <p:nvPr/>
          </p:nvSpPr>
          <p:spPr>
            <a:xfrm>
              <a:off x="6621079" y="326031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t4831"/>
            <p:cNvSpPr/>
            <p:nvPr/>
          </p:nvSpPr>
          <p:spPr>
            <a:xfrm>
              <a:off x="6643416" y="240803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t4832"/>
            <p:cNvSpPr/>
            <p:nvPr/>
          </p:nvSpPr>
          <p:spPr>
            <a:xfrm>
              <a:off x="6476835" y="296454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t4833"/>
            <p:cNvSpPr/>
            <p:nvPr/>
          </p:nvSpPr>
          <p:spPr>
            <a:xfrm>
              <a:off x="7015939" y="185566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t4834"/>
            <p:cNvSpPr/>
            <p:nvPr/>
          </p:nvSpPr>
          <p:spPr>
            <a:xfrm>
              <a:off x="6303815" y="242217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t4835"/>
            <p:cNvSpPr/>
            <p:nvPr/>
          </p:nvSpPr>
          <p:spPr>
            <a:xfrm>
              <a:off x="6388262" y="253752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t4836"/>
            <p:cNvSpPr/>
            <p:nvPr/>
          </p:nvSpPr>
          <p:spPr>
            <a:xfrm>
              <a:off x="6592171" y="26051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t4837"/>
            <p:cNvSpPr/>
            <p:nvPr/>
          </p:nvSpPr>
          <p:spPr>
            <a:xfrm>
              <a:off x="6687222" y="27799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t4838"/>
            <p:cNvSpPr/>
            <p:nvPr/>
          </p:nvSpPr>
          <p:spPr>
            <a:xfrm>
              <a:off x="6361316" y="263641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t4839"/>
            <p:cNvSpPr/>
            <p:nvPr/>
          </p:nvSpPr>
          <p:spPr>
            <a:xfrm>
              <a:off x="6298187" y="255209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t4840"/>
            <p:cNvSpPr/>
            <p:nvPr/>
          </p:nvSpPr>
          <p:spPr>
            <a:xfrm>
              <a:off x="6557820" y="26232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t4841"/>
            <p:cNvSpPr/>
            <p:nvPr/>
          </p:nvSpPr>
          <p:spPr>
            <a:xfrm>
              <a:off x="6562901" y="24390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t4842"/>
            <p:cNvSpPr/>
            <p:nvPr/>
          </p:nvSpPr>
          <p:spPr>
            <a:xfrm>
              <a:off x="6477901" y="201985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t4843"/>
            <p:cNvSpPr/>
            <p:nvPr/>
          </p:nvSpPr>
          <p:spPr>
            <a:xfrm>
              <a:off x="6209501" y="287952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t4844"/>
            <p:cNvSpPr/>
            <p:nvPr/>
          </p:nvSpPr>
          <p:spPr>
            <a:xfrm>
              <a:off x="6316839" y="245178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t4845"/>
            <p:cNvSpPr/>
            <p:nvPr/>
          </p:nvSpPr>
          <p:spPr>
            <a:xfrm>
              <a:off x="6544835" y="2200674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t4846"/>
            <p:cNvSpPr/>
            <p:nvPr/>
          </p:nvSpPr>
          <p:spPr>
            <a:xfrm>
              <a:off x="6639504" y="27417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t4847"/>
            <p:cNvSpPr/>
            <p:nvPr/>
          </p:nvSpPr>
          <p:spPr>
            <a:xfrm>
              <a:off x="6318805" y="23958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t4848"/>
            <p:cNvSpPr/>
            <p:nvPr/>
          </p:nvSpPr>
          <p:spPr>
            <a:xfrm>
              <a:off x="6432885" y="280317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t4849"/>
            <p:cNvSpPr/>
            <p:nvPr/>
          </p:nvSpPr>
          <p:spPr>
            <a:xfrm>
              <a:off x="6463233" y="215615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t4850"/>
            <p:cNvSpPr/>
            <p:nvPr/>
          </p:nvSpPr>
          <p:spPr>
            <a:xfrm>
              <a:off x="6643714" y="317204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t4851"/>
            <p:cNvSpPr/>
            <p:nvPr/>
          </p:nvSpPr>
          <p:spPr>
            <a:xfrm>
              <a:off x="6633880" y="305016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t4852"/>
            <p:cNvSpPr/>
            <p:nvPr/>
          </p:nvSpPr>
          <p:spPr>
            <a:xfrm>
              <a:off x="6571820" y="283090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t4853"/>
            <p:cNvSpPr/>
            <p:nvPr/>
          </p:nvSpPr>
          <p:spPr>
            <a:xfrm>
              <a:off x="6582882" y="252309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t4854"/>
            <p:cNvSpPr/>
            <p:nvPr/>
          </p:nvSpPr>
          <p:spPr>
            <a:xfrm>
              <a:off x="6839010" y="290814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t4855"/>
            <p:cNvSpPr/>
            <p:nvPr/>
          </p:nvSpPr>
          <p:spPr>
            <a:xfrm>
              <a:off x="6719721" y="276031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t4856"/>
            <p:cNvSpPr/>
            <p:nvPr/>
          </p:nvSpPr>
          <p:spPr>
            <a:xfrm>
              <a:off x="6614368" y="278441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t4857"/>
            <p:cNvSpPr/>
            <p:nvPr/>
          </p:nvSpPr>
          <p:spPr>
            <a:xfrm>
              <a:off x="6390031" y="26223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t4858"/>
            <p:cNvSpPr/>
            <p:nvPr/>
          </p:nvSpPr>
          <p:spPr>
            <a:xfrm>
              <a:off x="6336659" y="263275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t4859"/>
            <p:cNvSpPr/>
            <p:nvPr/>
          </p:nvSpPr>
          <p:spPr>
            <a:xfrm>
              <a:off x="6511027" y="21772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t4860"/>
            <p:cNvSpPr/>
            <p:nvPr/>
          </p:nvSpPr>
          <p:spPr>
            <a:xfrm>
              <a:off x="6337492" y="228714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t4861"/>
            <p:cNvSpPr/>
            <p:nvPr/>
          </p:nvSpPr>
          <p:spPr>
            <a:xfrm>
              <a:off x="6596955" y="209334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t4862"/>
            <p:cNvSpPr/>
            <p:nvPr/>
          </p:nvSpPr>
          <p:spPr>
            <a:xfrm>
              <a:off x="6574108" y="21060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t4863"/>
            <p:cNvSpPr/>
            <p:nvPr/>
          </p:nvSpPr>
          <p:spPr>
            <a:xfrm>
              <a:off x="6331123" y="237961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t4864"/>
            <p:cNvSpPr/>
            <p:nvPr/>
          </p:nvSpPr>
          <p:spPr>
            <a:xfrm>
              <a:off x="6520486" y="272924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t4865"/>
            <p:cNvSpPr/>
            <p:nvPr/>
          </p:nvSpPr>
          <p:spPr>
            <a:xfrm>
              <a:off x="6453913" y="23921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t4866"/>
            <p:cNvSpPr/>
            <p:nvPr/>
          </p:nvSpPr>
          <p:spPr>
            <a:xfrm>
              <a:off x="6457790" y="255449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t4867"/>
            <p:cNvSpPr/>
            <p:nvPr/>
          </p:nvSpPr>
          <p:spPr>
            <a:xfrm>
              <a:off x="6403564" y="288420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t4868"/>
            <p:cNvSpPr/>
            <p:nvPr/>
          </p:nvSpPr>
          <p:spPr>
            <a:xfrm>
              <a:off x="6458949" y="213769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t4869"/>
            <p:cNvSpPr/>
            <p:nvPr/>
          </p:nvSpPr>
          <p:spPr>
            <a:xfrm>
              <a:off x="6398785" y="216614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t4870"/>
            <p:cNvSpPr/>
            <p:nvPr/>
          </p:nvSpPr>
          <p:spPr>
            <a:xfrm>
              <a:off x="6296786" y="251397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t4871"/>
            <p:cNvSpPr/>
            <p:nvPr/>
          </p:nvSpPr>
          <p:spPr>
            <a:xfrm>
              <a:off x="6411988" y="223323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t4872"/>
            <p:cNvSpPr/>
            <p:nvPr/>
          </p:nvSpPr>
          <p:spPr>
            <a:xfrm>
              <a:off x="6518002" y="25500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t4873"/>
            <p:cNvSpPr/>
            <p:nvPr/>
          </p:nvSpPr>
          <p:spPr>
            <a:xfrm>
              <a:off x="6374931" y="279562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t4874"/>
            <p:cNvSpPr/>
            <p:nvPr/>
          </p:nvSpPr>
          <p:spPr>
            <a:xfrm>
              <a:off x="6379272" y="22279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t4875"/>
            <p:cNvSpPr/>
            <p:nvPr/>
          </p:nvSpPr>
          <p:spPr>
            <a:xfrm>
              <a:off x="6390967" y="225715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t4876"/>
            <p:cNvSpPr/>
            <p:nvPr/>
          </p:nvSpPr>
          <p:spPr>
            <a:xfrm>
              <a:off x="6311555" y="229104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t4877"/>
            <p:cNvSpPr/>
            <p:nvPr/>
          </p:nvSpPr>
          <p:spPr>
            <a:xfrm>
              <a:off x="6673256" y="181028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t4878"/>
            <p:cNvSpPr/>
            <p:nvPr/>
          </p:nvSpPr>
          <p:spPr>
            <a:xfrm>
              <a:off x="6426398" y="24703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t4879"/>
            <p:cNvSpPr/>
            <p:nvPr/>
          </p:nvSpPr>
          <p:spPr>
            <a:xfrm>
              <a:off x="6419983" y="25036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t4880"/>
            <p:cNvSpPr/>
            <p:nvPr/>
          </p:nvSpPr>
          <p:spPr>
            <a:xfrm>
              <a:off x="6640951" y="27120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t4881"/>
            <p:cNvSpPr/>
            <p:nvPr/>
          </p:nvSpPr>
          <p:spPr>
            <a:xfrm>
              <a:off x="6489506" y="281084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t4882"/>
            <p:cNvSpPr/>
            <p:nvPr/>
          </p:nvSpPr>
          <p:spPr>
            <a:xfrm>
              <a:off x="6535533" y="266871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t4883"/>
            <p:cNvSpPr/>
            <p:nvPr/>
          </p:nvSpPr>
          <p:spPr>
            <a:xfrm>
              <a:off x="6499220" y="225166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t4884"/>
            <p:cNvSpPr/>
            <p:nvPr/>
          </p:nvSpPr>
          <p:spPr>
            <a:xfrm>
              <a:off x="6804289" y="243496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t4885"/>
            <p:cNvSpPr/>
            <p:nvPr/>
          </p:nvSpPr>
          <p:spPr>
            <a:xfrm>
              <a:off x="6816142" y="226661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t4886"/>
            <p:cNvSpPr/>
            <p:nvPr/>
          </p:nvSpPr>
          <p:spPr>
            <a:xfrm>
              <a:off x="6357149" y="27533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t4887"/>
            <p:cNvSpPr/>
            <p:nvPr/>
          </p:nvSpPr>
          <p:spPr>
            <a:xfrm>
              <a:off x="6681210" y="198390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t4888"/>
            <p:cNvSpPr/>
            <p:nvPr/>
          </p:nvSpPr>
          <p:spPr>
            <a:xfrm>
              <a:off x="6436529" y="217154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t4889"/>
            <p:cNvSpPr/>
            <p:nvPr/>
          </p:nvSpPr>
          <p:spPr>
            <a:xfrm>
              <a:off x="6338759" y="207592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t4890"/>
            <p:cNvSpPr/>
            <p:nvPr/>
          </p:nvSpPr>
          <p:spPr>
            <a:xfrm>
              <a:off x="6273825" y="222888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t4891"/>
            <p:cNvSpPr/>
            <p:nvPr/>
          </p:nvSpPr>
          <p:spPr>
            <a:xfrm>
              <a:off x="6355426" y="236807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t4892"/>
            <p:cNvSpPr/>
            <p:nvPr/>
          </p:nvSpPr>
          <p:spPr>
            <a:xfrm>
              <a:off x="6326292" y="23431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t4893"/>
            <p:cNvSpPr/>
            <p:nvPr/>
          </p:nvSpPr>
          <p:spPr>
            <a:xfrm>
              <a:off x="6252796" y="227485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t4894"/>
            <p:cNvSpPr/>
            <p:nvPr/>
          </p:nvSpPr>
          <p:spPr>
            <a:xfrm>
              <a:off x="6358089" y="269895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t4895"/>
            <p:cNvSpPr/>
            <p:nvPr/>
          </p:nvSpPr>
          <p:spPr>
            <a:xfrm>
              <a:off x="6496504" y="252564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t4896"/>
            <p:cNvSpPr/>
            <p:nvPr/>
          </p:nvSpPr>
          <p:spPr>
            <a:xfrm>
              <a:off x="6327553" y="27084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t4897"/>
            <p:cNvSpPr/>
            <p:nvPr/>
          </p:nvSpPr>
          <p:spPr>
            <a:xfrm>
              <a:off x="6435408" y="227142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t4898"/>
            <p:cNvSpPr/>
            <p:nvPr/>
          </p:nvSpPr>
          <p:spPr>
            <a:xfrm>
              <a:off x="6337327" y="278898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t4899"/>
            <p:cNvSpPr/>
            <p:nvPr/>
          </p:nvSpPr>
          <p:spPr>
            <a:xfrm>
              <a:off x="6415134" y="199369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t4900"/>
            <p:cNvSpPr/>
            <p:nvPr/>
          </p:nvSpPr>
          <p:spPr>
            <a:xfrm>
              <a:off x="6348941" y="233912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t4901"/>
            <p:cNvSpPr/>
            <p:nvPr/>
          </p:nvSpPr>
          <p:spPr>
            <a:xfrm>
              <a:off x="6430910" y="224332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t4902"/>
            <p:cNvSpPr/>
            <p:nvPr/>
          </p:nvSpPr>
          <p:spPr>
            <a:xfrm>
              <a:off x="6422768" y="249312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t4903"/>
            <p:cNvSpPr/>
            <p:nvPr/>
          </p:nvSpPr>
          <p:spPr>
            <a:xfrm>
              <a:off x="6519071" y="26805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t4904"/>
            <p:cNvSpPr/>
            <p:nvPr/>
          </p:nvSpPr>
          <p:spPr>
            <a:xfrm>
              <a:off x="6543712" y="207908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t4905"/>
            <p:cNvSpPr/>
            <p:nvPr/>
          </p:nvSpPr>
          <p:spPr>
            <a:xfrm>
              <a:off x="6348339" y="235317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t4906"/>
            <p:cNvSpPr/>
            <p:nvPr/>
          </p:nvSpPr>
          <p:spPr>
            <a:xfrm>
              <a:off x="6456206" y="285077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t4907"/>
            <p:cNvSpPr/>
            <p:nvPr/>
          </p:nvSpPr>
          <p:spPr>
            <a:xfrm>
              <a:off x="6340303" y="215205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t4908"/>
            <p:cNvSpPr/>
            <p:nvPr/>
          </p:nvSpPr>
          <p:spPr>
            <a:xfrm>
              <a:off x="6304312" y="245504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t4909"/>
            <p:cNvSpPr/>
            <p:nvPr/>
          </p:nvSpPr>
          <p:spPr>
            <a:xfrm>
              <a:off x="6349396" y="1970707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t4910"/>
            <p:cNvSpPr/>
            <p:nvPr/>
          </p:nvSpPr>
          <p:spPr>
            <a:xfrm>
              <a:off x="6500540" y="235863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t4911"/>
            <p:cNvSpPr/>
            <p:nvPr/>
          </p:nvSpPr>
          <p:spPr>
            <a:xfrm>
              <a:off x="6477950" y="234062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t4912"/>
            <p:cNvSpPr/>
            <p:nvPr/>
          </p:nvSpPr>
          <p:spPr>
            <a:xfrm>
              <a:off x="6549662" y="26327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t4913"/>
            <p:cNvSpPr/>
            <p:nvPr/>
          </p:nvSpPr>
          <p:spPr>
            <a:xfrm>
              <a:off x="6346753" y="272776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t4914"/>
            <p:cNvSpPr/>
            <p:nvPr/>
          </p:nvSpPr>
          <p:spPr>
            <a:xfrm>
              <a:off x="6448798" y="258165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t4915"/>
            <p:cNvSpPr/>
            <p:nvPr/>
          </p:nvSpPr>
          <p:spPr>
            <a:xfrm>
              <a:off x="6828214" y="176696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t4916"/>
            <p:cNvSpPr/>
            <p:nvPr/>
          </p:nvSpPr>
          <p:spPr>
            <a:xfrm>
              <a:off x="6278662" y="242047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t4917"/>
            <p:cNvSpPr/>
            <p:nvPr/>
          </p:nvSpPr>
          <p:spPr>
            <a:xfrm>
              <a:off x="6378935" y="258997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t4918"/>
            <p:cNvSpPr/>
            <p:nvPr/>
          </p:nvSpPr>
          <p:spPr>
            <a:xfrm>
              <a:off x="6521635" y="191816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t4919"/>
            <p:cNvSpPr/>
            <p:nvPr/>
          </p:nvSpPr>
          <p:spPr>
            <a:xfrm>
              <a:off x="6487009" y="254906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t4920"/>
            <p:cNvSpPr/>
            <p:nvPr/>
          </p:nvSpPr>
          <p:spPr>
            <a:xfrm>
              <a:off x="6419737" y="23276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t4921"/>
            <p:cNvSpPr/>
            <p:nvPr/>
          </p:nvSpPr>
          <p:spPr>
            <a:xfrm>
              <a:off x="6435905" y="252724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t4922"/>
            <p:cNvSpPr/>
            <p:nvPr/>
          </p:nvSpPr>
          <p:spPr>
            <a:xfrm>
              <a:off x="6627398" y="248621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t4923"/>
            <p:cNvSpPr/>
            <p:nvPr/>
          </p:nvSpPr>
          <p:spPr>
            <a:xfrm>
              <a:off x="6751578" y="233940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t4924"/>
            <p:cNvSpPr/>
            <p:nvPr/>
          </p:nvSpPr>
          <p:spPr>
            <a:xfrm>
              <a:off x="6434675" y="217815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t4925"/>
            <p:cNvSpPr/>
            <p:nvPr/>
          </p:nvSpPr>
          <p:spPr>
            <a:xfrm>
              <a:off x="6593923" y="216533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t4926"/>
            <p:cNvSpPr/>
            <p:nvPr/>
          </p:nvSpPr>
          <p:spPr>
            <a:xfrm>
              <a:off x="6636967" y="23554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t4927"/>
            <p:cNvSpPr/>
            <p:nvPr/>
          </p:nvSpPr>
          <p:spPr>
            <a:xfrm>
              <a:off x="6594046" y="223814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t4928"/>
            <p:cNvSpPr/>
            <p:nvPr/>
          </p:nvSpPr>
          <p:spPr>
            <a:xfrm>
              <a:off x="6690478" y="2183084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t4929"/>
            <p:cNvSpPr/>
            <p:nvPr/>
          </p:nvSpPr>
          <p:spPr>
            <a:xfrm>
              <a:off x="6759952" y="26390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t4930"/>
            <p:cNvSpPr/>
            <p:nvPr/>
          </p:nvSpPr>
          <p:spPr>
            <a:xfrm>
              <a:off x="6623617" y="22578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1"/>
            <p:cNvSpPr/>
            <p:nvPr/>
          </p:nvSpPr>
          <p:spPr>
            <a:xfrm>
              <a:off x="6523786" y="1760695"/>
              <a:ext cx="310758" cy="708113"/>
            </a:xfrm>
            <a:custGeom>
              <a:avLst/>
              <a:pathLst>
                <a:path w="310758" h="708113">
                  <a:moveTo>
                    <a:pt x="0" y="708113"/>
                  </a:moveTo>
                  <a:lnTo>
                    <a:pt x="310758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2"/>
            <p:cNvSpPr/>
            <p:nvPr/>
          </p:nvSpPr>
          <p:spPr>
            <a:xfrm>
              <a:off x="6776522" y="1760695"/>
              <a:ext cx="65930" cy="71564"/>
            </a:xfrm>
            <a:custGeom>
              <a:avLst/>
              <a:pathLst>
                <a:path w="65930" h="71564">
                  <a:moveTo>
                    <a:pt x="65930" y="71564"/>
                  </a:moveTo>
                  <a:lnTo>
                    <a:pt x="58022" y="0"/>
                  </a:lnTo>
                  <a:lnTo>
                    <a:pt x="0" y="4263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3"/>
            <p:cNvSpPr/>
            <p:nvPr/>
          </p:nvSpPr>
          <p:spPr>
            <a:xfrm>
              <a:off x="6523786" y="2468809"/>
              <a:ext cx="96091" cy="853011"/>
            </a:xfrm>
            <a:custGeom>
              <a:avLst/>
              <a:pathLst>
                <a:path w="96091" h="853011">
                  <a:moveTo>
                    <a:pt x="0" y="0"/>
                  </a:moveTo>
                  <a:lnTo>
                    <a:pt x="96091" y="853011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4"/>
            <p:cNvSpPr/>
            <p:nvPr/>
          </p:nvSpPr>
          <p:spPr>
            <a:xfrm>
              <a:off x="6577124" y="3255829"/>
              <a:ext cx="71547" cy="65991"/>
            </a:xfrm>
            <a:custGeom>
              <a:avLst/>
              <a:pathLst>
                <a:path w="71547" h="65991">
                  <a:moveTo>
                    <a:pt x="0" y="8059"/>
                  </a:moveTo>
                  <a:lnTo>
                    <a:pt x="42753" y="65991"/>
                  </a:lnTo>
                  <a:lnTo>
                    <a:pt x="71547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5"/>
            <p:cNvSpPr/>
            <p:nvPr/>
          </p:nvSpPr>
          <p:spPr>
            <a:xfrm>
              <a:off x="6016695" y="2193185"/>
              <a:ext cx="507090" cy="275623"/>
            </a:xfrm>
            <a:custGeom>
              <a:avLst/>
              <a:pathLst>
                <a:path w="507090" h="275623">
                  <a:moveTo>
                    <a:pt x="507090" y="275623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6"/>
            <p:cNvSpPr/>
            <p:nvPr/>
          </p:nvSpPr>
          <p:spPr>
            <a:xfrm>
              <a:off x="6016695" y="2191333"/>
              <a:ext cx="71976" cy="63259"/>
            </a:xfrm>
            <a:custGeom>
              <a:avLst/>
              <a:pathLst>
                <a:path w="71976" h="63259">
                  <a:moveTo>
                    <a:pt x="71976" y="0"/>
                  </a:moveTo>
                  <a:lnTo>
                    <a:pt x="0" y="1852"/>
                  </a:lnTo>
                  <a:lnTo>
                    <a:pt x="37592" y="63259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7"/>
            <p:cNvSpPr/>
            <p:nvPr/>
          </p:nvSpPr>
          <p:spPr>
            <a:xfrm>
              <a:off x="6523786" y="2127026"/>
              <a:ext cx="492361" cy="341782"/>
            </a:xfrm>
            <a:custGeom>
              <a:avLst/>
              <a:pathLst>
                <a:path w="492361" h="341782">
                  <a:moveTo>
                    <a:pt x="0" y="341782"/>
                  </a:moveTo>
                  <a:lnTo>
                    <a:pt x="492361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8"/>
            <p:cNvSpPr/>
            <p:nvPr/>
          </p:nvSpPr>
          <p:spPr>
            <a:xfrm>
              <a:off x="6944396" y="2127026"/>
              <a:ext cx="71750" cy="65130"/>
            </a:xfrm>
            <a:custGeom>
              <a:avLst/>
              <a:pathLst>
                <a:path w="71750" h="65130">
                  <a:moveTo>
                    <a:pt x="41057" y="65130"/>
                  </a:moveTo>
                  <a:lnTo>
                    <a:pt x="71750" y="0"/>
                  </a:lnTo>
                  <a:lnTo>
                    <a:pt x="0" y="5983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tx4939"/>
            <p:cNvSpPr/>
            <p:nvPr/>
          </p:nvSpPr>
          <p:spPr>
            <a:xfrm>
              <a:off x="6729843" y="1650822"/>
              <a:ext cx="28108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SRL</a:t>
              </a:r>
            </a:p>
          </p:txBody>
        </p:sp>
        <p:sp>
          <p:nvSpPr>
            <p:cNvPr id="4941" name="tx4940"/>
            <p:cNvSpPr/>
            <p:nvPr/>
          </p:nvSpPr>
          <p:spPr>
            <a:xfrm>
              <a:off x="6551386" y="3328001"/>
              <a:ext cx="20866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</a:t>
              </a:r>
            </a:p>
          </p:txBody>
        </p:sp>
        <p:sp>
          <p:nvSpPr>
            <p:cNvPr id="4942" name="tx4941"/>
            <p:cNvSpPr/>
            <p:nvPr/>
          </p:nvSpPr>
          <p:spPr>
            <a:xfrm>
              <a:off x="5832400" y="2083312"/>
              <a:ext cx="296905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RTD</a:t>
              </a:r>
            </a:p>
          </p:txBody>
        </p:sp>
        <p:sp>
          <p:nvSpPr>
            <p:cNvPr id="4943" name="tx4942"/>
            <p:cNvSpPr/>
            <p:nvPr/>
          </p:nvSpPr>
          <p:spPr>
            <a:xfrm>
              <a:off x="6903444" y="2017153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SRA</a:t>
              </a:r>
            </a:p>
          </p:txBody>
        </p:sp>
        <p:sp>
          <p:nvSpPr>
            <p:cNvPr id="4944" name="rc4943"/>
            <p:cNvSpPr/>
            <p:nvPr/>
          </p:nvSpPr>
          <p:spPr>
            <a:xfrm>
              <a:off x="5091288" y="1353673"/>
              <a:ext cx="2942196" cy="2235907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945" name="pl4944"/>
            <p:cNvSpPr/>
            <p:nvPr/>
          </p:nvSpPr>
          <p:spPr>
            <a:xfrm>
              <a:off x="5091288" y="1353673"/>
              <a:ext cx="0" cy="2235907"/>
            </a:xfrm>
            <a:custGeom>
              <a:avLst/>
              <a:pathLst>
                <a:path w="0" h="2235907">
                  <a:moveTo>
                    <a:pt x="0" y="223590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tx4945"/>
            <p:cNvSpPr/>
            <p:nvPr/>
          </p:nvSpPr>
          <p:spPr>
            <a:xfrm rot="-5400000">
              <a:off x="4895268" y="2998967"/>
              <a:ext cx="12426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4947" name="tx4946"/>
            <p:cNvSpPr/>
            <p:nvPr/>
          </p:nvSpPr>
          <p:spPr>
            <a:xfrm rot="-5400000">
              <a:off x="4918540" y="2418700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48" name="tx4947"/>
            <p:cNvSpPr/>
            <p:nvPr/>
          </p:nvSpPr>
          <p:spPr>
            <a:xfrm rot="-5400000">
              <a:off x="4918540" y="183843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949" name="pl4948"/>
            <p:cNvSpPr/>
            <p:nvPr/>
          </p:nvSpPr>
          <p:spPr>
            <a:xfrm>
              <a:off x="5053330" y="304907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49"/>
            <p:cNvSpPr/>
            <p:nvPr/>
          </p:nvSpPr>
          <p:spPr>
            <a:xfrm>
              <a:off x="5053330" y="246880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0"/>
            <p:cNvSpPr/>
            <p:nvPr/>
          </p:nvSpPr>
          <p:spPr>
            <a:xfrm>
              <a:off x="5053330" y="188854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1"/>
            <p:cNvSpPr/>
            <p:nvPr/>
          </p:nvSpPr>
          <p:spPr>
            <a:xfrm>
              <a:off x="5091288" y="3589581"/>
              <a:ext cx="2942196" cy="0"/>
            </a:xfrm>
            <a:custGeom>
              <a:avLst/>
              <a:pathLst>
                <a:path w="2942196" h="0">
                  <a:moveTo>
                    <a:pt x="0" y="0"/>
                  </a:moveTo>
                  <a:lnTo>
                    <a:pt x="2942196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2"/>
            <p:cNvSpPr/>
            <p:nvPr/>
          </p:nvSpPr>
          <p:spPr>
            <a:xfrm>
              <a:off x="5806958" y="3589581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3"/>
            <p:cNvSpPr/>
            <p:nvPr/>
          </p:nvSpPr>
          <p:spPr>
            <a:xfrm>
              <a:off x="6523786" y="3589581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4"/>
            <p:cNvSpPr/>
            <p:nvPr/>
          </p:nvSpPr>
          <p:spPr>
            <a:xfrm>
              <a:off x="7240613" y="3589581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5"/>
            <p:cNvSpPr/>
            <p:nvPr/>
          </p:nvSpPr>
          <p:spPr>
            <a:xfrm>
              <a:off x="7957440" y="3589581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tx4956"/>
            <p:cNvSpPr/>
            <p:nvPr/>
          </p:nvSpPr>
          <p:spPr>
            <a:xfrm>
              <a:off x="5744825" y="3657905"/>
              <a:ext cx="12426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-4</a:t>
              </a:r>
            </a:p>
          </p:txBody>
        </p:sp>
        <p:sp>
          <p:nvSpPr>
            <p:cNvPr id="4958" name="tx4957"/>
            <p:cNvSpPr/>
            <p:nvPr/>
          </p:nvSpPr>
          <p:spPr>
            <a:xfrm>
              <a:off x="6484924" y="3657905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59" name="tx4958"/>
            <p:cNvSpPr/>
            <p:nvPr/>
          </p:nvSpPr>
          <p:spPr>
            <a:xfrm>
              <a:off x="7201751" y="3657905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960" name="tx4959"/>
            <p:cNvSpPr/>
            <p:nvPr/>
          </p:nvSpPr>
          <p:spPr>
            <a:xfrm>
              <a:off x="7918578" y="3657905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961" name="tx4960"/>
            <p:cNvSpPr/>
            <p:nvPr/>
          </p:nvSpPr>
          <p:spPr>
            <a:xfrm>
              <a:off x="6089779" y="3870769"/>
              <a:ext cx="945215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(52.4%)</a:t>
              </a:r>
            </a:p>
          </p:txBody>
        </p:sp>
        <p:sp>
          <p:nvSpPr>
            <p:cNvPr id="4962" name="tx4961"/>
            <p:cNvSpPr/>
            <p:nvPr/>
          </p:nvSpPr>
          <p:spPr>
            <a:xfrm rot="-5400000">
              <a:off x="4248869" y="2412191"/>
              <a:ext cx="945215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(46.9%)</a:t>
              </a:r>
            </a:p>
          </p:txBody>
        </p:sp>
        <p:sp>
          <p:nvSpPr>
            <p:cNvPr id="4963" name="tx4962"/>
            <p:cNvSpPr/>
            <p:nvPr/>
          </p:nvSpPr>
          <p:spPr>
            <a:xfrm>
              <a:off x="5091288" y="1110514"/>
              <a:ext cx="1411559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4964" name="rc4963"/>
            <p:cNvSpPr/>
            <p:nvPr/>
          </p:nvSpPr>
          <p:spPr>
            <a:xfrm>
              <a:off x="3460720" y="3994996"/>
              <a:ext cx="2615321" cy="6552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5" name="tx4964"/>
            <p:cNvSpPr/>
            <p:nvPr/>
          </p:nvSpPr>
          <p:spPr>
            <a:xfrm>
              <a:off x="4480299" y="4011821"/>
              <a:ext cx="576163" cy="109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4966" name="rc4965"/>
            <p:cNvSpPr/>
            <p:nvPr/>
          </p:nvSpPr>
          <p:spPr>
            <a:xfrm>
              <a:off x="3460720" y="4214290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7" name="pt4966"/>
            <p:cNvSpPr/>
            <p:nvPr/>
          </p:nvSpPr>
          <p:spPr>
            <a:xfrm>
              <a:off x="3525485" y="427905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rc4967"/>
            <p:cNvSpPr/>
            <p:nvPr/>
          </p:nvSpPr>
          <p:spPr>
            <a:xfrm>
              <a:off x="3460720" y="447020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9" name="pt4968"/>
            <p:cNvSpPr/>
            <p:nvPr/>
          </p:nvSpPr>
          <p:spPr>
            <a:xfrm>
              <a:off x="3525485" y="453497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rc4969"/>
            <p:cNvSpPr/>
            <p:nvPr/>
          </p:nvSpPr>
          <p:spPr>
            <a:xfrm>
              <a:off x="4009812" y="4214290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1" name="pt4970"/>
            <p:cNvSpPr/>
            <p:nvPr/>
          </p:nvSpPr>
          <p:spPr>
            <a:xfrm>
              <a:off x="4074577" y="427905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rc4971"/>
            <p:cNvSpPr/>
            <p:nvPr/>
          </p:nvSpPr>
          <p:spPr>
            <a:xfrm>
              <a:off x="4009812" y="447020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3" name="pt4972"/>
            <p:cNvSpPr/>
            <p:nvPr/>
          </p:nvSpPr>
          <p:spPr>
            <a:xfrm>
              <a:off x="4074577" y="453497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rc4973"/>
            <p:cNvSpPr/>
            <p:nvPr/>
          </p:nvSpPr>
          <p:spPr>
            <a:xfrm>
              <a:off x="4551132" y="4214290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5" name="pt4974"/>
            <p:cNvSpPr/>
            <p:nvPr/>
          </p:nvSpPr>
          <p:spPr>
            <a:xfrm>
              <a:off x="4615897" y="427905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rc4975"/>
            <p:cNvSpPr/>
            <p:nvPr/>
          </p:nvSpPr>
          <p:spPr>
            <a:xfrm>
              <a:off x="4551132" y="447020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7" name="pt4976"/>
            <p:cNvSpPr/>
            <p:nvPr/>
          </p:nvSpPr>
          <p:spPr>
            <a:xfrm>
              <a:off x="4615897" y="453497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rc4977"/>
            <p:cNvSpPr/>
            <p:nvPr/>
          </p:nvSpPr>
          <p:spPr>
            <a:xfrm>
              <a:off x="5076998" y="4214290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9" name="pt4978"/>
            <p:cNvSpPr/>
            <p:nvPr/>
          </p:nvSpPr>
          <p:spPr>
            <a:xfrm>
              <a:off x="5141763" y="427905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rc4979"/>
            <p:cNvSpPr/>
            <p:nvPr/>
          </p:nvSpPr>
          <p:spPr>
            <a:xfrm>
              <a:off x="5076998" y="447020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1" name="pt4980"/>
            <p:cNvSpPr/>
            <p:nvPr/>
          </p:nvSpPr>
          <p:spPr>
            <a:xfrm>
              <a:off x="5141763" y="45349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rc4981"/>
            <p:cNvSpPr/>
            <p:nvPr/>
          </p:nvSpPr>
          <p:spPr>
            <a:xfrm>
              <a:off x="5618318" y="4214290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3" name="pt4982"/>
            <p:cNvSpPr/>
            <p:nvPr/>
          </p:nvSpPr>
          <p:spPr>
            <a:xfrm>
              <a:off x="5683083" y="427905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rc4983"/>
            <p:cNvSpPr/>
            <p:nvPr/>
          </p:nvSpPr>
          <p:spPr>
            <a:xfrm>
              <a:off x="5618318" y="447020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5" name="pt4984"/>
            <p:cNvSpPr/>
            <p:nvPr/>
          </p:nvSpPr>
          <p:spPr>
            <a:xfrm>
              <a:off x="5683083" y="453497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tx4985"/>
            <p:cNvSpPr/>
            <p:nvPr/>
          </p:nvSpPr>
          <p:spPr>
            <a:xfrm>
              <a:off x="3716636" y="4254180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4987" name="tx4986"/>
            <p:cNvSpPr/>
            <p:nvPr/>
          </p:nvSpPr>
          <p:spPr>
            <a:xfrm>
              <a:off x="3716636" y="4510096"/>
              <a:ext cx="21726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4988" name="tx4987"/>
            <p:cNvSpPr/>
            <p:nvPr/>
          </p:nvSpPr>
          <p:spPr>
            <a:xfrm>
              <a:off x="4265728" y="4254180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4989" name="tx4988"/>
            <p:cNvSpPr/>
            <p:nvPr/>
          </p:nvSpPr>
          <p:spPr>
            <a:xfrm>
              <a:off x="4265728" y="4510096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4990" name="tx4989"/>
            <p:cNvSpPr/>
            <p:nvPr/>
          </p:nvSpPr>
          <p:spPr>
            <a:xfrm>
              <a:off x="4807047" y="4254180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4991" name="tx4990"/>
            <p:cNvSpPr/>
            <p:nvPr/>
          </p:nvSpPr>
          <p:spPr>
            <a:xfrm>
              <a:off x="4807047" y="4510096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4992" name="tx4991"/>
            <p:cNvSpPr/>
            <p:nvPr/>
          </p:nvSpPr>
          <p:spPr>
            <a:xfrm>
              <a:off x="5332914" y="4254180"/>
              <a:ext cx="17858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4993" name="tx4992"/>
            <p:cNvSpPr/>
            <p:nvPr/>
          </p:nvSpPr>
          <p:spPr>
            <a:xfrm>
              <a:off x="5332914" y="4510096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4994" name="tx4993"/>
            <p:cNvSpPr/>
            <p:nvPr/>
          </p:nvSpPr>
          <p:spPr>
            <a:xfrm>
              <a:off x="5874233" y="4254180"/>
              <a:ext cx="2018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4995" name="tx4994"/>
            <p:cNvSpPr/>
            <p:nvPr/>
          </p:nvSpPr>
          <p:spPr>
            <a:xfrm>
              <a:off x="5874233" y="4510096"/>
              <a:ext cx="18635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2026-07-20T00:30:47Z</dcterms:modified>
  <cp:category/>
</cp:coreProperties>
</file>