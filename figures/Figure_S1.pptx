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2990410" cy="3136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83989"/>
              <a:ext cx="2990410" cy="3136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405201" y="1287054"/>
              <a:ext cx="2442673" cy="18183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904477" y="24732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41940" y="26315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804182" y="23430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87268" y="23365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72763" y="23474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73999" y="2401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63692" y="23023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012434" y="23472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952251" y="2304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76944" y="23218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63829" y="21985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81939" y="22930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78253" y="21377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837610" y="21923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929789" y="22987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43601" y="22034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88361" y="21756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57839" y="22887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77272" y="23221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64938" y="23634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827186" y="22500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38214" y="22732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61275" y="25365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906171" y="23270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73776" y="25046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79770" y="24982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008573" y="24069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85860" y="24019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036797" y="24450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82311" y="24390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92735" y="23985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027975" y="25400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64103" y="24574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127696" y="23345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033080" y="21700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036272" y="22463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5673" y="22383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654633" y="24194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916286" y="24313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47844" y="23093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91423" y="23595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59390" y="24114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938121" y="24558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81126" y="19643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92191" y="21636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47575" y="25216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57353" y="25126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87869" y="25731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10172" y="22895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48320" y="23094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48421" y="23365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39877" y="25580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80088" y="25169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86914" y="24334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97436" y="23634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29088" y="23867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08667" y="24691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043629" y="23488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47885" y="24168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87376" y="23741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012378" y="2501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64772" y="22049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38858" y="2455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74909" y="23628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931665" y="23855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931374" y="22472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64682" y="25512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50609" y="22506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39119" y="27300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72812" y="26023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64999" y="26056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83966" y="23290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041380" y="24855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69496" y="251108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68405" y="24959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62136" y="21791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304652" y="26354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68278" y="22870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100944" y="22585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140615" y="23450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35947" y="24523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88869" y="23923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215647" y="23232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89884" y="24281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954378" y="22906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038169" y="24849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60706" y="22740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55085" y="23948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29409" y="24259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023852" y="22700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69025" y="24172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50651" y="22659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90620" y="23130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213223" y="26622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22161" y="25044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93450" y="24270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59851" y="23634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012259" y="21159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68210" y="20456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94572" y="24891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63156" y="23576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74864" y="21794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58600" y="23143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80237" y="21645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82971" y="22863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63802" y="22402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59793" y="22521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86350" y="22994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002673" y="23467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56776" y="221385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914493" y="23870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918354" y="22502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046190" y="22228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61004" y="21685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65729" y="23036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70249" y="22552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106548" y="23037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229228" y="22628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320899" y="23474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75600" y="220653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48022" y="234773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96226" y="22660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23943" y="23671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58193" y="24107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023541" y="22847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021850" y="23395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46046" y="23874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76512" y="22900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87199" y="237085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118997" y="26865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88524" y="231815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97142" y="24042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101040" y="25633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206975" y="25295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123988" y="22655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118891" y="24641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56411" y="24707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27207" y="23991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32818" y="256594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65775" y="251465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36701" y="267673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504852" y="256979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63603" y="268349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597594" y="257373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55497" y="27562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75998" y="26531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92530" y="270265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47351" y="277523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400314" y="26043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46483" y="23424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18195" y="21525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53355" y="23287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68778" y="23479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36360" y="24009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19976" y="22951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18704" y="22566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80505" y="22577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606367" y="21579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603303" y="23398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24000" y="21988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74544" y="21239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40183" y="22486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30562" y="21592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37110" y="23917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21034" y="21836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59405" y="22713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37275" y="22526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77902" y="23603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788306" y="23891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59348" y="24951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888859" y="22865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57287" y="22836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02791" y="23622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48045" y="22141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880959" y="21350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20080" y="22969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791351" y="2240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42727" y="21774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95050" y="24507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92270" y="22366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69881" y="23402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75148" y="24953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49257" y="2286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75201" y="21199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19676" y="22472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72892" y="24181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86733" y="23681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95260" y="23108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08875" y="22477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67460" y="23712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39311" y="23225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32005" y="22023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890426" y="23665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21888" y="23581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880815" y="22482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38819" y="23528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41245" y="2322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34862" y="24137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63524" y="22336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11244" y="2232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33308" y="21052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40650" y="22625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81394" y="23030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69822" y="21709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799443" y="25120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72933" y="22274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28854" y="24004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06339" y="24204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45580" y="24806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39849" y="24161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36464" y="23553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64685" y="22299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73488" y="22093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23055" y="23068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03737" y="23474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04862" y="23386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35364" y="23933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24915" y="24398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75584" y="21788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40734" y="22998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36243" y="23123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61828" y="23495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29554" y="23138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55030" y="2364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64061" y="23774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48931" y="22394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28954" y="22971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15995" y="23885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18864" y="23300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63078" y="23732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475238" y="22101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09307" y="2100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891582" y="24316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52124" y="21171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41563" y="23340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59666" y="21953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10984" y="24073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68704" y="23523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897934" y="23647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694449" y="22588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24580" y="20157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79523" y="18105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33574" y="20110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24177" y="18421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20801" y="17813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15889" y="21379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24314" y="19325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46397" y="2024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2986826" y="20452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181319" y="2077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18051" y="20824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68320" y="20134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075339" y="20522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187624" y="20643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63196" y="20693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197359" y="20898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58416" y="2048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42602" y="21882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45400" y="19904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163844" y="18541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42179" y="18333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890171" y="2183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12836" y="19432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2993944" y="21767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71927" y="23792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57022" y="19850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59292" y="20069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76077" y="2113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165444" y="18898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39555" y="20140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27855" y="20056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42152" y="20066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51560" y="19944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294860" y="19100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980894" y="18007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40574" y="18307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58153" y="1701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40869" y="18729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05209" y="20044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37201" y="18703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162449" y="17962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973964" y="18374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65344" y="19471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26573" y="20566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2996052" y="21740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35124" y="19715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890397" y="19781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24321" y="1836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13206" y="21875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41225" y="18282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20125" y="22258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51194" y="1922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08141" y="20578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13081" y="20121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361704" y="22704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33896" y="17561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2986021" y="19110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46788" y="20536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58703" y="17425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2998963" y="20103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69475" y="19069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09457" y="19796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55533" y="1880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22843" y="19004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34151" y="19814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41973" y="19156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27776" y="17862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097329" y="19408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979621" y="2012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97561" y="25817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214149" y="25988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232753" y="24733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89451" y="24097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88133" y="2342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21696" y="2498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24143" y="24171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228885" y="25820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24429" y="26214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030633" y="2684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97181" y="24795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2005817" y="2477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88988" y="2584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76154" y="25945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60137" y="24812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53929" y="25182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036545" y="25382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905545" y="25424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564912" y="24232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78678" y="2515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954312" y="27116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103465" y="26778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53335" y="24700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83018" y="23879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217865" y="24643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97364" y="27031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904651" y="23672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75692" y="25682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403320" y="26297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2006608" y="2684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55090" y="25497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98616" y="25631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2026145" y="23418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2021797" y="24358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57592" y="25271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948829" y="25656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215457" y="24566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69574" y="24003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86863" y="26467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043966" y="26792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40707" y="25094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48841" y="27902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106941" y="25821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908163" y="27720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110119" y="1592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79906" y="1718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952830" y="18742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2018715" y="17795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854162" y="16848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045345" y="1747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51075" y="1685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045020" y="14359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71624" y="1594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106592" y="16527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932309" y="16775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75823" y="17163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98010" y="15641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89764" y="15679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99624" y="16054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64820" y="1679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123921" y="15703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111139" y="1439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133331" y="15095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69492" y="1696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70785" y="1913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2000438" y="1843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2003837" y="16045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114538" y="1635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111848" y="1489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235165" y="17028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2014996" y="1738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315778" y="1839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92448" y="1730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2021811" y="1717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930102" y="18271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134935" y="16897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941905" y="16012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88665" y="1795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104608" y="16099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80582" y="1960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2001520" y="16275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856402" y="1722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201510" y="1677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97997" y="1690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70148" y="1587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99837" y="1585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60787" y="16829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85605" y="1640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507420" y="1675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76681" y="17561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950242" y="1822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113792" y="16409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91966" y="1687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63214" y="15939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67385" y="16547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924114" y="1816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73476" y="16787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930107" y="1745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82734" y="1857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37436" y="1631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934362" y="17964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921712" y="18570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936542" y="16435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900145" y="1661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71371" y="1722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37319" y="1704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05308" y="15317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42523" y="1619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65063" y="1651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28829" y="1624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18862" y="17625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54563" y="16292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48501" y="18578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63540" y="1345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98854" y="17125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73194" y="1584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011499" y="17659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35028" y="16344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84123" y="16082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81197" y="1536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003942" y="16045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70244" y="1787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90485" y="17018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52843" y="15460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214134" y="1641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66808" y="1749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86171" y="17571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850150" y="17493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855544" y="16298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79331" y="1743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944288" y="1763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75181" y="16291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004211" y="18973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114590" y="15594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103814" y="27805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76932" y="28128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77200" y="27804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111505" y="28348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31581" y="27920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204969" y="26622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73136" y="27761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78812" y="27493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83503" y="28160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130666" y="28527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85841" y="26969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93209" y="27709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78527" y="27207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96628" y="27132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105358" y="26450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916139" y="25317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82082" y="26213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74915" y="27349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86962" y="27138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91708" y="24314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58623" y="26185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135645" y="28277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94709" y="27433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2022903" y="27463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50048" y="26144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224348" y="23650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48022" y="27432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230413" y="24776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49732" y="23490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606249" y="25368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419439" y="24451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99559" y="23415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67848" y="23613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51392" y="23028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72105" y="24135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87659" y="26933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22372" y="22884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77759" y="23321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97105" y="26092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59829" y="27478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30695" y="24185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62538" y="23760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602560" y="26390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73487" y="22337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506219" y="26598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83375" y="25555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88684" y="24386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27196" y="25391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52414" y="26530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24246" y="24635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59901" y="24080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84202" y="22689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35755" y="24727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499790" y="26678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220897" y="23891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52405" y="23782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51823" y="26919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43421" y="26264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49869" y="2460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53782" y="25577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65586" y="24706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318059" y="25094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76744" y="25107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35405" y="25177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82217" y="24609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50651" y="26138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37505" y="26602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60885" y="26827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63700" y="25715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027920" y="15174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57057" y="24215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61020" y="15968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216785" y="1812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109416" y="17582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72028" y="1671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89293" y="17696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63304" y="1736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923941" y="14397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918333" y="18996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62492" y="1694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78390" y="17577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836102" y="16774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2009521" y="22950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915890" y="1560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56518" y="1563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941842" y="1888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77983" y="21720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944472" y="16659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73902" y="22849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853627" y="1614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76830" y="22439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811149" y="1602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57221" y="26122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82469" y="17069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69831" y="17612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114939" y="27857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95044" y="1713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88089" y="27159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85164" y="16726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2013633" y="17884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139843" y="25897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82579" y="16685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72792" y="16584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93046" y="22353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950557" y="1706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927529" y="1675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911769" y="16244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948669" y="22288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71692" y="17271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2023702" y="17848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82080" y="16919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123522" y="1935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031796" y="1753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139265" y="19449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105906" y="17950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900193" y="16610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65194" y="1576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811748" y="24699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909406" y="1704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225243" y="27010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95473" y="1575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54475" y="18612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56083" y="25063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034017" y="1658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81260" y="27188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936818" y="1846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97303" y="2689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41617" y="22425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92026" y="1662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951544" y="1755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898360" y="19915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901488" y="16270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57371" y="25149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92408" y="18859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81749" y="27090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55534" y="16696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945112" y="26539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98563" y="1790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53440" y="26357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62077" y="16911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310447" y="25150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96984" y="1876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2020926" y="2602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815745" y="25914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80438" y="16580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919413" y="28816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833290" y="17508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819267" y="28073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69027" y="16286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928134" y="25607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69107" y="17358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843006" y="18190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42602" y="19385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84660" y="17641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900831" y="28823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000276" y="19455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835743" y="24800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66877" y="19670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753199" y="17345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903693" y="27429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2016770" y="1918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024650" y="2645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66914" y="1613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041962" y="26520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046733" y="1582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89433" y="26220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49503" y="1540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037713" y="1737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61137" y="25428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915493" y="17027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902676" y="22945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928178" y="16086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942767" y="25017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111416" y="17340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97532" y="1829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78261" y="20528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923786" y="1969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951138" y="20367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944712" y="1857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99778" y="26856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66546" y="1402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74495" y="25983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54673" y="26440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2006528" y="16045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72773" y="27445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63749" y="17053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937827" y="25253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858441" y="1475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669703" y="24754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713907" y="1689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532942" y="25634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83334" y="15202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92223" y="24140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67421" y="25633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62609" y="25407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929306" y="23995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924135" y="24482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939659" y="23394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83673" y="23369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848947" y="23782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74695" y="22379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741538" y="23577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760250" y="22847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603165" y="22868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82233" y="23135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72395" y="24479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90269" y="23280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84001" y="22831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901717" y="23618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850867" y="24343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84050" y="21207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97134" y="2369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742477" y="24089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60988" y="22770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2011555" y="21828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81877" y="21727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036364" y="25285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84604" y="23551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2002362" y="23314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66015" y="21372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89387" y="20950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80273" y="24976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97307" y="1723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48671" y="18376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125945" y="24196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83188" y="1431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920109" y="17605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71177" y="25024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73850" y="21932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60068" y="1649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57357" y="19869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69431" y="17918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39183" y="1856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79174" y="1874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81479" y="1540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39068" y="1663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104329" y="15232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945221" y="24708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72790" y="23769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82939" y="21748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39850" y="1533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826084" y="22760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945266" y="17141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48779" y="1689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84760" y="1837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220167" y="1685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47007" y="1700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39133" y="1408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88782" y="1685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110470" y="1495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95663" y="22203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67408" y="1693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24715" y="23727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51779" y="16046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68412" y="22951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005411" y="16073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953209" y="22420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936971" y="17974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45123" y="23724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56542" y="1708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93255" y="1390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64149" y="16416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98952" y="23244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928680" y="15729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013719" y="16478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011633" y="1775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009334" y="14760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954829" y="21779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026325" y="16053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806310" y="21886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57548" y="1773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39931" y="19821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56390" y="24183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036216" y="18513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93165" y="1962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784861" y="16063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11244" y="1701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77607" y="19881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41162" y="19023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62300" y="16516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65050" y="18387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939587" y="1847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40382" y="19495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17133" y="1738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11913" y="1412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16344" y="20906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58418" y="15809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71958" y="18080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009268" y="1651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64236" y="17713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48484" y="1769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92604" y="18653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79330" y="1763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91864" y="15886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19817" y="2204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35243" y="17935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73406" y="18950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826351" y="1933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96477" y="15326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907138" y="19885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311605" y="20847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710649" y="1543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83209" y="17154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06779" y="18888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99146" y="1636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50813" y="18195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941162" y="19466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03299" y="19971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76508" y="15202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18528" y="19949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43360" y="22007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230572" y="16503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110717" y="20341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134175" y="23119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10933" y="2324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69981" y="17908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24181" y="19999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68366" y="17977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49170" y="2051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50722" y="19386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87010" y="21941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112251" y="1630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82984" y="2221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038869" y="14673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565377" y="1657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65950" y="1455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888420" y="19925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25405" y="17627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783754" y="21376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173201" y="1642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104423" y="20776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98477" y="1986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54571" y="2014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92059" y="18954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30048" y="1424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140843" y="17568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77807" y="19796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47580" y="17682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502563" y="18865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69406" y="17399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925441" y="15103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80565" y="19403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66451" y="18930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28460" y="19555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10704" y="1771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53927" y="22373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005431" y="16531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121059" y="1666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42674" y="1713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73984" y="1737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32005" y="2277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52749" y="18837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67938" y="15342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923762" y="16185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21535" y="22733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63591" y="15356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78901" y="21944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99986" y="16792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61891" y="16595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86576" y="1779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207012" y="1641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123823" y="16242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503035" y="20828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97742" y="21069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58780" y="20873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61294" y="19850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54398" y="1761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137383" y="15620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218982" y="14986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63519" y="23364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106880" y="16680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58732" y="1668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113655" y="1582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107638" y="1442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416931" y="19379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70652" y="23865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314113" y="16870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35412" y="1600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65003" y="21987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202311" y="17212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89388" y="17630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205401" y="19284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57543" y="1938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85468" y="20341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123658" y="15273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104820" y="18442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87975" y="18274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919943" y="17223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59296" y="19730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17578" y="22745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221289" y="16994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141601" y="1784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218735" y="1789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25007" y="21947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316619" y="2196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46159" y="16166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46452" y="20100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596732" y="1934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78288" y="1628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107578" y="16870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80621" y="14890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64160" y="16812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94279" y="17600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95291" y="1511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52285" y="2007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24045" y="19615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2995785" y="24312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30723" y="25425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010179" y="2310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44371" y="23701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53791" y="22841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52172" y="24199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38922" y="24839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59243" y="25262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85625" y="22557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43671" y="25484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75465" y="22633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94131" y="25560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77203" y="2155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46552" y="2538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62551" y="26959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19670" y="22252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65519" y="2715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52281" y="23840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46837" y="21019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83630" y="24477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33533" y="23103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66168" y="24689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508008" y="27146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59043" y="24058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82790" y="20171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53943" y="26074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54931" y="26061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56490" y="23982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08907" y="21632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84704" y="23737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96907" y="22936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72748" y="24372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71227" y="20838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124171" y="22363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36875" y="21384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114210" y="21975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51162" y="20937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80941" y="20588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23260" y="22990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67994" y="27727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93715" y="26994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74305" y="22686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55663" y="2497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74282" y="23211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54638" y="24197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68382" y="25839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982589" y="26098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64999" y="24728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37919" y="20354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220460" y="24748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696155" y="20246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59695" y="25544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29432" y="26788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30237" y="23336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86630" y="23662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73436" y="22185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75258" y="24051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308719" y="24247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85193" y="22107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22909" y="21453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75905" y="24864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28743" y="23114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53271" y="23896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695447" y="2392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40941" y="22322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86785" y="24837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46329" y="23103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76589" y="23982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80245" y="23658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62574" y="24637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41999" y="25770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68288" y="24131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64978" y="24797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699419" y="24884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41383" y="23919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896195" y="21459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798420" y="24171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42696" y="21641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55583" y="25484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65771" y="24876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600898" y="23500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74251" y="23502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90774" y="23696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71351" y="24196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29814" y="24861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72310" y="24017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49084" y="24300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699838" y="22943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223606" y="25815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328068" y="24598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61518" y="24890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58797" y="24053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59041" y="23666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67622" y="23716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74889" y="23785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57344" y="2370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51733" y="2494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02370" y="23509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607693" y="24335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38566" y="25325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15666" y="23048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56478" y="24002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40342" y="21150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34237" y="22734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783929" y="2489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790419" y="23965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74894" y="24326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887019" y="21488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90938" y="24938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692982" y="2265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35274" y="24623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12114" y="23793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407796" y="22663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01231" y="22680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67068" y="25978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07281" y="22033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62947" y="21678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57058" y="21664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31231" y="23907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67342" y="24301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01320" y="25681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24294" y="21667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40605" y="2429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596504" y="23692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02492" y="23144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84569" y="24970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68581" y="23066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63174" y="23182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981322" y="25111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47102" y="24282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08439" y="25553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12300" y="25497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88398" y="22371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55284" y="25253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17773" y="22974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504885" y="21165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32946" y="23056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26556" y="25772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60876" y="23266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89810" y="25263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57776" y="251184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89356" y="274609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40465" y="27372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56393" y="23139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47168" y="25456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40270" y="25762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83096" y="22947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55432" y="26399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39724" y="26329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14551" y="250065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72341" y="260754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72854" y="21832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00660" y="247566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41092" y="27164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59034" y="244012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29247" y="26103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81520" y="26132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48257" y="23913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404113" y="22790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42205" y="25234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26295" y="24596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31107" y="27197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74035" y="24523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06374" y="277295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107356" y="22817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419708" y="267087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414612" y="25262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43674" y="24576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504777" y="241469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71457" y="25590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64236" y="243495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83735" y="24860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97690" y="235375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26571" y="21589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97431" y="20768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95323" y="25095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220416" y="238520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72686" y="1467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816066" y="21837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71520" y="15430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038282" y="258589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841715" y="20941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2003962" y="1470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61523" y="21561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61388" y="24363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39725" y="16189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310900" y="24648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930678" y="22084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2010726" y="17110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112315" y="15428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802089" y="24031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120458" y="23457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110658" y="22622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046832" y="24296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928786" y="15793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029906" y="25247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59057" y="17137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924044" y="24813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96176" y="26288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97746" y="23430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75187" y="1786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92002" y="26279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223653" y="28160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77432" y="1696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925440" y="21597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83491" y="26542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48517" y="1643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131308" y="226824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402829" y="27441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94511" y="15445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919166" y="24050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89955" y="23516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030751" y="23337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60186" y="23342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85664" y="23253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60528" y="27144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222784" y="17032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115615" y="27092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77290" y="22171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117078" y="27035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910151" y="25206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69416" y="23675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71938" y="26445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212270" y="25929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036452" y="18790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2017521" y="26912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134564" y="13979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82693" y="16554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97884" y="21622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302771" y="26475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82170" y="18845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228879" y="26870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77239" y="1853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66740" y="26261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84954" y="24371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220901" y="1828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219729" y="25703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74168" y="1912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046857" y="17912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109871" y="17557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017072" y="1804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52474" y="1671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301803" y="2482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90064" y="1623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59302" y="23154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61000" y="17542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92858" y="2660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43895" y="26494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97620" y="26231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91671" y="2686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940360" y="22750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84187" y="1473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111027" y="16535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911785" y="21819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34475" y="27663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51238" y="1714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94594" y="17388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93662" y="24787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87559" y="26864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84858" y="25409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32064" y="27092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901019" y="16894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56834" y="23190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117049" y="24714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311977" y="27050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045049" y="23499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000656" y="17356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36557" y="16131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110868" y="17569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68185" y="26649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50724" y="25555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50883" y="29243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78945" y="1665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84143" y="26116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23964" y="25116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88674" y="23213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85832" y="25510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130874" y="1859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110099" y="1661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133600" y="14989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65591" y="1971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44616" y="19856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44491" y="1788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107348" y="2106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944511" y="24879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225339" y="24445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75809" y="22806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89862" y="1673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925235" y="24114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2021750" y="1678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51679" y="23918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91895" y="1552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73278" y="26054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51652" y="17402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71630" y="24736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25301" y="28308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59728" y="19547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028419" y="20700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114676" y="2155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71362" y="17974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60769" y="24606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48540" y="17680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85371" y="18944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49845" y="17297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139145" y="21960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128215" y="17757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60093" y="20259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132766" y="19725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95483" y="25662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05310" y="20840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66056" y="1655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63490" y="22591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224564" y="25237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65961" y="23006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131998" y="15856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49959" y="24073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047859" y="1626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924750" y="2421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026430" y="17337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55568" y="22406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85077" y="23600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87643" y="1774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68176" y="17343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57312" y="16966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027232" y="25286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43246" y="17272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044170" y="1605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62449" y="22834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007498" y="15336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91883" y="22908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65951" y="21571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228720" y="17278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10641" y="21162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76244" y="22426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80169" y="17432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203853" y="1668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92605" y="1712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50652" y="19619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72999" y="22154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86934" y="1798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419053" y="23307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948032" y="23917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018102" y="16777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93095" y="23734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717911" y="27460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90752" y="24789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78528" y="16633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65871" y="24300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215803" y="1767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924716" y="22868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214948" y="23074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121555" y="19654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003746" y="22829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127474" y="22280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029710" y="17552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98515" y="21740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223760" y="17891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83253" y="2601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72208" y="18168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54490" y="25602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221643" y="24537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812587" y="17523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54731" y="1634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82088" y="22503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60253" y="16219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61888" y="23386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202928" y="1589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310960" y="14274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230253" y="25267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227139" y="24924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214422" y="1872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49437" y="21591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25134" y="20495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38406" y="17853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34992" y="23598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78927" y="14472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86155" y="1586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507463" y="23270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85589" y="1525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62670" y="24699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18649" y="22506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205201" y="25115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55063" y="1788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41947" y="19644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48786" y="25980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75820" y="24444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77362" y="18001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66005" y="23600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262078" y="18185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43153" y="1700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10096" y="23426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44829" y="18954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64011" y="22093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132873" y="1666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100134" y="22445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67030" y="1630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53614" y="22424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860773" y="24447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98463" y="16815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133130" y="24530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45632" y="27365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66827" y="15338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74597" y="25424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13906" y="25166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301534" y="26563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166263" y="19783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79589" y="26085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37199" y="1952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318059" y="24600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986267" y="20421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58426" y="26871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87659" y="18540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46208" y="25422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08801" y="19138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040345" y="27337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987645" y="19136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305381" y="28253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07381" y="2347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421386" y="18673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00482" y="24434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79812" y="18840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81536" y="25705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09857" y="21833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18740" y="21723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141628" y="26609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64176" y="22421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57921" y="21315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415573" y="18091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63751" y="27404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58398" y="22020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402061" y="26013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98705" y="17560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67116" y="25497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75600" y="25322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88842" y="2105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27462" y="15837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46787" y="22647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190461" y="19396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37586" y="22676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192934" y="17228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24481" y="23468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81529" y="23691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50846" y="24568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66279" y="24445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53329" y="18751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88320" y="24972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2989735" y="19726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227058" y="1616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043332" y="25314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80228" y="1848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56731" y="26684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59206" y="18390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07354" y="21288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49170" y="26857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27689" y="16446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502000" y="23032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12836" y="20858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361888" y="2089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90325" y="23524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71275" y="24492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30803" y="17403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54320" y="18402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56278" y="23126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59631" y="16311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70285" y="21359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17524" y="20795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16122" y="23700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412044" y="23199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92803" y="23676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21462" y="17639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42704" y="2541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67358" y="1655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2994373" y="2301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77786" y="27833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86584" y="21584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643483" y="22990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58402" y="18859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48807" y="21974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89825" y="1704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124655" y="26135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073456" y="20687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027339" y="24934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94540" y="1795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400805" y="21610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87157" y="2061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01207" y="23667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82926" y="16772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64668" y="25525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56252" y="1904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109247" y="1579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53794" y="1865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30623" y="21490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941662" y="26400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58961" y="1750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25888" y="25506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2989724" y="2141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89437" y="17846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42497" y="24957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48998" y="1473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601489" y="25757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74881" y="27900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91321" y="19148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893412" y="17175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878492" y="18430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68625" y="1929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126095" y="16323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84703" y="26880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06911" y="20506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75057" y="22775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031504" y="1642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16978" y="2203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05025" y="23441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86006" y="25531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60284" y="25126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77830" y="18995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03077" y="20818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28968" y="24927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229038" y="20158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31165" y="20646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23448" y="21221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64018" y="1952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49214" y="22696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64525" y="19650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42382" y="23204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56656" y="24478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594560" y="17862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10424" y="2116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327265" y="28993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38333" y="24379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315763" y="18022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24469" y="2064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95823" y="2128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49673" y="27692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791284" y="24544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317843" y="16217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84437" y="1802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45413" y="26063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209050" y="17463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43734" y="2615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01241" y="18701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67872" y="16822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71820" y="22291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69220" y="24695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093547" y="19461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90510" y="1760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72744" y="25373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304347" y="1616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456065" y="21889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48845" y="23563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73241" y="1668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50068" y="24151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64592" y="26252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81441" y="18634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135174" y="27391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73634" y="1908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80161" y="24663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119061" y="1590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71340" y="2013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54846" y="21787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891342" y="24499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45040" y="1673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05523" y="26723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54222" y="1735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77867" y="29320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39217" y="19371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213964" y="2808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214096" y="17596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81857" y="26537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129537" y="18363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63222" y="22444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791331" y="20424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2021537" y="25187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41739" y="24353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22361" y="20194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30398" y="24573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302163" y="17866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206026" y="26667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313707" y="21999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114649" y="17015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51219" y="22500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80487" y="24542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30300" y="24642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54390" y="2097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59715" y="20349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11130" y="19664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53455" y="27499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82128" y="17054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117938" y="17519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82906" y="25026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18529" y="24603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45489" y="237132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64970" y="17277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54756" y="25885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58528" y="2396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92331" y="24024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27190" y="1705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084854" y="16741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90510" y="26149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43531" y="22437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78007" y="25600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22446" y="18013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414862" y="23472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2978108" y="20145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32731" y="27156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41126" y="19786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55628" y="16958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35609" y="23456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2995597" y="24449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22243" y="20541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35573" y="26878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64924" y="22476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69628" y="21768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59615" y="18860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64898" y="23226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76602" y="17492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17393" y="17874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27130" y="26204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22891" y="20643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26053" y="264569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891572" y="18238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40832" y="1856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89241" y="265049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10513" y="24059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2979515" y="17498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36377" y="24423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38178" y="17110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31547" y="1760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83498" y="25466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784477" y="18702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797020" y="19045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69860" y="18048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52506" y="2648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896867" y="23257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29490" y="24389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18684" y="17855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90704" y="23398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71962" y="2343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883556" y="1704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43099" y="24104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23162" y="23647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59801" y="17115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47904" y="273496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46941" y="24646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75260" y="27676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096380" y="16026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799847" y="26565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70609" y="25300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690302" y="25033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178423" y="18349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880295" y="1885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78301" y="238804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71677" y="23490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68953" y="16044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70914" y="23347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087466" y="17663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60855" y="16633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208444" y="22979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879860" y="2574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18585" y="23523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49457" y="25721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32434" y="18959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21888" y="17205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40706" y="23830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99765" y="23638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03782" y="17271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879981" y="17831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23974" y="25053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86482" y="240765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76273" y="16352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894715" y="19537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899224" y="24791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83137" y="24254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73396" y="23027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40669" y="17368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31096" y="19625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52685" y="2312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29974" y="17918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71033" y="19960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54321" y="26348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53741" y="24088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22850" y="21181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35799" y="25328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893812" y="25946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36198" y="18588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110302" y="21551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92412" y="17956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2997024" y="18986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28379" y="23573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206012" y="24458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123558" y="24445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121862" y="27021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093892" y="1775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64065" y="23913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116008" y="270449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84108" y="24974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109556" y="18415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44764" y="17719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42541" y="24848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86485" y="22650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73677" y="23666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61946" y="16795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39786" y="22972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419078" y="20810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99225" y="18774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889099" y="23471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2015552" y="26119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52223" y="18819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61377" y="23415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888306" y="20687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50867" y="1971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58552" y="19847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52125" y="25983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201667" y="28856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65982" y="1816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85143" y="26845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72215" y="18209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40496" y="19389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99518" y="24717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97537" y="24727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404479" y="24566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78426" y="25572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76644" y="26181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187134" y="18123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78982" y="15961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2991359" y="18545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95965" y="24302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99559" y="22490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45070" y="25885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96198" y="22630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81611" y="21914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64793" y="24681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40546" y="1768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72514" y="23723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288490" y="18631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94038" y="25374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70196" y="23227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60854" y="22534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229420" y="24475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224819" y="17661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57713" y="24990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035334" y="25024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94367" y="24491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85071" y="24513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131132" y="27623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82843" y="16596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70460" y="25362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77505" y="1898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11025" y="21595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223431" y="26066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069783" y="22686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49737" y="17731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413882" y="23537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27520" y="22287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30608" y="21610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563543" y="19362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49428" y="1829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46983" y="24305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131928" y="16453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16352" y="23638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58845" y="23721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47195" y="25439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19194" y="23273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65221" y="25615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78221" y="25532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98393" y="24053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488812" y="20407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785978" y="25430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94214" y="24789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55757" y="23250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076624" y="18540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65904" y="28277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039980" y="2004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32980" y="23488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38146" y="24840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53605" y="18135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47533" y="24076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83032" y="19972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2005732" y="26683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75978" y="24412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74949" y="1838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82507" y="26184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15273" y="23513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301984" y="24057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51257" y="14515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235343" y="1875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52205" y="1874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38376" y="23212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118595" y="29987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20836" y="2191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85145" y="24522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01198" y="17239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38274" y="2009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316766" y="26582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470720" y="20869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94244" y="27570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302760" y="1856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125746" y="22422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029094" y="24464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120160" y="25497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72454" y="25312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68305" y="1758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44083" y="19400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76031" y="25583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47021" y="24230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75903" y="17960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116479" y="16997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63435" y="24200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91401" y="26802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139186" y="24452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50302" y="26549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92803" y="23427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027208" y="24084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218870" y="23115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071361" y="21516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70881" y="15675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55830" y="24652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27702" y="2078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01267" y="18301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232845" y="23953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82652" y="26493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59954" y="26682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138914" y="1972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85699" y="17287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12965" y="22023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106712" y="27075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042675" y="21976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52384" y="2388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71744" y="23779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62524" y="24508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079423" y="17344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36292" y="27164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56164" y="2036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54761" y="25533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047474" y="23720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42046" y="2575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63082" y="22826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98889" y="25430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15414" y="22879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940473" y="2520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909393" y="22751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2009480" y="24716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317755" y="1982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81778" y="18210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89276" y="26223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126851" y="24824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210978" y="20487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10369" y="22351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787460" y="23304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076317" y="19520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204923" y="17766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302786" y="23461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65033" y="25643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205341" y="24268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950723" y="27299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53392" y="24841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2993581" y="18787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78836" y="1530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214487" y="24844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26945" y="24768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43968" y="23975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39273" y="24213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54437" y="25074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93880" y="25804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57514" y="15859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87233" y="23847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102079" y="23478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231703" y="25630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82634" y="27915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33838" y="22740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78095" y="24412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42160" y="25729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73107" y="24693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38286" y="24343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53153" y="19116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136128" y="1898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37153" y="24071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42953" y="2639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80262" y="27240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62373" y="25209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57025" y="1797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084195" y="18649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213240" y="26510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79247" y="26865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77143" y="21198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304223" y="25592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53765" y="22693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57454" y="27472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45017" y="25427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41763" y="27626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235231" y="17744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23102" y="21051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87394" y="22352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94661" y="26598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36803" y="19894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43974" y="23975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412707" y="26499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414652" y="16811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90403" y="23940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45886" y="24056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71322" y="22952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305306" y="25366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48396" y="17513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797829" y="24975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53506" y="18541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48816" y="24997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81994" y="26696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309255" y="24934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84139" y="25485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90833" y="1762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2015225" y="25284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24121" y="23811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71167" y="1783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272000" y="20450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896183" y="24167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69569" y="23593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19616" y="18953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42998" y="21886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115765" y="24741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85212" y="23821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48249" y="27074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78722" y="2657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76849" y="24444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29513" y="19934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135510" y="26479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124020" y="18376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2021489" y="25440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71636" y="27611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49154" y="19853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25077" y="23627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35447" y="1731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71067" y="25294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797634" y="25957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74377" y="22241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90034" y="23443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77353" y="26477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102972" y="25317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52708" y="24520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28041" y="25177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57235" y="1782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46513" y="17644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50523" y="2504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58024" y="23990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99870" y="18624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78428" y="21916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80902" y="26799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944050" y="24068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690099" y="25798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227372" y="24848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262688" y="20597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13739" y="23376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046561" y="25209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49850" y="2604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13276" y="2111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047537" y="25464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93416" y="14143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73737" y="23752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43860" y="26739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229439" y="19082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01880" y="1886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53804" y="22328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35102" y="14496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49917" y="26403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32489" y="24093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78387" y="23834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45327" y="2664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66002" y="24867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2007900" y="17737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53093" y="24456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081628" y="16957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102153" y="23600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18276" y="23137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78072" y="25948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80264" y="22588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86382" y="25811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53556" y="18044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93702" y="1795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90898" y="23298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27570" y="25296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97935" y="25447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87496" y="25444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128979" y="25019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68621" y="16480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2021684" y="23252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948359" y="23629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2992857" y="2341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122241" y="24622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67000" y="15276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70713" y="23405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90239" y="23974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92570" y="23670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10295" y="21549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87689" y="25583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121092" y="17195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750447" y="21522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702194" y="24528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78893" y="25059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66181" y="15940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39014" y="24214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2023075" y="24932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25126" y="22687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67557" y="22685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20482" y="19649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2980008" y="19959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59345" y="24951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2003633" y="25731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41362" y="23710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12234" y="2232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924467" y="1781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2975464" y="25448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06018" y="25139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64374" y="23833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06477" y="18677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78528" y="1792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56979" y="23809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690758" y="2092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51228" y="17773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78527" y="23229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11185" y="24572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38042" y="20901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54128" y="23305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82389" y="24979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326918" y="24105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69449" y="26259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33353" y="17954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64526" y="26817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91040" y="20839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937362" y="16273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499694" y="21739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66939" y="18801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503022" y="24002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36014" y="1621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61811" y="22631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30947" y="17973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39037" y="24948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78983" y="24035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42436" y="26007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56139" y="25303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886735" y="25146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98814" y="23291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65412" y="23942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32727" y="24053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51647" y="27329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41274" y="1602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85868" y="18952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61565" y="23505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108323" y="24352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45893" y="1815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58889" y="24059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63673" y="26499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030486" y="27485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595559" y="1701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50328" y="18321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792012" y="25421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505966" y="23942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17585" y="22493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19313" y="24059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45045" y="23968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71992" y="27144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40400" y="16348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38000" y="24952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43008" y="24792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604795" y="2256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366189" y="24666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37132" y="19313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08531" y="22684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60689" y="25108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110775" y="25257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138034" y="23165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16885" y="18807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129026" y="15642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81200" y="25908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96554" y="22854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27870" y="1912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64318" y="16768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59397" y="25495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22198" y="25623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52651" y="25324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52302" y="21118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906550" y="22780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83463" y="26730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83927" y="2610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085132" y="19641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23935" y="24210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264118" y="21560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20395" y="24719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91611" y="25574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57037" y="1832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40736" y="24849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502311" y="24059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93389" y="25785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03736" y="25842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70495" y="25151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93662" y="27631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24319" y="19573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71023" y="2190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84890" y="24336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176384" y="18923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93945" y="21892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313813" y="26163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95576" y="2074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36464" y="22716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67967" y="24177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45014" y="26713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71196" y="17704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43744" y="1811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47941" y="26194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17698" y="24048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33624" y="19203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14938" y="1917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45891" y="24255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188443" y="24812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61923" y="25154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02860" y="25563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197922" y="19863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50893" y="28033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43536" y="27416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58057" y="27059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65550" y="23001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2974928" y="21504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71072" y="21404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794137" y="24811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126315" y="26692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2012437" y="1661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67463" y="23462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42253" y="20995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30279" y="25542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48172" y="21880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56521" y="24330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26384" y="18150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52115" y="27064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412405" y="15073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97056" y="21667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39499" y="22574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23944" y="2208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60205" y="26834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35031" y="23677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02781" y="15523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510604" y="1681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23926" y="25662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31865" y="16544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56913" y="22123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53831" y="24833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76044" y="27069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69828" y="25309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412971" y="18307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79803" y="25595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22364" y="27028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99627" y="24093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084481" y="20930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49208" y="25628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57003" y="1631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25310" y="240869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83082" y="23745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66776" y="22829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85558" y="22616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2973528" y="23110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47682" y="23622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55308" y="23562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25223" y="16728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308369" y="25820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223599" y="25327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201871" y="1644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47284" y="25453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202498" y="18073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21336" y="18069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71101" y="23385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73221" y="25052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87309" y="25780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793361" y="2496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134003" y="24443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79880" y="16753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54507" y="27089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53605" y="19157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98662" y="24177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138534" y="18196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82503" y="25493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42036" y="25841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117130" y="23850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91565" y="23475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12179" y="20018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50781" y="22154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97380" y="29258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038040" y="18453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57844" y="23443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88367" y="24749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282696" y="17830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91153" y="21239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328445" y="25948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208810" y="23888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112763" y="17402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27924" y="23197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65103" y="23090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59119" y="17944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608782" y="23497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217009" y="2704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38614" y="22401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51257" y="24639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61445" y="24859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816529" y="22232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66567" y="25847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37832" y="23787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81497" y="23941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51492" y="23473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135966" y="15043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046649" y="1648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72789" y="1788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80950" y="21175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97344" y="23188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202879" y="26140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17799" y="23342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94256" y="24010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98671" y="1740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63241" y="18601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57622" y="23343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52861" y="18442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947210" y="21724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09376" y="18983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26673" y="22493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16775" y="24886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74007" y="17317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43072" y="259901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90004" y="24223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2988647" y="2013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52035" y="24183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42802" y="15680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206542" y="28009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51860" y="24222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82066" y="23407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136664" y="23763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58979" y="24699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75917" y="18511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31581" y="21883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39948" y="18303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30892" y="26228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48479" y="23388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861435" y="25743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75799" y="15741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29442" y="19983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63195" y="20978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040355" y="26159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18899" y="23386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86964" y="22681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789453" y="22830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57236" y="25821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90717" y="27393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52152" y="1826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205251" y="1404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74145" y="25972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25864" y="18185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90783" y="25409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213841" y="17776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63490" y="29497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85567" y="257806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36642" y="23890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19919" y="26151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71460" y="25221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57386" y="17647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128673" y="25448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116815" y="1794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111313" y="2450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92090" y="23538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092368" y="20043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57913" y="25836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68685" y="25024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27424" y="24245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60844" y="15943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38851" y="23711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2991704" y="21470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70799" y="25674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041518" y="25409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108419" y="25499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25701" y="23965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75326" y="25724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63495" y="1888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85916" y="24307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77451" y="15788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51960" y="25300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68843" y="27156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63650" y="1602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34013" y="17609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119259" y="24999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84324" y="22819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13650" y="21052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71448" y="15573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68326" y="23091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86924" y="24921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61434" y="25676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2977466" y="24877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086500" y="21050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15988" y="232283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23369" y="15942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365937" y="17109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792197" y="22458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42264" y="17904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65581" y="29133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2013225" y="16730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63276" y="21717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64492" y="23957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22186" y="23133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78158" y="17081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56581" y="23642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130790" y="24672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64094" y="24250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14626" y="15383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45792" y="16088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11305" y="21630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78350" y="23834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05177" y="19500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88478" y="23442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46463" y="26174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418269" y="25819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82587" y="1767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2977379" y="21776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19047" y="25382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54950" y="24943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41623" y="24958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097789" y="20706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70571" y="1933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56429" y="24632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203717" y="25955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54357" y="25597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27824" y="24590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2999684" y="22240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17389" y="25513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2973380" y="24590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67438" y="24833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42317" y="1694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37677" y="26550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41950" y="19308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35290" y="22205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94942" y="26241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99441" y="1488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2013693" y="22662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82708" y="25630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71692" y="24506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79936" y="24018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130835" y="23777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2983730" y="20241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200624" y="1676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96182" y="25540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17139" y="16544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39996" y="22470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83582" y="22558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26202" y="24692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84575" y="23419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40626" y="23493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507399" y="23868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117112" y="23519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219491" y="27654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39263" y="15049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35228" y="18149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44175" y="26901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53016" y="23046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74587" y="25611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85330" y="18270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71756" y="22332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35551" y="22614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53191" y="18274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53807" y="1656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58381" y="22910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64932" y="20925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2982437" y="21252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62324" y="24684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2995181" y="23752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84270" y="24783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04896" y="22594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42150" y="17723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51038" y="23007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08269" y="23597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27541" y="21554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44844" y="16524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29968" y="23063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90240" y="25549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69600" y="23425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22072" y="19479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118218" y="18411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57919" y="23828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81315" y="21927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63040" y="23589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85027" y="22462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18814" y="19111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108362" y="1591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223639" y="23777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506841" y="20476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41700" y="20669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36031" y="23306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23213" y="1855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2972806" y="248050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2989273" y="23536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16797" y="22383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44377" y="2098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36973" y="18764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32309" y="27268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2974675" y="22708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86234" y="25450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224631" y="24796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39742" y="2278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45922" y="26304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118341" y="24223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2008793" y="1577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068954" y="20215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200025" y="26596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70699" y="26217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2016111" y="24690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49429" y="23057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29491" y="24534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232703" y="1607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76706" y="2606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32993" y="24355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54281" y="24392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10982" y="21057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73957" y="1641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63042" y="2437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19566" y="15653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512268" y="21222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402798" y="24635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71096" y="20508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068537" y="23632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2974259" y="23319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49401" y="18657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19090" y="231414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2989916" y="23755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138633" y="22827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69789" y="18220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46567" y="25307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98047" y="26118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82350" y="1839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51659" y="26954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942311" y="24109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50813" y="18509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97509" y="23927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61214" y="18336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78425" y="23157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52778" y="16995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51618" y="24678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55170" y="17114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91854" y="2601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45789" y="25643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51988" y="23619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59967" y="17459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47929" y="25929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118300" y="24370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508811" y="18360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120665" y="23458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96222" y="23502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032264" y="15736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032005" y="24449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74074" y="27032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76123" y="24335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39476" y="238950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11674" y="26216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885547" y="17341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028445" y="16640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78393" y="25503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96110" y="23124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421248" y="232062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62053" y="22921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86771" y="23755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63340" y="20202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82089" y="20563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070642" y="21362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35902" y="21762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028480" y="24575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18733" y="24378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15075" y="24571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24167" y="23627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51640" y="22605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31777" y="1572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171512" y="24512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43868" y="242333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170147" y="1742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24020" y="21485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72397" y="2220542"/>
              <a:ext cx="343339" cy="513944"/>
            </a:xfrm>
            <a:custGeom>
              <a:avLst/>
              <a:pathLst>
                <a:path w="343339" h="513944">
                  <a:moveTo>
                    <a:pt x="343339" y="0"/>
                  </a:moveTo>
                  <a:lnTo>
                    <a:pt x="0" y="51394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72397" y="2662640"/>
              <a:ext cx="64571" cy="71846"/>
            </a:xfrm>
            <a:custGeom>
              <a:avLst/>
              <a:pathLst>
                <a:path w="64571" h="71846">
                  <a:moveTo>
                    <a:pt x="4702" y="0"/>
                  </a:moveTo>
                  <a:lnTo>
                    <a:pt x="0" y="71846"/>
                  </a:lnTo>
                  <a:lnTo>
                    <a:pt x="64571" y="3999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415736" y="2220542"/>
              <a:ext cx="569519" cy="80068"/>
            </a:xfrm>
            <a:custGeom>
              <a:avLst/>
              <a:pathLst>
                <a:path w="569519" h="80068">
                  <a:moveTo>
                    <a:pt x="0" y="0"/>
                  </a:moveTo>
                  <a:lnTo>
                    <a:pt x="569519" y="8006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18497" y="2256281"/>
              <a:ext cx="66758" cy="71298"/>
            </a:xfrm>
            <a:custGeom>
              <a:avLst/>
              <a:pathLst>
                <a:path w="66758" h="71298">
                  <a:moveTo>
                    <a:pt x="0" y="71298"/>
                  </a:moveTo>
                  <a:lnTo>
                    <a:pt x="66758" y="44330"/>
                  </a:lnTo>
                  <a:lnTo>
                    <a:pt x="10023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415736" y="2041492"/>
              <a:ext cx="697928" cy="179050"/>
            </a:xfrm>
            <a:custGeom>
              <a:avLst/>
              <a:pathLst>
                <a:path w="697928" h="179050">
                  <a:moveTo>
                    <a:pt x="0" y="179050"/>
                  </a:moveTo>
                  <a:lnTo>
                    <a:pt x="69792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44321" y="2022116"/>
              <a:ext cx="69343" cy="69741"/>
            </a:xfrm>
            <a:custGeom>
              <a:avLst/>
              <a:pathLst>
                <a:path w="69343" h="69741">
                  <a:moveTo>
                    <a:pt x="17891" y="69741"/>
                  </a:moveTo>
                  <a:lnTo>
                    <a:pt x="69343" y="19375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741000" y="2096505"/>
              <a:ext cx="674736" cy="124036"/>
            </a:xfrm>
            <a:custGeom>
              <a:avLst/>
              <a:pathLst>
                <a:path w="674736" h="124036">
                  <a:moveTo>
                    <a:pt x="674736" y="124036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741000" y="2072372"/>
              <a:ext cx="67835" cy="70813"/>
            </a:xfrm>
            <a:custGeom>
              <a:avLst/>
              <a:pathLst>
                <a:path w="67835" h="70813">
                  <a:moveTo>
                    <a:pt x="67835" y="0"/>
                  </a:moveTo>
                  <a:lnTo>
                    <a:pt x="0" y="24133"/>
                  </a:lnTo>
                  <a:lnTo>
                    <a:pt x="54817" y="7081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2018233" y="1778455"/>
              <a:ext cx="397503" cy="442087"/>
            </a:xfrm>
            <a:custGeom>
              <a:avLst/>
              <a:pathLst>
                <a:path w="397503" h="442087">
                  <a:moveTo>
                    <a:pt x="397503" y="442087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2018233" y="1778455"/>
              <a:ext cx="68460" cy="70436"/>
            </a:xfrm>
            <a:custGeom>
              <a:avLst/>
              <a:pathLst>
                <a:path w="68460" h="70436">
                  <a:moveTo>
                    <a:pt x="68460" y="22296"/>
                  </a:moveTo>
                  <a:lnTo>
                    <a:pt x="0" y="0"/>
                  </a:lnTo>
                  <a:lnTo>
                    <a:pt x="14920" y="7043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415736" y="2220542"/>
              <a:ext cx="104269" cy="432566"/>
            </a:xfrm>
            <a:custGeom>
              <a:avLst/>
              <a:pathLst>
                <a:path w="104269" h="432566">
                  <a:moveTo>
                    <a:pt x="0" y="0"/>
                  </a:moveTo>
                  <a:lnTo>
                    <a:pt x="104269" y="43256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70396" y="2584055"/>
              <a:ext cx="69995" cy="69053"/>
            </a:xfrm>
            <a:custGeom>
              <a:avLst/>
              <a:pathLst>
                <a:path w="69995" h="69053">
                  <a:moveTo>
                    <a:pt x="0" y="16872"/>
                  </a:moveTo>
                  <a:lnTo>
                    <a:pt x="49609" y="69053"/>
                  </a:lnTo>
                  <a:lnTo>
                    <a:pt x="69995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409707" y="1634083"/>
              <a:ext cx="6028" cy="586459"/>
            </a:xfrm>
            <a:custGeom>
              <a:avLst/>
              <a:pathLst>
                <a:path w="6028" h="586459">
                  <a:moveTo>
                    <a:pt x="6028" y="58645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74350" y="1634083"/>
              <a:ext cx="71996" cy="62720"/>
            </a:xfrm>
            <a:custGeom>
              <a:avLst/>
              <a:pathLst>
                <a:path w="71996" h="62720">
                  <a:moveTo>
                    <a:pt x="71996" y="61980"/>
                  </a:moveTo>
                  <a:lnTo>
                    <a:pt x="35357" y="0"/>
                  </a:lnTo>
                  <a:lnTo>
                    <a:pt x="0" y="6272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53951" y="2753528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14660" y="2319652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55048" y="1918758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458362" y="1973771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91740" y="1655721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89553" y="2672149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122910" y="1511349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405201" y="1287054"/>
              <a:ext cx="2442673" cy="181839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405201" y="1287054"/>
              <a:ext cx="0" cy="1818393"/>
            </a:xfrm>
            <a:custGeom>
              <a:avLst/>
              <a:pathLst>
                <a:path w="0" h="1818393">
                  <a:moveTo>
                    <a:pt x="0" y="18183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261100" y="2892978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261100" y="2538540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278017" y="218410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278017" y="1829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278017" y="1475229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376732" y="292941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376732" y="25749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376732" y="22205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376732" y="18661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376732" y="15116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405201" y="3105448"/>
              <a:ext cx="2442673" cy="0"/>
            </a:xfrm>
            <a:custGeom>
              <a:avLst/>
              <a:pathLst>
                <a:path w="2442673" h="0">
                  <a:moveTo>
                    <a:pt x="0" y="0"/>
                  </a:moveTo>
                  <a:lnTo>
                    <a:pt x="2442673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636247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415736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195225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91076" y="3156691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87481" y="315669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166970" y="315669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62880" y="3314327"/>
              <a:ext cx="72731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764414" y="2150531"/>
              <a:ext cx="72731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405201" y="1110514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95612" y="1287054"/>
              <a:ext cx="2442673" cy="18183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62593" y="17755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390228" y="21562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598075" y="17231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43004" y="21530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34565" y="20156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499430" y="18372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293023" y="22170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690600" y="16986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395440" y="19659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35802" y="20089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578725" y="24393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61245" y="17360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63044" y="2086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50579" y="18637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47758" y="24612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58720" y="21626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579121" y="23256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19703" y="22558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08708" y="21713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11548" y="19632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483419" y="21598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30968" y="21891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487532" y="19210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27900" y="19665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07855" y="21084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43139" y="19805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60372" y="21982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16530" y="22522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34694" y="24750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45378" y="20935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37362" y="20504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490436" y="24051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54369" y="23294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497653" y="22713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402246" y="23802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00192" y="21973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00636" y="23380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25558" y="20896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30680" y="2153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42439" y="24639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594193" y="17517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40866" y="21099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35995" y="23726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45345" y="18646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594799" y="21540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25964" y="22906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779121" y="18136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15256" y="20490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579011" y="17945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33880" y="20210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56868" y="21290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32720" y="23030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38112" y="17373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15616" y="23236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04799" y="17698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02600" y="20124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56648" y="20958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264183" y="21199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897714" y="21819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862315" y="23611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894517" y="19134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03179" y="20807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179306" y="19321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16710" y="24216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06282" y="21920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52146" y="22296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17449" y="19866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54143" y="20523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02076" y="22163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29419" y="22118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67183" y="20412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26837" y="23552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53528" y="24451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69503" y="28598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59931" y="22871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32155" y="23726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36402" y="22175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93873" y="20246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50180" y="19185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38191" y="23400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42778" y="18738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30827" y="20841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33446" y="22122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486565" y="19541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14322" y="21689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19404" y="19187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51476" y="19138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83179" y="25384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66760" y="20381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21752" y="15669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29908" y="17805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579514" y="19490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46232" y="26842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01248" y="20813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78999" y="24672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74088" y="20133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50855" y="22745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13380" y="23658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60234" y="23478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57166" y="24649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70550" y="20135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584706" y="23068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53818" y="21292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59622" y="23100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57025" y="22918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698190" y="23312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64427" y="21267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770427" y="18468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70025" y="17372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36738" y="17825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18553" y="18488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584124" y="20391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41926" y="22701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36068" y="23106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56224" y="22419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65237" y="22207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28375" y="20623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27763" y="20768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42023" y="22465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71957" y="22487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07374" y="21031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391676" y="213848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73997" y="215225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498651" y="21314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576893" y="18492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36597" y="20912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25748" y="19772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16979" y="20529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22435" y="21565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674074" y="20255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50054" y="21802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38434" y="180448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16141" y="20619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68067" y="19496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23979" y="20790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71676" y="21951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67889" y="25093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08281" y="18849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31563" y="17400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398156" y="20364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29545" y="17225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24140" y="20488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72652" y="20114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36573" y="22609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56068" y="19840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386626" y="21311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03806" y="21719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30239" y="20489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74706" y="203081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02695" y="21994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493855" y="21321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71389" y="220849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593212" y="21084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60099" y="214008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12948" y="181894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21380" y="179698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73988" y="175364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38631" y="163797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58115" y="178654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36851" y="180303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05807" y="17901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44521" y="189790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64374" y="24350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56457" y="20731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02478" y="21862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53215" y="21648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679117" y="22608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57751" y="24547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594499" y="21450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598818" y="20370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26848" y="20200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51842" y="2498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13663" y="21358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694020" y="21937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08122" y="20537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492886" y="20427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586018" y="22211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43338" y="25129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70607" y="23486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14013" y="20031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12105" y="18589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11157" y="2188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33850" y="21494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585247" y="21408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69083" y="19839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33584" y="19045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696514" y="20804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22090" y="19802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676752" y="19562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69865" y="21101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596612" y="20238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07150" y="21164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67028" y="20430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07693" y="23856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43246" y="20629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03858" y="22876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61628" y="21743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18071" y="23545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33329" y="18993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50511" y="23379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74935" y="23908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09492" y="21531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591125" y="19539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24158" y="23160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08524" y="24115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78142" y="2190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57521" y="21934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690713" y="22472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46527" y="2144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17133" y="22261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72295" y="22046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483631" y="21645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66794" y="19937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47415" y="20117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66453" y="22791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67992" y="2217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52748" y="22051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62331" y="21939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596762" y="20458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770046" y="27193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24555" y="20796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28206" y="20433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41252" y="21431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45046" y="21647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39915" y="19878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10600" y="2113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43736" y="23222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67076" y="20242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69774" y="19001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20212" y="20120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31971" y="21724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583525" y="23174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690744" y="2378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483203" y="19246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26291" y="19418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26169" y="21221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46488" y="21652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66964" y="2194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34094" y="22811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019907" y="18711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39324" y="23180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693643" y="20405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06132" y="2190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67175" y="22882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00721" y="25086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64216" y="23802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30208" y="21844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40835" y="20447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599688" y="21423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76174" y="19718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32613" y="23571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60050" y="20169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91934" y="20493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06138" y="20281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690897" y="2016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60251" y="2147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13129" y="18189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783086" y="13803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584893" y="20956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79015" y="18996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684418" y="1979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07304" y="18247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93458" y="18390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401661" y="19233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87205" y="19748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5000549" y="20659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18251" y="2237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15294" y="18002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38564" y="15505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52636" y="18523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22225" y="19199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42006" y="17283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681196" y="21446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53380" y="19049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03216" y="20074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24558" y="19457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08248" y="19640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487135" y="18833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597337" y="21399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22810" y="21295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33271" y="19325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46368" y="19042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06025" y="19047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27422" y="19455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12492" y="19412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29151" y="20766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72628" y="17929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48259" y="19194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578940" y="22435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51442" y="19746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79479" y="21021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84940" y="1872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53008" y="29352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77154" y="20181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20191" y="18310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33033" y="1781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687043" y="18100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55361" y="18218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28475" y="18282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30869" y="1868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496431" y="17129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198017" y="19004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13656" y="16606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32219" y="17973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59869" y="20074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208002" y="17523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36863" y="17961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42119" y="17623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31795" y="20282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17450" y="19536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78963" y="18142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77216" y="18191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32865" y="19742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57616" y="17941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578791" y="1924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61249" y="18788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30647" y="19152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17210" y="19217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46108" y="16902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04484" y="19461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29944" y="18240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59291" y="16986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201913" y="20448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690903" y="16690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39893" y="17816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698531" y="19861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590622" y="17116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42557" y="16007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73724" y="19229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53973" y="19458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207479" y="19971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26871" y="23595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47692" y="22175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15003" y="28653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46830" y="22116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18907" y="23839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055867" y="2166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97106" y="20834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295202" y="20050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37651" y="20339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37566" y="21432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45296" y="17425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22740" y="21170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77354" y="17653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200573" y="2046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20992" y="21189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02281" y="2068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588210" y="25020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23563" y="20865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298417" y="20305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121024" y="21295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77488" y="18711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118774" y="2035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152540" y="26870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70538" y="21797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49419" y="16860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28680" y="18410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675599" y="17208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08582" y="22726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45789" y="2364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56858" y="24923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72897" y="25151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498062" y="23366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589022" y="2647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39450" y="2284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62210" y="22717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672518" y="22803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590780" y="24660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64719" y="21384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581784" y="21629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670959" y="20990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51771" y="2193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50134" y="19586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64842" y="19445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24261" y="2488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55709" y="2659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42618" y="27310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69396" y="2374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493416" y="18729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74126" y="2507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486476" y="2741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886619" y="20150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590688" y="1980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11865" y="2309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38841" y="2137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36304" y="2334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45216" y="2154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390664" y="2253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24157" y="22073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22696" y="2241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496808" y="21170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64554" y="23487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32666" y="23889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73729" y="21357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73430" y="22102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593348" y="20351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13928" y="21885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16594" y="2629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48841" y="22613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393073" y="24191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26203" y="2030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395371" y="19817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62476" y="22083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80971" y="21105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48530" y="2073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49382" y="21910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17316" y="2036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26848" y="2287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57535" y="22027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76877" y="2195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589787" y="1886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09480" y="19891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486942" y="2056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16759" y="20146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18924" y="21032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32435" y="2082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05607" y="2091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579359" y="19607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486074" y="1950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59919" y="18162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82034" y="21302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492097" y="2253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199481" y="18918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581355" y="18834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49574" y="21025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489898" y="20707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07354" y="21643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83115" y="2013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117340" y="2074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05666" y="20894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399343" y="22342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587363" y="17416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43220" y="19589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62747" y="20179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31191" y="19237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495575" y="21586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52002" y="1974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46151" y="20078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64952" y="20153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37908" y="2006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28311" y="21066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37997" y="21044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45189" y="2063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584207" y="20458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82082" y="2138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12300" y="2111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584648" y="21399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69109" y="19084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592270" y="2307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69857" y="2027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42165" y="1971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624521" y="2382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24343" y="2248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82634" y="2402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26597" y="2410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43176" y="2388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17057" y="26158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02345" y="2479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21805" y="24826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52075" y="22731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58399" y="20311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682988" y="1920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45585" y="22592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57057" y="22179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28189" y="21199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596447" y="1925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578632" y="22188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62060" y="21560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50415" y="21994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489818" y="19720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59569" y="21658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54118" y="23382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29139" y="19831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867452" y="17329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497243" y="20393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493918" y="22080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482623" y="21279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51080" y="22482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23680" y="20430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37449" y="20049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49827" y="22099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24156" y="20981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54845" y="17947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21766" y="20135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47382" y="22368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496477" y="20549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485971" y="18535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80792" y="20078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51925" y="18308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69475" y="20175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50514" y="21529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12363" y="22116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24258" y="23545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54465" y="19313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61577" y="22746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10685" y="22709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22335" y="19486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18347" y="17959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595559" y="21998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28006" y="20972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31163" y="21942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15015" y="24149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585715" y="20629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31152" y="19522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496832" y="22077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55343" y="21030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34555" y="19920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588777" y="20285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39067" y="21520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51442" y="18000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19430" y="15695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42373" y="20281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28322" y="21806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07513" y="20928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19039" y="15914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48519" y="19048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582886" y="17416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47476" y="17411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65525" y="18711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21539" y="21803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586392" y="20231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681840" y="20138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672434" y="19831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673471" y="22186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29072" y="20861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75237" y="21662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54497" y="25148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50660" y="22645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33932" y="19327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25521" y="25772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590012" y="23534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35988" y="21798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59196" y="19485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681224" y="19879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686676" y="19814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393452" y="18484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18603" y="23081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13182" y="16482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45206" y="21810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18595" y="19453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63872" y="2297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15346" y="18818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34730" y="1959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49802" y="1874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587673" y="21048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53740" y="19385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794643" y="21122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16706" y="19796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17453" y="176138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70477" y="22718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774226" y="20429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44142" y="20722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34338" y="19976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582946" y="1950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40880" y="20719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15208" y="22878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27331" y="2090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31641" y="2108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09160" y="19195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484051" y="19653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02985" y="17609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575769" y="2017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08000" y="20577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20478" y="18850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584005" y="19568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03736" y="20908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50728" y="22830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56567" y="20039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13712" y="19900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12415" y="17270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07158" y="19963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196444" y="19371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38965" y="2026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41416" y="1963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04494" y="20811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63130" y="21584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592907" y="22033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36757" y="2111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61956" y="19785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44111" y="2229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588257" y="2004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08015" y="19129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21850" y="19450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68479" y="14668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53658" y="22165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32487" y="19922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58885" y="20937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37076" y="1979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51257" y="20652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07430" y="2152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676974" y="2180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06509" y="20747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69989" y="21929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397769" y="2432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395361" y="25021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395978" y="2099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17688" y="20281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11284" y="20616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387654" y="24954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08775" y="23364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58002" y="21867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497220" y="22605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18102" y="23771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72865" y="20426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73774" y="20666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76960" y="25610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01956" y="2336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18089" y="22941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62758" y="2170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593435" y="24952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591346" y="26167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43389" y="21195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01674" y="25602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54183" y="2191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30092" y="26563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43293" y="22152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22210" y="24885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14712" y="21324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67657" y="23953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586276" y="22892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593691" y="21730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494839" y="25490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482643" y="2227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47050" y="25279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483967" y="2152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52013" y="21449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07884" y="2187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57376" y="24427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00906" y="19871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44990" y="2092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778521" y="17923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50300" y="19475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15187" y="20256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73637" y="2167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75249" y="20552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64241" y="20554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27410" y="2200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31016" y="19520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79646" y="2149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391709" y="19289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53073" y="21215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09523" y="2019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59757" y="20993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485686" y="21506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498943" y="19264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400255" y="20413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680727" y="17330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59318" y="1926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53129" y="19625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81077" y="2181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90923" y="23786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13608" y="21349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17638" y="20425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594662" y="23408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49120" y="24039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18060" y="23843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57552" y="22657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01397" y="22335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50571" y="2402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10481" y="21975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579062" y="2039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59439" y="2249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675472" y="20937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63642" y="1913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13909" y="23459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67801" y="22023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41853" y="19179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486955" y="20876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35911" y="23234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78519" y="22290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62048" y="2178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74805" y="25843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26758" y="2235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57184" y="23014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21312" y="20458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18717" y="23534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400618" y="21397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67517" y="21990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17032" y="22950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61954" y="20746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60753" y="20579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50293" y="19965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46624" y="20335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397507" y="15925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40291" y="23158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65390" y="23433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68246" y="19388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25799" y="22324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614887" y="21328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537319" y="25377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593440" y="23977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634042" y="24598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31239" y="20358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587889" y="22081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04404" y="21020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01972" y="22483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56346" y="19303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581383" y="18935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47625" y="19862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33728" y="18953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683782" y="21487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02344" y="25463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07786" y="24696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10917" y="21365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582434" y="22494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28972" y="22984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52297" y="21850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74612" y="20787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694930" y="24392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36643" y="20457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38323" y="25117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70514" y="22889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07462" y="19543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36309" y="21568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58422" y="2256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482031" y="2274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02608" y="23573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594766" y="20615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02799" y="17825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16976" y="2021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784459" y="2130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17895" y="22622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42235" y="21639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43543" y="2328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05427" y="2473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68248" y="19885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68796" y="25435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69808" y="22768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15168" y="2355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39729" y="21018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49258" y="20827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17396" y="23336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62015" y="21012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782623" y="1654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586159" y="21909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586906" y="2419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58957" y="1964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32830" y="19865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20790" y="2223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72092" y="21054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61249" y="22875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22158" y="19511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05577" y="20309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681764" y="22700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672531" y="23338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486328" y="20725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18174" y="21813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05427" y="22507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44079" y="20837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577690" y="19893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26621" y="2170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54418" y="2251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64774" y="2399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31785" y="20740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578996" y="1979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74416" y="2110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06997" y="20927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04387" y="2231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28343" y="22639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489735" y="21754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77556" y="20673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42056" y="2342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33040" y="2187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43368" y="26147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01426" y="2227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54625" y="2073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30591" y="2258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59546" y="23437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68858" y="1969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32694" y="18533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692740" y="20866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576376" y="21144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62849" y="1842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41578" y="16196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56432" y="1883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44377" y="22046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590302" y="18918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15132" y="1945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17782" y="18878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780246" y="19067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00794" y="20448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680352" y="21445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19947" y="23272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23738" y="17986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28632" y="2222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10908" y="2103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44631" y="20298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20262" y="20088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16205" y="2195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68206" y="25193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32560" y="23806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46240" y="24153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14515" y="24757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44270" y="20129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16244" y="17132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23214" y="19251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47467" y="20947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795390" y="1968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63032" y="17573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14176" y="20400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686669" y="2298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30324" y="19820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71915" y="2172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44965" y="21360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597580" y="20803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481574" y="22685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38380" y="2213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496806" y="1763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595407" y="20032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65335" y="2271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22130" y="20109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40472" y="19368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489179" y="22729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02504" y="2097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01346" y="21524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23877" y="2271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597847" y="18279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697625" y="1882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23760" y="22096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11679" y="2104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59155" y="19795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16832" y="2012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02760" y="20330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577979" y="17494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670845" y="20392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45700" y="1793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498156" y="18107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70691" y="2053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35653" y="19267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17782" y="18380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80605" y="20497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18254" y="1876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61860" y="21396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10988" y="20746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79785" y="19243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582032" y="20022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40183" y="1912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45385" y="1807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04219" y="2216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19212" y="15861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69652" y="18494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47996" y="18915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684850" y="17867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73011" y="1816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778967" y="16924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62835" y="18668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32315" y="1933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593209" y="19266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08167" y="21334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23288" y="2381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794187" y="23890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23354" y="22307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34403" y="24821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599347" y="2178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17392" y="22000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590618" y="2197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05007" y="1787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586813" y="2230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687659" y="19970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14810" y="19939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34806" y="2131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33156" y="20850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43259" y="22151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688041" y="2330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06554" y="22993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687715" y="23631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11833" y="20624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32110" y="26527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587599" y="2132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69931" y="24229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79492" y="2314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48702" y="18164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13058" y="20119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36514" y="20997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49849" y="2234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695992" y="2049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03573" y="19723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67843" y="20002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583523" y="1950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36811" y="21692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50947" y="22848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584400" y="2383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19948" y="2180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66562" y="1773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70909" y="20755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04889" y="2218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52145" y="21136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09872" y="22273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03236" y="21401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684159" y="20021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45109" y="19733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21400" y="23950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05959" y="2253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684773" y="18963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05123" y="22969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17167" y="19187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27801" y="20422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30422" y="1712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19312" y="1813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24507" y="21597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671272" y="21138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07008" y="2021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30192" y="1989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43318" y="2247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21409" y="20862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50543" y="1847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36826" y="18772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54992" y="20509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01738" y="21681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690895" y="22053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578572" y="2191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17967" y="21123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598531" y="21113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55947" y="22834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14800" y="27301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05377" y="20898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58540" y="23834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695202" y="24351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48421" y="24230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65812" y="21863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789159" y="2321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48686" y="25677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585668" y="24528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678434" y="22058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01440" y="22258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778110" y="19108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871463" y="2710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22611" y="23312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29178" y="25333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676745" y="2782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33921" y="26306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11378" y="24041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682174" y="22897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781218" y="22464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36609" y="19032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59290" y="23385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781913" y="23549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04018" y="21150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38435" y="22783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59866" y="24815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32030" y="23318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14549" y="21605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688606" y="21650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796261" y="18302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45285" y="2108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591276" y="24707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60844" y="19313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38917" y="28455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26627" y="23847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22087" y="19892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32533" y="24021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589381" y="23431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15719" y="22656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69489" y="26055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31605" y="16093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581093" y="18587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699641" y="25182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14931" y="17505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68222" y="21471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30970" y="21765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781503" y="27131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784062" y="23949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32132" y="27955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04265" y="22898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54897" y="16475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12870" y="18911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53688" y="17591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74583" y="1681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765232" y="18432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780553" y="24183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08179" y="21784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68401" y="23333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37367" y="25349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39008" y="23306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07873" y="23666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34281" y="2213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779432" y="23626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39262" y="22290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781759" y="25186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33011" y="23014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30834" y="26106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07377" y="21701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27747" y="25008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791694" y="27253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892512" y="19206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596355" y="23864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16404" y="25913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19684" y="24376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68104" y="22342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596285" y="23634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771967" y="22107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787893" y="2708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19341" y="25754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05797" y="2282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575908" y="21456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46883" y="23512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32426" y="23031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597876" y="22933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11863" y="22470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07255" y="19403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16221" y="2538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30058" y="2084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09119" y="22846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34639" y="21846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891121" y="18983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29124" y="25876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63087" y="26364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24878" y="2562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24659" y="18661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865466" y="26973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26780" y="22158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32988" y="16969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499427" y="22930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27058" y="29987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59275" y="29653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26220" y="24096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22855" y="29500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29257" y="21797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44824" y="21935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80289" y="16226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01588" y="23307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47299" y="21206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783679" y="20284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25131" y="21848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39689" y="22145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43009" y="23352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23624" y="20276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14577" y="24767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02281" y="20681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20280" y="21302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54410" y="17382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57110" y="23890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794418" y="25572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684866" y="22957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23707" y="23070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35939" y="20552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80400" y="20819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772863" y="21637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779738" y="20955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02937" y="23885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75255" y="22044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01785" y="2339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59898" y="20955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675065" y="2526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205935" y="19080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51027" y="20276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592169" y="20182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16992" y="20064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21168" y="20456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24251" y="25137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41368" y="25031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22055" y="26526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57254" y="25050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08133" y="23486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499536" y="19280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61076" y="22636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56892" y="16948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684989" y="18490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04373" y="19810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06719" y="21922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20370" y="22195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679658" y="15798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673869" y="15922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51158" y="171441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687757" y="168740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583771" y="21928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75213" y="1963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586353" y="22488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60387" y="19801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55931" y="181109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598874" y="18250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16746" y="19469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47607" y="208679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29195" y="18009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69460" y="21555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697530" y="19322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675286" y="23482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37374" y="21991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58745" y="24209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51214" y="200050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583298" y="22673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25789" y="222417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43762" y="219817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78074" y="23350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64493" y="213805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52870" y="202647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70207" y="19242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594835" y="20553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37929" y="18667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28471" y="19899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39415" y="22250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493459" y="2049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27358" y="25413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44831" y="2031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74701" y="19648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28696" y="22676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591102" y="24369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50608" y="26494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79659" y="24844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29706" y="25894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64110" y="23320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684643" y="27681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53814" y="25756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27190" y="2361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47503" y="2147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397217" y="24242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90012" y="23458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490526" y="26982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80713" y="22759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62918" y="24028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60288" y="21305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497404" y="23048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579938" y="2185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687781" y="19856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490750" y="21041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599315" y="20159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74714" y="24747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40357" y="243454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50718" y="2129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70681" y="21144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28943" y="23450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58518" y="22075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19312" y="2319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56494" y="25734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54200" y="23592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495298" y="23474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55133" y="22115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39516" y="26731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600056" y="2260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398197" y="22180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15799" y="24345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11418" y="26280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06576" y="26108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65688" y="23960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36200" y="22326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60150" y="2470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27740" y="23663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50957" y="26806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18031" y="28234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587718" y="26939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07217" y="24760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695427" y="28525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57953" y="19652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05011" y="25105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45778" y="20627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15702" y="2641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68399" y="22396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36192" y="2023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388643" y="21664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80073" y="22376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36416" y="1920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497516" y="21319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49241" y="20806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49878" y="2568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28010" y="23282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55442" y="19243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589343" y="2374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10586" y="23296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683206" y="2793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52755" y="20168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15091" y="18841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18563" y="20213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06907" y="21453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37604" y="21085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27257" y="2133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55912" y="18305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65525" y="24855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48171" y="22414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15510" y="20479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80237" y="20019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34735" y="20515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46589" y="22463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58529" y="21359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492792" y="22868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44768" y="192178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72060" y="2058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11376" y="23799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51475" y="24050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25435" y="23625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36638" y="23047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41315" y="2288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498174" y="17282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26513" y="21961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28865" y="19707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05460" y="22122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68420" y="23382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72944" y="20160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11787" y="2138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13392" y="19133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60041" y="22705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63290" y="21718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57528" y="23236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15887" y="19994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25817" y="21809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29042" y="23747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80673" y="22696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43456" y="20699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489539" y="21336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13171" y="2092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13326" y="20077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44405" y="27684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13875" y="20193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44860" y="24626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49781" y="20298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32510" y="19049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499829" y="2194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74703" y="18604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28163" y="22384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58510" y="21204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64255" y="2347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08523" y="2137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35047" y="23681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43452" y="2354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06607" y="25203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25638" y="22671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68175" y="18157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01011" y="21149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44564" y="18612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682683" y="2085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28126" y="20901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584619" y="21510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57731" y="21255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481679" y="22080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26289" y="21032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599497" y="21643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26737" y="2658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17588" y="24069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21080" y="24334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60986" y="20884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36808" y="24203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498751" y="2127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402106" y="19976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00695" y="24726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83675" y="24480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17940" y="24207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78133" y="22011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484365" y="2006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34630" y="21527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51689" y="20368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35707" y="2203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25604" y="2249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491525" y="16703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19650" y="20925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07869" y="16475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36600" y="14802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10761" y="2612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04985" y="18268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04593" y="23264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54351" y="23450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60248" y="22973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09759" y="22431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39015" y="20857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495937" y="21990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47090" y="26202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26554" y="24264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31601" y="22817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42693" y="25155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50395" y="1902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09740" y="22448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673711" y="22835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482346" y="21097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58761" y="22608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42852" y="25941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788466" y="16403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34850" y="23343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56271" y="17857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486444" y="2449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69497" y="2345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71099" y="21289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50044" y="24205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44347" y="17413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305577" y="2232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03557" y="1997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69344" y="21502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41475" y="19268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598858" y="19704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21004" y="19967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26246" y="21811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57584" y="24464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399760" y="24797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294021" y="21508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489107" y="25082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73292" y="22282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14281" y="26134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306924" y="22791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10380" y="22256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03247" y="22257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60224" y="21617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50416" y="22509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07355" y="22657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23001" y="16742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66990" y="25041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38245" y="17017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36229" y="24457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52461" y="19731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489870" y="20085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692896" y="19564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390908" y="19750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695618" y="25506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21514" y="17025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60912" y="20823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28329" y="24806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20733" y="23060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685282" y="17352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82124" y="23085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70346" y="21319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54415" y="21583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77642" y="20442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64350" y="26870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44058" y="27672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02919" y="22973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56931" y="2374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45876" y="23203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28908" y="26126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789237" y="20546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594183" y="2363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49666" y="24918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52216" y="21226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51388" y="2423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589293" y="17569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496987" y="2326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08601" y="23527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44813" y="22897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496905" y="20654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70110" y="21710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486777" y="22201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36006" y="25104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492748" y="21524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11870" y="23763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62051" y="21468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579547" y="19824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57941" y="18527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33065" y="19681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13597" y="2082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53969" y="19056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52807" y="19857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685800" y="22244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54848" y="21828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09839" y="2476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34656" y="24954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46463" y="1658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73016" y="22279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51193" y="23029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584566" y="23422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23287" y="23265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78566" y="23583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05871" y="22905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18234" y="26190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10747" y="21572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66408" y="21298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71612" y="24306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48560" y="2000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33720" y="19553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23906" y="23981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18063" y="2374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56555" y="19221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796282" y="22932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62931" y="16147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50957" y="24920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35250" y="24520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21392" y="19342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37666" y="15316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32998" y="2216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34045" y="21804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73702" y="23787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66570" y="22726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65379" y="27485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21725" y="23195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489282" y="2178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40125" y="26468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09338" y="19247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46954" y="2316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48078" y="21504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34790" y="18888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74425" y="19301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57260" y="21558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65910" y="22038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78900" y="18949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46189" y="19273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20164" y="21614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31645" y="19162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49393" y="20328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45837" y="20663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61908" y="21574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01829" y="18377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20777" y="19971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05043" y="20492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65764" y="1815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60656" y="20589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08847" y="2004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50491" y="17345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10375" y="19525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481663" y="21013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30072" y="20162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593321" y="23930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22489" y="20958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66190" y="2115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16932" y="21955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69511" y="19460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594258" y="22338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63228" y="2078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56931" y="23330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25777" y="20797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15288" y="19341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13152" y="26596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35092" y="27392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53495" y="25542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58517" y="22305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58022" y="23369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65966" y="27010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400590" y="21157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66750" y="20874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25598" y="22324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70381" y="20814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23412" y="21418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41383" y="2048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05076" y="22822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03180" y="2138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01891" y="22873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397950" y="21718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13806" y="2171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01611" y="24088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19594" y="18123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491594" y="23275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00400" y="2289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42534" y="22946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32921" y="23322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24162" y="2293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07531" y="19770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580295" y="25414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22689" y="27422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40864" y="22068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42141" y="20887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391631" y="23197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50180" y="2190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67876" y="23131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486142" y="2092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681520" y="18489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35326" y="20865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26714" y="18487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43769" y="26011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57659" y="20519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36458" y="18642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33907" y="21760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37147" y="2222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495719" y="19536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18453" y="18072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59834" y="20473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49130" y="21758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597437" y="1691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66033" y="20569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55267" y="21980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01766" y="21008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22354" y="22219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51461" y="2191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576048" y="2078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16416" y="2386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31471" y="15062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06319" y="19792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78608" y="19702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66199" y="20697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595445" y="21439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56161" y="15576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51891" y="2225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82754" y="25672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33117" y="25194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33335" y="2032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583424" y="2260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04934" y="25595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31741" y="26593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067437" y="13457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593231" y="18121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05721" y="2016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496188" y="20821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65925" y="21209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72858" y="22725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46739" y="23164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57294" y="22207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39471" y="23582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70499" y="26514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484002" y="2334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17470" y="2228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44721" y="27259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27487" y="21923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33112" y="2173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01458" y="19985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487212" y="2057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10239" y="21130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01351" y="24534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49004" y="24517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28141" y="23882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588512" y="1974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21909" y="22248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579268" y="24138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37788" y="22251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20410" y="20853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17680" y="21809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02795" y="23449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25101" y="23554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64695" y="24376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07240" y="19452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866094" y="18526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22151" y="21613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36060" y="19702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73236" y="22505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684305" y="19822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36174" y="26182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874494" y="2654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872558" y="23400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20270" y="2624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22822" y="27878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63326" y="24813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13883" y="25337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64251" y="2127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11985" y="21654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35946" y="1876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38977" y="21166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07819" y="21733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42049" y="2576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81862" y="23456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31262" y="20357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01822" y="21935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686176" y="18932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52646" y="20425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497623" y="23363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66046" y="20331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15561" y="24061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481226" y="2208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69072" y="26688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36297" y="24787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83562" y="24301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21007" y="2204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27618" y="28882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58274" y="21715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29917" y="19821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42140" y="17199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79571" y="22439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34792" y="22097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52136" y="2426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48450" y="21963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62571" y="2463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11866" y="22733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576945" y="23788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54202" y="22393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32766" y="23951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691331" y="2157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72601" y="20335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05256" y="2482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05557" y="18590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14306" y="28358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579568" y="2315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72947" y="2235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692419" y="1962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13959" y="2273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60526" y="26997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68596" y="2188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51727" y="21505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75450" y="22678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28681" y="2525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486257" y="22667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01677" y="25115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70143" y="2202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52090" y="2320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71114" y="22738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785167" y="26539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69962" y="20830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00748" y="2140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18947" y="19960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58235" y="22746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49373" y="2415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696487" y="19473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62542" y="18913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03603" y="20637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23162" y="23379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67511" y="23017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582297" y="22828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672589" y="19990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28006" y="24492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54604" y="2520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589866" y="24537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57567" y="20669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48738" y="21327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79068" y="22499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52150" y="23045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40477" y="24881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15774" y="2131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74164" y="20477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77744" y="23313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578826" y="22951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58961" y="2418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691478" y="20455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12470" y="20602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04373" y="25992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56429" y="20927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499685" y="24322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00327" y="20447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43634" y="22206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63547" y="22086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50354" y="2299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581927" y="18954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46248" y="19243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40165" y="22419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03952" y="2267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28395" y="17839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47704" y="26085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12324" y="21586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37373" y="24105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68004" y="20829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581454" y="21992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28389" y="25566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04507" y="26799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21719" y="23706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31237" y="2457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697304" y="23163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864614" y="18443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45167" y="17267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896453" y="18915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41338" y="23326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08549" y="203898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37967" y="19848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493021" y="20524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07101" y="22858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30783" y="16931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915743" y="24823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71365" y="21650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57143" y="22259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37805" y="1984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77742" y="18791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45674" y="19087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24401" y="27006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584416" y="21788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65464" y="20438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43636" y="22697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685494" y="22441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18539" y="2254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37196" y="2492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34773" y="24167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682323" y="20819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599094" y="21546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578302" y="23759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675897" y="21727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598186" y="20789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30598" y="20593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73662" y="21872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48807" y="17207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13456" y="22752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591839" y="21160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691849" y="21884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20080" y="20350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39661" y="20255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693015" y="206347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46476" y="19209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31326" y="22749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592448" y="180873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06305" y="19313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304728" y="21284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50547" y="21245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25441" y="20334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49026" y="19931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75270" y="20481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12851" y="16798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58747" y="18468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36827" y="21522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47931" y="19893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30822" y="2102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66621" y="16499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56132" y="22615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780928" y="23672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671506" y="24310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40769" y="2208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39761" y="21571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39429" y="17344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5955131" y="22703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39332" y="22679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32194" y="179956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28171" y="21815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865492" y="18230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01188" y="21653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769329" y="23217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22246" y="22951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45899" y="17270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395193" y="24652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70228" y="2307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30291" y="21921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51516" y="22116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18671" y="21903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52982" y="22363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35798" y="20625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13383" y="23768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21034" y="15586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20751" y="2197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35270" y="23325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587053" y="17446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53834" y="19138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32295" y="23434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34394" y="20536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42060" y="21691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04428" y="21194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28194" y="18248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61144" y="2064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17174" y="186247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41905" y="22448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64685" y="18256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31416" y="20053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790386" y="21027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49126" y="21024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394724" y="2285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21002" y="20709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594768" y="2369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395598" y="19453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04495" y="21143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586464" y="21320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29469" y="23346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34994" y="20474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21936" y="17250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44607" y="19746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84968" y="19699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36614" y="21271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26287" y="2114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02326" y="22904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33922" y="18971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72276" y="19594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37996" y="18752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589416" y="22238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36591" y="16744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776706" y="25661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13540" y="19771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37270" y="21936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60381" y="1790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00216" y="20199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61859" y="19975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485497" y="2118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50208" y="24032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592595" y="22823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70725" y="24368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64846" y="21681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18112" y="24778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30028" y="24435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35396" y="20197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679861" y="21787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75103" y="21245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678872" y="23462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686865" y="22639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062472" y="1898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57850" y="22679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08848" y="222836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577025" y="24289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580495" y="23983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582839" y="19313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61461" y="23750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81929" y="19566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42566" y="24295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34665" y="22520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36721" y="24368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20130" y="20876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47455" y="23691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74901" y="23685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15580" y="21964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10908" y="24059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597968" y="23685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03163" y="24596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29762" y="25693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62993" y="27325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06267" y="23939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599061" y="24692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51519" y="22860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07028" y="226515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21370" y="23790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68760" y="23522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69709" y="24067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44931" y="18497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67062" y="2369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02024" y="24210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672927" y="22186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33128" y="1963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01201" y="21796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682772" y="23037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69431" y="20914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684922" y="21803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08877" y="20834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576876" y="20557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62801" y="22910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586367" y="2070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55022" y="22974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68297" y="26258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64955" y="21974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17188" y="26229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06671" y="23937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37389" y="25790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69742" y="25211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577173" y="2272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487975" y="22445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586226" y="2221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74595" y="21797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214792" y="19461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17641" y="1699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867056" y="23012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10157" y="2646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32624" y="25524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43276" y="2039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01515" y="24939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587329" y="22620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34064" y="20570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60306" y="23692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08950" y="21984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61567" y="24932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585701" y="24293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593395" y="23892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04953" y="26423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01487" y="23816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40066" y="27068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69692" y="2224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07908" y="24211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05747" y="20944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68045" y="19867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15004" y="19582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591026" y="23555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69078" y="2327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41166" y="21379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17004" y="22930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581143" y="21970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06653" y="23263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66276" y="20973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12686" y="19852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16851" y="22152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39779" y="2015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15858" y="19399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42500" y="18787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35082" y="21698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584556" y="21788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587672" y="23647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18118" y="2359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589628" y="2045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36249" y="23863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598208" y="2149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683784" y="20917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01490" y="21023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53873" y="21299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43448" y="21518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21417" y="23976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41166" y="22351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50248" y="24710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25773" y="25131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48691" y="20995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23267" y="22267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43991" y="23858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68325" y="21975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14082" y="20783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42280" y="20315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496838" y="23099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18448" y="24812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579932" y="1956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74461" y="24634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592218" y="21821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28166" y="19286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72571" y="19406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66573" y="2144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487792" y="21106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64511" y="24070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78649" y="22110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44124" y="19818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59623" y="24738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481418" y="24053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488248" y="22328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12279" y="22627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584493" y="2275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39029" y="24558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12566" y="22509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487184" y="2279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09880" y="25935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65410" y="25219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64026" y="25815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00878" y="1894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48311" y="24136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14201" y="23394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58954" y="26406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50660" y="21753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08186" y="23831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20408" y="22488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40104" y="23983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482112" y="23959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580416" y="19906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41358" y="21245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499166" y="17984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40851" y="20051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66869" y="21395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599342" y="21231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11677" y="25256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74169" y="25697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05111" y="19665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47414" y="23134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390683" y="25585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06309" y="22676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674061" y="23489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75395" y="23186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25578" y="23618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576105" y="19518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597083" y="2071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37050" y="20209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21275" y="20834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688068" y="25163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30450" y="20841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30577" y="23986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596471" y="19942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31971" y="21829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46403" y="20368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12131" y="23772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57596" y="1980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575806" y="20657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497904" y="22120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33627" y="19929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51579" y="21515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31421" y="27187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499131" y="22348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26263" y="24594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54164" y="26213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499684" y="2418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11597" y="26506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67614" y="22617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66005" y="2284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29169" y="23115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309248" y="22584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06586" y="2524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778220" y="22952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484531" y="22249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14055" y="25140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67076" y="22399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17894" y="23352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30209" y="22396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10044" y="22898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13419" y="24467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85658" y="2563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388507" y="185046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47135" y="22171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78713" y="24184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78716" y="23042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58815" y="22996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53739" y="22743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22019" y="23424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30089" y="1925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583123" y="27388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54071" y="27519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32853" y="18593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582839" y="20567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83682" y="23857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12892" y="2067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591948" y="2208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04338" y="21236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584395" y="22228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77722" y="18078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73638" y="19337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695109" y="20020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28292" y="24373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794906" y="20020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680587" y="21901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583294" y="21022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29400" y="21547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64942" y="204517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31830" y="2318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41884" y="21475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695244" y="26258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79001" y="22866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55269" y="20517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18744" y="24850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58359" y="20427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74113" y="21344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20438" y="23089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593102" y="21066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30366" y="2555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01809" y="24160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01472" y="23377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41777" y="23092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118979" y="26990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12916" y="21088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492995" y="21584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490450" y="22260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675433" y="18414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64525" y="24257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56985" y="22196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57933" y="20955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69683" y="20968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43959" y="21105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42193" y="24625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06728" y="24778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24187" y="16346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55819" y="21393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19008" y="22193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483064" y="2093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39852" y="2346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26773" y="18356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62316" y="2185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45829" y="20549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58122" y="20741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22937" y="20223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76788" y="20739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51384" y="23554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32018" y="23785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85397" y="18399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31636" y="22906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61788" y="2132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36625" y="23498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05541" y="22662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676042" y="22431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67299" y="17473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58943" y="2092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73375" y="25304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60834" y="219755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68487" y="24652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495941" y="20677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27099" y="26149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19327" y="24312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306684" y="22828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490649" y="24769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37151" y="25816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45474" y="20482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31211" y="19806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56622" y="24403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36178" y="20128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20503" y="25525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05584" y="20518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787246" y="2113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44429" y="22807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42750" y="25252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56649" y="16229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55390" y="22355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01053" y="22252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70071" y="21077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59325" y="21677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62905" y="22848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16860" y="21352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05951" y="2189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56138" y="22517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485735" y="21843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07209" y="23237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31995" y="18895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485900" y="22860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71143" y="17240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679550" y="22720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04616" y="2464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61625" y="20707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33412" y="22695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21586" y="24603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69754" y="22922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26176" y="21576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59733" y="23312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399328" y="22168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24572" y="22564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59615" y="23020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36718" y="24136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491497" y="23080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69494" y="20514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49804" y="24539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76272" y="21702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74410" y="244727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53344" y="2174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30835" y="22542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27901" y="19695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498587" y="18673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43721" y="20949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22663" y="23641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05146" y="2368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67820" y="2139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594219" y="19390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53562" y="20976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54384" y="2469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689794" y="2175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24726" y="22414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06009" y="23266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55540" y="23635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690051" y="22996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46896" y="24307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33847" y="21875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15774" y="2264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40350" y="233769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74069" y="22593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08472" y="18410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10634" y="21673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063156" y="21952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35016" y="21366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05279" y="2380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33754" y="2429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156253" y="16972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770603" y="21173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48485" y="21674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08591" y="22735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65298" y="21451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45895" y="22705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54127" y="23059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593925" y="23706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24740" y="22019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19910" y="18611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26154" y="2051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57246" y="20676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864390" y="2723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20376" y="17300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592372" y="18928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87706" y="2068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46665" y="21758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13300" y="23995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01066" y="24119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15932" y="19432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677332" y="21632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484563" y="24300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55906" y="22874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64603" y="2126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778262" y="22903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36006" y="20550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688521" y="2004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44522" y="19016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58648" y="24929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30748" y="2342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676135" y="19028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46322" y="19978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19516" y="21506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01963" y="24752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27908" y="19912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03494" y="19625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48342" y="21952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01990" y="26247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486698" y="19571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28685" y="2294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32949" y="1961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32968" y="25496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36677" y="22554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64357" y="25934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58140" y="23265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60212" y="19779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35533" y="23485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59271" y="2422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08131" y="21295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685425" y="26473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36770" y="24231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55064" y="22477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56671" y="25751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789105" y="19448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05452" y="21898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01231" y="2102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07617" y="2041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14060" y="19612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488038" y="23340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21571" y="2430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679112" y="26283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34674" y="22105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38789" y="23293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53311" y="24621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32111" y="21522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32603" y="21400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490897" y="22747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16314" y="20197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64920" y="21418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27052" y="23556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34701" y="2166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61927" y="23958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20232" y="24815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05972" y="22412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24950" y="2198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55659" y="23522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46211" y="22376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55428" y="24980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11232" y="23256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51878" y="22341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771105" y="2052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58853" y="19270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682734" y="24287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34784" y="2105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674034" y="19280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67845" y="21560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61622" y="22172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49290" y="22234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676104" y="24430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596217" y="2421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54956" y="24871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62130" y="19124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39397" y="21729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43020" y="22291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70644" y="20411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02749" y="24049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38703" y="1939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67127" y="21793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596491" y="20238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489096" y="21658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20753" y="20197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597640" y="19739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05647" y="24816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74994" y="2161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61493" y="23477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54734" y="21710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600064" y="22023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68265" y="19360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43356" y="20585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62403" y="23837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10914" y="23939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71324" y="22772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47980" y="26523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16511" y="21321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63510" y="20748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22440" y="25661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589938" y="20939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683908" y="22577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37122" y="22283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09209" y="2221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14545" y="23279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37587" y="23900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45543" y="22623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33396" y="20924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582675" y="21229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63739" y="19936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48350" y="21578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62790" y="19746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491251" y="22549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28504" y="22061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53345" y="21955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65551" y="20689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58248" y="22021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678583" y="23718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673749" y="20564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696166" y="23776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18570" y="2098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697722" y="16641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64233" y="20504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491915" y="21841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23668" y="21945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592997" y="19790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14701" y="19227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17493" y="22399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692826" y="2161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27772" y="20543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215535" y="23143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63750" y="26613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53550" y="2246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06613" y="24323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37944" y="23545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23070" y="21782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18857" y="26569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19645" y="17085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60404" y="21662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861605" y="20264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03319" y="24124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20771" y="24352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38298" y="2016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28902" y="20891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597106" y="19300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19161" y="21935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26752" y="18630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67743" y="21200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32968" y="21521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54562" y="21975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62098" y="23999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26733" y="24941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51440" y="23896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36312" y="25382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74104" y="22313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68241" y="21542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49017" y="2085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29984" y="19949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581374" y="20265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699823" y="19209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73176" y="2375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687117" y="21115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488372" y="21173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12993" y="2379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70285" y="20940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45704" y="24253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42844" y="17455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23413" y="24902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41932" y="25430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22851" y="21800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02058" y="20984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43869" y="22450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17402" y="2301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683444" y="27848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490424" y="21127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26025" y="24448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76465" y="23833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483229" y="22436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25313" y="21202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22263" y="21952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54715" y="19051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72854" y="25079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48144" y="183330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21031" y="19794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12530" y="18288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74769" y="19336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19741" y="2145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34158" y="20616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06960" y="1965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386610" y="20426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386902" y="20717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57373" y="18355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06210" y="19508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60224" y="21962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00149" y="26122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10098" y="24230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07784" y="23928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10522" y="24166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398759" y="2280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587770" y="22059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03092" y="21964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401211" y="22644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09406" y="21441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60519" y="21067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491162" y="21220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29124" y="2229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02194" y="17867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306538" y="22071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80904" y="23990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57378" y="21376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42230" y="18044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834532" y="22962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57844" y="18087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67679" y="22836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65136" y="22256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49562" y="2457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58874" y="23315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80789" y="22875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70315" y="23512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598612" y="21442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09638" y="23917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481136" y="20376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694460" y="2396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29615" y="25889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21590" y="18191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49227" y="20844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786567" y="18847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36240" y="23137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579521" y="22524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01449" y="25749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85738" y="21768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08572" y="23054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42202" y="22304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63838" y="20333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587344" y="21790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494441" y="22793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23075" y="26884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05326" y="20811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34453" y="2368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775738" y="22930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64036" y="19286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02370" y="23589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42774" y="21080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58107" y="20460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14774" y="19178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799855" y="199569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72821" y="155699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41276" y="19294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01239" y="22312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25058" y="25614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40361" y="21331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20649" y="2157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36756" y="22943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26108" y="22243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24188" y="20491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33791" y="21302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59297" y="25765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44032" y="20485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495858" y="18067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45121" y="20890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03905" y="19973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51020" y="206255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483316" y="21478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02010" y="20534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580818" y="13864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21196" y="21912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67994" y="21082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67636" y="22484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482192" y="18339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587084" y="21441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587724" y="21586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17097" y="18027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57985" y="25476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00276" y="2283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60060" y="22540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69589" y="19944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53130" y="21661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91755" y="25869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80834" y="25008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15758" y="25504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06237" y="25137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73571" y="27418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12602" y="21062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32236" y="22095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59195" y="203408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10471" y="2001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47180" y="23767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62340" y="20018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58449" y="22896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64665" y="20791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71519" y="2183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51709" y="18921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27331" y="22216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498571" y="19846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396992" y="18046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66092" y="1834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67186" y="25146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53051" y="19974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17638" y="20299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49581" y="18894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17212" y="20203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581670" y="24193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69462" y="22528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22306" y="24334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586398" y="20691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74285" y="2110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491975" y="23527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582366" y="2237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46147" y="2133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596867" y="20150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20599" y="21560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22019" y="22758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48196" y="16903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482010" y="19032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15522" y="20837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38964" y="19276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54772" y="22032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693152" y="18757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5959795" y="17810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12782" y="20009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797372" y="1788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39884" y="22507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57528" y="2088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67536" y="20975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692574" y="20147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491099" y="18689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74134" y="2186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40801" y="20138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86442" y="18495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41147" y="21491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33680" y="19674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484340" y="18014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14525" y="19882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52473" y="21959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60473" y="19249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24073" y="21776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697474" y="22583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35140" y="21694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36057" y="25638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677511" y="27905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55803" y="21960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21008" y="25793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49232" y="21961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65390" y="23753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592895" y="22356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51561" y="2023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63725" y="24024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26089" y="23223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21532" y="19795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46681" y="19631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12556" y="1971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72182" y="24718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07462" y="24795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29221" y="23754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56409" y="2329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26178" y="23186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86383" y="23693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587677" y="22826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11933" y="23700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21204" y="23419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62619" y="28341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681164" y="21410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42864" y="2593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5990440" y="169182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399219" y="21525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69330" y="22463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38619" y="2301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17532" y="24435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46958" y="23267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394547" y="22582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10100" y="2316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14318" y="2166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43749" y="18253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20918" y="25244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10032" y="21766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599320" y="19724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677916" y="24124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11664" y="21311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06376" y="24624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31572" y="19361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681411" y="27623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673247" y="26632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21723" y="24849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30907" y="22346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43550" y="25477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44513" y="24275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57047" y="24471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70798" y="23153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26488" y="2323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71251" y="1953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27179" y="20427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42591" y="18851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23622" y="18954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21892" y="21179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579104" y="24022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23834" y="2128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27053" y="22601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482034" y="25282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28015" y="19211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78066" y="19443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393384" y="22272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489027" y="19988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577043" y="22565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58262" y="24562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61866" y="19946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71575" y="20183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05646" y="20459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05937" y="16549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00991" y="21917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495665" y="22187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679117" y="23883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53384" y="24686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591597" y="23530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61449" y="2013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14723" y="21629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24564" y="20260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43499" y="24218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12541" y="17961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09402" y="19487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28231" y="18709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74321" y="19953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42069" y="2108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17880" y="2088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56863" y="20327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44279" y="23776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59194" y="22366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18927" y="23853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08471" y="20299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27042" y="24508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491639" y="18040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36684" y="20850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04737" y="20070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497977" y="22102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577930" y="23626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598387" y="18735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36185" y="20964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25738" y="25011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29513" y="19328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399632" y="2179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37062" y="17853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62545" y="21008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43790" y="2086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03327" y="23238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34868" y="24010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19587" y="22822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34587" y="16196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78337" y="21511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61586" y="22890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580058" y="1742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51311" y="2255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495461" y="20756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08884" y="22379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67865" y="22046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770962" y="20852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07862" y="19540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40074" y="19436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675809" y="20982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40176" y="20028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20235" y="195810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777914" y="23289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64726" y="20189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584901" y="1618073"/>
              <a:ext cx="257998" cy="575886"/>
            </a:xfrm>
            <a:custGeom>
              <a:avLst/>
              <a:pathLst>
                <a:path w="257998" h="575886">
                  <a:moveTo>
                    <a:pt x="0" y="575886"/>
                  </a:moveTo>
                  <a:lnTo>
                    <a:pt x="25799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784553" y="1618073"/>
              <a:ext cx="65707" cy="71622"/>
            </a:xfrm>
            <a:custGeom>
              <a:avLst/>
              <a:pathLst>
                <a:path w="65707" h="71622">
                  <a:moveTo>
                    <a:pt x="65707" y="71622"/>
                  </a:moveTo>
                  <a:lnTo>
                    <a:pt x="58346" y="0"/>
                  </a:lnTo>
                  <a:lnTo>
                    <a:pt x="0" y="4218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584901" y="2193959"/>
              <a:ext cx="79777" cy="693728"/>
            </a:xfrm>
            <a:custGeom>
              <a:avLst/>
              <a:pathLst>
                <a:path w="79777" h="693728">
                  <a:moveTo>
                    <a:pt x="0" y="0"/>
                  </a:moveTo>
                  <a:lnTo>
                    <a:pt x="79777" y="69372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21791" y="2821629"/>
              <a:ext cx="71528" cy="66058"/>
            </a:xfrm>
            <a:custGeom>
              <a:avLst/>
              <a:pathLst>
                <a:path w="71528" h="66058">
                  <a:moveTo>
                    <a:pt x="0" y="8225"/>
                  </a:moveTo>
                  <a:lnTo>
                    <a:pt x="42887" y="66058"/>
                  </a:lnTo>
                  <a:lnTo>
                    <a:pt x="7152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63903" y="1969803"/>
              <a:ext cx="420997" cy="224156"/>
            </a:xfrm>
            <a:custGeom>
              <a:avLst/>
              <a:pathLst>
                <a:path w="420997" h="224156">
                  <a:moveTo>
                    <a:pt x="420997" y="224156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63903" y="1967331"/>
              <a:ext cx="71957" cy="63552"/>
            </a:xfrm>
            <a:custGeom>
              <a:avLst/>
              <a:pathLst>
                <a:path w="71957" h="63552">
                  <a:moveTo>
                    <a:pt x="71957" y="0"/>
                  </a:moveTo>
                  <a:lnTo>
                    <a:pt x="0" y="2471"/>
                  </a:lnTo>
                  <a:lnTo>
                    <a:pt x="38119" y="6355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584901" y="1915998"/>
              <a:ext cx="408768" cy="277961"/>
            </a:xfrm>
            <a:custGeom>
              <a:avLst/>
              <a:pathLst>
                <a:path w="408768" h="277961">
                  <a:moveTo>
                    <a:pt x="0" y="277961"/>
                  </a:moveTo>
                  <a:lnTo>
                    <a:pt x="40876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21865" y="1915998"/>
              <a:ext cx="71805" cy="64831"/>
            </a:xfrm>
            <a:custGeom>
              <a:avLst/>
              <a:pathLst>
                <a:path w="71805" h="64831">
                  <a:moveTo>
                    <a:pt x="40486" y="64831"/>
                  </a:moveTo>
                  <a:lnTo>
                    <a:pt x="71805" y="0"/>
                  </a:lnTo>
                  <a:lnTo>
                    <a:pt x="0" y="529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32113" y="1519035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590102" y="2883032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85694" y="1870765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874882" y="1816960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95612" y="1287054"/>
              <a:ext cx="2442673" cy="181839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95612" y="1287054"/>
              <a:ext cx="0" cy="1818393"/>
            </a:xfrm>
            <a:custGeom>
              <a:avLst/>
              <a:pathLst>
                <a:path w="0" h="1818393">
                  <a:moveTo>
                    <a:pt x="0" y="18183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251511" y="2629433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268428" y="215752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268428" y="16856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367143" y="26658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367143" y="21939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367143" y="17220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95612" y="3105448"/>
              <a:ext cx="2442673" cy="0"/>
            </a:xfrm>
            <a:custGeom>
              <a:avLst/>
              <a:pathLst>
                <a:path w="2442673" h="0">
                  <a:moveTo>
                    <a:pt x="0" y="0"/>
                  </a:moveTo>
                  <a:lnTo>
                    <a:pt x="2442673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89776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584901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180026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775151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44605" y="3156691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56646" y="315669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151771" y="315669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746896" y="315669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53291" y="3314327"/>
              <a:ext cx="72731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754825" y="2150531"/>
              <a:ext cx="72731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95612" y="1110514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3040259" y="3412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3905716" y="3425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3040259" y="3577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3106251" y="36433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3040259" y="3814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3106251" y="38802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492140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558132" y="36433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492140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58132" y="38802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38352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04344" y="36433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3938352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004344" y="3880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373317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439309" y="36433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4373317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4439309" y="3880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4819529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4885521" y="36433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4819529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4885521" y="38802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3277195" y="3630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3277195" y="3867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729077" y="3630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29077" y="3867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175289" y="3630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175289" y="3867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4610254" y="3630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4610254" y="3867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056466" y="3630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5056466" y="3867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2026-07-20T11:03:36Z</dcterms:modified>
  <cp:category/>
</cp:coreProperties>
</file>