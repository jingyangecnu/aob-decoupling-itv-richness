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3276000"/>
            <a:chOff x="914400" y="914400"/>
            <a:chExt cx="6120000" cy="3276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009389" cy="3200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974400" y="952357"/>
              <a:ext cx="3009389" cy="3200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310032" y="1166855"/>
              <a:ext cx="2613757" cy="24605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845959" y="27805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886046" y="29946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738639" y="26042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934549" y="25955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812024" y="26101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706342" y="26835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695314" y="25492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961478" y="26098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897080" y="25526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23502" y="25755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909468" y="24087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821842" y="25366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817898" y="23264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774409" y="24003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873044" y="25443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780819" y="24154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721711" y="23777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689051" y="25307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923853" y="25759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803651" y="26318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63255" y="24783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882060" y="25098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692728" y="28661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847772" y="25825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920112" y="28228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033529" y="28142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957346" y="26907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826038" y="26839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987547" y="27422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929244" y="27341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833395" y="26793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978107" y="28708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123769" y="27591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084812" y="25927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983570" y="23701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986985" y="24734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879340" y="24625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578616" y="27076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858596" y="27236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785360" y="25586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831991" y="26266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904719" y="26967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881959" y="27568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606964" y="20917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46820" y="23615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213087" y="28458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223550" y="28337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49199" y="29156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1959057" y="25319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892872" y="25587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06989" y="25954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990842" y="28951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33870" y="28396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827166" y="27266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52433" y="26319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979297" y="26633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1957447" y="27748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994858" y="26120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213419" y="27040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934665" y="26462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961418" y="28191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696470" y="24173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096756" y="27561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707317" y="26310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875051" y="26618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874739" y="24745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124389" y="28859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109330" y="24792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204039" y="31279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026085" y="29551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231731" y="295965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145023" y="25852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1992451" y="27971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129540" y="28316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128373" y="281113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800653" y="23824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274163" y="29998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021233" y="252848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056187" y="24898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098636" y="26069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1986637" y="27521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257274" y="26709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178923" y="25774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151355" y="27194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899355" y="253340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989015" y="27962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120134" y="25108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007116" y="26744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086646" y="27164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973695" y="25054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129036" y="27046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002371" y="24998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152143" y="25636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2176330" y="30361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078890" y="282263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048167" y="27179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119219" y="26318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1961290" y="22970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021160" y="22018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049368" y="280189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336764" y="26239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135284" y="23828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1903873" y="25654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034029" y="23627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036955" y="25275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016443" y="246514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012153" y="24812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040571" y="25452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1951033" y="26093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901922" y="24294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1856677" y="26637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860808" y="24786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1997597" y="244162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906445" y="23680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1911501" y="255092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023341" y="248545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062183" y="255108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193456" y="24957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291547" y="26102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243076" y="24195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1999557" y="26105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051138" y="250005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080796" y="263685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010441" y="26959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1973362" y="25254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1971553" y="259958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1997444" y="26642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137048" y="25325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148483" y="26418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075504" y="30690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256904" y="25705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052118" y="268705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056290" y="290229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169644" y="28565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080844" y="249941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075391" y="276810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008535" y="27770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405301" y="268018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304301" y="290587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553574" y="283645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736472" y="305578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488385" y="291107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658254" y="306493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587622" y="29164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542577" y="316331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457509" y="302387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368195" y="309085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533860" y="318906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376525" y="295782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639935" y="26034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716669" y="23464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861296" y="25848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877800" y="26109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629103" y="26825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825580" y="25394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610210" y="24873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783344" y="24888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597009" y="23537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593731" y="25999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615877" y="24091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883970" y="23078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847202" y="24765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836907" y="23555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736909" y="26700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826712" y="23886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974774" y="25072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844090" y="24819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780558" y="26276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791691" y="26666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867708" y="28100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899287" y="25278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651496" y="25238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914195" y="26302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641606" y="24298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890833" y="23227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825691" y="25418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794949" y="24661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742920" y="23802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691904" y="27499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795933" y="24603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664972" y="26005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670608" y="28103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749907" y="25274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777668" y="23023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504247" y="24745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775198" y="27058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576000" y="26382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692128" y="25606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599693" y="24753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769385" y="26424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846269" y="25764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517439" y="24138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900963" y="26361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041633" y="26246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890680" y="24759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2845742" y="26174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2527326" y="25763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2627500" y="26999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2658170" y="24562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030243" y="24548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2625837" y="22824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2633694" y="24952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2677291" y="25501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2878917" y="23714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2803608" y="28328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2882246" y="24478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621071" y="26819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703983" y="27089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959981" y="27904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632836" y="27032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629214" y="26209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873420" y="24511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882839" y="24233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614866" y="25553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915207" y="26101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702403" y="25983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949049" y="26723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723860" y="27352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885082" y="23820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526779" y="25457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521973" y="25627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442346" y="26130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835829" y="25648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863088" y="26330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551740" y="26508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642554" y="24640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621178" y="25421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714316" y="26658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824389" y="25866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764696" y="26451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526735" y="24244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707159" y="22754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902201" y="27241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752974" y="22986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741675" y="25920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761045" y="24044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815957" y="26912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877720" y="26167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908997" y="26336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691261" y="24902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44514" y="21613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2996301" y="18836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161142" y="21550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365094" y="19264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361482" y="18442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142218" y="23267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2937225" y="20487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2960854" y="21732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004115" y="22013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212231" y="22447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037527" y="22516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2984313" y="21582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098828" y="22106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218978" y="22271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2871826" y="22339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229394" y="22616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2866711" y="22062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384810" y="23948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066792" y="21271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193532" y="19427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277353" y="19145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2900691" y="23887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031947" y="20632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011732" y="23792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2881169" y="26532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2972224" y="21198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2760645" y="21494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2778606" y="22933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195244" y="19910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060537" y="21591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2727006" y="21476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2849309" y="21489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287392" y="21326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333724" y="20182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2997768" y="18704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168631" y="19110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080438" y="17363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2954940" y="19681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023786" y="21460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2951015" y="19645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192039" y="18643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2990352" y="19201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088133" y="20685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260654" y="22166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013987" y="23755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055796" y="21015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2900933" y="21104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2937233" y="19190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139347" y="23938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169328" y="19076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253754" y="24457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2965988" y="20349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240931" y="22182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246217" y="21564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405250" y="25060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054482" y="18100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003254" y="20197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068277" y="22127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081027" y="17916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017102" y="21541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2878545" y="20140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028331" y="21124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077634" y="19789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042655" y="20053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2947751" y="21149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170129" y="20259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154938" y="18508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122358" y="20600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2996405" y="21564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2266574" y="29272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2177320" y="29503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2197227" y="27806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2364901" y="26945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2149483" y="26040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2506408" y="28146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2402022" y="27044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2193089" y="29276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2402329" y="29809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1980951" y="30659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2052160" y="27889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1954397" y="27856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2043393" y="29305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2029661" y="29445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2012521" y="27912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2112882" y="28413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1987277" y="28684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1847102" y="28740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482611" y="27127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604345" y="28374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1899285" y="31029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2058884" y="30573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2005243" y="27760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1822997" y="26650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2181297" y="27683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1945352" y="30915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1846145" y="26370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2243174" y="29089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2379741" y="29922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1955244" y="30658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2114125" y="28839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1946691" y="29020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1976148" y="26025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1971496" y="27297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2116802" y="28533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1893418" y="29054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2178720" y="27580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2236628" y="26818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2255128" y="30151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1995218" y="30591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2312742" y="28294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2000434" y="32093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2062603" y="29277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1849903" y="31847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2066004" y="15889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2140679" y="1758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1897699" y="19699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1968198" y="18417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1792120" y="17136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1996693" y="17982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2109829" y="17147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1996346" y="13768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2131817" y="15915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2062230" y="16702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1875741" y="17037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1922302" y="17562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1946043" y="15502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1937219" y="15553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1947770" y="16061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2017533" y="17057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2080773" y="15586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2067095" y="13810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2090841" y="14763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1915527" y="17299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2130919" y="20231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1948641" y="19277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1952278" y="16049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2070732" y="16462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2067854" y="14495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2199809" y="17379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964219" y="17861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2286067" y="19226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2047096" y="17759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971511" y="17574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873379" y="19061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2092559" y="17202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886008" y="16005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829039" y="18636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2060107" y="16122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927395" y="20868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1949799" y="16361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794517" y="17647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2163797" y="17031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2267041" y="17213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2130238" y="15823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2055003" y="15794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2120221" y="17110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2146777" y="16533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2491132" y="17006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2137228" y="18100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894929" y="19002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2069934" y="1654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2153583" y="17166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015814" y="15905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127281" y="16729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866971" y="18917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026795" y="1705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873384" y="17954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822693" y="19470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988231" y="16420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877937" y="18646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864402" y="19466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880270" y="16576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841323" y="16815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024542" y="17651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095110" y="17399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167860" y="1506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07682" y="16246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31801" y="16686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086024" y="16321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075359" y="18187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20565" y="16383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07074" y="19476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23167" y="12546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1839942" y="17511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026493" y="15779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1960477" y="18233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092658" y="16453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038187" y="16100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035056" y="15133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1952390" y="16049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30341" y="18521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1937991" y="17366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004717" y="15257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177304" y="16547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233667" y="18008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1719367" y="18114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1787827" y="18008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1793599" y="16392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1605044" y="17930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1888558" y="18197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1921615" y="16381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1952679" y="20011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070788" y="15439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059258" y="319626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137497" y="323999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137783" y="319610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067488" y="326968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09982" y="32117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167497" y="303618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1919427" y="31903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032504" y="315397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037524" y="32443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087990" y="329399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1933022" y="30831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047910" y="318320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246208" y="31153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158572" y="310514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060910" y="30129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1858438" y="285959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1821995" y="298082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1921330" y="31345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1827218" y="31060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1939299" y="272389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010902" y="297710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093318" y="326008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049514" y="31458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1972680" y="314999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2215734" y="29714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2188233" y="26340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534578" y="314576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194724" y="27863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322399" y="261234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596883" y="28664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396989" y="27424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375717" y="26021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341784" y="26289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538184" y="25498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346340" y="26996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576991" y="30783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614135" y="25304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459393" y="25895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266086" y="29644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2654216" y="31519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2730045" y="27064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2657114" y="26488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2592936" y="30047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2561826" y="24564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2489847" y="30329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2358398" y="28917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2685091" y="27336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2405290" y="28695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2539278" y="30237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2723144" y="27672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547289" y="26921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145276" y="25040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414448" y="27797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482967" y="30438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184541" y="26667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646272" y="26518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538645" y="30764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422651" y="29877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536554" y="27630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433737" y="28947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553372" y="27768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2288509" y="28293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2672315" y="28312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2521077" y="28406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2571168" y="27638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2644394" y="29707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2416320" y="30335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2655346" y="30638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2658357" y="29134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1978049" y="14871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1902221" y="271053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2013466" y="15944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2180141" y="18865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2065252" y="18129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1918241" y="16961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1936715" y="18283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1908906" y="17828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1866787" y="13819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1860786" y="20042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2015041" y="17260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1711041" y="18121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1772795" y="17035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1958361" y="253937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1858172" y="15455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2008649" y="15487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1885942" y="19895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1603601" y="23728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1888755" y="16879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1920247" y="252563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1791547" y="16190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1923379" y="247017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1746094" y="16018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2009401" y="296858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1929414" y="17435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1915891" y="18170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2071162" y="320325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1942869" y="17518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2042431" y="31088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1932297" y="16970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1962761" y="18537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2097810" y="29380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1822527" y="16915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2026063" y="16778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1940731" y="24585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1895267" y="17430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1870626" y="17006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1853762" y="16319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1893246" y="24497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2024886" y="17708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1973534" y="18489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2036002" y="17232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2080346" y="20526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1982195" y="18069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2097191" y="20656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2061496" y="18627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1841375" y="16813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1910929" y="15664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1746735" y="27759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1851234" y="17401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2189191" y="30886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1836324" y="15651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2113467" y="19522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2329195" y="28251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1984572" y="16783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2249132" y="31127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1880565" y="19328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2159295" y="30726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2634728" y="24682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2046644" y="16828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1896322" y="18089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2909453" y="21285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1842760" y="16354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2223570" y="28368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1940049" y="19856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1928644" y="30994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2007596" y="16930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1889440" y="30249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2053639" y="18560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2112359" y="30003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2014598" y="17221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2280363" y="28370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1944945" y="19733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1970564" y="29552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1751012" y="29403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2034244" y="16772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1861941" y="33331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1769786" y="18029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1754781" y="32324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2129038" y="16376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1871273" y="28988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2129123" y="17826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1780183" y="18951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2100762" y="20569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1931758" y="18209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1842058" y="33340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1948468" y="20664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1772411" y="27896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1912730" y="20954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1684086" y="17808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1845121" y="31453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1966117" y="20297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1974549" y="30134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1912770" y="16165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1993074" y="30223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1998179" y="15749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2043870" y="29817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2001143" y="15180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1988527" y="17852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1906588" y="28745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1857747" y="17378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1844032" y="25386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1871320" y="16104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1886931" y="28189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2067392" y="17801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1945531" y="19096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2138919" y="2211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1866621" y="20993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1895889" y="21898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1889012" y="19468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1947935" y="30679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2019379" y="13308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2241893" y="29496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2006674" y="30115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1955158" y="16048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2133047" y="31476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1802378" y="17413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1881645" y="28509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1796698" y="14303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1594741" y="27834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1642041" y="17198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1448402" y="29024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1716331" y="14908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1404832" y="27003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1913312" y="29023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1908163" y="28717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1872528" y="26807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1866994" y="27465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1883606" y="25993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1823698" y="25959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1786540" y="26518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1921095" y="24620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1671607" y="26240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1691630" y="25253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1523544" y="25281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2143169" y="25642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704626" y="27461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1830756" y="25838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717045" y="25231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1843006" y="26297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1788595" y="27278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1824102" y="23034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624094" y="26398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672613" y="26934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906428" y="25150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960537" y="23874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714772" y="23738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1987084" y="28552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824694" y="26206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1950700" y="25886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697799" y="23257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829812" y="22686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927063" y="28134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2159299" y="17654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2107256" y="19203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2082939" y="27079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2037186" y="13712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862685" y="18159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917331" y="28198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920191" y="24015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905443" y="16651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2116550" y="21223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2343478" y="18584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2204107" y="19456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1818884" y="19704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142362" y="15178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203985" y="16852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059809" y="14949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1889557" y="27771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133064" y="26501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715909" y="23766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204822" y="15094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762076" y="25136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889604" y="17532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000368" y="1719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038869" y="19201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183760" y="17144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1998471" y="17349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1990046" y="1339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043173" y="1714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066380" y="14573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836528" y="24382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913298" y="17258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081622" y="26444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003578" y="16050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021376" y="25394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953963" y="16088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898105" y="24675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880728" y="18659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1996456" y="26440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008674" y="17459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154963" y="13156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123819" y="16550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947051" y="25791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871857" y="15622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962853" y="16635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960621" y="18364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958160" y="14310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1899838" y="23808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1976341" y="16059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1740916" y="23953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009751" y="18334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097904" y="21158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008512" y="27060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1986925" y="19389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047863" y="20897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788005" y="16073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067208" y="17362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38219" y="21240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955253" y="20078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870868" y="16686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017778" y="19218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1883528" y="19340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3061422" y="20717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073509" y="1786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067923" y="13453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714689" y="22626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17686" y="15729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774198" y="18803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1958089" y="16689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551927" y="18306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000052" y="18280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582282" y="19578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140063" y="18207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046470" y="15833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932413" y="24169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948920" y="18607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561739" y="19980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1762361" y="20506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730395" y="15076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1848806" y="2124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281602" y="22547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638556" y="15226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144213" y="17550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490446" y="19896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1947259" y="16485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430560" y="18958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1885214" y="20678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486723" y="21362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1923035" y="14909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503018" y="21332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850601" y="24116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194894" y="16669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066645" y="21862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091745" y="25621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2708899" y="25784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130059" y="18570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2723075" y="21399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021327" y="18663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3070826" y="22094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2109451" y="20571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2576296" y="24027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2068285" y="16406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2571989" y="24392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1989764" y="14193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483109" y="16764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483722" y="14033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2898817" y="21300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045397" y="18189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2786820" y="23263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203544" y="16561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2059910" y="22451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2267554" y="21217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2755594" y="21600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2367691" y="19986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2408341" y="13615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2098880" y="18109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2352441" y="21124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2213092" y="18264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2485935" y="19865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2878472" y="17881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1868391" y="14775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2890412" y="20593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1912274" y="19953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34657" y="20799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029666" y="18312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326889" y="24611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1953983" y="16707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077711" y="16891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100840" y="17524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027338" y="17850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517439" y="25159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111620" y="19827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127873" y="15097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1866595" y="16239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2613239" y="25099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2123221" y="15117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2674624" y="24031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2162165" y="17060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2014398" y="16793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2040812" y="18418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2169684" y="16554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2080668" y="16316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2486440" y="22521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480776" y="22848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439086" y="22582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441775" y="21198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327392" y="18176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095177" y="15475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182492" y="14616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2872172" y="25953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062539" y="16908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118022" y="16920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069788" y="15746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063349" y="13857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394305" y="20560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2879804" y="26631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284285" y="1716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200073" y="15991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2659753" y="24090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164653" y="17628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150825" y="18193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167960" y="20432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330758" y="20573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360639" y="21862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080491" y="15004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060334" y="19292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149313" y="19065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1862508" y="17642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332634" y="21035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2823013" y="25115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184960" y="17333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099691" y="18480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182228" y="1855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2723959" y="24035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286968" y="24053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211572" y="16213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211885" y="21536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586700" y="20507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138948" y="16372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063285" y="17165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248448" y="14486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230834" y="17087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156059" y="18154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264145" y="14793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218127" y="21503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508921" y="20879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013702" y="27236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2837079" y="28741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1959065" y="25601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2744679" y="26408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005731" y="25245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003998" y="27082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203828" y="27948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225572" y="28521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253802" y="24861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315914" y="28822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2777950" y="24964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262905" y="28925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565802" y="23501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211993" y="28682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229112" y="30817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611244" y="24448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125285" y="31084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218123" y="26597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2747317" y="22780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251668" y="27459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412070" y="25599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2875006" y="27746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491761" y="31070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118355" y="26892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2678784" y="21632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112897" y="29620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006951" y="29602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115623" y="26789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599727" y="23609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252817" y="26457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1944862" y="25373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133020" y="27317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452404" y="22534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081041" y="24599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522650" y="23274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070382" y="24073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2644941" y="22669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569803" y="22196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2829094" y="25447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127932" y="31857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155455" y="30864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455698" y="25036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328746" y="28126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455673" y="25746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2969672" y="27080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2877376" y="29301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2999581" y="29653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2873755" y="27799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523767" y="21880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184074" y="27826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2693086" y="21734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440064" y="28903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407682" y="30586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2729555" y="25916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575890" y="26356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2668775" y="24358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2670725" y="26882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278514" y="27147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2681356" y="24252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2721714" y="23367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457410" y="27983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406944" y="25614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326186" y="26673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2692328" y="26709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419997" y="24542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2683059" y="27946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2746774" y="25600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458142" y="26788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2783066" y="26351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2978165" y="27675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2314125" y="292094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2770271" y="26991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2552721" y="27892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2696579" y="28009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2741482" y="26703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2907136" y="23375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2802513" y="27045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063899" y="23621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2649672" y="28822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2660573" y="27999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2591157" y="26136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2776652" y="26139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2580324" y="26402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2666545" y="27079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2408091" y="27979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2346559" y="26836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2428710" y="27220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2697026" y="25384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2187440" y="29269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2299219" y="27622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2335011" y="28018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2760115" y="26885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2225356" y="26361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2662555" y="26430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2563327" y="26523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2758561" y="26412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2752556" y="28093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2806741" y="26149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2598428" y="27266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2203448" y="28606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2606960" y="25526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2436622" y="26816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2740368" y="22957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2305819" y="25100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2787008" y="28030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2793953" y="26766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2670336" y="27255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2897318" y="23415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2580499" y="28083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2689691" y="24989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2734945" y="27656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2924170" y="26534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2384531" y="25004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2805522" y="25027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2661962" y="29490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2811995" y="24152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2764556" y="23671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2758254" y="23653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2730619" y="26688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2662255" y="27221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2805617" y="29089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2830200" y="23656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2954658" y="27216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2586456" y="26396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2806871" y="25655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2680688" y="28126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2449572" y="25549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2550791" y="25707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2998226" y="28316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2854605" y="27195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2706231" y="28915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2817366" y="28840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2684786" y="24609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2328341" y="28509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2823222" y="25425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2488419" y="22977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2625450" y="25536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2618612" y="29212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2762340" y="25819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2258280" y="28522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2545015" y="283266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2578806" y="314964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2526491" y="31376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2650539" y="256493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2640668" y="287835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2633287" y="29198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2679112" y="253890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2756514" y="30060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2632703" y="29965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2819775" y="281751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2346592" y="296215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2561149" y="23879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018919" y="278371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2527162" y="31095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2439357" y="273561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2514487" y="29660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2463418" y="296988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2213817" y="26696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2380590" y="25176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2635358" y="284832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2404325" y="27619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2409474" y="31139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2883425" y="27521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132037" y="318598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2063048" y="25213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2397277" y="304785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2391824" y="28521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2422921" y="275929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2488303" y="27012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2452650" y="28965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2337920" y="272861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2358785" y="279781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2159709" y="261874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2404621" y="23552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2480443" y="22441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2371184" y="28295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2184026" y="266129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2025950" y="14190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751356" y="23886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917697" y="15217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1989135" y="29328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778801" y="22675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1952412" y="14241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907001" y="23512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2120864" y="27304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883676" y="16243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2280848" y="27691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873995" y="24220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1959650" y="17489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2068354" y="15214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736399" y="268555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2077068" y="260794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066581" y="24949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1998285" y="27214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871971" y="15708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1980173" y="285013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904361" y="17526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866897" y="279145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2051084" y="29910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945760" y="26043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2135630" y="18509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2046618" y="29897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2187490" y="32443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924024" y="17297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868390" y="23562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2144515" y="30254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2214095" y="16570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2088677" y="25030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2379215" y="31470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942299" y="15236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1861677" y="26881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2044428" y="261595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1981078" y="25916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2012574" y="25923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2039837" y="25803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2012940" y="31067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2186560" y="17384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2071885" y="30997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2030875" y="24339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2073451" y="30920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1852030" y="284453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2236458" y="26373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2239157" y="30122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2175310" y="29423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1987177" y="19764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1966920" y="30754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2092161" y="13254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2250666" y="16738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1945909" y="23596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2272150" y="30163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2036098" y="19838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2193082" y="30697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2137825" y="19413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2340599" y="29873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2146081" y="27316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2184545" y="19078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183292" y="29118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2027535" y="20211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1998311" y="18575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2065738" y="1809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1966440" y="18757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2004322" y="16958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2271114" y="27923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937541" y="16302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2225636" y="25669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2013445" y="18074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2047535" y="30333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2316153" y="30187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2480645" y="29832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2046264" y="30692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1884355" y="25122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2038256" y="14278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2066975" y="16712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853779" y="23862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2413078" y="31770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2003000" y="17540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2049391" y="17866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2048394" y="27879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2148868" y="30689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2359986" y="287200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2517502" y="30997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842259" y="17197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1901983" y="257177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2073419" y="27779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282000" y="30941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1996377" y="261357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1948874" y="1782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880286" y="16165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2066806" y="18111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2128137" y="30398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2109453" y="28918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2216628" y="33908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2139650" y="16877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2038209" y="296774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2615838" y="28323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2150061" y="25749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2040016" y="28856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2088213" y="19505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2065983" y="16822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2091130" y="14620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2125362" y="21009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2102917" y="21206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2102783" y="18543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2063039" y="22841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1888797" y="28003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2189295" y="27415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1922288" y="25198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2044329" y="1698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1868171" y="26967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1971446" y="17053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2110475" y="26702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939500" y="15339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2240591" y="29592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003442" y="1788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024819" y="27810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403261" y="32643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1905080" y="20787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1978582" y="22348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070881" y="23509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024533" y="18660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1906194" y="27633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107116" y="18262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1932519" y="19971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001508" y="17744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097063" y="24053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085367" y="18366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119478" y="21751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090237" y="21029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157347" y="29063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2916890" y="22537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018855" y="16739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123113" y="24906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188465" y="28487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018754" y="25468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089415" y="15793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001631" y="26912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1999384" y="16349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1867652" y="27110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1976454" y="17797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007632" y="24656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1932204" y="26272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148957" y="18343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021123" y="17806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009499" y="17296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1977312" y="28553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101452" y="17709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1995437" y="16061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014996" y="25236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1956195" y="15090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1939487" y="253367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1911739" y="23526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192912" y="17718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601582" y="22974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029757" y="24683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033957" y="17925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166303" y="16913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047264" y="17516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002372" y="20885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1919281" y="24315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041195" y="18674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396575" y="25875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1892565" y="26701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1967542" y="17040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047788" y="26453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1646326" y="31495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045281" y="27881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032200" y="16845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1911653" y="27219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179091" y="18248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1867615" y="252820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178175" y="25561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078241" y="20932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1952181" y="25229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084575" y="24486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1979963" y="18088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053588" y="23756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187604" y="18547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465273" y="29546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346449" y="18922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006479" y="28981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185340" y="27539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1747633" y="18049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113740" y="16453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1929006" y="24788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012646" y="16284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1800388" y="25982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165313" y="15841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280912" y="13652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194552" y="28528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191220" y="28064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177613" y="19680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215080" y="23553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2831098" y="22071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3273316" y="18495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627640" y="26269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567648" y="13921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468378" y="15800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491178" y="25825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039756" y="14985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015232" y="27759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610152" y="24791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167746" y="28322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007093" y="18537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314070" y="20920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107379" y="29492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136307" y="27415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2672976" y="18696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2660825" y="26272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3298646" y="18944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636372" y="17350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2708004" y="26037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3387193" y="19985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2765694" y="24233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090352" y="16888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055320" y="24710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233905" y="16401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005541" y="24681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1799194" y="274191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160536" y="17091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090627" y="27530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211009" y="313667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126684" y="15092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027994" y="28740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2712080" y="28392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270826" y="30282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3196120" y="21107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1819328" y="29635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308989" y="20756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288508" y="27626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3003517" y="21971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117695" y="30698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148975" y="19425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211625" y="28738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3134633" y="20234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1991343" y="31329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3004992" y="20232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274942" y="325684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3240118" y="26102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399073" y="19605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3232736" y="27400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247583" y="19832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249428" y="29120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3028759" y="23881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3145268" y="23732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099720" y="30344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337855" y="24677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3080190" y="23181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392852" y="18817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337400" y="31420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2866692" y="24134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378393" y="29538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481807" y="18099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233998" y="28839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350079" y="28602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2792264" y="22825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619582" y="15768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2640260" y="24983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3222013" y="20583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523410" y="25021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3224659" y="17649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509388" y="26094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2677435" y="26396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323591" y="27581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447110" y="27415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326248" y="19711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042678" y="28129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3007228" y="21030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191134" y="16212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1994539" y="28591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462035" y="19354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222884" y="30446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2974561" y="19222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3026081" y="23144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107790" y="30680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512820" y="16592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485333" y="25503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3780974" y="22561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3405447" y="22605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472840" y="26169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345451" y="27480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409149" y="17887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3183340" y="19238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329404" y="25630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546999" y="16408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2665404" y="23239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3464980" y="22477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2714451" y="26408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389076" y="25730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582495" y="26375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3683201" y="18206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635891" y="28734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2662272" y="16742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3012191" y="25474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245414" y="32001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468837" y="23544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3706764" y="25447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331677" y="19856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2856429" y="24071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258297" y="17405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081558" y="29703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3096813" y="22331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1977427" y="28078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156338" y="1862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377049" y="23579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469450" y="22226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2805496" y="26363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250915" y="17033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231378" y="28876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008365" y="20109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065071" y="15715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112738" y="19579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3050980" y="23417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1885749" y="30060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118267" y="18025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403889" y="28851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3007217" y="23310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2043873" y="18486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3063685" y="28108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2321614" y="14272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2591789" y="29190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2242307" y="32091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2045890" y="20247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2904159" y="17578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2888194" y="19276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2128608" y="20452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2083099" y="16425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2038808" y="30711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3132611" y="22086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2670510" y="25156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1981883" y="16560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3143383" y="24155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3237597" y="26057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2682227" y="28886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2868711" y="28337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2138458" y="20041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128509" y="22508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2621193" y="28068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2193252" y="21615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158564" y="22275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257311" y="23053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2123678" y="20756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2642857" y="25049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2231225" y="20928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2742551" y="25736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2757824" y="27460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2584375" y="18508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136370" y="22970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2298359" y="33569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2738218" y="27326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2286052" y="18724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151399" y="22269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2157711" y="23136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2429341" y="31809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2794878" y="27549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2288277" y="16281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2145527" y="18728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2531786" y="29605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2171864" y="17968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2101973" y="29728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019541" y="19644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2020798" y="17100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2774051" y="24501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2129244" y="27754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118311" y="20671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2045022" y="18157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2775039" y="28672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2273836" y="16215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506219" y="23956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2963475" y="26221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2133548" y="16917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2536768" y="27017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2124292" y="29860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2035318" y="19552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2092814" y="31401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2240972" y="20165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1926944" y="27710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2075573" y="15856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2131513" y="21587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2862892" y="23819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2901944" y="27488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2103371" y="16980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2917118" y="30497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2434208" y="17817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2245502" y="34012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167180" y="20550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2177122" y="32342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2177264" y="18147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2142767" y="30247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2086782" y="19186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2443839" y="24708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2794928" y="21975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1971218" y="28420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2741863" y="27291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2614123" y="21663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2943735" y="27588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2271499" y="18513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2168629" y="30422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2283851" y="24106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2070851" y="17361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2537999" y="24784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2034297" y="27547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2515614" y="27682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2541392" y="22717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2226078" y="21873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137125" y="20946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2326384" y="31548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2143057" y="17415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2074371" y="18043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2678909" y="28202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2824030" y="27629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2531867" y="264251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2980729" y="17716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2327775" y="29364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2438816" y="26767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2474986" y="268468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2833298" y="17412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109010" y="16990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2259030" y="29721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2850784" y="24698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2566663" y="28979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2935226" y="18712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2392091" y="26099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2994787" y="21597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2839227" y="31083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169223" y="21111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2970732" y="17284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2949311" y="26078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3013500" y="27421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2828005" y="22132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2735264" y="30708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2659667" y="24751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2771705" y="23793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2867995" y="19859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2445632" y="25766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2672163" y="18007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143827" y="18524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2833235" y="29795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2721695" y="22271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2725078" y="301378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2902190" y="19016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2954900" y="19458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2257671" y="302027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2601446" y="26893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2996293" y="18015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2736125" y="27386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2952060" y="17490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2944965" y="18154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2572539" y="28797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2787594" y="19645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2801016" y="20109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2985961" y="18760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2860388" y="30176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2907856" y="25808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2621752" y="27339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145209" y="18499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2473245" y="25999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2667198" y="26053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2893612" y="17398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2850322" y="269543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2507977" y="26335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2975197" y="17498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2213440" y="313457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2854433" y="27688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2670727" y="31788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121342" y="16023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2804040" y="30284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2665751" y="28572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2686823" y="28211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209131" y="19167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2890123" y="19852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2673981" y="26651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2452886" y="26124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2877987" y="16047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2559073" y="25930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111804" y="18238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2762317" y="16845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2171215" y="25432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2889658" y="29173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2824091" y="26168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2643118" y="29142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2624902" y="19992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2506613" y="17619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2633753" y="26584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2268933" y="26324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2915256" y="17707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2889787" y="18466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2508845" y="28238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2575731" y="269168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2885819" y="16464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2905553" y="20774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2910378" y="27884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2679156" y="27157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2668733" y="25496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061729" y="17840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2944483" y="20893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2646571" y="25623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2836278" y="18584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2987216" y="21346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2648322" y="29991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2968713" y="26932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2828654" y="22999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2628503" y="286112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2904587" y="29447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163949" y="19490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2066200" y="23499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2154061" y="18634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3015028" y="20028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048578" y="26235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2168613" y="27433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2080385" y="274160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2078570" y="30901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118680" y="18359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2016725" y="26696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2072305" y="309335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1931167" y="28132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2065401" y="19256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387123" y="18315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2956729" y="27960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2575735" y="24987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2455026" y="26362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2549477" y="17063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2525765" y="254233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2396603" y="22497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2161352" y="19742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2899543" y="26098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1964814" y="29680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2111057" y="19803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2869880" y="26021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2898695" y="22331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2430618" y="21011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2866857" y="21194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2217956" y="29497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2163964" y="33384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088816" y="18913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2253287" y="30663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2025446" y="18977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2526525" y="20573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2375673" y="27783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2480557" y="27797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2380981" y="27580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2353103" y="289407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2351196" y="29764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218453" y="18861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2353698" y="15935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3008966" y="19432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2157863" y="27222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2375716" y="247700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4"/>
            <p:cNvSpPr/>
            <p:nvPr/>
          </p:nvSpPr>
          <p:spPr>
            <a:xfrm>
              <a:off x="2317411" y="29364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5"/>
            <p:cNvSpPr/>
            <p:nvPr/>
          </p:nvSpPr>
          <p:spPr>
            <a:xfrm>
              <a:off x="2265117" y="24960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6"/>
            <p:cNvSpPr/>
            <p:nvPr/>
          </p:nvSpPr>
          <p:spPr>
            <a:xfrm>
              <a:off x="2463516" y="23991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7"/>
            <p:cNvSpPr/>
            <p:nvPr/>
          </p:nvSpPr>
          <p:spPr>
            <a:xfrm>
              <a:off x="2552523" y="277351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8"/>
            <p:cNvSpPr/>
            <p:nvPr/>
          </p:nvSpPr>
          <p:spPr>
            <a:xfrm>
              <a:off x="2419574" y="18271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89"/>
            <p:cNvSpPr/>
            <p:nvPr/>
          </p:nvSpPr>
          <p:spPr>
            <a:xfrm>
              <a:off x="2881797" y="26439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0"/>
            <p:cNvSpPr/>
            <p:nvPr/>
          </p:nvSpPr>
          <p:spPr>
            <a:xfrm>
              <a:off x="3326908" y="19548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1"/>
            <p:cNvSpPr/>
            <p:nvPr/>
          </p:nvSpPr>
          <p:spPr>
            <a:xfrm>
              <a:off x="2583816" y="28672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2"/>
            <p:cNvSpPr/>
            <p:nvPr/>
          </p:nvSpPr>
          <p:spPr>
            <a:xfrm>
              <a:off x="2665309" y="25767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3"/>
            <p:cNvSpPr/>
            <p:nvPr/>
          </p:nvSpPr>
          <p:spPr>
            <a:xfrm>
              <a:off x="2655313" y="24830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4"/>
            <p:cNvSpPr/>
            <p:nvPr/>
          </p:nvSpPr>
          <p:spPr>
            <a:xfrm>
              <a:off x="2193661" y="27456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5"/>
            <p:cNvSpPr/>
            <p:nvPr/>
          </p:nvSpPr>
          <p:spPr>
            <a:xfrm>
              <a:off x="2188737" y="18236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6"/>
            <p:cNvSpPr/>
            <p:nvPr/>
          </p:nvSpPr>
          <p:spPr>
            <a:xfrm>
              <a:off x="1902923" y="281539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7"/>
            <p:cNvSpPr/>
            <p:nvPr/>
          </p:nvSpPr>
          <p:spPr>
            <a:xfrm>
              <a:off x="1985981" y="28198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8"/>
            <p:cNvSpPr/>
            <p:nvPr/>
          </p:nvSpPr>
          <p:spPr>
            <a:xfrm>
              <a:off x="2049149" y="27477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599"/>
            <p:cNvSpPr/>
            <p:nvPr/>
          </p:nvSpPr>
          <p:spPr>
            <a:xfrm>
              <a:off x="2039201" y="275076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0"/>
            <p:cNvSpPr/>
            <p:nvPr/>
          </p:nvSpPr>
          <p:spPr>
            <a:xfrm>
              <a:off x="2088489" y="31716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1"/>
            <p:cNvSpPr/>
            <p:nvPr/>
          </p:nvSpPr>
          <p:spPr>
            <a:xfrm>
              <a:off x="2143822" y="16795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2"/>
            <p:cNvSpPr/>
            <p:nvPr/>
          </p:nvSpPr>
          <p:spPr>
            <a:xfrm>
              <a:off x="2772595" y="28656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3"/>
            <p:cNvSpPr/>
            <p:nvPr/>
          </p:nvSpPr>
          <p:spPr>
            <a:xfrm>
              <a:off x="2138110" y="20022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4"/>
            <p:cNvSpPr/>
            <p:nvPr/>
          </p:nvSpPr>
          <p:spPr>
            <a:xfrm>
              <a:off x="3137013" y="23559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5"/>
            <p:cNvSpPr/>
            <p:nvPr/>
          </p:nvSpPr>
          <p:spPr>
            <a:xfrm>
              <a:off x="2187253" y="29609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6"/>
            <p:cNvSpPr/>
            <p:nvPr/>
          </p:nvSpPr>
          <p:spPr>
            <a:xfrm>
              <a:off x="3092883" y="25036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7"/>
            <p:cNvSpPr/>
            <p:nvPr/>
          </p:nvSpPr>
          <p:spPr>
            <a:xfrm>
              <a:off x="2536413" y="18330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8"/>
            <p:cNvSpPr/>
            <p:nvPr/>
          </p:nvSpPr>
          <p:spPr>
            <a:xfrm>
              <a:off x="2391043" y="261873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09"/>
            <p:cNvSpPr/>
            <p:nvPr/>
          </p:nvSpPr>
          <p:spPr>
            <a:xfrm>
              <a:off x="2512640" y="244953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0"/>
            <p:cNvSpPr/>
            <p:nvPr/>
          </p:nvSpPr>
          <p:spPr>
            <a:xfrm>
              <a:off x="2836956" y="23579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1"/>
            <p:cNvSpPr/>
            <p:nvPr/>
          </p:nvSpPr>
          <p:spPr>
            <a:xfrm>
              <a:off x="3621226" y="20537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2"/>
            <p:cNvSpPr/>
            <p:nvPr/>
          </p:nvSpPr>
          <p:spPr>
            <a:xfrm>
              <a:off x="2429078" y="19089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3"/>
            <p:cNvSpPr/>
            <p:nvPr/>
          </p:nvSpPr>
          <p:spPr>
            <a:xfrm>
              <a:off x="2961481" y="27227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4"/>
            <p:cNvSpPr/>
            <p:nvPr/>
          </p:nvSpPr>
          <p:spPr>
            <a:xfrm>
              <a:off x="2089341" y="16601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5"/>
            <p:cNvSpPr/>
            <p:nvPr/>
          </p:nvSpPr>
          <p:spPr>
            <a:xfrm>
              <a:off x="2500690" y="263238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6"/>
            <p:cNvSpPr/>
            <p:nvPr/>
          </p:nvSpPr>
          <p:spPr>
            <a:xfrm>
              <a:off x="2332151" y="26436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7"/>
            <p:cNvSpPr/>
            <p:nvPr/>
          </p:nvSpPr>
          <p:spPr>
            <a:xfrm>
              <a:off x="2426689" y="287605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8"/>
            <p:cNvSpPr/>
            <p:nvPr/>
          </p:nvSpPr>
          <p:spPr>
            <a:xfrm>
              <a:off x="2610734" y="25830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19"/>
            <p:cNvSpPr/>
            <p:nvPr/>
          </p:nvSpPr>
          <p:spPr>
            <a:xfrm>
              <a:off x="2231970" y="28999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0"/>
            <p:cNvSpPr/>
            <p:nvPr/>
          </p:nvSpPr>
          <p:spPr>
            <a:xfrm>
              <a:off x="2245880" y="28887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1"/>
            <p:cNvSpPr/>
            <p:nvPr/>
          </p:nvSpPr>
          <p:spPr>
            <a:xfrm>
              <a:off x="2267465" y="268859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2"/>
            <p:cNvSpPr/>
            <p:nvPr/>
          </p:nvSpPr>
          <p:spPr>
            <a:xfrm>
              <a:off x="3541260" y="21951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3"/>
            <p:cNvSpPr/>
            <p:nvPr/>
          </p:nvSpPr>
          <p:spPr>
            <a:xfrm>
              <a:off x="2789200" y="28748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4"/>
            <p:cNvSpPr/>
            <p:nvPr/>
          </p:nvSpPr>
          <p:spPr>
            <a:xfrm>
              <a:off x="2048985" y="27881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5"/>
            <p:cNvSpPr/>
            <p:nvPr/>
          </p:nvSpPr>
          <p:spPr>
            <a:xfrm>
              <a:off x="1900831" y="25799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6"/>
            <p:cNvSpPr/>
            <p:nvPr/>
          </p:nvSpPr>
          <p:spPr>
            <a:xfrm>
              <a:off x="3100203" y="19425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7"/>
            <p:cNvSpPr/>
            <p:nvPr/>
          </p:nvSpPr>
          <p:spPr>
            <a:xfrm>
              <a:off x="2232701" y="32601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8"/>
            <p:cNvSpPr/>
            <p:nvPr/>
          </p:nvSpPr>
          <p:spPr>
            <a:xfrm>
              <a:off x="1990953" y="21460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29"/>
            <p:cNvSpPr/>
            <p:nvPr/>
          </p:nvSpPr>
          <p:spPr>
            <a:xfrm>
              <a:off x="2304475" y="26121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0"/>
            <p:cNvSpPr/>
            <p:nvPr/>
          </p:nvSpPr>
          <p:spPr>
            <a:xfrm>
              <a:off x="2417006" y="27950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1"/>
            <p:cNvSpPr/>
            <p:nvPr/>
          </p:nvSpPr>
          <p:spPr>
            <a:xfrm>
              <a:off x="3075571" y="18877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2"/>
            <p:cNvSpPr/>
            <p:nvPr/>
          </p:nvSpPr>
          <p:spPr>
            <a:xfrm>
              <a:off x="2106039" y="26917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3"/>
            <p:cNvSpPr/>
            <p:nvPr/>
          </p:nvSpPr>
          <p:spPr>
            <a:xfrm>
              <a:off x="2037020" y="21363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4"/>
            <p:cNvSpPr/>
            <p:nvPr/>
          </p:nvSpPr>
          <p:spPr>
            <a:xfrm>
              <a:off x="1954306" y="304446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5"/>
            <p:cNvSpPr/>
            <p:nvPr/>
          </p:nvSpPr>
          <p:spPr>
            <a:xfrm>
              <a:off x="2136476" y="27370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6"/>
            <p:cNvSpPr/>
            <p:nvPr/>
          </p:nvSpPr>
          <p:spPr>
            <a:xfrm>
              <a:off x="2135375" y="19221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7"/>
            <p:cNvSpPr/>
            <p:nvPr/>
          </p:nvSpPr>
          <p:spPr>
            <a:xfrm>
              <a:off x="2250466" y="29769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8"/>
            <p:cNvSpPr/>
            <p:nvPr/>
          </p:nvSpPr>
          <p:spPr>
            <a:xfrm>
              <a:off x="2820547" y="26154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39"/>
            <p:cNvSpPr/>
            <p:nvPr/>
          </p:nvSpPr>
          <p:spPr>
            <a:xfrm>
              <a:off x="2271307" y="26891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0"/>
            <p:cNvSpPr/>
            <p:nvPr/>
          </p:nvSpPr>
          <p:spPr>
            <a:xfrm>
              <a:off x="2217028" y="13978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2199998" y="19717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3074073" y="19698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2203245" y="25746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2075074" y="34915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2933504" y="23997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2360293" y="27519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3019494" y="17665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2310139" y="21532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2287125" y="30307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3521902" y="22576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2156021" y="31644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2272138" y="19459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2082725" y="246789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1979304" y="27441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2076749" y="28839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1918697" y="28588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2128266" y="18135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2958378" y="20588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2243537" y="28955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2105490" y="27125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2564411" y="18641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2072810" y="17337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2123054" y="27084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2473991" y="30604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2097107" y="27425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2216006" y="302637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2047475" y="260382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1977287" y="26927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2182372" y="25615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3094571" y="23452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2024018" y="15548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2114917" y="27695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3689879" y="22459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3233576" y="19102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2197326" y="26749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2143618" y="30187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2226334" y="30443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2096816" y="21034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2146878" y="17730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3246093" y="24139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2062358" y="309751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1993837" y="240755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2111230" y="26658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2024941" y="26515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2229084" y="27501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3103197" y="17806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2201015" y="310947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2008270" y="21888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2755797" y="28887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1998971" y="26435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2100167" y="29186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3085712" y="25225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2160991" y="28748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2606690" y="25296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1884476" y="28438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1851219" y="25123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1958316" y="27782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2288182" y="21168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2784706" y="18979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2150705" y="29821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2083908" y="27929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2173927" y="22060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2815299" y="24582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2790786" y="25872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3099875" y="20751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2167448" y="18377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2272166" y="26084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2017760" y="29036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2167896" y="27176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1895444" y="31277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2112308" y="27951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3011344" y="19760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2246538" y="15046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2177682" y="279562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2726032" y="27852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2423236" y="26779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2204205" y="27102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2220430" y="28266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2155631" y="29254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2330727" y="15798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2148519" y="26606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2057401" y="26107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2196104" y="29019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2250603" y="32111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2412396" y="251092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2887769" y="27370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2207293" y="29154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2026400" y="27751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2417156" y="27277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3075087" y="20205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2093834" y="20020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2736956" y="26910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2101138" y="30059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2141060" y="31198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2228922" y="284504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2223199" y="18662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3108304" y="19573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2176348" y="30210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2246978" y="30690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2244726" y="23022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2273703" y="28967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3075743" y="25045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2330663" y="31512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2424358" y="287444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2420876" y="317202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2199879" y="18348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2721920" y="22823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2148692" y="24583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2156468" y="30329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2950589" y="21257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2316238" y="26779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2389785" y="30195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2391867" y="17086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2258915" y="26732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2425288" y="26889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2880522" y="25395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2274862" y="28662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3177001" y="18036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2801881" y="28133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3075466" y="19427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2000408" y="28162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2035909" y="30461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2279087" y="28078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2145209" y="28823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2152371" y="18182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1964464" y="28551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2401999" y="26558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2345335" y="18476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3309263" y="22010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2907124" y="27039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2450630" y="262627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3146206" y="19984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2208190" y="2395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2072045" y="27816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2039353" y="26571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2962837" y="30974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2246416" y="30291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2779431" y="27414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3263801" y="21312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2093173" y="30168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2080879" y="19203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1971167" y="28762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2024826" y="31700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3284817" y="21202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2510026" y="26309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2200110" y="17761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2024218" y="285642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2801673" y="29461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2027759" y="24433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1937509" y="26060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2137947" y="30165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2058356" y="28595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2432587" y="27516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2834209" y="28406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2116421" y="18459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3174987" y="18213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2002235" y="28232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1903257" y="26800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2055037" y="19539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2567113" y="23993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2141745" y="306010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1888303" y="26906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2686605" y="29246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2191470" y="27960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3299299" y="22209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2818905" y="25969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1997995" y="28449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2108518" y="29578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3139422" y="22903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1999039" y="287946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2048131" y="1347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2669098" y="26478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2102109" y="305204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2193681" y="20159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3234232" y="19869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2861776" y="24550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2306745" y="13954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2108590" y="30065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2517957" y="26939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2139054" y="26589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2210682" y="30396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2125802" y="27987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1956626" y="18339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2004984" y="274311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3105557" y="17284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2057481" y="26273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2823760" y="25646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2887744" y="29449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1820051" y="24903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2254612" y="29264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3182523" y="18755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2155441" y="18637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2152441" y="25863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2833706" y="28567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2052967" y="28771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1934793" y="28767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2086186" y="28192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2128603" y="16637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1971375" y="25801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1892915" y="26311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3010569" y="26021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2078975" y="27655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2233874" y="15008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2237846" y="26008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2365744" y="26779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2047226" y="26367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3029228" y="23496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2042003" y="28955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2077746" y="17605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1681141" y="23461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2699548" y="27528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2139596" y="28246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2018989" y="15907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2524939" y="27103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1972864" y="28074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2510078" y="25037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2020462" y="25033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2719117" y="20925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2996820" y="21346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2118678" y="28100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1952060" y="291564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2741459" y="26421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3138307" y="24552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1867349" y="18445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2991957" y="28773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2703639" y="28355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2017055" y="26588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3132147" y="19611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2139205" y="18592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2116147" y="26555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3757350" y="22646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2538009" y="18388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2674223" y="257699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3137184" y="27587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2737907" y="22620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2113096" y="25873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2250340" y="28138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2297987" y="26955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2878518" y="29870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3267909" y="18632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2552238" y="30625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2580609" y="22536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1881147" y="16357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2482865" y="23755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3089839" y="19779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2486426" y="268160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2521729" y="16280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2335324" y="24960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3479343" y="18658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2738971" y="28096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2567707" y="26861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2207589" y="29529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2222252" y="28577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2897014" y="28364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2053908" y="25854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2018166" y="267355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3053232" y="26885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2003436" y="31318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2206346" y="16026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2040055" y="19983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2121054" y="26143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2064082" y="27290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3067320" y="18901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2118190" y="26893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2551325" y="30195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1980794" y="315302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2585445" y="17359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2751054" y="19129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2795657" y="28736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2489576" y="267351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2502009" y="24774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2503857" y="26894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2531392" y="26770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2988242" y="31068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2740430" y="16459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2737862" y="28101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2636216" y="27885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2595327" y="24874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3410049" y="27715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3378957" y="20471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2706329" y="25033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2976148" y="28313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2066706" y="28515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2095874" y="25683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3143284" y="19787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2086235" y="1550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2142063" y="293956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1837481" y="25263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2941030" y="20211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2123999" y="1702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2118734" y="28836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2613949" y="29009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2004511" y="28604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2111142" y="22914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1848178" y="25162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2358493" y="30508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2358990" y="29660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3109307" y="20916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2508803" y="27097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3300829" y="23512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3040036" y="27787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2581219" y="28943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2544224" y="19130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2526781" y="279628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2485665" y="26893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2262110" y="29229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2808202" y="29306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2772632" y="28371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2369407" y="31727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3258242" y="20823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2238178" y="23980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2681032" y="27268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3206950" y="19944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2262706" y="23961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2283965" y="29741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2157447" y="22414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2843222" y="25077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2769927" y="27052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2210347" y="30484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2987391" y="18293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2208988" y="18847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2641495" y="29782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2502130" y="26879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3375203" y="20322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2606180" y="20285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2425294" y="271582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3219854" y="27912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2763460" y="28376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2807264" y="28928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3229996" y="21216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2216638" y="32271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2315769" y="31436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2438312" y="30953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1804306" y="25461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2991384" y="23435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1917219" y="23300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2797930" y="27910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2083335" y="30456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1961481" y="16821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1913357" y="260854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2314397" y="22747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2943608" y="28901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2427735" y="23945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2329664" y="272601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3260452" y="18897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2431953" y="30959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2389462" y="14734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2373038" y="23656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2953474" y="24884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2508813" y="24218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2547614" y="30649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2948692" y="26376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3128191" y="15343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2494538" y="17095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2508794" y="29062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2410285" y="16724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3079111" y="24273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2326786" y="27941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2243550" y="30967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2236899" y="285850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2390068" y="19109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2568585" y="28972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2614127" y="30910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2161781" y="26939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3108610" y="22659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2321839" y="29016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2330180" y="16420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2403271" y="269308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2465090" y="26468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2340638" y="25229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2681746" y="24940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2989886" y="25609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2962230" y="26301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2114358" y="26221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3152205" y="16973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2278139" y="29276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2187432" y="28609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2164182" y="16585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2105772" y="28780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2164854" y="18793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2934038" y="18787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2238261" y="25981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2133526" y="28237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2148600" y="29222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2797101" y="28121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2091561" y="274132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2140651" y="17008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2327509" y="30993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3075572" y="20260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2053745" y="27053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2096410" y="18959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2036454" y="288337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2635176" y="29304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2073506" y="26610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2153154" y="26103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3138248" y="21425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2109514" y="24316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1945369" y="33928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1988876" y="19307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2117072" y="26060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2684752" y="27826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3320708" y="18464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2366721" y="23078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2299622" y="294498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2171607" y="26662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2068834" y="17885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2727080" y="25727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1910832" y="255821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3081472" y="18618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1529554" y="26133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2180380" y="30937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2845522" y="24650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2431036" y="276782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2441937" y="27976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1751851" y="24420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2126406" y="29312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2309666" y="265252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2570397" y="26734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2003271" y="26100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2093662" y="14694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1998089" y="16644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2561079" y="18537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2141796" y="22991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1731323" y="25715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2165262" y="29709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2823249" y="25923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1942026" y="26828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1946751" y="17895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2978878" y="19508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2009831" y="25925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2218743" y="19292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1891685" y="23733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2921241" y="20024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2725741" y="24774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2501142" y="28013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2134367" y="17770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2529281" y="295060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2472496" y="27115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3006064" y="21578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2966888" y="27061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2207980" y="15556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2169181" y="32238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2645689" y="271146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2035986" y="26011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2094409" y="26493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2439299" y="27759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2029407" y="19385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3373017" y="23949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2632942" y="19104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2409244" y="29828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2107051" y="25985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1799902" y="29172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2029281" y="15638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2942712" y="21378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2443810" y="227245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1991354" y="29734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2824427" y="25983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1827219" y="25029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2792919" y="25230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2116422" y="29277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1938240" y="31404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2860009" y="19056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2167799" y="13345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2241519" y="29482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3045887" y="18945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2152318" y="28720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2176991" y="18392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2230118" y="34252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2360745" y="292226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2522400" y="266646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2611510" y="29724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2773665" y="28465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3079618" y="18216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2085857" y="28772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2073170" y="18615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2067282" y="27491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2046712" y="26189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3117050" y="21458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2866173" y="29298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2128672" y="28198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2940553" y="27145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2120282" y="15911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2203752" y="26422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3009335" y="23390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2665954" y="290794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1992598" y="28720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2064185" y="28841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3366725" y="26765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1921770" y="29146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3086154" y="19893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2040106" y="27229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2031048" y="15701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2217780" y="28573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2021837" y="31084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2230288" y="16020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2840600" y="18165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2075784" y="28166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1931399" y="25216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2604802" y="22824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2131629" y="15410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2770311" y="25583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2041184" y="28059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2013910" y="29081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2994100" y="28000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3110771" y="22822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2928316" y="257689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2829210" y="15909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3409779" y="17489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2795854" y="24727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2956432" y="18565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1804339" y="33759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1962324" y="16976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1908876" y="23724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2017181" y="26755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2934948" y="25640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2352817" y="1745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2008717" y="26328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2088123" y="27722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2016756" y="27151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3140866" y="15154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2639196" y="16107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2709297" y="236066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2032010" y="26589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2916748" y="20724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2149852" y="26059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2318902" y="29755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2395737" y="29275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2143548" y="18260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2994007" y="23804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2824585" y="28684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2113975" y="28089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2848743" y="28110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3122851" y="22356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2130690" y="20499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2436570" y="27668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2166157" y="29459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2648360" y="28975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2726973" y="27612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3017874" y="244321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3036819" y="28861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2989727" y="27612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2555354" y="27940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2635478" y="17261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2737516" y="30264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3277109" y="20465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2841965" y="24385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2049764" y="29846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2161582" y="14472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1962825" y="25003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2678697" y="29019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2559905" y="27499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2033707" y="26838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2088171" y="26512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3000803" y="21727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2162848" y="17025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2265099" y="28897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2501532" y="16725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3061010" y="24743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2572629" y="24862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3153253" y="277500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2573691" y="26027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2954680" y="26128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2491109" y="26634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2073487" y="26163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2183037" y="31757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2204194" y="14701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3162912" y="18896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2316454" y="30738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2111905" y="25522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2777011" y="28994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2146483" y="19060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2131958" y="24556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3056253" y="24938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3075129" y="19065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2112752" y="16756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2652666" y="25339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2873684" y="22653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2999418" y="23096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2014862" y="27740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3013055" y="26477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2680368" y="27873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3130455" y="24911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3384326" y="18320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3072824" y="254698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2706048" y="26268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2619666" y="23504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2638181" y="16697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2836271" y="25545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2044733" y="28909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2022648" y="26036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2827822" y="20696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2074671" y="19250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2438164" y="26581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1821175" y="24009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2550647" y="26258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2467171" y="247322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3466359" y="20198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2064124" y="15871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2187475" y="26512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2490513" y="22045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2527813" y="22306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2735755" y="25875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2508031" y="19449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2989114" y="279025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3006733" y="26186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2608170" y="24625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3172701" y="22735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3057774" y="19729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2517764" y="31235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2991113" y="25065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2361459" y="28775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2188537" y="27890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2739725" y="25169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2639334" y="29931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2074802" y="27116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1957581" y="15685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3091996" y="21692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2162207" y="30326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2665847" y="29813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1965412" y="27747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2215071" y="25537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2728757" y="27536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2197173" y="1608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2244259" y="29602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2732504" y="27293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2006255" y="27344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2922959" y="22831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2134313" y="16546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2336642" y="27319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2504129" y="15519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2496319" y="23054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2379182" y="27673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2452263" y="22089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3091550" y="26315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2990669" y="25892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3178077" y="19584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2610624" y="256514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3007422" y="26482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2096515" y="25226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2878882" y="18992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2640025" y="28582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2160091" y="29680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2143295" y="19229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2859482" y="30810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1886443" y="26961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2751573" y="19384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2052511" y="26714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2120678" y="19149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2781118" y="25672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2860679" y="17335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2110410" y="27730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2114210" y="17496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2260468" y="29543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2104173" y="29036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2217810" y="26298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3082379" y="17962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2641483" y="29423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2074758" y="27314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2492620" y="19181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2077289" y="26080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1944129" y="26139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1982696" y="15630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1982419" y="27421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1920431" y="30916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1922623" y="27267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2311425" y="266711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2602688" y="29812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2895743" y="17803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1978610" y="16854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1711045" y="28847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2265022" y="25629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2398925" y="257390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2014572" y="25353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2041021" y="26482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2978985" y="21674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2250019" y="22162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3093802" y="23243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2200597" y="23785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1978648" y="27592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2610242" y="27325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2713332" y="27587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2616056" y="26308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2538449" y="24925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2731203" y="15621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3201737" y="27506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2851145" y="271288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3200276" y="17916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3043914" y="23410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29"/>
            <p:cNvSpPr/>
            <p:nvPr/>
          </p:nvSpPr>
          <p:spPr>
            <a:xfrm>
              <a:off x="2023959" y="2430007"/>
              <a:ext cx="367386" cy="695445"/>
            </a:xfrm>
            <a:custGeom>
              <a:avLst/>
              <a:pathLst>
                <a:path w="367386" h="695445">
                  <a:moveTo>
                    <a:pt x="367386" y="0"/>
                  </a:moveTo>
                  <a:lnTo>
                    <a:pt x="0" y="695445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0"/>
            <p:cNvSpPr/>
            <p:nvPr/>
          </p:nvSpPr>
          <p:spPr>
            <a:xfrm>
              <a:off x="2021253" y="3053503"/>
              <a:ext cx="63662" cy="71949"/>
            </a:xfrm>
            <a:custGeom>
              <a:avLst/>
              <a:pathLst>
                <a:path w="63662" h="71949">
                  <a:moveTo>
                    <a:pt x="0" y="0"/>
                  </a:moveTo>
                  <a:lnTo>
                    <a:pt x="2705" y="71949"/>
                  </a:lnTo>
                  <a:lnTo>
                    <a:pt x="63662" y="33631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1"/>
            <p:cNvSpPr/>
            <p:nvPr/>
          </p:nvSpPr>
          <p:spPr>
            <a:xfrm>
              <a:off x="2391345" y="2430007"/>
              <a:ext cx="609408" cy="108345"/>
            </a:xfrm>
            <a:custGeom>
              <a:avLst/>
              <a:pathLst>
                <a:path w="609408" h="108345">
                  <a:moveTo>
                    <a:pt x="0" y="0"/>
                  </a:moveTo>
                  <a:lnTo>
                    <a:pt x="609408" y="108345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2"/>
            <p:cNvSpPr/>
            <p:nvPr/>
          </p:nvSpPr>
          <p:spPr>
            <a:xfrm>
              <a:off x="2933061" y="2491993"/>
              <a:ext cx="67692" cy="70888"/>
            </a:xfrm>
            <a:custGeom>
              <a:avLst/>
              <a:pathLst>
                <a:path w="67692" h="70888">
                  <a:moveTo>
                    <a:pt x="0" y="70888"/>
                  </a:moveTo>
                  <a:lnTo>
                    <a:pt x="67692" y="46358"/>
                  </a:lnTo>
                  <a:lnTo>
                    <a:pt x="12603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3"/>
            <p:cNvSpPr/>
            <p:nvPr/>
          </p:nvSpPr>
          <p:spPr>
            <a:xfrm>
              <a:off x="2391345" y="2187724"/>
              <a:ext cx="746811" cy="242282"/>
            </a:xfrm>
            <a:custGeom>
              <a:avLst/>
              <a:pathLst>
                <a:path w="746811" h="242282">
                  <a:moveTo>
                    <a:pt x="0" y="242282"/>
                  </a:moveTo>
                  <a:lnTo>
                    <a:pt x="746811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4"/>
            <p:cNvSpPr/>
            <p:nvPr/>
          </p:nvSpPr>
          <p:spPr>
            <a:xfrm>
              <a:off x="3067736" y="2172723"/>
              <a:ext cx="70419" cy="68486"/>
            </a:xfrm>
            <a:custGeom>
              <a:avLst/>
              <a:pathLst>
                <a:path w="70419" h="68486">
                  <a:moveTo>
                    <a:pt x="22218" y="68486"/>
                  </a:moveTo>
                  <a:lnTo>
                    <a:pt x="70419" y="15001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5"/>
            <p:cNvSpPr/>
            <p:nvPr/>
          </p:nvSpPr>
          <p:spPr>
            <a:xfrm>
              <a:off x="1669350" y="2262166"/>
              <a:ext cx="721994" cy="167840"/>
            </a:xfrm>
            <a:custGeom>
              <a:avLst/>
              <a:pathLst>
                <a:path w="721994" h="167840">
                  <a:moveTo>
                    <a:pt x="721994" y="167840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6"/>
            <p:cNvSpPr/>
            <p:nvPr/>
          </p:nvSpPr>
          <p:spPr>
            <a:xfrm>
              <a:off x="1669350" y="2241219"/>
              <a:ext cx="68885" cy="70129"/>
            </a:xfrm>
            <a:custGeom>
              <a:avLst/>
              <a:pathLst>
                <a:path w="68885" h="70129">
                  <a:moveTo>
                    <a:pt x="68885" y="0"/>
                  </a:moveTo>
                  <a:lnTo>
                    <a:pt x="0" y="20946"/>
                  </a:lnTo>
                  <a:lnTo>
                    <a:pt x="52582" y="70129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7"/>
            <p:cNvSpPr/>
            <p:nvPr/>
          </p:nvSpPr>
          <p:spPr>
            <a:xfrm>
              <a:off x="1966001" y="1831795"/>
              <a:ext cx="425344" cy="598211"/>
            </a:xfrm>
            <a:custGeom>
              <a:avLst/>
              <a:pathLst>
                <a:path w="425344" h="598211">
                  <a:moveTo>
                    <a:pt x="425344" y="598211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8"/>
            <p:cNvSpPr/>
            <p:nvPr/>
          </p:nvSpPr>
          <p:spPr>
            <a:xfrm>
              <a:off x="1966001" y="1831795"/>
              <a:ext cx="65472" cy="71678"/>
            </a:xfrm>
            <a:custGeom>
              <a:avLst/>
              <a:pathLst>
                <a:path w="65472" h="71678">
                  <a:moveTo>
                    <a:pt x="65472" y="29956"/>
                  </a:moveTo>
                  <a:lnTo>
                    <a:pt x="0" y="0"/>
                  </a:lnTo>
                  <a:lnTo>
                    <a:pt x="6793" y="71678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39"/>
            <p:cNvSpPr/>
            <p:nvPr/>
          </p:nvSpPr>
          <p:spPr>
            <a:xfrm>
              <a:off x="2391345" y="2430007"/>
              <a:ext cx="111572" cy="585328"/>
            </a:xfrm>
            <a:custGeom>
              <a:avLst/>
              <a:pathLst>
                <a:path w="111572" h="585328">
                  <a:moveTo>
                    <a:pt x="0" y="0"/>
                  </a:moveTo>
                  <a:lnTo>
                    <a:pt x="111572" y="585328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0"/>
            <p:cNvSpPr/>
            <p:nvPr/>
          </p:nvSpPr>
          <p:spPr>
            <a:xfrm>
              <a:off x="2455879" y="2947343"/>
              <a:ext cx="70726" cy="67991"/>
            </a:xfrm>
            <a:custGeom>
              <a:avLst/>
              <a:pathLst>
                <a:path w="70726" h="67991">
                  <a:moveTo>
                    <a:pt x="0" y="13481"/>
                  </a:moveTo>
                  <a:lnTo>
                    <a:pt x="47038" y="67991"/>
                  </a:lnTo>
                  <a:lnTo>
                    <a:pt x="70726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1"/>
            <p:cNvSpPr/>
            <p:nvPr/>
          </p:nvSpPr>
          <p:spPr>
            <a:xfrm>
              <a:off x="2384894" y="1636438"/>
              <a:ext cx="6451" cy="793568"/>
            </a:xfrm>
            <a:custGeom>
              <a:avLst/>
              <a:pathLst>
                <a:path w="6451" h="793568">
                  <a:moveTo>
                    <a:pt x="6451" y="793568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2"/>
            <p:cNvSpPr/>
            <p:nvPr/>
          </p:nvSpPr>
          <p:spPr>
            <a:xfrm>
              <a:off x="2349402" y="1636438"/>
              <a:ext cx="71997" cy="62644"/>
            </a:xfrm>
            <a:custGeom>
              <a:avLst/>
              <a:pathLst>
                <a:path w="71997" h="62644">
                  <a:moveTo>
                    <a:pt x="71997" y="62059"/>
                  </a:moveTo>
                  <a:lnTo>
                    <a:pt x="35491" y="0"/>
                  </a:lnTo>
                  <a:lnTo>
                    <a:pt x="0" y="62644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tx2343"/>
            <p:cNvSpPr/>
            <p:nvPr/>
          </p:nvSpPr>
          <p:spPr>
            <a:xfrm>
              <a:off x="1800053" y="3169527"/>
              <a:ext cx="28099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2345" name="tx2344"/>
            <p:cNvSpPr/>
            <p:nvPr/>
          </p:nvSpPr>
          <p:spPr>
            <a:xfrm>
              <a:off x="2935618" y="2582427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2346" name="tx2345"/>
            <p:cNvSpPr/>
            <p:nvPr/>
          </p:nvSpPr>
          <p:spPr>
            <a:xfrm>
              <a:off x="3084999" y="2039956"/>
              <a:ext cx="273131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2347" name="tx2346"/>
            <p:cNvSpPr/>
            <p:nvPr/>
          </p:nvSpPr>
          <p:spPr>
            <a:xfrm>
              <a:off x="1381254" y="2114398"/>
              <a:ext cx="40937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2348" name="tx2347"/>
            <p:cNvSpPr/>
            <p:nvPr/>
          </p:nvSpPr>
          <p:spPr>
            <a:xfrm>
              <a:off x="1734048" y="1684027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2349" name="tx2348"/>
            <p:cNvSpPr/>
            <p:nvPr/>
          </p:nvSpPr>
          <p:spPr>
            <a:xfrm>
              <a:off x="2477924" y="3059410"/>
              <a:ext cx="216804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2350" name="tx2349"/>
            <p:cNvSpPr/>
            <p:nvPr/>
          </p:nvSpPr>
          <p:spPr>
            <a:xfrm>
              <a:off x="2092637" y="1488670"/>
              <a:ext cx="417697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2351" name="rc2350"/>
            <p:cNvSpPr/>
            <p:nvPr/>
          </p:nvSpPr>
          <p:spPr>
            <a:xfrm>
              <a:off x="1310032" y="1166855"/>
              <a:ext cx="2613757" cy="246056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52" name="pl2351"/>
            <p:cNvSpPr/>
            <p:nvPr/>
          </p:nvSpPr>
          <p:spPr>
            <a:xfrm>
              <a:off x="1310032" y="1166855"/>
              <a:ext cx="0" cy="2460564"/>
            </a:xfrm>
            <a:custGeom>
              <a:avLst/>
              <a:pathLst>
                <a:path w="0" h="2460564">
                  <a:moveTo>
                    <a:pt x="0" y="2460564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tx2352"/>
            <p:cNvSpPr/>
            <p:nvPr/>
          </p:nvSpPr>
          <p:spPr>
            <a:xfrm rot="-5400000">
              <a:off x="1165932" y="3352783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54" name="tx2353"/>
            <p:cNvSpPr/>
            <p:nvPr/>
          </p:nvSpPr>
          <p:spPr>
            <a:xfrm rot="-5400000">
              <a:off x="1165932" y="2873175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2355" name="tx2354"/>
            <p:cNvSpPr/>
            <p:nvPr/>
          </p:nvSpPr>
          <p:spPr>
            <a:xfrm rot="-5400000">
              <a:off x="1182848" y="2393568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56" name="tx2355"/>
            <p:cNvSpPr/>
            <p:nvPr/>
          </p:nvSpPr>
          <p:spPr>
            <a:xfrm rot="-5400000">
              <a:off x="1182848" y="191396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357" name="tx2356"/>
            <p:cNvSpPr/>
            <p:nvPr/>
          </p:nvSpPr>
          <p:spPr>
            <a:xfrm rot="-5400000">
              <a:off x="1182848" y="143435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58" name="pl2357"/>
            <p:cNvSpPr/>
            <p:nvPr/>
          </p:nvSpPr>
          <p:spPr>
            <a:xfrm>
              <a:off x="1281564" y="33892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1281564" y="290961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59"/>
            <p:cNvSpPr/>
            <p:nvPr/>
          </p:nvSpPr>
          <p:spPr>
            <a:xfrm>
              <a:off x="1281564" y="243000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1281564" y="19503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1281564" y="147079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1310032" y="3627419"/>
              <a:ext cx="2613757" cy="0"/>
            </a:xfrm>
            <a:custGeom>
              <a:avLst/>
              <a:pathLst>
                <a:path w="2613757" h="0">
                  <a:moveTo>
                    <a:pt x="0" y="0"/>
                  </a:moveTo>
                  <a:lnTo>
                    <a:pt x="2613757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3"/>
            <p:cNvSpPr/>
            <p:nvPr/>
          </p:nvSpPr>
          <p:spPr>
            <a:xfrm>
              <a:off x="1557261" y="362741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2391345" y="362741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3225429" y="362741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tx2366"/>
            <p:cNvSpPr/>
            <p:nvPr/>
          </p:nvSpPr>
          <p:spPr>
            <a:xfrm>
              <a:off x="1512090" y="3678662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68" name="tx2367"/>
            <p:cNvSpPr/>
            <p:nvPr/>
          </p:nvSpPr>
          <p:spPr>
            <a:xfrm>
              <a:off x="2363090" y="36786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69" name="tx2368"/>
            <p:cNvSpPr/>
            <p:nvPr/>
          </p:nvSpPr>
          <p:spPr>
            <a:xfrm>
              <a:off x="3197175" y="36786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70" name="tx2369"/>
            <p:cNvSpPr/>
            <p:nvPr/>
          </p:nvSpPr>
          <p:spPr>
            <a:xfrm>
              <a:off x="2253437" y="3836299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(36.5%)</a:t>
              </a:r>
            </a:p>
          </p:txBody>
        </p:sp>
        <p:sp>
          <p:nvSpPr>
            <p:cNvPr id="2371" name="tx2370"/>
            <p:cNvSpPr/>
            <p:nvPr/>
          </p:nvSpPr>
          <p:spPr>
            <a:xfrm rot="-5400000">
              <a:off x="669565" y="2351554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(29.7%)</a:t>
              </a:r>
            </a:p>
          </p:txBody>
        </p:sp>
        <p:sp>
          <p:nvSpPr>
            <p:cNvPr id="2372" name="tx2371"/>
            <p:cNvSpPr/>
            <p:nvPr/>
          </p:nvSpPr>
          <p:spPr>
            <a:xfrm>
              <a:off x="1310032" y="990315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2373" name="rc2372"/>
            <p:cNvSpPr/>
            <p:nvPr/>
          </p:nvSpPr>
          <p:spPr>
            <a:xfrm>
              <a:off x="4319422" y="1166855"/>
              <a:ext cx="2613757" cy="24605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4" name="pt2373"/>
            <p:cNvSpPr/>
            <p:nvPr/>
          </p:nvSpPr>
          <p:spPr>
            <a:xfrm>
              <a:off x="5569819" y="18362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4"/>
            <p:cNvSpPr/>
            <p:nvPr/>
          </p:nvSpPr>
          <p:spPr>
            <a:xfrm>
              <a:off x="5385383" y="23514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5"/>
            <p:cNvSpPr/>
            <p:nvPr/>
          </p:nvSpPr>
          <p:spPr>
            <a:xfrm>
              <a:off x="5607787" y="17653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6"/>
            <p:cNvSpPr/>
            <p:nvPr/>
          </p:nvSpPr>
          <p:spPr>
            <a:xfrm>
              <a:off x="5441855" y="23471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7"/>
            <p:cNvSpPr/>
            <p:nvPr/>
          </p:nvSpPr>
          <p:spPr>
            <a:xfrm>
              <a:off x="5539828" y="21612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8"/>
            <p:cNvSpPr/>
            <p:nvPr/>
          </p:nvSpPr>
          <p:spPr>
            <a:xfrm>
              <a:off x="5502233" y="19197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79"/>
            <p:cNvSpPr/>
            <p:nvPr/>
          </p:nvSpPr>
          <p:spPr>
            <a:xfrm>
              <a:off x="5281369" y="24337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0"/>
            <p:cNvSpPr/>
            <p:nvPr/>
          </p:nvSpPr>
          <p:spPr>
            <a:xfrm>
              <a:off x="5706792" y="17323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1"/>
            <p:cNvSpPr/>
            <p:nvPr/>
          </p:nvSpPr>
          <p:spPr>
            <a:xfrm>
              <a:off x="5390959" y="20939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2"/>
            <p:cNvSpPr/>
            <p:nvPr/>
          </p:nvSpPr>
          <p:spPr>
            <a:xfrm>
              <a:off x="5541153" y="21521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3"/>
            <p:cNvSpPr/>
            <p:nvPr/>
          </p:nvSpPr>
          <p:spPr>
            <a:xfrm>
              <a:off x="5587082" y="27346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4"/>
            <p:cNvSpPr/>
            <p:nvPr/>
          </p:nvSpPr>
          <p:spPr>
            <a:xfrm>
              <a:off x="5568377" y="17828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5"/>
            <p:cNvSpPr/>
            <p:nvPr/>
          </p:nvSpPr>
          <p:spPr>
            <a:xfrm>
              <a:off x="5463298" y="22571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6"/>
            <p:cNvSpPr/>
            <p:nvPr/>
          </p:nvSpPr>
          <p:spPr>
            <a:xfrm>
              <a:off x="5770972" y="19557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7"/>
            <p:cNvSpPr/>
            <p:nvPr/>
          </p:nvSpPr>
          <p:spPr>
            <a:xfrm>
              <a:off x="5553946" y="27642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8"/>
            <p:cNvSpPr/>
            <p:nvPr/>
          </p:nvSpPr>
          <p:spPr>
            <a:xfrm>
              <a:off x="5672680" y="23601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89"/>
            <p:cNvSpPr/>
            <p:nvPr/>
          </p:nvSpPr>
          <p:spPr>
            <a:xfrm>
              <a:off x="5587505" y="25807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0"/>
            <p:cNvSpPr/>
            <p:nvPr/>
          </p:nvSpPr>
          <p:spPr>
            <a:xfrm>
              <a:off x="5523925" y="24862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1"/>
            <p:cNvSpPr/>
            <p:nvPr/>
          </p:nvSpPr>
          <p:spPr>
            <a:xfrm>
              <a:off x="5512161" y="23718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2"/>
            <p:cNvSpPr/>
            <p:nvPr/>
          </p:nvSpPr>
          <p:spPr>
            <a:xfrm>
              <a:off x="5515200" y="20903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3"/>
            <p:cNvSpPr/>
            <p:nvPr/>
          </p:nvSpPr>
          <p:spPr>
            <a:xfrm>
              <a:off x="5485101" y="23563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4"/>
            <p:cNvSpPr/>
            <p:nvPr/>
          </p:nvSpPr>
          <p:spPr>
            <a:xfrm>
              <a:off x="5535980" y="23960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5"/>
            <p:cNvSpPr/>
            <p:nvPr/>
          </p:nvSpPr>
          <p:spPr>
            <a:xfrm>
              <a:off x="5489502" y="20332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6"/>
            <p:cNvSpPr/>
            <p:nvPr/>
          </p:nvSpPr>
          <p:spPr>
            <a:xfrm>
              <a:off x="5532697" y="20947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7"/>
            <p:cNvSpPr/>
            <p:nvPr/>
          </p:nvSpPr>
          <p:spPr>
            <a:xfrm>
              <a:off x="5511248" y="22868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8"/>
            <p:cNvSpPr/>
            <p:nvPr/>
          </p:nvSpPr>
          <p:spPr>
            <a:xfrm>
              <a:off x="5441999" y="21137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399"/>
            <p:cNvSpPr/>
            <p:nvPr/>
          </p:nvSpPr>
          <p:spPr>
            <a:xfrm>
              <a:off x="5353436" y="24082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0"/>
            <p:cNvSpPr/>
            <p:nvPr/>
          </p:nvSpPr>
          <p:spPr>
            <a:xfrm>
              <a:off x="5520530" y="24813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1"/>
            <p:cNvSpPr/>
            <p:nvPr/>
          </p:nvSpPr>
          <p:spPr>
            <a:xfrm>
              <a:off x="5432963" y="27828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2"/>
            <p:cNvSpPr/>
            <p:nvPr/>
          </p:nvSpPr>
          <p:spPr>
            <a:xfrm>
              <a:off x="5444395" y="22666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3"/>
            <p:cNvSpPr/>
            <p:nvPr/>
          </p:nvSpPr>
          <p:spPr>
            <a:xfrm>
              <a:off x="5435818" y="22082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4"/>
            <p:cNvSpPr/>
            <p:nvPr/>
          </p:nvSpPr>
          <p:spPr>
            <a:xfrm>
              <a:off x="5492609" y="26883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5"/>
            <p:cNvSpPr/>
            <p:nvPr/>
          </p:nvSpPr>
          <p:spPr>
            <a:xfrm>
              <a:off x="5561020" y="25858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6"/>
            <p:cNvSpPr/>
            <p:nvPr/>
          </p:nvSpPr>
          <p:spPr>
            <a:xfrm>
              <a:off x="5500332" y="25072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7"/>
            <p:cNvSpPr/>
            <p:nvPr/>
          </p:nvSpPr>
          <p:spPr>
            <a:xfrm>
              <a:off x="5398242" y="26546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8"/>
            <p:cNvSpPr/>
            <p:nvPr/>
          </p:nvSpPr>
          <p:spPr>
            <a:xfrm>
              <a:off x="5503049" y="24070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09"/>
            <p:cNvSpPr/>
            <p:nvPr/>
          </p:nvSpPr>
          <p:spPr>
            <a:xfrm>
              <a:off x="5503523" y="25975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0"/>
            <p:cNvSpPr/>
            <p:nvPr/>
          </p:nvSpPr>
          <p:spPr>
            <a:xfrm>
              <a:off x="5316182" y="22613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1"/>
            <p:cNvSpPr/>
            <p:nvPr/>
          </p:nvSpPr>
          <p:spPr>
            <a:xfrm>
              <a:off x="5428668" y="23483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5334246" y="27678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3"/>
            <p:cNvSpPr/>
            <p:nvPr/>
          </p:nvSpPr>
          <p:spPr>
            <a:xfrm>
              <a:off x="5603633" y="18042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4"/>
            <p:cNvSpPr/>
            <p:nvPr/>
          </p:nvSpPr>
          <p:spPr>
            <a:xfrm>
              <a:off x="5546570" y="22888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5"/>
            <p:cNvSpPr/>
            <p:nvPr/>
          </p:nvSpPr>
          <p:spPr>
            <a:xfrm>
              <a:off x="5541359" y="26443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6"/>
            <p:cNvSpPr/>
            <p:nvPr/>
          </p:nvSpPr>
          <p:spPr>
            <a:xfrm>
              <a:off x="5551364" y="19569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7"/>
            <p:cNvSpPr/>
            <p:nvPr/>
          </p:nvSpPr>
          <p:spPr>
            <a:xfrm>
              <a:off x="5604281" y="23484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8"/>
            <p:cNvSpPr/>
            <p:nvPr/>
          </p:nvSpPr>
          <p:spPr>
            <a:xfrm>
              <a:off x="5423622" y="25332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19"/>
            <p:cNvSpPr/>
            <p:nvPr/>
          </p:nvSpPr>
          <p:spPr>
            <a:xfrm>
              <a:off x="5801513" y="18879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0"/>
            <p:cNvSpPr/>
            <p:nvPr/>
          </p:nvSpPr>
          <p:spPr>
            <a:xfrm>
              <a:off x="5626172" y="22063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5587388" y="18621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2"/>
            <p:cNvSpPr/>
            <p:nvPr/>
          </p:nvSpPr>
          <p:spPr>
            <a:xfrm>
              <a:off x="5753104" y="21685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3"/>
            <p:cNvSpPr/>
            <p:nvPr/>
          </p:nvSpPr>
          <p:spPr>
            <a:xfrm>
              <a:off x="5456690" y="23146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4"/>
            <p:cNvSpPr/>
            <p:nvPr/>
          </p:nvSpPr>
          <p:spPr>
            <a:xfrm>
              <a:off x="5537854" y="25501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5"/>
            <p:cNvSpPr/>
            <p:nvPr/>
          </p:nvSpPr>
          <p:spPr>
            <a:xfrm>
              <a:off x="5864636" y="17846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6"/>
            <p:cNvSpPr/>
            <p:nvPr/>
          </p:nvSpPr>
          <p:spPr>
            <a:xfrm>
              <a:off x="5626557" y="25779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7"/>
            <p:cNvSpPr/>
            <p:nvPr/>
          </p:nvSpPr>
          <p:spPr>
            <a:xfrm>
              <a:off x="5614982" y="18286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8"/>
            <p:cNvSpPr/>
            <p:nvPr/>
          </p:nvSpPr>
          <p:spPr>
            <a:xfrm>
              <a:off x="5612629" y="21569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29"/>
            <p:cNvSpPr/>
            <p:nvPr/>
          </p:nvSpPr>
          <p:spPr>
            <a:xfrm>
              <a:off x="5456454" y="22696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0"/>
            <p:cNvSpPr/>
            <p:nvPr/>
          </p:nvSpPr>
          <p:spPr>
            <a:xfrm>
              <a:off x="6320549" y="23023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1"/>
            <p:cNvSpPr/>
            <p:nvPr/>
          </p:nvSpPr>
          <p:spPr>
            <a:xfrm>
              <a:off x="5928412" y="23862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2"/>
            <p:cNvSpPr/>
            <p:nvPr/>
          </p:nvSpPr>
          <p:spPr>
            <a:xfrm>
              <a:off x="5890534" y="26287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3"/>
            <p:cNvSpPr/>
            <p:nvPr/>
          </p:nvSpPr>
          <p:spPr>
            <a:xfrm>
              <a:off x="5924992" y="20229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4"/>
            <p:cNvSpPr/>
            <p:nvPr/>
          </p:nvSpPr>
          <p:spPr>
            <a:xfrm>
              <a:off x="6255272" y="22492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5"/>
            <p:cNvSpPr/>
            <p:nvPr/>
          </p:nvSpPr>
          <p:spPr>
            <a:xfrm>
              <a:off x="6229727" y="20481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6"/>
            <p:cNvSpPr/>
            <p:nvPr/>
          </p:nvSpPr>
          <p:spPr>
            <a:xfrm>
              <a:off x="5627727" y="27106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7"/>
            <p:cNvSpPr/>
            <p:nvPr/>
          </p:nvSpPr>
          <p:spPr>
            <a:xfrm>
              <a:off x="5509565" y="23999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8"/>
            <p:cNvSpPr/>
            <p:nvPr/>
          </p:nvSpPr>
          <p:spPr>
            <a:xfrm>
              <a:off x="5665645" y="24508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39"/>
            <p:cNvSpPr/>
            <p:nvPr/>
          </p:nvSpPr>
          <p:spPr>
            <a:xfrm>
              <a:off x="5521513" y="21219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0"/>
            <p:cNvSpPr/>
            <p:nvPr/>
          </p:nvSpPr>
          <p:spPr>
            <a:xfrm>
              <a:off x="5453774" y="22108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1"/>
            <p:cNvSpPr/>
            <p:nvPr/>
          </p:nvSpPr>
          <p:spPr>
            <a:xfrm>
              <a:off x="5505064" y="24328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2"/>
            <p:cNvSpPr/>
            <p:nvPr/>
          </p:nvSpPr>
          <p:spPr>
            <a:xfrm>
              <a:off x="5534322" y="24267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3"/>
            <p:cNvSpPr/>
            <p:nvPr/>
          </p:nvSpPr>
          <p:spPr>
            <a:xfrm>
              <a:off x="5681735" y="219581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4"/>
            <p:cNvSpPr/>
            <p:nvPr/>
          </p:nvSpPr>
          <p:spPr>
            <a:xfrm>
              <a:off x="5638563" y="26207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5"/>
            <p:cNvSpPr/>
            <p:nvPr/>
          </p:nvSpPr>
          <p:spPr>
            <a:xfrm>
              <a:off x="5560120" y="27424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6"/>
            <p:cNvSpPr/>
            <p:nvPr/>
          </p:nvSpPr>
          <p:spPr>
            <a:xfrm>
              <a:off x="5363206" y="33035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7"/>
            <p:cNvSpPr/>
            <p:nvPr/>
          </p:nvSpPr>
          <p:spPr>
            <a:xfrm>
              <a:off x="5459968" y="252861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8"/>
            <p:cNvSpPr/>
            <p:nvPr/>
          </p:nvSpPr>
          <p:spPr>
            <a:xfrm>
              <a:off x="5537250" y="26443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49"/>
            <p:cNvSpPr/>
            <p:nvPr/>
          </p:nvSpPr>
          <p:spPr>
            <a:xfrm>
              <a:off x="5648799" y="24344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0"/>
            <p:cNvSpPr/>
            <p:nvPr/>
          </p:nvSpPr>
          <p:spPr>
            <a:xfrm>
              <a:off x="5175275" y="21734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1"/>
            <p:cNvSpPr/>
            <p:nvPr/>
          </p:nvSpPr>
          <p:spPr>
            <a:xfrm>
              <a:off x="5663542" y="20298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2"/>
            <p:cNvSpPr/>
            <p:nvPr/>
          </p:nvSpPr>
          <p:spPr>
            <a:xfrm>
              <a:off x="5543709" y="26001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3"/>
            <p:cNvSpPr/>
            <p:nvPr/>
          </p:nvSpPr>
          <p:spPr>
            <a:xfrm>
              <a:off x="5548617" y="19693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4"/>
            <p:cNvSpPr/>
            <p:nvPr/>
          </p:nvSpPr>
          <p:spPr>
            <a:xfrm>
              <a:off x="5321821" y="22539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5"/>
            <p:cNvSpPr/>
            <p:nvPr/>
          </p:nvSpPr>
          <p:spPr>
            <a:xfrm>
              <a:off x="5538631" y="24272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6"/>
            <p:cNvSpPr/>
            <p:nvPr/>
          </p:nvSpPr>
          <p:spPr>
            <a:xfrm>
              <a:off x="5488467" y="207798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7"/>
            <p:cNvSpPr/>
            <p:nvPr/>
          </p:nvSpPr>
          <p:spPr>
            <a:xfrm>
              <a:off x="5518168" y="236861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8"/>
            <p:cNvSpPr/>
            <p:nvPr/>
          </p:nvSpPr>
          <p:spPr>
            <a:xfrm>
              <a:off x="5630609" y="20301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59"/>
            <p:cNvSpPr/>
            <p:nvPr/>
          </p:nvSpPr>
          <p:spPr>
            <a:xfrm>
              <a:off x="5557924" y="202351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0"/>
            <p:cNvSpPr/>
            <p:nvPr/>
          </p:nvSpPr>
          <p:spPr>
            <a:xfrm>
              <a:off x="5270836" y="28686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1"/>
            <p:cNvSpPr/>
            <p:nvPr/>
          </p:nvSpPr>
          <p:spPr>
            <a:xfrm>
              <a:off x="5574278" y="21917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2"/>
            <p:cNvSpPr/>
            <p:nvPr/>
          </p:nvSpPr>
          <p:spPr>
            <a:xfrm>
              <a:off x="5847131" y="15540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3"/>
            <p:cNvSpPr/>
            <p:nvPr/>
          </p:nvSpPr>
          <p:spPr>
            <a:xfrm>
              <a:off x="5534845" y="184310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4"/>
            <p:cNvSpPr/>
            <p:nvPr/>
          </p:nvSpPr>
          <p:spPr>
            <a:xfrm>
              <a:off x="5587926" y="207110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5"/>
            <p:cNvSpPr/>
            <p:nvPr/>
          </p:nvSpPr>
          <p:spPr>
            <a:xfrm>
              <a:off x="5659316" y="306590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6"/>
            <p:cNvSpPr/>
            <p:nvPr/>
          </p:nvSpPr>
          <p:spPr>
            <a:xfrm>
              <a:off x="5611182" y="22501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7"/>
            <p:cNvSpPr/>
            <p:nvPr/>
          </p:nvSpPr>
          <p:spPr>
            <a:xfrm>
              <a:off x="5373366" y="277231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8"/>
            <p:cNvSpPr/>
            <p:nvPr/>
          </p:nvSpPr>
          <p:spPr>
            <a:xfrm>
              <a:off x="5475116" y="21581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69"/>
            <p:cNvSpPr/>
            <p:nvPr/>
          </p:nvSpPr>
          <p:spPr>
            <a:xfrm>
              <a:off x="5557259" y="25115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0"/>
            <p:cNvSpPr/>
            <p:nvPr/>
          </p:nvSpPr>
          <p:spPr>
            <a:xfrm>
              <a:off x="5517160" y="263505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1"/>
            <p:cNvSpPr/>
            <p:nvPr/>
          </p:nvSpPr>
          <p:spPr>
            <a:xfrm>
              <a:off x="5567295" y="261076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2"/>
            <p:cNvSpPr/>
            <p:nvPr/>
          </p:nvSpPr>
          <p:spPr>
            <a:xfrm>
              <a:off x="5564013" y="27691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3"/>
            <p:cNvSpPr/>
            <p:nvPr/>
          </p:nvSpPr>
          <p:spPr>
            <a:xfrm>
              <a:off x="5471330" y="215836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4"/>
            <p:cNvSpPr/>
            <p:nvPr/>
          </p:nvSpPr>
          <p:spPr>
            <a:xfrm>
              <a:off x="5593481" y="255521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5"/>
            <p:cNvSpPr/>
            <p:nvPr/>
          </p:nvSpPr>
          <p:spPr>
            <a:xfrm>
              <a:off x="5667434" y="23149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6"/>
            <p:cNvSpPr/>
            <p:nvPr/>
          </p:nvSpPr>
          <p:spPr>
            <a:xfrm>
              <a:off x="5566640" y="255961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7"/>
            <p:cNvSpPr/>
            <p:nvPr/>
          </p:nvSpPr>
          <p:spPr>
            <a:xfrm>
              <a:off x="5563862" y="25349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8"/>
            <p:cNvSpPr/>
            <p:nvPr/>
          </p:nvSpPr>
          <p:spPr>
            <a:xfrm>
              <a:off x="5714914" y="25882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79"/>
            <p:cNvSpPr/>
            <p:nvPr/>
          </p:nvSpPr>
          <p:spPr>
            <a:xfrm>
              <a:off x="5464778" y="23115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0"/>
            <p:cNvSpPr/>
            <p:nvPr/>
          </p:nvSpPr>
          <p:spPr>
            <a:xfrm>
              <a:off x="5792210" y="19327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1"/>
            <p:cNvSpPr/>
            <p:nvPr/>
          </p:nvSpPr>
          <p:spPr>
            <a:xfrm>
              <a:off x="5577772" y="17845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2"/>
            <p:cNvSpPr/>
            <p:nvPr/>
          </p:nvSpPr>
          <p:spPr>
            <a:xfrm>
              <a:off x="5542154" y="184581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3"/>
            <p:cNvSpPr/>
            <p:nvPr/>
          </p:nvSpPr>
          <p:spPr>
            <a:xfrm>
              <a:off x="5843707" y="193552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4"/>
            <p:cNvSpPr/>
            <p:nvPr/>
          </p:nvSpPr>
          <p:spPr>
            <a:xfrm>
              <a:off x="5592858" y="21930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5"/>
            <p:cNvSpPr/>
            <p:nvPr/>
          </p:nvSpPr>
          <p:spPr>
            <a:xfrm>
              <a:off x="5440701" y="250560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6"/>
            <p:cNvSpPr/>
            <p:nvPr/>
          </p:nvSpPr>
          <p:spPr>
            <a:xfrm>
              <a:off x="5434433" y="256039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7"/>
            <p:cNvSpPr/>
            <p:nvPr/>
          </p:nvSpPr>
          <p:spPr>
            <a:xfrm>
              <a:off x="5563005" y="246738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8"/>
            <p:cNvSpPr/>
            <p:nvPr/>
          </p:nvSpPr>
          <p:spPr>
            <a:xfrm>
              <a:off x="5358641" y="24387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89"/>
            <p:cNvSpPr/>
            <p:nvPr/>
          </p:nvSpPr>
          <p:spPr>
            <a:xfrm>
              <a:off x="5533205" y="222446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0"/>
            <p:cNvSpPr/>
            <p:nvPr/>
          </p:nvSpPr>
          <p:spPr>
            <a:xfrm>
              <a:off x="5532550" y="22440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1"/>
            <p:cNvSpPr/>
            <p:nvPr/>
          </p:nvSpPr>
          <p:spPr>
            <a:xfrm>
              <a:off x="5440805" y="24736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2"/>
            <p:cNvSpPr/>
            <p:nvPr/>
          </p:nvSpPr>
          <p:spPr>
            <a:xfrm>
              <a:off x="5472836" y="24766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3"/>
            <p:cNvSpPr/>
            <p:nvPr/>
          </p:nvSpPr>
          <p:spPr>
            <a:xfrm>
              <a:off x="5510734" y="22796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4"/>
            <p:cNvSpPr/>
            <p:nvPr/>
          </p:nvSpPr>
          <p:spPr>
            <a:xfrm>
              <a:off x="5386932" y="23274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5"/>
            <p:cNvSpPr/>
            <p:nvPr/>
          </p:nvSpPr>
          <p:spPr>
            <a:xfrm>
              <a:off x="5475018" y="23460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6"/>
            <p:cNvSpPr/>
            <p:nvPr/>
          </p:nvSpPr>
          <p:spPr>
            <a:xfrm>
              <a:off x="5501399" y="23178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7"/>
            <p:cNvSpPr/>
            <p:nvPr/>
          </p:nvSpPr>
          <p:spPr>
            <a:xfrm>
              <a:off x="5585122" y="19360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8"/>
            <p:cNvSpPr/>
            <p:nvPr/>
          </p:nvSpPr>
          <p:spPr>
            <a:xfrm>
              <a:off x="5542003" y="22634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499"/>
            <p:cNvSpPr/>
            <p:nvPr/>
          </p:nvSpPr>
          <p:spPr>
            <a:xfrm>
              <a:off x="5530394" y="210925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0"/>
            <p:cNvSpPr/>
            <p:nvPr/>
          </p:nvSpPr>
          <p:spPr>
            <a:xfrm>
              <a:off x="5521011" y="22117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1"/>
            <p:cNvSpPr/>
            <p:nvPr/>
          </p:nvSpPr>
          <p:spPr>
            <a:xfrm>
              <a:off x="5526849" y="23519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2"/>
            <p:cNvSpPr/>
            <p:nvPr/>
          </p:nvSpPr>
          <p:spPr>
            <a:xfrm>
              <a:off x="5689108" y="21746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3"/>
            <p:cNvSpPr/>
            <p:nvPr/>
          </p:nvSpPr>
          <p:spPr>
            <a:xfrm>
              <a:off x="5556402" y="23839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4"/>
            <p:cNvSpPr/>
            <p:nvPr/>
          </p:nvSpPr>
          <p:spPr>
            <a:xfrm>
              <a:off x="5543969" y="187549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5"/>
            <p:cNvSpPr/>
            <p:nvPr/>
          </p:nvSpPr>
          <p:spPr>
            <a:xfrm>
              <a:off x="5520114" y="222382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6"/>
            <p:cNvSpPr/>
            <p:nvPr/>
          </p:nvSpPr>
          <p:spPr>
            <a:xfrm>
              <a:off x="5468673" y="20718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7"/>
            <p:cNvSpPr/>
            <p:nvPr/>
          </p:nvSpPr>
          <p:spPr>
            <a:xfrm>
              <a:off x="5528502" y="22470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8"/>
            <p:cNvSpPr/>
            <p:nvPr/>
          </p:nvSpPr>
          <p:spPr>
            <a:xfrm>
              <a:off x="5579538" y="24040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09"/>
            <p:cNvSpPr/>
            <p:nvPr/>
          </p:nvSpPr>
          <p:spPr>
            <a:xfrm>
              <a:off x="5575487" y="28293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0"/>
            <p:cNvSpPr/>
            <p:nvPr/>
          </p:nvSpPr>
          <p:spPr>
            <a:xfrm>
              <a:off x="5511704" y="198431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1"/>
            <p:cNvSpPr/>
            <p:nvPr/>
          </p:nvSpPr>
          <p:spPr>
            <a:xfrm>
              <a:off x="5536616" y="17883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2"/>
            <p:cNvSpPr/>
            <p:nvPr/>
          </p:nvSpPr>
          <p:spPr>
            <a:xfrm>
              <a:off x="5393866" y="21893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3"/>
            <p:cNvSpPr/>
            <p:nvPr/>
          </p:nvSpPr>
          <p:spPr>
            <a:xfrm>
              <a:off x="5427453" y="17646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4"/>
            <p:cNvSpPr/>
            <p:nvPr/>
          </p:nvSpPr>
          <p:spPr>
            <a:xfrm>
              <a:off x="5742682" y="220617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5"/>
            <p:cNvSpPr/>
            <p:nvPr/>
          </p:nvSpPr>
          <p:spPr>
            <a:xfrm>
              <a:off x="5473579" y="215556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6"/>
            <p:cNvSpPr/>
            <p:nvPr/>
          </p:nvSpPr>
          <p:spPr>
            <a:xfrm>
              <a:off x="5541977" y="249317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7"/>
            <p:cNvSpPr/>
            <p:nvPr/>
          </p:nvSpPr>
          <p:spPr>
            <a:xfrm>
              <a:off x="5562838" y="21184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8"/>
            <p:cNvSpPr/>
            <p:nvPr/>
          </p:nvSpPr>
          <p:spPr>
            <a:xfrm>
              <a:off x="5381529" y="231752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19"/>
            <p:cNvSpPr/>
            <p:nvPr/>
          </p:nvSpPr>
          <p:spPr>
            <a:xfrm>
              <a:off x="5613919" y="237273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0"/>
            <p:cNvSpPr/>
            <p:nvPr/>
          </p:nvSpPr>
          <p:spPr>
            <a:xfrm>
              <a:off x="5535200" y="220634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1"/>
            <p:cNvSpPr/>
            <p:nvPr/>
          </p:nvSpPr>
          <p:spPr>
            <a:xfrm>
              <a:off x="5582781" y="21817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2"/>
            <p:cNvSpPr/>
            <p:nvPr/>
          </p:nvSpPr>
          <p:spPr>
            <a:xfrm>
              <a:off x="5505727" y="240992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3"/>
            <p:cNvSpPr/>
            <p:nvPr/>
          </p:nvSpPr>
          <p:spPr>
            <a:xfrm>
              <a:off x="5496268" y="23188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4"/>
            <p:cNvSpPr/>
            <p:nvPr/>
          </p:nvSpPr>
          <p:spPr>
            <a:xfrm>
              <a:off x="5365223" y="242218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5"/>
            <p:cNvSpPr/>
            <p:nvPr/>
          </p:nvSpPr>
          <p:spPr>
            <a:xfrm>
              <a:off x="5602583" y="228678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6"/>
            <p:cNvSpPr/>
            <p:nvPr/>
          </p:nvSpPr>
          <p:spPr>
            <a:xfrm>
              <a:off x="5567151" y="232962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7"/>
            <p:cNvSpPr/>
            <p:nvPr/>
          </p:nvSpPr>
          <p:spPr>
            <a:xfrm>
              <a:off x="5623702" y="189505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8"/>
            <p:cNvSpPr/>
            <p:nvPr/>
          </p:nvSpPr>
          <p:spPr>
            <a:xfrm>
              <a:off x="5525721" y="186535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29"/>
            <p:cNvSpPr/>
            <p:nvPr/>
          </p:nvSpPr>
          <p:spPr>
            <a:xfrm>
              <a:off x="5475008" y="180670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0"/>
            <p:cNvSpPr/>
            <p:nvPr/>
          </p:nvSpPr>
          <p:spPr>
            <a:xfrm>
              <a:off x="5223167" y="165017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1"/>
            <p:cNvSpPr/>
            <p:nvPr/>
          </p:nvSpPr>
          <p:spPr>
            <a:xfrm>
              <a:off x="5779036" y="185122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2"/>
            <p:cNvSpPr/>
            <p:nvPr/>
          </p:nvSpPr>
          <p:spPr>
            <a:xfrm>
              <a:off x="5649279" y="187353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3"/>
            <p:cNvSpPr/>
            <p:nvPr/>
          </p:nvSpPr>
          <p:spPr>
            <a:xfrm>
              <a:off x="5616060" y="185606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4"/>
            <p:cNvSpPr/>
            <p:nvPr/>
          </p:nvSpPr>
          <p:spPr>
            <a:xfrm>
              <a:off x="5657486" y="200190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5"/>
            <p:cNvSpPr/>
            <p:nvPr/>
          </p:nvSpPr>
          <p:spPr>
            <a:xfrm>
              <a:off x="5785733" y="27287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6"/>
            <p:cNvSpPr/>
            <p:nvPr/>
          </p:nvSpPr>
          <p:spPr>
            <a:xfrm>
              <a:off x="5670257" y="22390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7"/>
            <p:cNvSpPr/>
            <p:nvPr/>
          </p:nvSpPr>
          <p:spPr>
            <a:xfrm>
              <a:off x="5612498" y="23920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8"/>
            <p:cNvSpPr/>
            <p:nvPr/>
          </p:nvSpPr>
          <p:spPr>
            <a:xfrm>
              <a:off x="5666789" y="23631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39"/>
            <p:cNvSpPr/>
            <p:nvPr/>
          </p:nvSpPr>
          <p:spPr>
            <a:xfrm>
              <a:off x="5694505" y="24930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0"/>
            <p:cNvSpPr/>
            <p:nvPr/>
          </p:nvSpPr>
          <p:spPr>
            <a:xfrm>
              <a:off x="5671643" y="27554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1"/>
            <p:cNvSpPr/>
            <p:nvPr/>
          </p:nvSpPr>
          <p:spPr>
            <a:xfrm>
              <a:off x="5603960" y="23362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2"/>
            <p:cNvSpPr/>
            <p:nvPr/>
          </p:nvSpPr>
          <p:spPr>
            <a:xfrm>
              <a:off x="5608582" y="21902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3"/>
            <p:cNvSpPr/>
            <p:nvPr/>
          </p:nvSpPr>
          <p:spPr>
            <a:xfrm>
              <a:off x="5424568" y="21671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4"/>
            <p:cNvSpPr/>
            <p:nvPr/>
          </p:nvSpPr>
          <p:spPr>
            <a:xfrm>
              <a:off x="5665320" y="28150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5"/>
            <p:cNvSpPr/>
            <p:nvPr/>
          </p:nvSpPr>
          <p:spPr>
            <a:xfrm>
              <a:off x="5517463" y="23239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6"/>
            <p:cNvSpPr/>
            <p:nvPr/>
          </p:nvSpPr>
          <p:spPr>
            <a:xfrm>
              <a:off x="5710452" y="24022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7"/>
            <p:cNvSpPr/>
            <p:nvPr/>
          </p:nvSpPr>
          <p:spPr>
            <a:xfrm>
              <a:off x="5618537" y="22128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8"/>
            <p:cNvSpPr/>
            <p:nvPr/>
          </p:nvSpPr>
          <p:spPr>
            <a:xfrm>
              <a:off x="5495231" y="21979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49"/>
            <p:cNvSpPr/>
            <p:nvPr/>
          </p:nvSpPr>
          <p:spPr>
            <a:xfrm>
              <a:off x="5594885" y="24392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0"/>
            <p:cNvSpPr/>
            <p:nvPr/>
          </p:nvSpPr>
          <p:spPr>
            <a:xfrm>
              <a:off x="5656220" y="28341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1"/>
            <p:cNvSpPr/>
            <p:nvPr/>
          </p:nvSpPr>
          <p:spPr>
            <a:xfrm>
              <a:off x="5471391" y="26118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2"/>
            <p:cNvSpPr/>
            <p:nvPr/>
          </p:nvSpPr>
          <p:spPr>
            <a:xfrm>
              <a:off x="5517837" y="21443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3"/>
            <p:cNvSpPr/>
            <p:nvPr/>
          </p:nvSpPr>
          <p:spPr>
            <a:xfrm>
              <a:off x="5729803" y="19492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4"/>
            <p:cNvSpPr/>
            <p:nvPr/>
          </p:nvSpPr>
          <p:spPr>
            <a:xfrm>
              <a:off x="5514781" y="23949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5"/>
            <p:cNvSpPr/>
            <p:nvPr/>
          </p:nvSpPr>
          <p:spPr>
            <a:xfrm>
              <a:off x="5646068" y="23422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6"/>
            <p:cNvSpPr/>
            <p:nvPr/>
          </p:nvSpPr>
          <p:spPr>
            <a:xfrm>
              <a:off x="5594061" y="23306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7"/>
            <p:cNvSpPr/>
            <p:nvPr/>
          </p:nvSpPr>
          <p:spPr>
            <a:xfrm>
              <a:off x="5469761" y="21183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8"/>
            <p:cNvSpPr/>
            <p:nvPr/>
          </p:nvSpPr>
          <p:spPr>
            <a:xfrm>
              <a:off x="5859791" y="20108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59"/>
            <p:cNvSpPr/>
            <p:nvPr/>
          </p:nvSpPr>
          <p:spPr>
            <a:xfrm>
              <a:off x="5713121" y="22489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0"/>
            <p:cNvSpPr/>
            <p:nvPr/>
          </p:nvSpPr>
          <p:spPr>
            <a:xfrm>
              <a:off x="5740488" y="21133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1"/>
            <p:cNvSpPr/>
            <p:nvPr/>
          </p:nvSpPr>
          <p:spPr>
            <a:xfrm>
              <a:off x="5691974" y="20808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2"/>
            <p:cNvSpPr/>
            <p:nvPr/>
          </p:nvSpPr>
          <p:spPr>
            <a:xfrm>
              <a:off x="5684605" y="22890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3"/>
            <p:cNvSpPr/>
            <p:nvPr/>
          </p:nvSpPr>
          <p:spPr>
            <a:xfrm>
              <a:off x="5606222" y="21723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4"/>
            <p:cNvSpPr/>
            <p:nvPr/>
          </p:nvSpPr>
          <p:spPr>
            <a:xfrm>
              <a:off x="5617498" y="22976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5"/>
            <p:cNvSpPr/>
            <p:nvPr/>
          </p:nvSpPr>
          <p:spPr>
            <a:xfrm>
              <a:off x="5467561" y="21983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6"/>
            <p:cNvSpPr/>
            <p:nvPr/>
          </p:nvSpPr>
          <p:spPr>
            <a:xfrm>
              <a:off x="5511075" y="26619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7"/>
            <p:cNvSpPr/>
            <p:nvPr/>
          </p:nvSpPr>
          <p:spPr>
            <a:xfrm>
              <a:off x="5442114" y="22252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8"/>
            <p:cNvSpPr/>
            <p:nvPr/>
          </p:nvSpPr>
          <p:spPr>
            <a:xfrm>
              <a:off x="5506971" y="25292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69"/>
            <p:cNvSpPr/>
            <p:nvPr/>
          </p:nvSpPr>
          <p:spPr>
            <a:xfrm>
              <a:off x="5568787" y="23759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0"/>
            <p:cNvSpPr/>
            <p:nvPr/>
          </p:nvSpPr>
          <p:spPr>
            <a:xfrm>
              <a:off x="5522179" y="26197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1"/>
            <p:cNvSpPr/>
            <p:nvPr/>
          </p:nvSpPr>
          <p:spPr>
            <a:xfrm>
              <a:off x="5645510" y="20038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2"/>
            <p:cNvSpPr/>
            <p:nvPr/>
          </p:nvSpPr>
          <p:spPr>
            <a:xfrm>
              <a:off x="5556892" y="25973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3"/>
            <p:cNvSpPr/>
            <p:nvPr/>
          </p:nvSpPr>
          <p:spPr>
            <a:xfrm>
              <a:off x="5583026" y="26689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4"/>
            <p:cNvSpPr/>
            <p:nvPr/>
          </p:nvSpPr>
          <p:spPr>
            <a:xfrm>
              <a:off x="5512999" y="23472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5"/>
            <p:cNvSpPr/>
            <p:nvPr/>
          </p:nvSpPr>
          <p:spPr>
            <a:xfrm>
              <a:off x="5600350" y="20777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6"/>
            <p:cNvSpPr/>
            <p:nvPr/>
          </p:nvSpPr>
          <p:spPr>
            <a:xfrm>
              <a:off x="5421689" y="25677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7"/>
            <p:cNvSpPr/>
            <p:nvPr/>
          </p:nvSpPr>
          <p:spPr>
            <a:xfrm>
              <a:off x="5511963" y="26969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8"/>
            <p:cNvSpPr/>
            <p:nvPr/>
          </p:nvSpPr>
          <p:spPr>
            <a:xfrm>
              <a:off x="5372450" y="23977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79"/>
            <p:cNvSpPr/>
            <p:nvPr/>
          </p:nvSpPr>
          <p:spPr>
            <a:xfrm>
              <a:off x="5457389" y="24018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0"/>
            <p:cNvSpPr/>
            <p:nvPr/>
          </p:nvSpPr>
          <p:spPr>
            <a:xfrm>
              <a:off x="5706913" y="24746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1"/>
            <p:cNvSpPr/>
            <p:nvPr/>
          </p:nvSpPr>
          <p:spPr>
            <a:xfrm>
              <a:off x="5552629" y="23356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2"/>
            <p:cNvSpPr/>
            <p:nvPr/>
          </p:nvSpPr>
          <p:spPr>
            <a:xfrm>
              <a:off x="5521175" y="24460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3"/>
            <p:cNvSpPr/>
            <p:nvPr/>
          </p:nvSpPr>
          <p:spPr>
            <a:xfrm>
              <a:off x="5473197" y="24169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4"/>
            <p:cNvSpPr/>
            <p:nvPr/>
          </p:nvSpPr>
          <p:spPr>
            <a:xfrm>
              <a:off x="5485327" y="23626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5"/>
            <p:cNvSpPr/>
            <p:nvPr/>
          </p:nvSpPr>
          <p:spPr>
            <a:xfrm>
              <a:off x="5467311" y="21316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6"/>
            <p:cNvSpPr/>
            <p:nvPr/>
          </p:nvSpPr>
          <p:spPr>
            <a:xfrm>
              <a:off x="5553579" y="21559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7"/>
            <p:cNvSpPr/>
            <p:nvPr/>
          </p:nvSpPr>
          <p:spPr>
            <a:xfrm>
              <a:off x="5680954" y="25177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8"/>
            <p:cNvSpPr/>
            <p:nvPr/>
          </p:nvSpPr>
          <p:spPr>
            <a:xfrm>
              <a:off x="5575597" y="24344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89"/>
            <p:cNvSpPr/>
            <p:nvPr/>
          </p:nvSpPr>
          <p:spPr>
            <a:xfrm>
              <a:off x="5452281" y="24176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0"/>
            <p:cNvSpPr/>
            <p:nvPr/>
          </p:nvSpPr>
          <p:spPr>
            <a:xfrm>
              <a:off x="5462535" y="24025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1"/>
            <p:cNvSpPr/>
            <p:nvPr/>
          </p:nvSpPr>
          <p:spPr>
            <a:xfrm>
              <a:off x="5606382" y="22021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2"/>
            <p:cNvSpPr/>
            <p:nvPr/>
          </p:nvSpPr>
          <p:spPr>
            <a:xfrm>
              <a:off x="5791803" y="31135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3"/>
            <p:cNvSpPr/>
            <p:nvPr/>
          </p:nvSpPr>
          <p:spPr>
            <a:xfrm>
              <a:off x="5529118" y="22477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4"/>
            <p:cNvSpPr/>
            <p:nvPr/>
          </p:nvSpPr>
          <p:spPr>
            <a:xfrm>
              <a:off x="5426020" y="21987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5"/>
            <p:cNvSpPr/>
            <p:nvPr/>
          </p:nvSpPr>
          <p:spPr>
            <a:xfrm>
              <a:off x="5546984" y="23337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6"/>
            <p:cNvSpPr/>
            <p:nvPr/>
          </p:nvSpPr>
          <p:spPr>
            <a:xfrm>
              <a:off x="5551044" y="23629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7"/>
            <p:cNvSpPr/>
            <p:nvPr/>
          </p:nvSpPr>
          <p:spPr>
            <a:xfrm>
              <a:off x="5652557" y="21236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8"/>
            <p:cNvSpPr/>
            <p:nvPr/>
          </p:nvSpPr>
          <p:spPr>
            <a:xfrm>
              <a:off x="5621189" y="22932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599"/>
            <p:cNvSpPr/>
            <p:nvPr/>
          </p:nvSpPr>
          <p:spPr>
            <a:xfrm>
              <a:off x="5656646" y="25761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0"/>
            <p:cNvSpPr/>
            <p:nvPr/>
          </p:nvSpPr>
          <p:spPr>
            <a:xfrm>
              <a:off x="5574617" y="21729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1"/>
            <p:cNvSpPr/>
            <p:nvPr/>
          </p:nvSpPr>
          <p:spPr>
            <a:xfrm>
              <a:off x="5577503" y="20049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2"/>
            <p:cNvSpPr/>
            <p:nvPr/>
          </p:nvSpPr>
          <p:spPr>
            <a:xfrm>
              <a:off x="5524470" y="21563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3"/>
            <p:cNvSpPr/>
            <p:nvPr/>
          </p:nvSpPr>
          <p:spPr>
            <a:xfrm>
              <a:off x="5644056" y="23733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4"/>
            <p:cNvSpPr/>
            <p:nvPr/>
          </p:nvSpPr>
          <p:spPr>
            <a:xfrm>
              <a:off x="5592218" y="25696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5"/>
            <p:cNvSpPr/>
            <p:nvPr/>
          </p:nvSpPr>
          <p:spPr>
            <a:xfrm>
              <a:off x="5706946" y="26526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6"/>
            <p:cNvSpPr/>
            <p:nvPr/>
          </p:nvSpPr>
          <p:spPr>
            <a:xfrm>
              <a:off x="5484870" y="20380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7"/>
            <p:cNvSpPr/>
            <p:nvPr/>
          </p:nvSpPr>
          <p:spPr>
            <a:xfrm>
              <a:off x="5530975" y="20614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8"/>
            <p:cNvSpPr/>
            <p:nvPr/>
          </p:nvSpPr>
          <p:spPr>
            <a:xfrm>
              <a:off x="5530845" y="23054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09"/>
            <p:cNvSpPr/>
            <p:nvPr/>
          </p:nvSpPr>
          <p:spPr>
            <a:xfrm>
              <a:off x="5552587" y="23636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0"/>
            <p:cNvSpPr/>
            <p:nvPr/>
          </p:nvSpPr>
          <p:spPr>
            <a:xfrm>
              <a:off x="5681501" y="24032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1"/>
            <p:cNvSpPr/>
            <p:nvPr/>
          </p:nvSpPr>
          <p:spPr>
            <a:xfrm>
              <a:off x="5539324" y="25205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2"/>
            <p:cNvSpPr/>
            <p:nvPr/>
          </p:nvSpPr>
          <p:spPr>
            <a:xfrm>
              <a:off x="4989125" y="19656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3"/>
            <p:cNvSpPr/>
            <p:nvPr/>
          </p:nvSpPr>
          <p:spPr>
            <a:xfrm>
              <a:off x="5544920" y="25704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4"/>
            <p:cNvSpPr/>
            <p:nvPr/>
          </p:nvSpPr>
          <p:spPr>
            <a:xfrm>
              <a:off x="5710049" y="21949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5"/>
            <p:cNvSpPr/>
            <p:nvPr/>
          </p:nvSpPr>
          <p:spPr>
            <a:xfrm>
              <a:off x="5616409" y="23977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6"/>
            <p:cNvSpPr/>
            <p:nvPr/>
          </p:nvSpPr>
          <p:spPr>
            <a:xfrm>
              <a:off x="5574723" y="25301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7"/>
            <p:cNvSpPr/>
            <p:nvPr/>
          </p:nvSpPr>
          <p:spPr>
            <a:xfrm>
              <a:off x="5610618" y="28283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8"/>
            <p:cNvSpPr/>
            <p:nvPr/>
          </p:nvSpPr>
          <p:spPr>
            <a:xfrm>
              <a:off x="5571557" y="26546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19"/>
            <p:cNvSpPr/>
            <p:nvPr/>
          </p:nvSpPr>
          <p:spPr>
            <a:xfrm>
              <a:off x="5642170" y="23895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0"/>
            <p:cNvSpPr/>
            <p:nvPr/>
          </p:nvSpPr>
          <p:spPr>
            <a:xfrm>
              <a:off x="5653541" y="22005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1"/>
            <p:cNvSpPr/>
            <p:nvPr/>
          </p:nvSpPr>
          <p:spPr>
            <a:xfrm>
              <a:off x="5609513" y="23326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2"/>
            <p:cNvSpPr/>
            <p:nvPr/>
          </p:nvSpPr>
          <p:spPr>
            <a:xfrm>
              <a:off x="5477347" y="21019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3"/>
            <p:cNvSpPr/>
            <p:nvPr/>
          </p:nvSpPr>
          <p:spPr>
            <a:xfrm>
              <a:off x="5537740" y="26233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4"/>
            <p:cNvSpPr/>
            <p:nvPr/>
          </p:nvSpPr>
          <p:spPr>
            <a:xfrm>
              <a:off x="5460094" y="21630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5"/>
            <p:cNvSpPr/>
            <p:nvPr/>
          </p:nvSpPr>
          <p:spPr>
            <a:xfrm>
              <a:off x="4959192" y="22067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6"/>
            <p:cNvSpPr/>
            <p:nvPr/>
          </p:nvSpPr>
          <p:spPr>
            <a:xfrm>
              <a:off x="5616415" y="21781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7"/>
            <p:cNvSpPr/>
            <p:nvPr/>
          </p:nvSpPr>
          <p:spPr>
            <a:xfrm>
              <a:off x="5707110" y="21621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8"/>
            <p:cNvSpPr/>
            <p:nvPr/>
          </p:nvSpPr>
          <p:spPr>
            <a:xfrm>
              <a:off x="5246302" y="23397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29"/>
            <p:cNvSpPr/>
            <p:nvPr/>
          </p:nvSpPr>
          <p:spPr>
            <a:xfrm>
              <a:off x="5730900" y="18950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0"/>
            <p:cNvSpPr/>
            <p:nvPr/>
          </p:nvSpPr>
          <p:spPr>
            <a:xfrm>
              <a:off x="5805756" y="13016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1"/>
            <p:cNvSpPr/>
            <p:nvPr/>
          </p:nvSpPr>
          <p:spPr>
            <a:xfrm>
              <a:off x="5593682" y="22694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2"/>
            <p:cNvSpPr/>
            <p:nvPr/>
          </p:nvSpPr>
          <p:spPr>
            <a:xfrm>
              <a:off x="5480388" y="20042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3"/>
            <p:cNvSpPr/>
            <p:nvPr/>
          </p:nvSpPr>
          <p:spPr>
            <a:xfrm>
              <a:off x="5700177" y="21120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4"/>
            <p:cNvSpPr/>
            <p:nvPr/>
          </p:nvSpPr>
          <p:spPr>
            <a:xfrm>
              <a:off x="5510658" y="19029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5"/>
            <p:cNvSpPr/>
            <p:nvPr/>
          </p:nvSpPr>
          <p:spPr>
            <a:xfrm>
              <a:off x="5174831" y="19222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6"/>
            <p:cNvSpPr/>
            <p:nvPr/>
          </p:nvSpPr>
          <p:spPr>
            <a:xfrm>
              <a:off x="5397616" y="20363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7"/>
            <p:cNvSpPr/>
            <p:nvPr/>
          </p:nvSpPr>
          <p:spPr>
            <a:xfrm>
              <a:off x="4954132" y="21060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8"/>
            <p:cNvSpPr/>
            <p:nvPr/>
          </p:nvSpPr>
          <p:spPr>
            <a:xfrm>
              <a:off x="4968411" y="22293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39"/>
            <p:cNvSpPr/>
            <p:nvPr/>
          </p:nvSpPr>
          <p:spPr>
            <a:xfrm>
              <a:off x="5522372" y="24615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0"/>
            <p:cNvSpPr/>
            <p:nvPr/>
          </p:nvSpPr>
          <p:spPr>
            <a:xfrm>
              <a:off x="5519208" y="18697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1"/>
            <p:cNvSpPr/>
            <p:nvPr/>
          </p:nvSpPr>
          <p:spPr>
            <a:xfrm>
              <a:off x="5651112" y="15319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2"/>
            <p:cNvSpPr/>
            <p:nvPr/>
          </p:nvSpPr>
          <p:spPr>
            <a:xfrm>
              <a:off x="5559165" y="19402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3"/>
            <p:cNvSpPr/>
            <p:nvPr/>
          </p:nvSpPr>
          <p:spPr>
            <a:xfrm>
              <a:off x="5633628" y="20317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4"/>
            <p:cNvSpPr/>
            <p:nvPr/>
          </p:nvSpPr>
          <p:spPr>
            <a:xfrm>
              <a:off x="5654795" y="17724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5"/>
            <p:cNvSpPr/>
            <p:nvPr/>
          </p:nvSpPr>
          <p:spPr>
            <a:xfrm>
              <a:off x="5696729" y="23357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6"/>
            <p:cNvSpPr/>
            <p:nvPr/>
          </p:nvSpPr>
          <p:spPr>
            <a:xfrm>
              <a:off x="5559961" y="20113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7"/>
            <p:cNvSpPr/>
            <p:nvPr/>
          </p:nvSpPr>
          <p:spPr>
            <a:xfrm>
              <a:off x="5720292" y="21501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8"/>
            <p:cNvSpPr/>
            <p:nvPr/>
          </p:nvSpPr>
          <p:spPr>
            <a:xfrm>
              <a:off x="5422116" y="20666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49"/>
            <p:cNvSpPr/>
            <p:nvPr/>
          </p:nvSpPr>
          <p:spPr>
            <a:xfrm>
              <a:off x="5511669" y="20913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0"/>
            <p:cNvSpPr/>
            <p:nvPr/>
          </p:nvSpPr>
          <p:spPr>
            <a:xfrm>
              <a:off x="5489077" y="19821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1"/>
            <p:cNvSpPr/>
            <p:nvPr/>
          </p:nvSpPr>
          <p:spPr>
            <a:xfrm>
              <a:off x="5606997" y="23294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2"/>
            <p:cNvSpPr/>
            <p:nvPr/>
          </p:nvSpPr>
          <p:spPr>
            <a:xfrm>
              <a:off x="5313242" y="23153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3"/>
            <p:cNvSpPr/>
            <p:nvPr/>
          </p:nvSpPr>
          <p:spPr>
            <a:xfrm>
              <a:off x="5645448" y="20488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4"/>
            <p:cNvSpPr/>
            <p:nvPr/>
          </p:nvSpPr>
          <p:spPr>
            <a:xfrm>
              <a:off x="5980474" y="20104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5"/>
            <p:cNvSpPr/>
            <p:nvPr/>
          </p:nvSpPr>
          <p:spPr>
            <a:xfrm>
              <a:off x="5830302" y="20111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6"/>
            <p:cNvSpPr/>
            <p:nvPr/>
          </p:nvSpPr>
          <p:spPr>
            <a:xfrm>
              <a:off x="6388217" y="20663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7"/>
            <p:cNvSpPr/>
            <p:nvPr/>
          </p:nvSpPr>
          <p:spPr>
            <a:xfrm>
              <a:off x="5302202" y="20605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8"/>
            <p:cNvSpPr/>
            <p:nvPr/>
          </p:nvSpPr>
          <p:spPr>
            <a:xfrm>
              <a:off x="5320027" y="22438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59"/>
            <p:cNvSpPr/>
            <p:nvPr/>
          </p:nvSpPr>
          <p:spPr>
            <a:xfrm>
              <a:off x="5259546" y="18598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0"/>
            <p:cNvSpPr/>
            <p:nvPr/>
          </p:nvSpPr>
          <p:spPr>
            <a:xfrm>
              <a:off x="5340473" y="20310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1"/>
            <p:cNvSpPr/>
            <p:nvPr/>
          </p:nvSpPr>
          <p:spPr>
            <a:xfrm>
              <a:off x="5587312" y="24695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2"/>
            <p:cNvSpPr/>
            <p:nvPr/>
          </p:nvSpPr>
          <p:spPr>
            <a:xfrm>
              <a:off x="5129871" y="21057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3"/>
            <p:cNvSpPr/>
            <p:nvPr/>
          </p:nvSpPr>
          <p:spPr>
            <a:xfrm>
              <a:off x="5159873" y="22783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4"/>
            <p:cNvSpPr/>
            <p:nvPr/>
          </p:nvSpPr>
          <p:spPr>
            <a:xfrm>
              <a:off x="5379724" y="19673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5"/>
            <p:cNvSpPr/>
            <p:nvPr/>
          </p:nvSpPr>
          <p:spPr>
            <a:xfrm>
              <a:off x="4917540" y="34055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6"/>
            <p:cNvSpPr/>
            <p:nvPr/>
          </p:nvSpPr>
          <p:spPr>
            <a:xfrm>
              <a:off x="5264389" y="21646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7"/>
            <p:cNvSpPr/>
            <p:nvPr/>
          </p:nvSpPr>
          <p:spPr>
            <a:xfrm>
              <a:off x="5417444" y="19114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8"/>
            <p:cNvSpPr/>
            <p:nvPr/>
          </p:nvSpPr>
          <p:spPr>
            <a:xfrm>
              <a:off x="5324182" y="18441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69"/>
            <p:cNvSpPr/>
            <p:nvPr/>
          </p:nvSpPr>
          <p:spPr>
            <a:xfrm>
              <a:off x="5702986" y="18829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0"/>
            <p:cNvSpPr/>
            <p:nvPr/>
          </p:nvSpPr>
          <p:spPr>
            <a:xfrm>
              <a:off x="5348073" y="18990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1"/>
            <p:cNvSpPr/>
            <p:nvPr/>
          </p:nvSpPr>
          <p:spPr>
            <a:xfrm>
              <a:off x="5426308" y="19077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2"/>
            <p:cNvSpPr/>
            <p:nvPr/>
          </p:nvSpPr>
          <p:spPr>
            <a:xfrm>
              <a:off x="5321866" y="19619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3"/>
            <p:cNvSpPr/>
            <p:nvPr/>
          </p:nvSpPr>
          <p:spPr>
            <a:xfrm>
              <a:off x="5499024" y="17516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4"/>
            <p:cNvSpPr/>
            <p:nvPr/>
          </p:nvSpPr>
          <p:spPr>
            <a:xfrm>
              <a:off x="5179709" y="20053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5"/>
            <p:cNvSpPr/>
            <p:nvPr/>
          </p:nvSpPr>
          <p:spPr>
            <a:xfrm>
              <a:off x="5303447" y="16808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6"/>
            <p:cNvSpPr/>
            <p:nvPr/>
          </p:nvSpPr>
          <p:spPr>
            <a:xfrm>
              <a:off x="5323311" y="18657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7"/>
            <p:cNvSpPr/>
            <p:nvPr/>
          </p:nvSpPr>
          <p:spPr>
            <a:xfrm>
              <a:off x="5352897" y="21502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8"/>
            <p:cNvSpPr/>
            <p:nvPr/>
          </p:nvSpPr>
          <p:spPr>
            <a:xfrm>
              <a:off x="5190393" y="18049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79"/>
            <p:cNvSpPr/>
            <p:nvPr/>
          </p:nvSpPr>
          <p:spPr>
            <a:xfrm>
              <a:off x="5221276" y="18642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0"/>
            <p:cNvSpPr/>
            <p:nvPr/>
          </p:nvSpPr>
          <p:spPr>
            <a:xfrm>
              <a:off x="5440908" y="18185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1"/>
            <p:cNvSpPr/>
            <p:nvPr/>
          </p:nvSpPr>
          <p:spPr>
            <a:xfrm>
              <a:off x="5429860" y="21782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2"/>
            <p:cNvSpPr/>
            <p:nvPr/>
          </p:nvSpPr>
          <p:spPr>
            <a:xfrm>
              <a:off x="5307507" y="20773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3"/>
            <p:cNvSpPr/>
            <p:nvPr/>
          </p:nvSpPr>
          <p:spPr>
            <a:xfrm>
              <a:off x="5480332" y="18886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4"/>
            <p:cNvSpPr/>
            <p:nvPr/>
          </p:nvSpPr>
          <p:spPr>
            <a:xfrm>
              <a:off x="5371459" y="18953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5"/>
            <p:cNvSpPr/>
            <p:nvPr/>
          </p:nvSpPr>
          <p:spPr>
            <a:xfrm>
              <a:off x="5431006" y="21052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6"/>
            <p:cNvSpPr/>
            <p:nvPr/>
          </p:nvSpPr>
          <p:spPr>
            <a:xfrm>
              <a:off x="5029474" y="18615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7"/>
            <p:cNvSpPr/>
            <p:nvPr/>
          </p:nvSpPr>
          <p:spPr>
            <a:xfrm>
              <a:off x="5587153" y="20375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8"/>
            <p:cNvSpPr/>
            <p:nvPr/>
          </p:nvSpPr>
          <p:spPr>
            <a:xfrm>
              <a:off x="5782390" y="19761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89"/>
            <p:cNvSpPr/>
            <p:nvPr/>
          </p:nvSpPr>
          <p:spPr>
            <a:xfrm>
              <a:off x="5642640" y="20253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0"/>
            <p:cNvSpPr/>
            <p:nvPr/>
          </p:nvSpPr>
          <p:spPr>
            <a:xfrm>
              <a:off x="5735267" y="20342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1"/>
            <p:cNvSpPr/>
            <p:nvPr/>
          </p:nvSpPr>
          <p:spPr>
            <a:xfrm>
              <a:off x="5659184" y="17209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2"/>
            <p:cNvSpPr/>
            <p:nvPr/>
          </p:nvSpPr>
          <p:spPr>
            <a:xfrm>
              <a:off x="5721649" y="20672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3"/>
            <p:cNvSpPr/>
            <p:nvPr/>
          </p:nvSpPr>
          <p:spPr>
            <a:xfrm>
              <a:off x="5748892" y="19019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4"/>
            <p:cNvSpPr/>
            <p:nvPr/>
          </p:nvSpPr>
          <p:spPr>
            <a:xfrm>
              <a:off x="5459283" y="17323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5"/>
            <p:cNvSpPr/>
            <p:nvPr/>
          </p:nvSpPr>
          <p:spPr>
            <a:xfrm>
              <a:off x="5183878" y="22008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6"/>
            <p:cNvSpPr/>
            <p:nvPr/>
          </p:nvSpPr>
          <p:spPr>
            <a:xfrm>
              <a:off x="5707116" y="16921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7"/>
            <p:cNvSpPr/>
            <p:nvPr/>
          </p:nvSpPr>
          <p:spPr>
            <a:xfrm>
              <a:off x="5652534" y="18445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8"/>
            <p:cNvSpPr/>
            <p:nvPr/>
          </p:nvSpPr>
          <p:spPr>
            <a:xfrm>
              <a:off x="5715279" y="21213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699"/>
            <p:cNvSpPr/>
            <p:nvPr/>
          </p:nvSpPr>
          <p:spPr>
            <a:xfrm>
              <a:off x="5599812" y="17498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0"/>
            <p:cNvSpPr/>
            <p:nvPr/>
          </p:nvSpPr>
          <p:spPr>
            <a:xfrm>
              <a:off x="5655384" y="15997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1"/>
            <p:cNvSpPr/>
            <p:nvPr/>
          </p:nvSpPr>
          <p:spPr>
            <a:xfrm>
              <a:off x="5474726" y="20358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2"/>
            <p:cNvSpPr/>
            <p:nvPr/>
          </p:nvSpPr>
          <p:spPr>
            <a:xfrm>
              <a:off x="5239584" y="20668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3"/>
            <p:cNvSpPr/>
            <p:nvPr/>
          </p:nvSpPr>
          <p:spPr>
            <a:xfrm>
              <a:off x="5189833" y="21362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4"/>
            <p:cNvSpPr/>
            <p:nvPr/>
          </p:nvSpPr>
          <p:spPr>
            <a:xfrm>
              <a:off x="5531596" y="26266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5"/>
            <p:cNvSpPr/>
            <p:nvPr/>
          </p:nvSpPr>
          <p:spPr>
            <a:xfrm>
              <a:off x="5553875" y="24344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6"/>
            <p:cNvSpPr/>
            <p:nvPr/>
          </p:nvSpPr>
          <p:spPr>
            <a:xfrm>
              <a:off x="5625901" y="33110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7"/>
            <p:cNvSpPr/>
            <p:nvPr/>
          </p:nvSpPr>
          <p:spPr>
            <a:xfrm>
              <a:off x="5766961" y="24264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8"/>
            <p:cNvSpPr/>
            <p:nvPr/>
          </p:nvSpPr>
          <p:spPr>
            <a:xfrm>
              <a:off x="5630077" y="26596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09"/>
            <p:cNvSpPr/>
            <p:nvPr/>
          </p:nvSpPr>
          <p:spPr>
            <a:xfrm>
              <a:off x="6097642" y="23652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0"/>
            <p:cNvSpPr/>
            <p:nvPr/>
          </p:nvSpPr>
          <p:spPr>
            <a:xfrm>
              <a:off x="5178735" y="22529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1"/>
            <p:cNvSpPr/>
            <p:nvPr/>
          </p:nvSpPr>
          <p:spPr>
            <a:xfrm>
              <a:off x="5283701" y="21468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2"/>
            <p:cNvSpPr/>
            <p:nvPr/>
          </p:nvSpPr>
          <p:spPr>
            <a:xfrm>
              <a:off x="5222119" y="21860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3"/>
            <p:cNvSpPr/>
            <p:nvPr/>
          </p:nvSpPr>
          <p:spPr>
            <a:xfrm>
              <a:off x="5008020" y="23339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4"/>
            <p:cNvSpPr/>
            <p:nvPr/>
          </p:nvSpPr>
          <p:spPr>
            <a:xfrm>
              <a:off x="5444308" y="17916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5"/>
            <p:cNvSpPr/>
            <p:nvPr/>
          </p:nvSpPr>
          <p:spPr>
            <a:xfrm>
              <a:off x="5313168" y="22984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6"/>
            <p:cNvSpPr/>
            <p:nvPr/>
          </p:nvSpPr>
          <p:spPr>
            <a:xfrm>
              <a:off x="5264603" y="18224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7"/>
            <p:cNvSpPr/>
            <p:nvPr/>
          </p:nvSpPr>
          <p:spPr>
            <a:xfrm>
              <a:off x="5182445" y="22028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8"/>
            <p:cNvSpPr/>
            <p:nvPr/>
          </p:nvSpPr>
          <p:spPr>
            <a:xfrm>
              <a:off x="5525305" y="23010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19"/>
            <p:cNvSpPr/>
            <p:nvPr/>
          </p:nvSpPr>
          <p:spPr>
            <a:xfrm>
              <a:off x="5612287" y="22328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0"/>
            <p:cNvSpPr/>
            <p:nvPr/>
          </p:nvSpPr>
          <p:spPr>
            <a:xfrm>
              <a:off x="5597231" y="28194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1"/>
            <p:cNvSpPr/>
            <p:nvPr/>
          </p:nvSpPr>
          <p:spPr>
            <a:xfrm>
              <a:off x="5421052" y="22572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2"/>
            <p:cNvSpPr/>
            <p:nvPr/>
          </p:nvSpPr>
          <p:spPr>
            <a:xfrm>
              <a:off x="5287141" y="21813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3"/>
            <p:cNvSpPr/>
            <p:nvPr/>
          </p:nvSpPr>
          <p:spPr>
            <a:xfrm>
              <a:off x="5097323" y="23153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4"/>
            <p:cNvSpPr/>
            <p:nvPr/>
          </p:nvSpPr>
          <p:spPr>
            <a:xfrm>
              <a:off x="4943734" y="19656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5"/>
            <p:cNvSpPr/>
            <p:nvPr/>
          </p:nvSpPr>
          <p:spPr>
            <a:xfrm>
              <a:off x="5094916" y="21880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6"/>
            <p:cNvSpPr/>
            <p:nvPr/>
          </p:nvSpPr>
          <p:spPr>
            <a:xfrm>
              <a:off x="6201086" y="30697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7"/>
            <p:cNvSpPr/>
            <p:nvPr/>
          </p:nvSpPr>
          <p:spPr>
            <a:xfrm>
              <a:off x="5471317" y="23832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8"/>
            <p:cNvSpPr/>
            <p:nvPr/>
          </p:nvSpPr>
          <p:spPr>
            <a:xfrm>
              <a:off x="5769731" y="17152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29"/>
            <p:cNvSpPr/>
            <p:nvPr/>
          </p:nvSpPr>
          <p:spPr>
            <a:xfrm>
              <a:off x="5105515" y="19249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0"/>
            <p:cNvSpPr/>
            <p:nvPr/>
          </p:nvSpPr>
          <p:spPr>
            <a:xfrm>
              <a:off x="5690741" y="17623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1"/>
            <p:cNvSpPr/>
            <p:nvPr/>
          </p:nvSpPr>
          <p:spPr>
            <a:xfrm>
              <a:off x="5405022" y="25089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2"/>
            <p:cNvSpPr/>
            <p:nvPr/>
          </p:nvSpPr>
          <p:spPr>
            <a:xfrm>
              <a:off x="5551839" y="26338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3"/>
            <p:cNvSpPr/>
            <p:nvPr/>
          </p:nvSpPr>
          <p:spPr>
            <a:xfrm>
              <a:off x="5563683" y="28063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4"/>
            <p:cNvSpPr/>
            <p:nvPr/>
          </p:nvSpPr>
          <p:spPr>
            <a:xfrm>
              <a:off x="5580846" y="28371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5"/>
            <p:cNvSpPr/>
            <p:nvPr/>
          </p:nvSpPr>
          <p:spPr>
            <a:xfrm>
              <a:off x="5500769" y="25955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6"/>
            <p:cNvSpPr/>
            <p:nvPr/>
          </p:nvSpPr>
          <p:spPr>
            <a:xfrm>
              <a:off x="5598099" y="30162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7"/>
            <p:cNvSpPr/>
            <p:nvPr/>
          </p:nvSpPr>
          <p:spPr>
            <a:xfrm>
              <a:off x="5438052" y="25248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8"/>
            <p:cNvSpPr/>
            <p:nvPr/>
          </p:nvSpPr>
          <p:spPr>
            <a:xfrm>
              <a:off x="5462405" y="25078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39"/>
            <p:cNvSpPr/>
            <p:nvPr/>
          </p:nvSpPr>
          <p:spPr>
            <a:xfrm>
              <a:off x="5687444" y="25193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0"/>
            <p:cNvSpPr/>
            <p:nvPr/>
          </p:nvSpPr>
          <p:spPr>
            <a:xfrm>
              <a:off x="5599981" y="27707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1"/>
            <p:cNvSpPr/>
            <p:nvPr/>
          </p:nvSpPr>
          <p:spPr>
            <a:xfrm>
              <a:off x="5572095" y="23274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2"/>
            <p:cNvSpPr/>
            <p:nvPr/>
          </p:nvSpPr>
          <p:spPr>
            <a:xfrm>
              <a:off x="5590355" y="23605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3"/>
            <p:cNvSpPr/>
            <p:nvPr/>
          </p:nvSpPr>
          <p:spPr>
            <a:xfrm>
              <a:off x="5685775" y="22740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4"/>
            <p:cNvSpPr/>
            <p:nvPr/>
          </p:nvSpPr>
          <p:spPr>
            <a:xfrm>
              <a:off x="5558240" y="24014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5"/>
            <p:cNvSpPr/>
            <p:nvPr/>
          </p:nvSpPr>
          <p:spPr>
            <a:xfrm>
              <a:off x="5663492" y="20840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6"/>
            <p:cNvSpPr/>
            <p:nvPr/>
          </p:nvSpPr>
          <p:spPr>
            <a:xfrm>
              <a:off x="5144211" y="20649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7"/>
            <p:cNvSpPr/>
            <p:nvPr/>
          </p:nvSpPr>
          <p:spPr>
            <a:xfrm>
              <a:off x="5528803" y="28011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8"/>
            <p:cNvSpPr/>
            <p:nvPr/>
          </p:nvSpPr>
          <p:spPr>
            <a:xfrm>
              <a:off x="5562453" y="30321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49"/>
            <p:cNvSpPr/>
            <p:nvPr/>
          </p:nvSpPr>
          <p:spPr>
            <a:xfrm>
              <a:off x="5548446" y="31292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0"/>
            <p:cNvSpPr/>
            <p:nvPr/>
          </p:nvSpPr>
          <p:spPr>
            <a:xfrm>
              <a:off x="5470095" y="26471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1"/>
            <p:cNvSpPr/>
            <p:nvPr/>
          </p:nvSpPr>
          <p:spPr>
            <a:xfrm>
              <a:off x="5495797" y="19680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2"/>
            <p:cNvSpPr/>
            <p:nvPr/>
          </p:nvSpPr>
          <p:spPr>
            <a:xfrm>
              <a:off x="5582160" y="28271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3"/>
            <p:cNvSpPr/>
            <p:nvPr/>
          </p:nvSpPr>
          <p:spPr>
            <a:xfrm>
              <a:off x="5488372" y="31431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4"/>
            <p:cNvSpPr/>
            <p:nvPr/>
          </p:nvSpPr>
          <p:spPr>
            <a:xfrm>
              <a:off x="5916540" y="21603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5"/>
            <p:cNvSpPr/>
            <p:nvPr/>
          </p:nvSpPr>
          <p:spPr>
            <a:xfrm>
              <a:off x="5599883" y="21135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6"/>
            <p:cNvSpPr/>
            <p:nvPr/>
          </p:nvSpPr>
          <p:spPr>
            <a:xfrm>
              <a:off x="5515539" y="25593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7"/>
            <p:cNvSpPr/>
            <p:nvPr/>
          </p:nvSpPr>
          <p:spPr>
            <a:xfrm>
              <a:off x="5544404" y="23260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8"/>
            <p:cNvSpPr/>
            <p:nvPr/>
          </p:nvSpPr>
          <p:spPr>
            <a:xfrm>
              <a:off x="5541689" y="25922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59"/>
            <p:cNvSpPr/>
            <p:nvPr/>
          </p:nvSpPr>
          <p:spPr>
            <a:xfrm>
              <a:off x="5551226" y="23491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0"/>
            <p:cNvSpPr/>
            <p:nvPr/>
          </p:nvSpPr>
          <p:spPr>
            <a:xfrm>
              <a:off x="5385848" y="24829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1"/>
            <p:cNvSpPr/>
            <p:nvPr/>
          </p:nvSpPr>
          <p:spPr>
            <a:xfrm>
              <a:off x="5528692" y="24205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2"/>
            <p:cNvSpPr/>
            <p:nvPr/>
          </p:nvSpPr>
          <p:spPr>
            <a:xfrm>
              <a:off x="5420124" y="24663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3"/>
            <p:cNvSpPr/>
            <p:nvPr/>
          </p:nvSpPr>
          <p:spPr>
            <a:xfrm>
              <a:off x="5499427" y="22984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4"/>
            <p:cNvSpPr/>
            <p:nvPr/>
          </p:nvSpPr>
          <p:spPr>
            <a:xfrm>
              <a:off x="5571918" y="26120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5"/>
            <p:cNvSpPr/>
            <p:nvPr/>
          </p:nvSpPr>
          <p:spPr>
            <a:xfrm>
              <a:off x="5537797" y="26663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6"/>
            <p:cNvSpPr/>
            <p:nvPr/>
          </p:nvSpPr>
          <p:spPr>
            <a:xfrm>
              <a:off x="5474731" y="2323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7"/>
            <p:cNvSpPr/>
            <p:nvPr/>
          </p:nvSpPr>
          <p:spPr>
            <a:xfrm>
              <a:off x="5367408" y="24245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8"/>
            <p:cNvSpPr/>
            <p:nvPr/>
          </p:nvSpPr>
          <p:spPr>
            <a:xfrm>
              <a:off x="5602729" y="21876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69"/>
            <p:cNvSpPr/>
            <p:nvPr/>
          </p:nvSpPr>
          <p:spPr>
            <a:xfrm>
              <a:off x="5624750" y="23951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0"/>
            <p:cNvSpPr/>
            <p:nvPr/>
          </p:nvSpPr>
          <p:spPr>
            <a:xfrm>
              <a:off x="5520599" y="29918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1"/>
            <p:cNvSpPr/>
            <p:nvPr/>
          </p:nvSpPr>
          <p:spPr>
            <a:xfrm>
              <a:off x="5448101" y="24936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2"/>
            <p:cNvSpPr/>
            <p:nvPr/>
          </p:nvSpPr>
          <p:spPr>
            <a:xfrm>
              <a:off x="5388427" y="27071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3"/>
            <p:cNvSpPr/>
            <p:nvPr/>
          </p:nvSpPr>
          <p:spPr>
            <a:xfrm>
              <a:off x="5423877" y="21813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4"/>
            <p:cNvSpPr/>
            <p:nvPr/>
          </p:nvSpPr>
          <p:spPr>
            <a:xfrm>
              <a:off x="5390886" y="21153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5"/>
            <p:cNvSpPr/>
            <p:nvPr/>
          </p:nvSpPr>
          <p:spPr>
            <a:xfrm>
              <a:off x="5569695" y="24219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6"/>
            <p:cNvSpPr/>
            <p:nvPr/>
          </p:nvSpPr>
          <p:spPr>
            <a:xfrm>
              <a:off x="5375477" y="22897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7"/>
            <p:cNvSpPr/>
            <p:nvPr/>
          </p:nvSpPr>
          <p:spPr>
            <a:xfrm>
              <a:off x="5447768" y="22393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8"/>
            <p:cNvSpPr/>
            <p:nvPr/>
          </p:nvSpPr>
          <p:spPr>
            <a:xfrm>
              <a:off x="5555683" y="23985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79"/>
            <p:cNvSpPr/>
            <p:nvPr/>
          </p:nvSpPr>
          <p:spPr>
            <a:xfrm>
              <a:off x="5521372" y="2189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0"/>
            <p:cNvSpPr/>
            <p:nvPr/>
          </p:nvSpPr>
          <p:spPr>
            <a:xfrm>
              <a:off x="5531571" y="25295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1"/>
            <p:cNvSpPr/>
            <p:nvPr/>
          </p:nvSpPr>
          <p:spPr>
            <a:xfrm>
              <a:off x="5564407" y="24143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2"/>
            <p:cNvSpPr/>
            <p:nvPr/>
          </p:nvSpPr>
          <p:spPr>
            <a:xfrm>
              <a:off x="5478101" y="24051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3"/>
            <p:cNvSpPr/>
            <p:nvPr/>
          </p:nvSpPr>
          <p:spPr>
            <a:xfrm>
              <a:off x="5598918" y="1986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4"/>
            <p:cNvSpPr/>
            <p:nvPr/>
          </p:nvSpPr>
          <p:spPr>
            <a:xfrm>
              <a:off x="5512987" y="21253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5"/>
            <p:cNvSpPr/>
            <p:nvPr/>
          </p:nvSpPr>
          <p:spPr>
            <a:xfrm>
              <a:off x="5488870" y="22169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6"/>
            <p:cNvSpPr/>
            <p:nvPr/>
          </p:nvSpPr>
          <p:spPr>
            <a:xfrm>
              <a:off x="5413772" y="21598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7"/>
            <p:cNvSpPr/>
            <p:nvPr/>
          </p:nvSpPr>
          <p:spPr>
            <a:xfrm>
              <a:off x="5416088" y="22797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8"/>
            <p:cNvSpPr/>
            <p:nvPr/>
          </p:nvSpPr>
          <p:spPr>
            <a:xfrm>
              <a:off x="5430546" y="22523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89"/>
            <p:cNvSpPr/>
            <p:nvPr/>
          </p:nvSpPr>
          <p:spPr>
            <a:xfrm>
              <a:off x="5508842" y="22638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0"/>
            <p:cNvSpPr/>
            <p:nvPr/>
          </p:nvSpPr>
          <p:spPr>
            <a:xfrm>
              <a:off x="5587760" y="20870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1"/>
            <p:cNvSpPr/>
            <p:nvPr/>
          </p:nvSpPr>
          <p:spPr>
            <a:xfrm>
              <a:off x="5487941" y="20731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2"/>
            <p:cNvSpPr/>
            <p:nvPr/>
          </p:nvSpPr>
          <p:spPr>
            <a:xfrm>
              <a:off x="5566959" y="18913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3"/>
            <p:cNvSpPr/>
            <p:nvPr/>
          </p:nvSpPr>
          <p:spPr>
            <a:xfrm>
              <a:off x="5376615" y="23162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4"/>
            <p:cNvSpPr/>
            <p:nvPr/>
          </p:nvSpPr>
          <p:spPr>
            <a:xfrm>
              <a:off x="5494386" y="24826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5"/>
            <p:cNvSpPr/>
            <p:nvPr/>
          </p:nvSpPr>
          <p:spPr>
            <a:xfrm>
              <a:off x="5181275" y="19937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6"/>
            <p:cNvSpPr/>
            <p:nvPr/>
          </p:nvSpPr>
          <p:spPr>
            <a:xfrm>
              <a:off x="5589896" y="19823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7"/>
            <p:cNvSpPr/>
            <p:nvPr/>
          </p:nvSpPr>
          <p:spPr>
            <a:xfrm>
              <a:off x="5448885" y="22788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8"/>
            <p:cNvSpPr/>
            <p:nvPr/>
          </p:nvSpPr>
          <p:spPr>
            <a:xfrm>
              <a:off x="5492033" y="22357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799"/>
            <p:cNvSpPr/>
            <p:nvPr/>
          </p:nvSpPr>
          <p:spPr>
            <a:xfrm>
              <a:off x="5403708" y="23624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0"/>
            <p:cNvSpPr/>
            <p:nvPr/>
          </p:nvSpPr>
          <p:spPr>
            <a:xfrm>
              <a:off x="5377771" y="21588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1"/>
            <p:cNvSpPr/>
            <p:nvPr/>
          </p:nvSpPr>
          <p:spPr>
            <a:xfrm>
              <a:off x="5093381" y="22405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2"/>
            <p:cNvSpPr/>
            <p:nvPr/>
          </p:nvSpPr>
          <p:spPr>
            <a:xfrm>
              <a:off x="5401902" y="22611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3"/>
            <p:cNvSpPr/>
            <p:nvPr/>
          </p:nvSpPr>
          <p:spPr>
            <a:xfrm>
              <a:off x="5395136" y="24570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4"/>
            <p:cNvSpPr/>
            <p:nvPr/>
          </p:nvSpPr>
          <p:spPr>
            <a:xfrm>
              <a:off x="5596324" y="17904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5"/>
            <p:cNvSpPr/>
            <p:nvPr/>
          </p:nvSpPr>
          <p:spPr>
            <a:xfrm>
              <a:off x="5763097" y="20845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6"/>
            <p:cNvSpPr/>
            <p:nvPr/>
          </p:nvSpPr>
          <p:spPr>
            <a:xfrm>
              <a:off x="5462981" y="21643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7"/>
            <p:cNvSpPr/>
            <p:nvPr/>
          </p:nvSpPr>
          <p:spPr>
            <a:xfrm>
              <a:off x="5536219" y="20369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8"/>
            <p:cNvSpPr/>
            <p:nvPr/>
          </p:nvSpPr>
          <p:spPr>
            <a:xfrm>
              <a:off x="5498108" y="23547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09"/>
            <p:cNvSpPr/>
            <p:nvPr/>
          </p:nvSpPr>
          <p:spPr>
            <a:xfrm>
              <a:off x="5986503" y="21052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0"/>
            <p:cNvSpPr/>
            <p:nvPr/>
          </p:nvSpPr>
          <p:spPr>
            <a:xfrm>
              <a:off x="5552226" y="21507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1"/>
            <p:cNvSpPr/>
            <p:nvPr/>
          </p:nvSpPr>
          <p:spPr>
            <a:xfrm>
              <a:off x="5251332" y="21607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2"/>
            <p:cNvSpPr/>
            <p:nvPr/>
          </p:nvSpPr>
          <p:spPr>
            <a:xfrm>
              <a:off x="5650410" y="21494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3"/>
            <p:cNvSpPr/>
            <p:nvPr/>
          </p:nvSpPr>
          <p:spPr>
            <a:xfrm>
              <a:off x="5640141" y="22844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4"/>
            <p:cNvSpPr/>
            <p:nvPr/>
          </p:nvSpPr>
          <p:spPr>
            <a:xfrm>
              <a:off x="5650505" y="22813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5"/>
            <p:cNvSpPr/>
            <p:nvPr/>
          </p:nvSpPr>
          <p:spPr>
            <a:xfrm>
              <a:off x="5658201" y="22258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6"/>
            <p:cNvSpPr/>
            <p:nvPr/>
          </p:nvSpPr>
          <p:spPr>
            <a:xfrm>
              <a:off x="5592947" y="22020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7"/>
            <p:cNvSpPr/>
            <p:nvPr/>
          </p:nvSpPr>
          <p:spPr>
            <a:xfrm>
              <a:off x="5376665" y="23279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8"/>
            <p:cNvSpPr/>
            <p:nvPr/>
          </p:nvSpPr>
          <p:spPr>
            <a:xfrm>
              <a:off x="5516004" y="22904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19"/>
            <p:cNvSpPr/>
            <p:nvPr/>
          </p:nvSpPr>
          <p:spPr>
            <a:xfrm>
              <a:off x="5593420" y="23294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0"/>
            <p:cNvSpPr/>
            <p:nvPr/>
          </p:nvSpPr>
          <p:spPr>
            <a:xfrm>
              <a:off x="5683796" y="20162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1"/>
            <p:cNvSpPr/>
            <p:nvPr/>
          </p:nvSpPr>
          <p:spPr>
            <a:xfrm>
              <a:off x="5601575" y="25566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2"/>
            <p:cNvSpPr/>
            <p:nvPr/>
          </p:nvSpPr>
          <p:spPr>
            <a:xfrm>
              <a:off x="5470588" y="21771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3"/>
            <p:cNvSpPr/>
            <p:nvPr/>
          </p:nvSpPr>
          <p:spPr>
            <a:xfrm>
              <a:off x="5440957" y="21020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4"/>
            <p:cNvSpPr/>
            <p:nvPr/>
          </p:nvSpPr>
          <p:spPr>
            <a:xfrm>
              <a:off x="4566045" y="26574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5"/>
            <p:cNvSpPr/>
            <p:nvPr/>
          </p:nvSpPr>
          <p:spPr>
            <a:xfrm>
              <a:off x="5528890" y="24760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6"/>
            <p:cNvSpPr/>
            <p:nvPr/>
          </p:nvSpPr>
          <p:spPr>
            <a:xfrm>
              <a:off x="4414221" y="26848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7"/>
            <p:cNvSpPr/>
            <p:nvPr/>
          </p:nvSpPr>
          <p:spPr>
            <a:xfrm>
              <a:off x="5531302" y="26958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8"/>
            <p:cNvSpPr/>
            <p:nvPr/>
          </p:nvSpPr>
          <p:spPr>
            <a:xfrm>
              <a:off x="4907019" y="26657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29"/>
            <p:cNvSpPr/>
            <p:nvPr/>
          </p:nvSpPr>
          <p:spPr>
            <a:xfrm>
              <a:off x="5521095" y="29734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0"/>
            <p:cNvSpPr/>
            <p:nvPr/>
          </p:nvSpPr>
          <p:spPr>
            <a:xfrm>
              <a:off x="5612356" y="27885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1"/>
            <p:cNvSpPr/>
            <p:nvPr/>
          </p:nvSpPr>
          <p:spPr>
            <a:xfrm>
              <a:off x="5419171" y="27931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2"/>
            <p:cNvSpPr/>
            <p:nvPr/>
          </p:nvSpPr>
          <p:spPr>
            <a:xfrm>
              <a:off x="5558565" y="25096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3"/>
            <p:cNvSpPr/>
            <p:nvPr/>
          </p:nvSpPr>
          <p:spPr>
            <a:xfrm>
              <a:off x="5672336" y="21822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4"/>
            <p:cNvSpPr/>
            <p:nvPr/>
          </p:nvSpPr>
          <p:spPr>
            <a:xfrm>
              <a:off x="5698647" y="20330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5"/>
            <p:cNvSpPr/>
            <p:nvPr/>
          </p:nvSpPr>
          <p:spPr>
            <a:xfrm>
              <a:off x="5551621" y="24908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6"/>
            <p:cNvSpPr/>
            <p:nvPr/>
          </p:nvSpPr>
          <p:spPr>
            <a:xfrm>
              <a:off x="5563896" y="24350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7"/>
            <p:cNvSpPr/>
            <p:nvPr/>
          </p:nvSpPr>
          <p:spPr>
            <a:xfrm>
              <a:off x="5426002" y="23024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8"/>
            <p:cNvSpPr/>
            <p:nvPr/>
          </p:nvSpPr>
          <p:spPr>
            <a:xfrm>
              <a:off x="5606045" y="20397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39"/>
            <p:cNvSpPr/>
            <p:nvPr/>
          </p:nvSpPr>
          <p:spPr>
            <a:xfrm>
              <a:off x="5586982" y="243617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0"/>
            <p:cNvSpPr/>
            <p:nvPr/>
          </p:nvSpPr>
          <p:spPr>
            <a:xfrm>
              <a:off x="5569249" y="23512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1"/>
            <p:cNvSpPr/>
            <p:nvPr/>
          </p:nvSpPr>
          <p:spPr>
            <a:xfrm>
              <a:off x="5556788" y="24099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2"/>
            <p:cNvSpPr/>
            <p:nvPr/>
          </p:nvSpPr>
          <p:spPr>
            <a:xfrm>
              <a:off x="5491947" y="21022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3"/>
            <p:cNvSpPr/>
            <p:nvPr/>
          </p:nvSpPr>
          <p:spPr>
            <a:xfrm>
              <a:off x="5352576" y="236447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4"/>
            <p:cNvSpPr/>
            <p:nvPr/>
          </p:nvSpPr>
          <p:spPr>
            <a:xfrm>
              <a:off x="5453747" y="259777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5"/>
            <p:cNvSpPr/>
            <p:nvPr/>
          </p:nvSpPr>
          <p:spPr>
            <a:xfrm>
              <a:off x="5534022" y="211723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6"/>
            <p:cNvSpPr/>
            <p:nvPr/>
          </p:nvSpPr>
          <p:spPr>
            <a:xfrm>
              <a:off x="5896031" y="17787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7"/>
            <p:cNvSpPr/>
            <p:nvPr/>
          </p:nvSpPr>
          <p:spPr>
            <a:xfrm>
              <a:off x="5499892" y="219325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8"/>
            <p:cNvSpPr/>
            <p:nvPr/>
          </p:nvSpPr>
          <p:spPr>
            <a:xfrm>
              <a:off x="5496334" y="24215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49"/>
            <p:cNvSpPr/>
            <p:nvPr/>
          </p:nvSpPr>
          <p:spPr>
            <a:xfrm>
              <a:off x="5484249" y="23132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0"/>
            <p:cNvSpPr/>
            <p:nvPr/>
          </p:nvSpPr>
          <p:spPr>
            <a:xfrm>
              <a:off x="5557501" y="247592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1"/>
            <p:cNvSpPr/>
            <p:nvPr/>
          </p:nvSpPr>
          <p:spPr>
            <a:xfrm>
              <a:off x="5528181" y="21983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2"/>
            <p:cNvSpPr/>
            <p:nvPr/>
          </p:nvSpPr>
          <p:spPr>
            <a:xfrm>
              <a:off x="5542914" y="214676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3"/>
            <p:cNvSpPr/>
            <p:nvPr/>
          </p:nvSpPr>
          <p:spPr>
            <a:xfrm>
              <a:off x="5556159" y="242410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4"/>
            <p:cNvSpPr/>
            <p:nvPr/>
          </p:nvSpPr>
          <p:spPr>
            <a:xfrm>
              <a:off x="5528691" y="22728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5"/>
            <p:cNvSpPr/>
            <p:nvPr/>
          </p:nvSpPr>
          <p:spPr>
            <a:xfrm>
              <a:off x="5561529" y="186228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6"/>
            <p:cNvSpPr/>
            <p:nvPr/>
          </p:nvSpPr>
          <p:spPr>
            <a:xfrm>
              <a:off x="5526133" y="21584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7"/>
            <p:cNvSpPr/>
            <p:nvPr/>
          </p:nvSpPr>
          <p:spPr>
            <a:xfrm>
              <a:off x="5446540" y="246059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8"/>
            <p:cNvSpPr/>
            <p:nvPr/>
          </p:nvSpPr>
          <p:spPr>
            <a:xfrm>
              <a:off x="5499073" y="221444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59"/>
            <p:cNvSpPr/>
            <p:nvPr/>
          </p:nvSpPr>
          <p:spPr>
            <a:xfrm>
              <a:off x="5487831" y="194190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0"/>
            <p:cNvSpPr/>
            <p:nvPr/>
          </p:nvSpPr>
          <p:spPr>
            <a:xfrm>
              <a:off x="5482289" y="215066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1"/>
            <p:cNvSpPr/>
            <p:nvPr/>
          </p:nvSpPr>
          <p:spPr>
            <a:xfrm>
              <a:off x="5558405" y="19111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2"/>
            <p:cNvSpPr/>
            <p:nvPr/>
          </p:nvSpPr>
          <p:spPr>
            <a:xfrm>
              <a:off x="5470180" y="21637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3"/>
            <p:cNvSpPr/>
            <p:nvPr/>
          </p:nvSpPr>
          <p:spPr>
            <a:xfrm>
              <a:off x="5342887" y="23470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4"/>
            <p:cNvSpPr/>
            <p:nvPr/>
          </p:nvSpPr>
          <p:spPr>
            <a:xfrm>
              <a:off x="5516072" y="242639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5"/>
            <p:cNvSpPr/>
            <p:nvPr/>
          </p:nvSpPr>
          <p:spPr>
            <a:xfrm>
              <a:off x="5635803" y="261976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6"/>
            <p:cNvSpPr/>
            <p:nvPr/>
          </p:nvSpPr>
          <p:spPr>
            <a:xfrm>
              <a:off x="5668126" y="20470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7"/>
            <p:cNvSpPr/>
            <p:nvPr/>
          </p:nvSpPr>
          <p:spPr>
            <a:xfrm>
              <a:off x="5354724" y="25116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8"/>
            <p:cNvSpPr/>
            <p:nvPr/>
          </p:nvSpPr>
          <p:spPr>
            <a:xfrm>
              <a:off x="5621280" y="25066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69"/>
            <p:cNvSpPr/>
            <p:nvPr/>
          </p:nvSpPr>
          <p:spPr>
            <a:xfrm>
              <a:off x="5526742" y="20705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0"/>
            <p:cNvSpPr/>
            <p:nvPr/>
          </p:nvSpPr>
          <p:spPr>
            <a:xfrm>
              <a:off x="5308467" y="18639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1"/>
            <p:cNvSpPr/>
            <p:nvPr/>
          </p:nvSpPr>
          <p:spPr>
            <a:xfrm>
              <a:off x="5605094" y="24105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2"/>
            <p:cNvSpPr/>
            <p:nvPr/>
          </p:nvSpPr>
          <p:spPr>
            <a:xfrm>
              <a:off x="5425806" y="22716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3"/>
            <p:cNvSpPr/>
            <p:nvPr/>
          </p:nvSpPr>
          <p:spPr>
            <a:xfrm>
              <a:off x="5643193" y="24029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4"/>
            <p:cNvSpPr/>
            <p:nvPr/>
          </p:nvSpPr>
          <p:spPr>
            <a:xfrm>
              <a:off x="5625913" y="27015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5"/>
            <p:cNvSpPr/>
            <p:nvPr/>
          </p:nvSpPr>
          <p:spPr>
            <a:xfrm>
              <a:off x="5594561" y="22251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6"/>
            <p:cNvSpPr/>
            <p:nvPr/>
          </p:nvSpPr>
          <p:spPr>
            <a:xfrm>
              <a:off x="5643181" y="20753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7"/>
            <p:cNvSpPr/>
            <p:nvPr/>
          </p:nvSpPr>
          <p:spPr>
            <a:xfrm>
              <a:off x="5499452" y="24211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8"/>
            <p:cNvSpPr/>
            <p:nvPr/>
          </p:nvSpPr>
          <p:spPr>
            <a:xfrm>
              <a:off x="5455058" y="22794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79"/>
            <p:cNvSpPr/>
            <p:nvPr/>
          </p:nvSpPr>
          <p:spPr>
            <a:xfrm>
              <a:off x="5539818" y="21292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0"/>
            <p:cNvSpPr/>
            <p:nvPr/>
          </p:nvSpPr>
          <p:spPr>
            <a:xfrm>
              <a:off x="5597838" y="217875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1"/>
            <p:cNvSpPr/>
            <p:nvPr/>
          </p:nvSpPr>
          <p:spPr>
            <a:xfrm>
              <a:off x="5544646" y="23457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2"/>
            <p:cNvSpPr/>
            <p:nvPr/>
          </p:nvSpPr>
          <p:spPr>
            <a:xfrm>
              <a:off x="5236875" y="18695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3"/>
            <p:cNvSpPr/>
            <p:nvPr/>
          </p:nvSpPr>
          <p:spPr>
            <a:xfrm>
              <a:off x="5523634" y="15575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4"/>
            <p:cNvSpPr/>
            <p:nvPr/>
          </p:nvSpPr>
          <p:spPr>
            <a:xfrm>
              <a:off x="5548183" y="21781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5"/>
            <p:cNvSpPr/>
            <p:nvPr/>
          </p:nvSpPr>
          <p:spPr>
            <a:xfrm>
              <a:off x="5426145" y="23844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6"/>
            <p:cNvSpPr/>
            <p:nvPr/>
          </p:nvSpPr>
          <p:spPr>
            <a:xfrm>
              <a:off x="5617886" y="22656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7"/>
            <p:cNvSpPr/>
            <p:nvPr/>
          </p:nvSpPr>
          <p:spPr>
            <a:xfrm>
              <a:off x="5416211" y="15872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8"/>
            <p:cNvSpPr/>
            <p:nvPr/>
          </p:nvSpPr>
          <p:spPr>
            <a:xfrm>
              <a:off x="5447756" y="20113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89"/>
            <p:cNvSpPr/>
            <p:nvPr/>
          </p:nvSpPr>
          <p:spPr>
            <a:xfrm>
              <a:off x="5591534" y="17905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0"/>
            <p:cNvSpPr/>
            <p:nvPr/>
          </p:nvSpPr>
          <p:spPr>
            <a:xfrm>
              <a:off x="5446640" y="17897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1"/>
            <p:cNvSpPr/>
            <p:nvPr/>
          </p:nvSpPr>
          <p:spPr>
            <a:xfrm>
              <a:off x="5465953" y="19656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2"/>
            <p:cNvSpPr/>
            <p:nvPr/>
          </p:nvSpPr>
          <p:spPr>
            <a:xfrm>
              <a:off x="5632895" y="23840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3"/>
            <p:cNvSpPr/>
            <p:nvPr/>
          </p:nvSpPr>
          <p:spPr>
            <a:xfrm>
              <a:off x="5595285" y="21714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4"/>
            <p:cNvSpPr/>
            <p:nvPr/>
          </p:nvSpPr>
          <p:spPr>
            <a:xfrm>
              <a:off x="5697418" y="21587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5"/>
            <p:cNvSpPr/>
            <p:nvPr/>
          </p:nvSpPr>
          <p:spPr>
            <a:xfrm>
              <a:off x="5687354" y="21172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6"/>
            <p:cNvSpPr/>
            <p:nvPr/>
          </p:nvSpPr>
          <p:spPr>
            <a:xfrm>
              <a:off x="5688464" y="24358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7"/>
            <p:cNvSpPr/>
            <p:nvPr/>
          </p:nvSpPr>
          <p:spPr>
            <a:xfrm>
              <a:off x="5640955" y="22565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8"/>
            <p:cNvSpPr/>
            <p:nvPr/>
          </p:nvSpPr>
          <p:spPr>
            <a:xfrm>
              <a:off x="5262337" y="23650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899"/>
            <p:cNvSpPr/>
            <p:nvPr/>
          </p:nvSpPr>
          <p:spPr>
            <a:xfrm>
              <a:off x="5454152" y="28367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0"/>
            <p:cNvSpPr/>
            <p:nvPr/>
          </p:nvSpPr>
          <p:spPr>
            <a:xfrm>
              <a:off x="5450047" y="24979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1"/>
            <p:cNvSpPr/>
            <p:nvPr/>
          </p:nvSpPr>
          <p:spPr>
            <a:xfrm>
              <a:off x="5860163" y="20490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2"/>
            <p:cNvSpPr/>
            <p:nvPr/>
          </p:nvSpPr>
          <p:spPr>
            <a:xfrm>
              <a:off x="5744159" y="29211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3"/>
            <p:cNvSpPr/>
            <p:nvPr/>
          </p:nvSpPr>
          <p:spPr>
            <a:xfrm>
              <a:off x="5599159" y="261835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4"/>
            <p:cNvSpPr/>
            <p:nvPr/>
          </p:nvSpPr>
          <p:spPr>
            <a:xfrm>
              <a:off x="5648355" y="238344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5"/>
            <p:cNvSpPr/>
            <p:nvPr/>
          </p:nvSpPr>
          <p:spPr>
            <a:xfrm>
              <a:off x="5673189" y="20704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6"/>
            <p:cNvSpPr/>
            <p:nvPr/>
          </p:nvSpPr>
          <p:spPr>
            <a:xfrm>
              <a:off x="5696759" y="21238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7"/>
            <p:cNvSpPr/>
            <p:nvPr/>
          </p:nvSpPr>
          <p:spPr>
            <a:xfrm>
              <a:off x="5702594" y="21149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8"/>
            <p:cNvSpPr/>
            <p:nvPr/>
          </p:nvSpPr>
          <p:spPr>
            <a:xfrm>
              <a:off x="5388832" y="19349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09"/>
            <p:cNvSpPr/>
            <p:nvPr/>
          </p:nvSpPr>
          <p:spPr>
            <a:xfrm>
              <a:off x="5629753" y="25570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0"/>
            <p:cNvSpPr/>
            <p:nvPr/>
          </p:nvSpPr>
          <p:spPr>
            <a:xfrm>
              <a:off x="5837960" y="166414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1"/>
            <p:cNvSpPr/>
            <p:nvPr/>
          </p:nvSpPr>
          <p:spPr>
            <a:xfrm>
              <a:off x="5658219" y="23850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2"/>
            <p:cNvSpPr/>
            <p:nvPr/>
          </p:nvSpPr>
          <p:spPr>
            <a:xfrm>
              <a:off x="5522740" y="20660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3"/>
            <p:cNvSpPr/>
            <p:nvPr/>
          </p:nvSpPr>
          <p:spPr>
            <a:xfrm>
              <a:off x="5464184" y="25424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4"/>
            <p:cNvSpPr/>
            <p:nvPr/>
          </p:nvSpPr>
          <p:spPr>
            <a:xfrm>
              <a:off x="5626267" y="19801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5"/>
            <p:cNvSpPr/>
            <p:nvPr/>
          </p:nvSpPr>
          <p:spPr>
            <a:xfrm>
              <a:off x="5540005" y="20854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6"/>
            <p:cNvSpPr/>
            <p:nvPr/>
          </p:nvSpPr>
          <p:spPr>
            <a:xfrm>
              <a:off x="5556133" y="19705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7"/>
            <p:cNvSpPr/>
            <p:nvPr/>
          </p:nvSpPr>
          <p:spPr>
            <a:xfrm>
              <a:off x="5596657" y="2281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8"/>
            <p:cNvSpPr/>
            <p:nvPr/>
          </p:nvSpPr>
          <p:spPr>
            <a:xfrm>
              <a:off x="5560347" y="205695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19"/>
            <p:cNvSpPr/>
            <p:nvPr/>
          </p:nvSpPr>
          <p:spPr>
            <a:xfrm>
              <a:off x="5818122" y="22918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0"/>
            <p:cNvSpPr/>
            <p:nvPr/>
          </p:nvSpPr>
          <p:spPr>
            <a:xfrm>
              <a:off x="5627723" y="21124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1"/>
            <p:cNvSpPr/>
            <p:nvPr/>
          </p:nvSpPr>
          <p:spPr>
            <a:xfrm>
              <a:off x="6377550" y="181717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2"/>
            <p:cNvSpPr/>
            <p:nvPr/>
          </p:nvSpPr>
          <p:spPr>
            <a:xfrm>
              <a:off x="4615220" y="25079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3"/>
            <p:cNvSpPr/>
            <p:nvPr/>
          </p:nvSpPr>
          <p:spPr>
            <a:xfrm>
              <a:off x="5796276" y="21982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4"/>
            <p:cNvSpPr/>
            <p:nvPr/>
          </p:nvSpPr>
          <p:spPr>
            <a:xfrm>
              <a:off x="5871088" y="22378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5"/>
            <p:cNvSpPr/>
            <p:nvPr/>
          </p:nvSpPr>
          <p:spPr>
            <a:xfrm>
              <a:off x="5539585" y="21368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6"/>
            <p:cNvSpPr/>
            <p:nvPr/>
          </p:nvSpPr>
          <p:spPr>
            <a:xfrm>
              <a:off x="5591599" y="20724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7"/>
            <p:cNvSpPr/>
            <p:nvPr/>
          </p:nvSpPr>
          <p:spPr>
            <a:xfrm>
              <a:off x="5653590" y="22374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8"/>
            <p:cNvSpPr/>
            <p:nvPr/>
          </p:nvSpPr>
          <p:spPr>
            <a:xfrm>
              <a:off x="5519116" y="252958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29"/>
            <p:cNvSpPr/>
            <p:nvPr/>
          </p:nvSpPr>
          <p:spPr>
            <a:xfrm>
              <a:off x="5639092" y="22621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0"/>
            <p:cNvSpPr/>
            <p:nvPr/>
          </p:nvSpPr>
          <p:spPr>
            <a:xfrm>
              <a:off x="5536700" y="22871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1"/>
            <p:cNvSpPr/>
            <p:nvPr/>
          </p:nvSpPr>
          <p:spPr>
            <a:xfrm>
              <a:off x="5619648" y="20312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2"/>
            <p:cNvSpPr/>
            <p:nvPr/>
          </p:nvSpPr>
          <p:spPr>
            <a:xfrm>
              <a:off x="5485777" y="209318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3"/>
            <p:cNvSpPr/>
            <p:nvPr/>
          </p:nvSpPr>
          <p:spPr>
            <a:xfrm>
              <a:off x="5613041" y="18165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4"/>
            <p:cNvSpPr/>
            <p:nvPr/>
          </p:nvSpPr>
          <p:spPr>
            <a:xfrm>
              <a:off x="5583919" y="21640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5"/>
            <p:cNvSpPr/>
            <p:nvPr/>
          </p:nvSpPr>
          <p:spPr>
            <a:xfrm>
              <a:off x="5511403" y="221820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6"/>
            <p:cNvSpPr/>
            <p:nvPr/>
          </p:nvSpPr>
          <p:spPr>
            <a:xfrm>
              <a:off x="5524755" y="19844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7"/>
            <p:cNvSpPr/>
            <p:nvPr/>
          </p:nvSpPr>
          <p:spPr>
            <a:xfrm>
              <a:off x="5592732" y="20817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8"/>
            <p:cNvSpPr/>
            <p:nvPr/>
          </p:nvSpPr>
          <p:spPr>
            <a:xfrm>
              <a:off x="5613845" y="22630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39"/>
            <p:cNvSpPr/>
            <p:nvPr/>
          </p:nvSpPr>
          <p:spPr>
            <a:xfrm>
              <a:off x="5557124" y="252308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0"/>
            <p:cNvSpPr/>
            <p:nvPr/>
          </p:nvSpPr>
          <p:spPr>
            <a:xfrm>
              <a:off x="5563371" y="21454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1"/>
            <p:cNvSpPr/>
            <p:nvPr/>
          </p:nvSpPr>
          <p:spPr>
            <a:xfrm>
              <a:off x="5517515" y="21265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2"/>
            <p:cNvSpPr/>
            <p:nvPr/>
          </p:nvSpPr>
          <p:spPr>
            <a:xfrm>
              <a:off x="5837139" y="177069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3"/>
            <p:cNvSpPr/>
            <p:nvPr/>
          </p:nvSpPr>
          <p:spPr>
            <a:xfrm>
              <a:off x="5510502" y="21351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4"/>
            <p:cNvSpPr/>
            <p:nvPr/>
          </p:nvSpPr>
          <p:spPr>
            <a:xfrm>
              <a:off x="6248065" y="205505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5"/>
            <p:cNvSpPr/>
            <p:nvPr/>
          </p:nvSpPr>
          <p:spPr>
            <a:xfrm>
              <a:off x="5544537" y="21754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6"/>
            <p:cNvSpPr/>
            <p:nvPr/>
          </p:nvSpPr>
          <p:spPr>
            <a:xfrm>
              <a:off x="5547159" y="20909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7"/>
            <p:cNvSpPr/>
            <p:nvPr/>
          </p:nvSpPr>
          <p:spPr>
            <a:xfrm>
              <a:off x="5400647" y="22498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8"/>
            <p:cNvSpPr/>
            <p:nvPr/>
          </p:nvSpPr>
          <p:spPr>
            <a:xfrm>
              <a:off x="5570394" y="2354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49"/>
            <p:cNvSpPr/>
            <p:nvPr/>
          </p:nvSpPr>
          <p:spPr>
            <a:xfrm>
              <a:off x="5602257" y="24152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0"/>
            <p:cNvSpPr/>
            <p:nvPr/>
          </p:nvSpPr>
          <p:spPr>
            <a:xfrm>
              <a:off x="5649178" y="22904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1"/>
            <p:cNvSpPr/>
            <p:nvPr/>
          </p:nvSpPr>
          <p:spPr>
            <a:xfrm>
              <a:off x="5783146" y="21110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2"/>
            <p:cNvSpPr/>
            <p:nvPr/>
          </p:nvSpPr>
          <p:spPr>
            <a:xfrm>
              <a:off x="5657047" y="24512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3"/>
            <p:cNvSpPr/>
            <p:nvPr/>
          </p:nvSpPr>
          <p:spPr>
            <a:xfrm>
              <a:off x="5597281" y="21460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4"/>
            <p:cNvSpPr/>
            <p:nvPr/>
          </p:nvSpPr>
          <p:spPr>
            <a:xfrm>
              <a:off x="5511419" y="20222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5"/>
            <p:cNvSpPr/>
            <p:nvPr/>
          </p:nvSpPr>
          <p:spPr>
            <a:xfrm>
              <a:off x="5633228" y="20656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6"/>
            <p:cNvSpPr/>
            <p:nvPr/>
          </p:nvSpPr>
          <p:spPr>
            <a:xfrm>
              <a:off x="5576118" y="14186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7"/>
            <p:cNvSpPr/>
            <p:nvPr/>
          </p:nvSpPr>
          <p:spPr>
            <a:xfrm>
              <a:off x="5560259" y="24330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8"/>
            <p:cNvSpPr/>
            <p:nvPr/>
          </p:nvSpPr>
          <p:spPr>
            <a:xfrm>
              <a:off x="5537605" y="21296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59"/>
            <p:cNvSpPr/>
            <p:nvPr/>
          </p:nvSpPr>
          <p:spPr>
            <a:xfrm>
              <a:off x="5565852" y="22669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0"/>
            <p:cNvSpPr/>
            <p:nvPr/>
          </p:nvSpPr>
          <p:spPr>
            <a:xfrm>
              <a:off x="5542516" y="21124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1"/>
            <p:cNvSpPr/>
            <p:nvPr/>
          </p:nvSpPr>
          <p:spPr>
            <a:xfrm>
              <a:off x="5557690" y="22283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2"/>
            <p:cNvSpPr/>
            <p:nvPr/>
          </p:nvSpPr>
          <p:spPr>
            <a:xfrm>
              <a:off x="5510793" y="23467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3"/>
            <p:cNvSpPr/>
            <p:nvPr/>
          </p:nvSpPr>
          <p:spPr>
            <a:xfrm>
              <a:off x="5692212" y="23841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4"/>
            <p:cNvSpPr/>
            <p:nvPr/>
          </p:nvSpPr>
          <p:spPr>
            <a:xfrm>
              <a:off x="5402804" y="22412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5"/>
            <p:cNvSpPr/>
            <p:nvPr/>
          </p:nvSpPr>
          <p:spPr>
            <a:xfrm>
              <a:off x="5470730" y="24010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6"/>
            <p:cNvSpPr/>
            <p:nvPr/>
          </p:nvSpPr>
          <p:spPr>
            <a:xfrm>
              <a:off x="5393451" y="27258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7"/>
            <p:cNvSpPr/>
            <p:nvPr/>
          </p:nvSpPr>
          <p:spPr>
            <a:xfrm>
              <a:off x="5390875" y="28195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8"/>
            <p:cNvSpPr/>
            <p:nvPr/>
          </p:nvSpPr>
          <p:spPr>
            <a:xfrm>
              <a:off x="5391535" y="22740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69"/>
            <p:cNvSpPr/>
            <p:nvPr/>
          </p:nvSpPr>
          <p:spPr>
            <a:xfrm>
              <a:off x="5735777" y="21781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0"/>
            <p:cNvSpPr/>
            <p:nvPr/>
          </p:nvSpPr>
          <p:spPr>
            <a:xfrm>
              <a:off x="5407913" y="22235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1"/>
            <p:cNvSpPr/>
            <p:nvPr/>
          </p:nvSpPr>
          <p:spPr>
            <a:xfrm>
              <a:off x="5382628" y="28105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2"/>
            <p:cNvSpPr/>
            <p:nvPr/>
          </p:nvSpPr>
          <p:spPr>
            <a:xfrm>
              <a:off x="5405228" y="25952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3"/>
            <p:cNvSpPr/>
            <p:nvPr/>
          </p:nvSpPr>
          <p:spPr>
            <a:xfrm>
              <a:off x="5564907" y="23927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4"/>
            <p:cNvSpPr/>
            <p:nvPr/>
          </p:nvSpPr>
          <p:spPr>
            <a:xfrm>
              <a:off x="5499868" y="24926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5"/>
            <p:cNvSpPr/>
            <p:nvPr/>
          </p:nvSpPr>
          <p:spPr>
            <a:xfrm>
              <a:off x="5522212" y="26503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6"/>
            <p:cNvSpPr/>
            <p:nvPr/>
          </p:nvSpPr>
          <p:spPr>
            <a:xfrm>
              <a:off x="5473808" y="21978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7"/>
            <p:cNvSpPr/>
            <p:nvPr/>
          </p:nvSpPr>
          <p:spPr>
            <a:xfrm>
              <a:off x="5581783" y="22301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8"/>
            <p:cNvSpPr/>
            <p:nvPr/>
          </p:nvSpPr>
          <p:spPr>
            <a:xfrm>
              <a:off x="5371185" y="28991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79"/>
            <p:cNvSpPr/>
            <p:nvPr/>
          </p:nvSpPr>
          <p:spPr>
            <a:xfrm>
              <a:off x="5611940" y="25959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0"/>
            <p:cNvSpPr/>
            <p:nvPr/>
          </p:nvSpPr>
          <p:spPr>
            <a:xfrm>
              <a:off x="5736206" y="25380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1"/>
            <p:cNvSpPr/>
            <p:nvPr/>
          </p:nvSpPr>
          <p:spPr>
            <a:xfrm>
              <a:off x="5677000" y="23712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2"/>
            <p:cNvSpPr/>
            <p:nvPr/>
          </p:nvSpPr>
          <p:spPr>
            <a:xfrm>
              <a:off x="5602822" y="28102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3"/>
            <p:cNvSpPr/>
            <p:nvPr/>
          </p:nvSpPr>
          <p:spPr>
            <a:xfrm>
              <a:off x="5600586" y="29746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4"/>
            <p:cNvSpPr/>
            <p:nvPr/>
          </p:nvSpPr>
          <p:spPr>
            <a:xfrm>
              <a:off x="5549271" y="23018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5"/>
            <p:cNvSpPr/>
            <p:nvPr/>
          </p:nvSpPr>
          <p:spPr>
            <a:xfrm>
              <a:off x="5611638" y="28982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6"/>
            <p:cNvSpPr/>
            <p:nvPr/>
          </p:nvSpPr>
          <p:spPr>
            <a:xfrm>
              <a:off x="5560821" y="23989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7"/>
            <p:cNvSpPr/>
            <p:nvPr/>
          </p:nvSpPr>
          <p:spPr>
            <a:xfrm>
              <a:off x="5535042" y="30281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8"/>
            <p:cNvSpPr/>
            <p:nvPr/>
          </p:nvSpPr>
          <p:spPr>
            <a:xfrm>
              <a:off x="5549168" y="24313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89"/>
            <p:cNvSpPr/>
            <p:nvPr/>
          </p:nvSpPr>
          <p:spPr>
            <a:xfrm>
              <a:off x="5633612" y="28011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0"/>
            <p:cNvSpPr/>
            <p:nvPr/>
          </p:nvSpPr>
          <p:spPr>
            <a:xfrm>
              <a:off x="5518585" y="23193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1"/>
            <p:cNvSpPr/>
            <p:nvPr/>
          </p:nvSpPr>
          <p:spPr>
            <a:xfrm>
              <a:off x="5575239" y="26750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2"/>
            <p:cNvSpPr/>
            <p:nvPr/>
          </p:nvSpPr>
          <p:spPr>
            <a:xfrm>
              <a:off x="5595161" y="25314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3"/>
            <p:cNvSpPr/>
            <p:nvPr/>
          </p:nvSpPr>
          <p:spPr>
            <a:xfrm>
              <a:off x="5603095" y="23741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4"/>
            <p:cNvSpPr/>
            <p:nvPr/>
          </p:nvSpPr>
          <p:spPr>
            <a:xfrm>
              <a:off x="5497320" y="28830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5"/>
            <p:cNvSpPr/>
            <p:nvPr/>
          </p:nvSpPr>
          <p:spPr>
            <a:xfrm>
              <a:off x="5484270" y="24480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6"/>
            <p:cNvSpPr/>
            <p:nvPr/>
          </p:nvSpPr>
          <p:spPr>
            <a:xfrm>
              <a:off x="5660192" y="28544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7"/>
            <p:cNvSpPr/>
            <p:nvPr/>
          </p:nvSpPr>
          <p:spPr>
            <a:xfrm>
              <a:off x="5485687" y="23463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8"/>
            <p:cNvSpPr/>
            <p:nvPr/>
          </p:nvSpPr>
          <p:spPr>
            <a:xfrm>
              <a:off x="5451495" y="23362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2999"/>
            <p:cNvSpPr/>
            <p:nvPr/>
          </p:nvSpPr>
          <p:spPr>
            <a:xfrm>
              <a:off x="5511279" y="2394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0"/>
            <p:cNvSpPr/>
            <p:nvPr/>
          </p:nvSpPr>
          <p:spPr>
            <a:xfrm>
              <a:off x="5457233" y="27391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1"/>
            <p:cNvSpPr/>
            <p:nvPr/>
          </p:nvSpPr>
          <p:spPr>
            <a:xfrm>
              <a:off x="5503812" y="21226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2"/>
            <p:cNvSpPr/>
            <p:nvPr/>
          </p:nvSpPr>
          <p:spPr>
            <a:xfrm>
              <a:off x="5443980" y="22649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3"/>
            <p:cNvSpPr/>
            <p:nvPr/>
          </p:nvSpPr>
          <p:spPr>
            <a:xfrm>
              <a:off x="5800871" y="18590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4"/>
            <p:cNvSpPr/>
            <p:nvPr/>
          </p:nvSpPr>
          <p:spPr>
            <a:xfrm>
              <a:off x="5556665" y="20690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5"/>
            <p:cNvSpPr/>
            <p:nvPr/>
          </p:nvSpPr>
          <p:spPr>
            <a:xfrm>
              <a:off x="5412089" y="21747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6"/>
            <p:cNvSpPr/>
            <p:nvPr/>
          </p:nvSpPr>
          <p:spPr>
            <a:xfrm>
              <a:off x="5474633" y="23668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7"/>
            <p:cNvSpPr/>
            <p:nvPr/>
          </p:nvSpPr>
          <p:spPr>
            <a:xfrm>
              <a:off x="5476359" y="22148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8"/>
            <p:cNvSpPr/>
            <p:nvPr/>
          </p:nvSpPr>
          <p:spPr>
            <a:xfrm>
              <a:off x="5571583" y="22150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09"/>
            <p:cNvSpPr/>
            <p:nvPr/>
          </p:nvSpPr>
          <p:spPr>
            <a:xfrm>
              <a:off x="5425169" y="24108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0"/>
            <p:cNvSpPr/>
            <p:nvPr/>
          </p:nvSpPr>
          <p:spPr>
            <a:xfrm>
              <a:off x="5643035" y="20751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1"/>
            <p:cNvSpPr/>
            <p:nvPr/>
          </p:nvSpPr>
          <p:spPr>
            <a:xfrm>
              <a:off x="5481063" y="23417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2"/>
            <p:cNvSpPr/>
            <p:nvPr/>
          </p:nvSpPr>
          <p:spPr>
            <a:xfrm>
              <a:off x="5386967" y="20439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3"/>
            <p:cNvSpPr/>
            <p:nvPr/>
          </p:nvSpPr>
          <p:spPr>
            <a:xfrm>
              <a:off x="5559633" y="23045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4"/>
            <p:cNvSpPr/>
            <p:nvPr/>
          </p:nvSpPr>
          <p:spPr>
            <a:xfrm>
              <a:off x="5513032" y="21669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5"/>
            <p:cNvSpPr/>
            <p:nvPr/>
          </p:nvSpPr>
          <p:spPr>
            <a:xfrm>
              <a:off x="5459781" y="22745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6"/>
            <p:cNvSpPr/>
            <p:nvPr/>
          </p:nvSpPr>
          <p:spPr>
            <a:xfrm>
              <a:off x="5487526" y="23439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7"/>
            <p:cNvSpPr/>
            <p:nvPr/>
          </p:nvSpPr>
          <p:spPr>
            <a:xfrm>
              <a:off x="5501711" y="20405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8"/>
            <p:cNvSpPr/>
            <p:nvPr/>
          </p:nvSpPr>
          <p:spPr>
            <a:xfrm>
              <a:off x="5396112" y="21960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19"/>
            <p:cNvSpPr/>
            <p:nvPr/>
          </p:nvSpPr>
          <p:spPr>
            <a:xfrm>
              <a:off x="5696227" y="17788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0"/>
            <p:cNvSpPr/>
            <p:nvPr/>
          </p:nvSpPr>
          <p:spPr>
            <a:xfrm>
              <a:off x="5459311" y="2041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1"/>
            <p:cNvSpPr/>
            <p:nvPr/>
          </p:nvSpPr>
          <p:spPr>
            <a:xfrm>
              <a:off x="5452689" y="20893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2"/>
            <p:cNvSpPr/>
            <p:nvPr/>
          </p:nvSpPr>
          <p:spPr>
            <a:xfrm>
              <a:off x="5482595" y="23851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3"/>
            <p:cNvSpPr/>
            <p:nvPr/>
          </p:nvSpPr>
          <p:spPr>
            <a:xfrm>
              <a:off x="5279122" y="26524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4"/>
            <p:cNvSpPr/>
            <p:nvPr/>
          </p:nvSpPr>
          <p:spPr>
            <a:xfrm>
              <a:off x="5517404" y="23226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5"/>
            <p:cNvSpPr/>
            <p:nvPr/>
          </p:nvSpPr>
          <p:spPr>
            <a:xfrm>
              <a:off x="5414713" y="21975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6"/>
            <p:cNvSpPr/>
            <p:nvPr/>
          </p:nvSpPr>
          <p:spPr>
            <a:xfrm>
              <a:off x="5604135" y="26012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7"/>
            <p:cNvSpPr/>
            <p:nvPr/>
          </p:nvSpPr>
          <p:spPr>
            <a:xfrm>
              <a:off x="5448399" y="26866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8"/>
            <p:cNvSpPr/>
            <p:nvPr/>
          </p:nvSpPr>
          <p:spPr>
            <a:xfrm>
              <a:off x="5629172" y="26600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29"/>
            <p:cNvSpPr/>
            <p:nvPr/>
          </p:nvSpPr>
          <p:spPr>
            <a:xfrm>
              <a:off x="5564425" y="24997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0"/>
            <p:cNvSpPr/>
            <p:nvPr/>
          </p:nvSpPr>
          <p:spPr>
            <a:xfrm>
              <a:off x="5718346" y="24560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1"/>
            <p:cNvSpPr/>
            <p:nvPr/>
          </p:nvSpPr>
          <p:spPr>
            <a:xfrm>
              <a:off x="5449952" y="26845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2"/>
            <p:cNvSpPr/>
            <p:nvPr/>
          </p:nvSpPr>
          <p:spPr>
            <a:xfrm>
              <a:off x="5514058" y="24074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3"/>
            <p:cNvSpPr/>
            <p:nvPr/>
          </p:nvSpPr>
          <p:spPr>
            <a:xfrm>
              <a:off x="5587442" y="21936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4"/>
            <p:cNvSpPr/>
            <p:nvPr/>
          </p:nvSpPr>
          <p:spPr>
            <a:xfrm>
              <a:off x="5566445" y="24773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5"/>
            <p:cNvSpPr/>
            <p:nvPr/>
          </p:nvSpPr>
          <p:spPr>
            <a:xfrm>
              <a:off x="5690605" y="22669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6"/>
            <p:cNvSpPr/>
            <p:nvPr/>
          </p:nvSpPr>
          <p:spPr>
            <a:xfrm>
              <a:off x="5463938" y="20226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7"/>
            <p:cNvSpPr/>
            <p:nvPr/>
          </p:nvSpPr>
          <p:spPr>
            <a:xfrm>
              <a:off x="5517726" y="26081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8"/>
            <p:cNvSpPr/>
            <p:nvPr/>
          </p:nvSpPr>
          <p:spPr>
            <a:xfrm>
              <a:off x="5575392" y="24138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39"/>
            <p:cNvSpPr/>
            <p:nvPr/>
          </p:nvSpPr>
          <p:spPr>
            <a:xfrm>
              <a:off x="5440624" y="20290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0"/>
            <p:cNvSpPr/>
            <p:nvPr/>
          </p:nvSpPr>
          <p:spPr>
            <a:xfrm>
              <a:off x="5488884" y="22586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1"/>
            <p:cNvSpPr/>
            <p:nvPr/>
          </p:nvSpPr>
          <p:spPr>
            <a:xfrm>
              <a:off x="5434265" y="25777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2"/>
            <p:cNvSpPr/>
            <p:nvPr/>
          </p:nvSpPr>
          <p:spPr>
            <a:xfrm>
              <a:off x="5479858" y="24499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3"/>
            <p:cNvSpPr/>
            <p:nvPr/>
          </p:nvSpPr>
          <p:spPr>
            <a:xfrm>
              <a:off x="5355228" y="23821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4"/>
            <p:cNvSpPr/>
            <p:nvPr/>
          </p:nvSpPr>
          <p:spPr>
            <a:xfrm>
              <a:off x="5582887" y="29308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5"/>
            <p:cNvSpPr/>
            <p:nvPr/>
          </p:nvSpPr>
          <p:spPr>
            <a:xfrm>
              <a:off x="5531475" y="24589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6"/>
            <p:cNvSpPr/>
            <p:nvPr/>
          </p:nvSpPr>
          <p:spPr>
            <a:xfrm>
              <a:off x="5457028" y="25480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7"/>
            <p:cNvSpPr/>
            <p:nvPr/>
          </p:nvSpPr>
          <p:spPr>
            <a:xfrm>
              <a:off x="5525647" y="22021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8"/>
            <p:cNvSpPr/>
            <p:nvPr/>
          </p:nvSpPr>
          <p:spPr>
            <a:xfrm>
              <a:off x="5415866" y="26183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49"/>
            <p:cNvSpPr/>
            <p:nvPr/>
          </p:nvSpPr>
          <p:spPr>
            <a:xfrm>
              <a:off x="5396500" y="23291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0"/>
            <p:cNvSpPr/>
            <p:nvPr/>
          </p:nvSpPr>
          <p:spPr>
            <a:xfrm>
              <a:off x="5468084" y="24094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1"/>
            <p:cNvSpPr/>
            <p:nvPr/>
          </p:nvSpPr>
          <p:spPr>
            <a:xfrm>
              <a:off x="5414064" y="25392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2"/>
            <p:cNvSpPr/>
            <p:nvPr/>
          </p:nvSpPr>
          <p:spPr>
            <a:xfrm>
              <a:off x="5462132" y="22410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3"/>
            <p:cNvSpPr/>
            <p:nvPr/>
          </p:nvSpPr>
          <p:spPr>
            <a:xfrm>
              <a:off x="5460847" y="22185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4"/>
            <p:cNvSpPr/>
            <p:nvPr/>
          </p:nvSpPr>
          <p:spPr>
            <a:xfrm>
              <a:off x="5449654" y="21354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5"/>
            <p:cNvSpPr/>
            <p:nvPr/>
          </p:nvSpPr>
          <p:spPr>
            <a:xfrm>
              <a:off x="5445728" y="21854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6"/>
            <p:cNvSpPr/>
            <p:nvPr/>
          </p:nvSpPr>
          <p:spPr>
            <a:xfrm>
              <a:off x="5393171" y="15887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7"/>
            <p:cNvSpPr/>
            <p:nvPr/>
          </p:nvSpPr>
          <p:spPr>
            <a:xfrm>
              <a:off x="5652960" y="25674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8"/>
            <p:cNvSpPr/>
            <p:nvPr/>
          </p:nvSpPr>
          <p:spPr>
            <a:xfrm>
              <a:off x="5465809" y="26047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59"/>
            <p:cNvSpPr/>
            <p:nvPr/>
          </p:nvSpPr>
          <p:spPr>
            <a:xfrm>
              <a:off x="5575868" y="20572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0"/>
            <p:cNvSpPr/>
            <p:nvPr/>
          </p:nvSpPr>
          <p:spPr>
            <a:xfrm>
              <a:off x="5530449" y="24546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1"/>
            <p:cNvSpPr/>
            <p:nvPr/>
          </p:nvSpPr>
          <p:spPr>
            <a:xfrm>
              <a:off x="4555737" y="23197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2"/>
            <p:cNvSpPr/>
            <p:nvPr/>
          </p:nvSpPr>
          <p:spPr>
            <a:xfrm>
              <a:off x="4472736" y="28677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3"/>
            <p:cNvSpPr/>
            <p:nvPr/>
          </p:nvSpPr>
          <p:spPr>
            <a:xfrm>
              <a:off x="5602827" y="26782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4"/>
            <p:cNvSpPr/>
            <p:nvPr/>
          </p:nvSpPr>
          <p:spPr>
            <a:xfrm>
              <a:off x="4576234" y="27623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5"/>
            <p:cNvSpPr/>
            <p:nvPr/>
          </p:nvSpPr>
          <p:spPr>
            <a:xfrm>
              <a:off x="5536270" y="21885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6"/>
            <p:cNvSpPr/>
            <p:nvPr/>
          </p:nvSpPr>
          <p:spPr>
            <a:xfrm>
              <a:off x="5596888" y="24216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7"/>
            <p:cNvSpPr/>
            <p:nvPr/>
          </p:nvSpPr>
          <p:spPr>
            <a:xfrm>
              <a:off x="5614559" y="22781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8"/>
            <p:cNvSpPr/>
            <p:nvPr/>
          </p:nvSpPr>
          <p:spPr>
            <a:xfrm>
              <a:off x="5611957" y="24761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69"/>
            <p:cNvSpPr/>
            <p:nvPr/>
          </p:nvSpPr>
          <p:spPr>
            <a:xfrm>
              <a:off x="5670139" y="20457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0"/>
            <p:cNvSpPr/>
            <p:nvPr/>
          </p:nvSpPr>
          <p:spPr>
            <a:xfrm>
              <a:off x="5589925" y="19960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1"/>
            <p:cNvSpPr/>
            <p:nvPr/>
          </p:nvSpPr>
          <p:spPr>
            <a:xfrm>
              <a:off x="5660808" y="21214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2"/>
            <p:cNvSpPr/>
            <p:nvPr/>
          </p:nvSpPr>
          <p:spPr>
            <a:xfrm>
              <a:off x="5538933" y="19985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3"/>
            <p:cNvSpPr/>
            <p:nvPr/>
          </p:nvSpPr>
          <p:spPr>
            <a:xfrm>
              <a:off x="5699497" y="23413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4"/>
            <p:cNvSpPr/>
            <p:nvPr/>
          </p:nvSpPr>
          <p:spPr>
            <a:xfrm>
              <a:off x="5505351" y="28793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5"/>
            <p:cNvSpPr/>
            <p:nvPr/>
          </p:nvSpPr>
          <p:spPr>
            <a:xfrm>
              <a:off x="5511174" y="27755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6"/>
            <p:cNvSpPr/>
            <p:nvPr/>
          </p:nvSpPr>
          <p:spPr>
            <a:xfrm>
              <a:off x="5621529" y="23247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7"/>
            <p:cNvSpPr/>
            <p:nvPr/>
          </p:nvSpPr>
          <p:spPr>
            <a:xfrm>
              <a:off x="5591051" y="24776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8"/>
            <p:cNvSpPr/>
            <p:nvPr/>
          </p:nvSpPr>
          <p:spPr>
            <a:xfrm>
              <a:off x="5533844" y="25439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79"/>
            <p:cNvSpPr/>
            <p:nvPr/>
          </p:nvSpPr>
          <p:spPr>
            <a:xfrm>
              <a:off x="5558803" y="23904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0"/>
            <p:cNvSpPr/>
            <p:nvPr/>
          </p:nvSpPr>
          <p:spPr>
            <a:xfrm>
              <a:off x="5475676" y="22466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1"/>
            <p:cNvSpPr/>
            <p:nvPr/>
          </p:nvSpPr>
          <p:spPr>
            <a:xfrm>
              <a:off x="5711426" y="27344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2"/>
            <p:cNvSpPr/>
            <p:nvPr/>
          </p:nvSpPr>
          <p:spPr>
            <a:xfrm>
              <a:off x="5542052" y="22020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3"/>
            <p:cNvSpPr/>
            <p:nvPr/>
          </p:nvSpPr>
          <p:spPr>
            <a:xfrm>
              <a:off x="5757858" y="28324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4"/>
            <p:cNvSpPr/>
            <p:nvPr/>
          </p:nvSpPr>
          <p:spPr>
            <a:xfrm>
              <a:off x="5578295" y="25310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5"/>
            <p:cNvSpPr/>
            <p:nvPr/>
          </p:nvSpPr>
          <p:spPr>
            <a:xfrm>
              <a:off x="5510828" y="20783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6"/>
            <p:cNvSpPr/>
            <p:nvPr/>
          </p:nvSpPr>
          <p:spPr>
            <a:xfrm>
              <a:off x="5648699" y="23522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7"/>
            <p:cNvSpPr/>
            <p:nvPr/>
          </p:nvSpPr>
          <p:spPr>
            <a:xfrm>
              <a:off x="5565357" y="24869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8"/>
            <p:cNvSpPr/>
            <p:nvPr/>
          </p:nvSpPr>
          <p:spPr>
            <a:xfrm>
              <a:off x="5483616" y="25114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89"/>
            <p:cNvSpPr/>
            <p:nvPr/>
          </p:nvSpPr>
          <p:spPr>
            <a:xfrm>
              <a:off x="5612638" y="26235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0"/>
            <p:cNvSpPr/>
            <p:nvPr/>
          </p:nvSpPr>
          <p:spPr>
            <a:xfrm>
              <a:off x="5604246" y="22233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1"/>
            <p:cNvSpPr/>
            <p:nvPr/>
          </p:nvSpPr>
          <p:spPr>
            <a:xfrm>
              <a:off x="5612842" y="18458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2"/>
            <p:cNvSpPr/>
            <p:nvPr/>
          </p:nvSpPr>
          <p:spPr>
            <a:xfrm>
              <a:off x="5628012" y="21687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3"/>
            <p:cNvSpPr/>
            <p:nvPr/>
          </p:nvSpPr>
          <p:spPr>
            <a:xfrm>
              <a:off x="5807225" y="23172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4"/>
            <p:cNvSpPr/>
            <p:nvPr/>
          </p:nvSpPr>
          <p:spPr>
            <a:xfrm>
              <a:off x="5628995" y="24948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5"/>
            <p:cNvSpPr/>
            <p:nvPr/>
          </p:nvSpPr>
          <p:spPr>
            <a:xfrm>
              <a:off x="5548036" y="23618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6"/>
            <p:cNvSpPr/>
            <p:nvPr/>
          </p:nvSpPr>
          <p:spPr>
            <a:xfrm>
              <a:off x="5656439" y="25846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7"/>
            <p:cNvSpPr/>
            <p:nvPr/>
          </p:nvSpPr>
          <p:spPr>
            <a:xfrm>
              <a:off x="5615654" y="27805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8"/>
            <p:cNvSpPr/>
            <p:nvPr/>
          </p:nvSpPr>
          <p:spPr>
            <a:xfrm>
              <a:off x="5682875" y="21245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099"/>
            <p:cNvSpPr/>
            <p:nvPr/>
          </p:nvSpPr>
          <p:spPr>
            <a:xfrm>
              <a:off x="5576457" y="28756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0"/>
            <p:cNvSpPr/>
            <p:nvPr/>
          </p:nvSpPr>
          <p:spPr>
            <a:xfrm>
              <a:off x="5577540" y="251465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1"/>
            <p:cNvSpPr/>
            <p:nvPr/>
          </p:nvSpPr>
          <p:spPr>
            <a:xfrm>
              <a:off x="5626077" y="26204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2"/>
            <p:cNvSpPr/>
            <p:nvPr/>
          </p:nvSpPr>
          <p:spPr>
            <a:xfrm>
              <a:off x="5652359" y="22778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3"/>
            <p:cNvSpPr/>
            <p:nvPr/>
          </p:nvSpPr>
          <p:spPr>
            <a:xfrm>
              <a:off x="5555550" y="22519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4"/>
            <p:cNvSpPr/>
            <p:nvPr/>
          </p:nvSpPr>
          <p:spPr>
            <a:xfrm>
              <a:off x="5628461" y="2591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5"/>
            <p:cNvSpPr/>
            <p:nvPr/>
          </p:nvSpPr>
          <p:spPr>
            <a:xfrm>
              <a:off x="5462197" y="22770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6"/>
            <p:cNvSpPr/>
            <p:nvPr/>
          </p:nvSpPr>
          <p:spPr>
            <a:xfrm>
              <a:off x="5805261" y="16720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7"/>
            <p:cNvSpPr/>
            <p:nvPr/>
          </p:nvSpPr>
          <p:spPr>
            <a:xfrm>
              <a:off x="5595036" y="23985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8"/>
            <p:cNvSpPr/>
            <p:nvPr/>
          </p:nvSpPr>
          <p:spPr>
            <a:xfrm>
              <a:off x="5595835" y="27070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09"/>
            <p:cNvSpPr/>
            <p:nvPr/>
          </p:nvSpPr>
          <p:spPr>
            <a:xfrm>
              <a:off x="5458925" y="20920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0"/>
            <p:cNvSpPr/>
            <p:nvPr/>
          </p:nvSpPr>
          <p:spPr>
            <a:xfrm>
              <a:off x="5644976" y="21218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1"/>
            <p:cNvSpPr/>
            <p:nvPr/>
          </p:nvSpPr>
          <p:spPr>
            <a:xfrm>
              <a:off x="5525089" y="24419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2"/>
            <p:cNvSpPr/>
            <p:nvPr/>
          </p:nvSpPr>
          <p:spPr>
            <a:xfrm>
              <a:off x="5579984" y="22827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3"/>
            <p:cNvSpPr/>
            <p:nvPr/>
          </p:nvSpPr>
          <p:spPr>
            <a:xfrm>
              <a:off x="5568382" y="25291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4"/>
            <p:cNvSpPr/>
            <p:nvPr/>
          </p:nvSpPr>
          <p:spPr>
            <a:xfrm>
              <a:off x="5419549" y="20739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5"/>
            <p:cNvSpPr/>
            <p:nvPr/>
          </p:nvSpPr>
          <p:spPr>
            <a:xfrm>
              <a:off x="5615814" y="21819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6"/>
            <p:cNvSpPr/>
            <p:nvPr/>
          </p:nvSpPr>
          <p:spPr>
            <a:xfrm>
              <a:off x="5697338" y="25054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7"/>
            <p:cNvSpPr/>
            <p:nvPr/>
          </p:nvSpPr>
          <p:spPr>
            <a:xfrm>
              <a:off x="5687458" y="259181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8"/>
            <p:cNvSpPr/>
            <p:nvPr/>
          </p:nvSpPr>
          <p:spPr>
            <a:xfrm>
              <a:off x="5488213" y="22382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19"/>
            <p:cNvSpPr/>
            <p:nvPr/>
          </p:nvSpPr>
          <p:spPr>
            <a:xfrm>
              <a:off x="5629294" y="23854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0"/>
            <p:cNvSpPr/>
            <p:nvPr/>
          </p:nvSpPr>
          <p:spPr>
            <a:xfrm>
              <a:off x="5615653" y="24793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1"/>
            <p:cNvSpPr/>
            <p:nvPr/>
          </p:nvSpPr>
          <p:spPr>
            <a:xfrm>
              <a:off x="5657013" y="225341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2"/>
            <p:cNvSpPr/>
            <p:nvPr/>
          </p:nvSpPr>
          <p:spPr>
            <a:xfrm>
              <a:off x="5585974" y="21257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3"/>
            <p:cNvSpPr/>
            <p:nvPr/>
          </p:nvSpPr>
          <p:spPr>
            <a:xfrm>
              <a:off x="5531328" y="23713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4"/>
            <p:cNvSpPr/>
            <p:nvPr/>
          </p:nvSpPr>
          <p:spPr>
            <a:xfrm>
              <a:off x="5561072" y="24799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5"/>
            <p:cNvSpPr/>
            <p:nvPr/>
          </p:nvSpPr>
          <p:spPr>
            <a:xfrm>
              <a:off x="5465149" y="26810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6"/>
            <p:cNvSpPr/>
            <p:nvPr/>
          </p:nvSpPr>
          <p:spPr>
            <a:xfrm>
              <a:off x="5536854" y="22402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7"/>
            <p:cNvSpPr/>
            <p:nvPr/>
          </p:nvSpPr>
          <p:spPr>
            <a:xfrm>
              <a:off x="5587371" y="21126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8"/>
            <p:cNvSpPr/>
            <p:nvPr/>
          </p:nvSpPr>
          <p:spPr>
            <a:xfrm>
              <a:off x="5582471" y="22895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29"/>
            <p:cNvSpPr/>
            <p:nvPr/>
          </p:nvSpPr>
          <p:spPr>
            <a:xfrm>
              <a:off x="5617334" y="22656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0"/>
            <p:cNvSpPr/>
            <p:nvPr/>
          </p:nvSpPr>
          <p:spPr>
            <a:xfrm>
              <a:off x="5614541" y="24536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1"/>
            <p:cNvSpPr/>
            <p:nvPr/>
          </p:nvSpPr>
          <p:spPr>
            <a:xfrm>
              <a:off x="5533171" y="24972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2"/>
            <p:cNvSpPr/>
            <p:nvPr/>
          </p:nvSpPr>
          <p:spPr>
            <a:xfrm>
              <a:off x="5491859" y="23774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3"/>
            <p:cNvSpPr/>
            <p:nvPr/>
          </p:nvSpPr>
          <p:spPr>
            <a:xfrm>
              <a:off x="5478827" y="22311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4"/>
            <p:cNvSpPr/>
            <p:nvPr/>
          </p:nvSpPr>
          <p:spPr>
            <a:xfrm>
              <a:off x="5654849" y="26039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5"/>
            <p:cNvSpPr/>
            <p:nvPr/>
          </p:nvSpPr>
          <p:spPr>
            <a:xfrm>
              <a:off x="5645201" y="23939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6"/>
            <p:cNvSpPr/>
            <p:nvPr/>
          </p:nvSpPr>
          <p:spPr>
            <a:xfrm>
              <a:off x="5549249" y="29718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7"/>
            <p:cNvSpPr/>
            <p:nvPr/>
          </p:nvSpPr>
          <p:spPr>
            <a:xfrm>
              <a:off x="5611372" y="2447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8"/>
            <p:cNvSpPr/>
            <p:nvPr/>
          </p:nvSpPr>
          <p:spPr>
            <a:xfrm>
              <a:off x="5775301" y="22394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39"/>
            <p:cNvSpPr/>
            <p:nvPr/>
          </p:nvSpPr>
          <p:spPr>
            <a:xfrm>
              <a:off x="5535576" y="24897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0"/>
            <p:cNvSpPr/>
            <p:nvPr/>
          </p:nvSpPr>
          <p:spPr>
            <a:xfrm>
              <a:off x="5566560" y="26052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1"/>
            <p:cNvSpPr/>
            <p:nvPr/>
          </p:nvSpPr>
          <p:spPr>
            <a:xfrm>
              <a:off x="5576523" y="20987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2"/>
            <p:cNvSpPr/>
            <p:nvPr/>
          </p:nvSpPr>
          <p:spPr>
            <a:xfrm>
              <a:off x="5644830" y="19416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3"/>
            <p:cNvSpPr/>
            <p:nvPr/>
          </p:nvSpPr>
          <p:spPr>
            <a:xfrm>
              <a:off x="5709082" y="22572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4"/>
            <p:cNvSpPr/>
            <p:nvPr/>
          </p:nvSpPr>
          <p:spPr>
            <a:xfrm>
              <a:off x="5584568" y="22949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5"/>
            <p:cNvSpPr/>
            <p:nvPr/>
          </p:nvSpPr>
          <p:spPr>
            <a:xfrm>
              <a:off x="5784102" y="19269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6"/>
            <p:cNvSpPr/>
            <p:nvPr/>
          </p:nvSpPr>
          <p:spPr>
            <a:xfrm>
              <a:off x="5654337" y="16253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7"/>
            <p:cNvSpPr/>
            <p:nvPr/>
          </p:nvSpPr>
          <p:spPr>
            <a:xfrm>
              <a:off x="5670232" y="19821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8"/>
            <p:cNvSpPr/>
            <p:nvPr/>
          </p:nvSpPr>
          <p:spPr>
            <a:xfrm>
              <a:off x="5550328" y="24170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49"/>
            <p:cNvSpPr/>
            <p:nvPr/>
          </p:nvSpPr>
          <p:spPr>
            <a:xfrm>
              <a:off x="5599470" y="19937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0"/>
            <p:cNvSpPr/>
            <p:nvPr/>
          </p:nvSpPr>
          <p:spPr>
            <a:xfrm>
              <a:off x="5519035" y="20657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1"/>
            <p:cNvSpPr/>
            <p:nvPr/>
          </p:nvSpPr>
          <p:spPr>
            <a:xfrm>
              <a:off x="5628874" y="19883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2"/>
            <p:cNvSpPr/>
            <p:nvPr/>
          </p:nvSpPr>
          <p:spPr>
            <a:xfrm>
              <a:off x="5802718" y="20139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3"/>
            <p:cNvSpPr/>
            <p:nvPr/>
          </p:nvSpPr>
          <p:spPr>
            <a:xfrm>
              <a:off x="5717700" y="22007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4"/>
            <p:cNvSpPr/>
            <p:nvPr/>
          </p:nvSpPr>
          <p:spPr>
            <a:xfrm>
              <a:off x="5695826" y="23356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5"/>
            <p:cNvSpPr/>
            <p:nvPr/>
          </p:nvSpPr>
          <p:spPr>
            <a:xfrm>
              <a:off x="5845199" y="25829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6"/>
            <p:cNvSpPr/>
            <p:nvPr/>
          </p:nvSpPr>
          <p:spPr>
            <a:xfrm>
              <a:off x="5635248" y="18675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7"/>
            <p:cNvSpPr/>
            <p:nvPr/>
          </p:nvSpPr>
          <p:spPr>
            <a:xfrm>
              <a:off x="5747488" y="24409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8"/>
            <p:cNvSpPr/>
            <p:nvPr/>
          </p:nvSpPr>
          <p:spPr>
            <a:xfrm>
              <a:off x="5621518" y="22804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59"/>
            <p:cNvSpPr/>
            <p:nvPr/>
          </p:nvSpPr>
          <p:spPr>
            <a:xfrm>
              <a:off x="5657604" y="21804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0"/>
            <p:cNvSpPr/>
            <p:nvPr/>
          </p:nvSpPr>
          <p:spPr>
            <a:xfrm>
              <a:off x="5631528" y="21519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1"/>
            <p:cNvSpPr/>
            <p:nvPr/>
          </p:nvSpPr>
          <p:spPr>
            <a:xfrm>
              <a:off x="5627187" y="24039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2"/>
            <p:cNvSpPr/>
            <p:nvPr/>
          </p:nvSpPr>
          <p:spPr>
            <a:xfrm>
              <a:off x="5575826" y="28427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3"/>
            <p:cNvSpPr/>
            <p:nvPr/>
          </p:nvSpPr>
          <p:spPr>
            <a:xfrm>
              <a:off x="5644687" y="26551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4"/>
            <p:cNvSpPr/>
            <p:nvPr/>
          </p:nvSpPr>
          <p:spPr>
            <a:xfrm>
              <a:off x="5659326" y="27020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5"/>
            <p:cNvSpPr/>
            <p:nvPr/>
          </p:nvSpPr>
          <p:spPr>
            <a:xfrm>
              <a:off x="5518374" y="27838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6"/>
            <p:cNvSpPr/>
            <p:nvPr/>
          </p:nvSpPr>
          <p:spPr>
            <a:xfrm>
              <a:off x="5550214" y="21575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7"/>
            <p:cNvSpPr/>
            <p:nvPr/>
          </p:nvSpPr>
          <p:spPr>
            <a:xfrm>
              <a:off x="5627228" y="17519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8"/>
            <p:cNvSpPr/>
            <p:nvPr/>
          </p:nvSpPr>
          <p:spPr>
            <a:xfrm>
              <a:off x="5420678" y="20388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69"/>
            <p:cNvSpPr/>
            <p:nvPr/>
          </p:nvSpPr>
          <p:spPr>
            <a:xfrm>
              <a:off x="5660638" y="22682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0"/>
            <p:cNvSpPr/>
            <p:nvPr/>
          </p:nvSpPr>
          <p:spPr>
            <a:xfrm>
              <a:off x="5818922" y="20977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1"/>
            <p:cNvSpPr/>
            <p:nvPr/>
          </p:nvSpPr>
          <p:spPr>
            <a:xfrm>
              <a:off x="5677294" y="18116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2"/>
            <p:cNvSpPr/>
            <p:nvPr/>
          </p:nvSpPr>
          <p:spPr>
            <a:xfrm>
              <a:off x="5625016" y="21942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3"/>
            <p:cNvSpPr/>
            <p:nvPr/>
          </p:nvSpPr>
          <p:spPr>
            <a:xfrm>
              <a:off x="5702586" y="25441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4"/>
            <p:cNvSpPr/>
            <p:nvPr/>
          </p:nvSpPr>
          <p:spPr>
            <a:xfrm>
              <a:off x="5535291" y="21157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5"/>
            <p:cNvSpPr/>
            <p:nvPr/>
          </p:nvSpPr>
          <p:spPr>
            <a:xfrm>
              <a:off x="5579795" y="23729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6"/>
            <p:cNvSpPr/>
            <p:nvPr/>
          </p:nvSpPr>
          <p:spPr>
            <a:xfrm>
              <a:off x="5443953" y="23241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7"/>
            <p:cNvSpPr/>
            <p:nvPr/>
          </p:nvSpPr>
          <p:spPr>
            <a:xfrm>
              <a:off x="5607257" y="22487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8"/>
            <p:cNvSpPr/>
            <p:nvPr/>
          </p:nvSpPr>
          <p:spPr>
            <a:xfrm>
              <a:off x="5483126" y="25034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79"/>
            <p:cNvSpPr/>
            <p:nvPr/>
          </p:nvSpPr>
          <p:spPr>
            <a:xfrm>
              <a:off x="5650915" y="24294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0"/>
            <p:cNvSpPr/>
            <p:nvPr/>
          </p:nvSpPr>
          <p:spPr>
            <a:xfrm>
              <a:off x="5499425" y="18195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1"/>
            <p:cNvSpPr/>
            <p:nvPr/>
          </p:nvSpPr>
          <p:spPr>
            <a:xfrm>
              <a:off x="5604932" y="21445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2"/>
            <p:cNvSpPr/>
            <p:nvPr/>
          </p:nvSpPr>
          <p:spPr>
            <a:xfrm>
              <a:off x="5679758" y="25075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3"/>
            <p:cNvSpPr/>
            <p:nvPr/>
          </p:nvSpPr>
          <p:spPr>
            <a:xfrm>
              <a:off x="5740531" y="21548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4"/>
            <p:cNvSpPr/>
            <p:nvPr/>
          </p:nvSpPr>
          <p:spPr>
            <a:xfrm>
              <a:off x="5760157" y="20545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5"/>
            <p:cNvSpPr/>
            <p:nvPr/>
          </p:nvSpPr>
          <p:spPr>
            <a:xfrm>
              <a:off x="5491263" y="25093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6"/>
            <p:cNvSpPr/>
            <p:nvPr/>
          </p:nvSpPr>
          <p:spPr>
            <a:xfrm>
              <a:off x="5612526" y="22713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7"/>
            <p:cNvSpPr/>
            <p:nvPr/>
          </p:nvSpPr>
          <p:spPr>
            <a:xfrm>
              <a:off x="5611287" y="23462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8"/>
            <p:cNvSpPr/>
            <p:nvPr/>
          </p:nvSpPr>
          <p:spPr>
            <a:xfrm>
              <a:off x="5635396" y="25068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89"/>
            <p:cNvSpPr/>
            <p:nvPr/>
          </p:nvSpPr>
          <p:spPr>
            <a:xfrm>
              <a:off x="5607543" y="19072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0"/>
            <p:cNvSpPr/>
            <p:nvPr/>
          </p:nvSpPr>
          <p:spPr>
            <a:xfrm>
              <a:off x="5714310" y="19812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1"/>
            <p:cNvSpPr/>
            <p:nvPr/>
          </p:nvSpPr>
          <p:spPr>
            <a:xfrm>
              <a:off x="5635271" y="24236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2"/>
            <p:cNvSpPr/>
            <p:nvPr/>
          </p:nvSpPr>
          <p:spPr>
            <a:xfrm>
              <a:off x="5622344" y="22814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3"/>
            <p:cNvSpPr/>
            <p:nvPr/>
          </p:nvSpPr>
          <p:spPr>
            <a:xfrm>
              <a:off x="5673145" y="21124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4"/>
            <p:cNvSpPr/>
            <p:nvPr/>
          </p:nvSpPr>
          <p:spPr>
            <a:xfrm>
              <a:off x="5627857" y="21567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5"/>
            <p:cNvSpPr/>
            <p:nvPr/>
          </p:nvSpPr>
          <p:spPr>
            <a:xfrm>
              <a:off x="5612800" y="21847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6"/>
            <p:cNvSpPr/>
            <p:nvPr/>
          </p:nvSpPr>
          <p:spPr>
            <a:xfrm>
              <a:off x="5586283" y="18010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7"/>
            <p:cNvSpPr/>
            <p:nvPr/>
          </p:nvSpPr>
          <p:spPr>
            <a:xfrm>
              <a:off x="5685653" y="21931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8"/>
            <p:cNvSpPr/>
            <p:nvPr/>
          </p:nvSpPr>
          <p:spPr>
            <a:xfrm>
              <a:off x="5551744" y="18610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199"/>
            <p:cNvSpPr/>
            <p:nvPr/>
          </p:nvSpPr>
          <p:spPr>
            <a:xfrm>
              <a:off x="5500869" y="18839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0"/>
            <p:cNvSpPr/>
            <p:nvPr/>
          </p:nvSpPr>
          <p:spPr>
            <a:xfrm>
              <a:off x="5578485" y="22118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1"/>
            <p:cNvSpPr/>
            <p:nvPr/>
          </p:nvSpPr>
          <p:spPr>
            <a:xfrm>
              <a:off x="5540993" y="20409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2"/>
            <p:cNvSpPr/>
            <p:nvPr/>
          </p:nvSpPr>
          <p:spPr>
            <a:xfrm>
              <a:off x="5521870" y="19209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3"/>
            <p:cNvSpPr/>
            <p:nvPr/>
          </p:nvSpPr>
          <p:spPr>
            <a:xfrm>
              <a:off x="5482089" y="22073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4"/>
            <p:cNvSpPr/>
            <p:nvPr/>
          </p:nvSpPr>
          <p:spPr>
            <a:xfrm>
              <a:off x="5629379" y="19733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5"/>
            <p:cNvSpPr/>
            <p:nvPr/>
          </p:nvSpPr>
          <p:spPr>
            <a:xfrm>
              <a:off x="5676040" y="23290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6"/>
            <p:cNvSpPr/>
            <p:nvPr/>
          </p:nvSpPr>
          <p:spPr>
            <a:xfrm>
              <a:off x="5621605" y="22410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7"/>
            <p:cNvSpPr/>
            <p:nvPr/>
          </p:nvSpPr>
          <p:spPr>
            <a:xfrm>
              <a:off x="5481212" y="20376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8"/>
            <p:cNvSpPr/>
            <p:nvPr/>
          </p:nvSpPr>
          <p:spPr>
            <a:xfrm>
              <a:off x="5590620" y="21431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09"/>
            <p:cNvSpPr/>
            <p:nvPr/>
          </p:nvSpPr>
          <p:spPr>
            <a:xfrm>
              <a:off x="5652845" y="20213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0"/>
            <p:cNvSpPr/>
            <p:nvPr/>
          </p:nvSpPr>
          <p:spPr>
            <a:xfrm>
              <a:off x="5658410" y="18793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1"/>
            <p:cNvSpPr/>
            <p:nvPr/>
          </p:nvSpPr>
          <p:spPr>
            <a:xfrm>
              <a:off x="5614362" y="24328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2"/>
            <p:cNvSpPr/>
            <p:nvPr/>
          </p:nvSpPr>
          <p:spPr>
            <a:xfrm>
              <a:off x="5630404" y="15800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3"/>
            <p:cNvSpPr/>
            <p:nvPr/>
          </p:nvSpPr>
          <p:spPr>
            <a:xfrm>
              <a:off x="5470369" y="19362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4"/>
            <p:cNvSpPr/>
            <p:nvPr/>
          </p:nvSpPr>
          <p:spPr>
            <a:xfrm>
              <a:off x="5554201" y="19932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5"/>
            <p:cNvSpPr/>
            <p:nvPr/>
          </p:nvSpPr>
          <p:spPr>
            <a:xfrm>
              <a:off x="5700640" y="18515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6"/>
            <p:cNvSpPr/>
            <p:nvPr/>
          </p:nvSpPr>
          <p:spPr>
            <a:xfrm>
              <a:off x="5580968" y="18918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7"/>
            <p:cNvSpPr/>
            <p:nvPr/>
          </p:nvSpPr>
          <p:spPr>
            <a:xfrm>
              <a:off x="5801349" y="17238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8"/>
            <p:cNvSpPr/>
            <p:nvPr/>
          </p:nvSpPr>
          <p:spPr>
            <a:xfrm>
              <a:off x="5677083" y="19598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19"/>
            <p:cNvSpPr/>
            <p:nvPr/>
          </p:nvSpPr>
          <p:spPr>
            <a:xfrm>
              <a:off x="5644425" y="20496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0"/>
            <p:cNvSpPr/>
            <p:nvPr/>
          </p:nvSpPr>
          <p:spPr>
            <a:xfrm>
              <a:off x="5602580" y="20408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1"/>
            <p:cNvSpPr/>
            <p:nvPr/>
          </p:nvSpPr>
          <p:spPr>
            <a:xfrm>
              <a:off x="5511581" y="23206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2"/>
            <p:cNvSpPr/>
            <p:nvPr/>
          </p:nvSpPr>
          <p:spPr>
            <a:xfrm>
              <a:off x="5741770" y="26567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3"/>
            <p:cNvSpPr/>
            <p:nvPr/>
          </p:nvSpPr>
          <p:spPr>
            <a:xfrm>
              <a:off x="5817634" y="26664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4"/>
            <p:cNvSpPr/>
            <p:nvPr/>
          </p:nvSpPr>
          <p:spPr>
            <a:xfrm>
              <a:off x="5527832" y="24522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5"/>
            <p:cNvSpPr/>
            <p:nvPr/>
          </p:nvSpPr>
          <p:spPr>
            <a:xfrm>
              <a:off x="5753663" y="27924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6"/>
            <p:cNvSpPr/>
            <p:nvPr/>
          </p:nvSpPr>
          <p:spPr>
            <a:xfrm>
              <a:off x="5609148" y="23813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7"/>
            <p:cNvSpPr/>
            <p:nvPr/>
          </p:nvSpPr>
          <p:spPr>
            <a:xfrm>
              <a:off x="5628457" y="24107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8"/>
            <p:cNvSpPr/>
            <p:nvPr/>
          </p:nvSpPr>
          <p:spPr>
            <a:xfrm>
              <a:off x="5599807" y="24069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29"/>
            <p:cNvSpPr/>
            <p:nvPr/>
          </p:nvSpPr>
          <p:spPr>
            <a:xfrm>
              <a:off x="5615204" y="18523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0"/>
            <p:cNvSpPr/>
            <p:nvPr/>
          </p:nvSpPr>
          <p:spPr>
            <a:xfrm>
              <a:off x="5595737" y="24516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1"/>
            <p:cNvSpPr/>
            <p:nvPr/>
          </p:nvSpPr>
          <p:spPr>
            <a:xfrm>
              <a:off x="5703646" y="21360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2"/>
            <p:cNvSpPr/>
            <p:nvPr/>
          </p:nvSpPr>
          <p:spPr>
            <a:xfrm>
              <a:off x="5518690" y="21319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3"/>
            <p:cNvSpPr/>
            <p:nvPr/>
          </p:nvSpPr>
          <p:spPr>
            <a:xfrm>
              <a:off x="5540086" y="23178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4"/>
            <p:cNvSpPr/>
            <p:nvPr/>
          </p:nvSpPr>
          <p:spPr>
            <a:xfrm>
              <a:off x="5538321" y="22551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5"/>
            <p:cNvSpPr/>
            <p:nvPr/>
          </p:nvSpPr>
          <p:spPr>
            <a:xfrm>
              <a:off x="5549132" y="24312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6"/>
            <p:cNvSpPr/>
            <p:nvPr/>
          </p:nvSpPr>
          <p:spPr>
            <a:xfrm>
              <a:off x="5704054" y="25878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7"/>
            <p:cNvSpPr/>
            <p:nvPr/>
          </p:nvSpPr>
          <p:spPr>
            <a:xfrm>
              <a:off x="5616860" y="25450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8"/>
            <p:cNvSpPr/>
            <p:nvPr/>
          </p:nvSpPr>
          <p:spPr>
            <a:xfrm>
              <a:off x="5703705" y="26314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39"/>
            <p:cNvSpPr/>
            <p:nvPr/>
          </p:nvSpPr>
          <p:spPr>
            <a:xfrm>
              <a:off x="5836516" y="22245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0"/>
            <p:cNvSpPr/>
            <p:nvPr/>
          </p:nvSpPr>
          <p:spPr>
            <a:xfrm>
              <a:off x="5751210" y="30232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1"/>
            <p:cNvSpPr/>
            <p:nvPr/>
          </p:nvSpPr>
          <p:spPr>
            <a:xfrm>
              <a:off x="5596577" y="23192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2"/>
            <p:cNvSpPr/>
            <p:nvPr/>
          </p:nvSpPr>
          <p:spPr>
            <a:xfrm>
              <a:off x="5577671" y="27123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3"/>
            <p:cNvSpPr/>
            <p:nvPr/>
          </p:nvSpPr>
          <p:spPr>
            <a:xfrm>
              <a:off x="5480898" y="25657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4"/>
            <p:cNvSpPr/>
            <p:nvPr/>
          </p:nvSpPr>
          <p:spPr>
            <a:xfrm>
              <a:off x="5768963" y="18917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5"/>
            <p:cNvSpPr/>
            <p:nvPr/>
          </p:nvSpPr>
          <p:spPr>
            <a:xfrm>
              <a:off x="5623820" y="21562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6"/>
            <p:cNvSpPr/>
            <p:nvPr/>
          </p:nvSpPr>
          <p:spPr>
            <a:xfrm>
              <a:off x="5648918" y="22750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7"/>
            <p:cNvSpPr/>
            <p:nvPr/>
          </p:nvSpPr>
          <p:spPr>
            <a:xfrm>
              <a:off x="5770191" y="24572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8"/>
            <p:cNvSpPr/>
            <p:nvPr/>
          </p:nvSpPr>
          <p:spPr>
            <a:xfrm>
              <a:off x="5712562" y="22069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49"/>
            <p:cNvSpPr/>
            <p:nvPr/>
          </p:nvSpPr>
          <p:spPr>
            <a:xfrm>
              <a:off x="5720674" y="21025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0"/>
            <p:cNvSpPr/>
            <p:nvPr/>
          </p:nvSpPr>
          <p:spPr>
            <a:xfrm>
              <a:off x="5682441" y="21404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1"/>
            <p:cNvSpPr/>
            <p:nvPr/>
          </p:nvSpPr>
          <p:spPr>
            <a:xfrm>
              <a:off x="5592216" y="20731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2"/>
            <p:cNvSpPr/>
            <p:nvPr/>
          </p:nvSpPr>
          <p:spPr>
            <a:xfrm>
              <a:off x="5649235" y="23691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3"/>
            <p:cNvSpPr/>
            <p:nvPr/>
          </p:nvSpPr>
          <p:spPr>
            <a:xfrm>
              <a:off x="5664362" y="25254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4"/>
            <p:cNvSpPr/>
            <p:nvPr/>
          </p:nvSpPr>
          <p:spPr>
            <a:xfrm>
              <a:off x="5593154" y="26590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5"/>
            <p:cNvSpPr/>
            <p:nvPr/>
          </p:nvSpPr>
          <p:spPr>
            <a:xfrm>
              <a:off x="5631192" y="23841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6"/>
            <p:cNvSpPr/>
            <p:nvPr/>
          </p:nvSpPr>
          <p:spPr>
            <a:xfrm>
              <a:off x="5681071" y="18336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7"/>
            <p:cNvSpPr/>
            <p:nvPr/>
          </p:nvSpPr>
          <p:spPr>
            <a:xfrm>
              <a:off x="5578718" y="22423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8"/>
            <p:cNvSpPr/>
            <p:nvPr/>
          </p:nvSpPr>
          <p:spPr>
            <a:xfrm>
              <a:off x="5615078" y="24362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59"/>
            <p:cNvSpPr/>
            <p:nvPr/>
          </p:nvSpPr>
          <p:spPr>
            <a:xfrm>
              <a:off x="5558639" y="22938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0"/>
            <p:cNvSpPr/>
            <p:nvPr/>
          </p:nvSpPr>
          <p:spPr>
            <a:xfrm>
              <a:off x="5620410" y="24476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1"/>
            <p:cNvSpPr/>
            <p:nvPr/>
          </p:nvSpPr>
          <p:spPr>
            <a:xfrm>
              <a:off x="5720314" y="23296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2"/>
            <p:cNvSpPr/>
            <p:nvPr/>
          </p:nvSpPr>
          <p:spPr>
            <a:xfrm>
              <a:off x="5699901" y="21429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3"/>
            <p:cNvSpPr/>
            <p:nvPr/>
          </p:nvSpPr>
          <p:spPr>
            <a:xfrm>
              <a:off x="5658116" y="21039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4"/>
            <p:cNvSpPr/>
            <p:nvPr/>
          </p:nvSpPr>
          <p:spPr>
            <a:xfrm>
              <a:off x="5632746" y="26745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5"/>
            <p:cNvSpPr/>
            <p:nvPr/>
          </p:nvSpPr>
          <p:spPr>
            <a:xfrm>
              <a:off x="5616223" y="24832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6"/>
            <p:cNvSpPr/>
            <p:nvPr/>
          </p:nvSpPr>
          <p:spPr>
            <a:xfrm>
              <a:off x="5700557" y="19998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7"/>
            <p:cNvSpPr/>
            <p:nvPr/>
          </p:nvSpPr>
          <p:spPr>
            <a:xfrm>
              <a:off x="5722332" y="25418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8"/>
            <p:cNvSpPr/>
            <p:nvPr/>
          </p:nvSpPr>
          <p:spPr>
            <a:xfrm>
              <a:off x="5628216" y="20300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69"/>
            <p:cNvSpPr/>
            <p:nvPr/>
          </p:nvSpPr>
          <p:spPr>
            <a:xfrm>
              <a:off x="5639595" y="21971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0"/>
            <p:cNvSpPr/>
            <p:nvPr/>
          </p:nvSpPr>
          <p:spPr>
            <a:xfrm>
              <a:off x="5642400" y="17513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1"/>
            <p:cNvSpPr/>
            <p:nvPr/>
          </p:nvSpPr>
          <p:spPr>
            <a:xfrm>
              <a:off x="5630511" y="18873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2"/>
            <p:cNvSpPr/>
            <p:nvPr/>
          </p:nvSpPr>
          <p:spPr>
            <a:xfrm>
              <a:off x="5529066" y="23562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3"/>
            <p:cNvSpPr/>
            <p:nvPr/>
          </p:nvSpPr>
          <p:spPr>
            <a:xfrm>
              <a:off x="5686110" y="22941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4"/>
            <p:cNvSpPr/>
            <p:nvPr/>
          </p:nvSpPr>
          <p:spPr>
            <a:xfrm>
              <a:off x="5617346" y="21691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5"/>
            <p:cNvSpPr/>
            <p:nvPr/>
          </p:nvSpPr>
          <p:spPr>
            <a:xfrm>
              <a:off x="5749157" y="21262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6"/>
            <p:cNvSpPr/>
            <p:nvPr/>
          </p:nvSpPr>
          <p:spPr>
            <a:xfrm>
              <a:off x="5656199" y="24755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7"/>
            <p:cNvSpPr/>
            <p:nvPr/>
          </p:nvSpPr>
          <p:spPr>
            <a:xfrm>
              <a:off x="5525751" y="22567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8"/>
            <p:cNvSpPr/>
            <p:nvPr/>
          </p:nvSpPr>
          <p:spPr>
            <a:xfrm>
              <a:off x="5663930" y="19342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79"/>
            <p:cNvSpPr/>
            <p:nvPr/>
          </p:nvSpPr>
          <p:spPr>
            <a:xfrm>
              <a:off x="5649252" y="19739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0"/>
            <p:cNvSpPr/>
            <p:nvPr/>
          </p:nvSpPr>
          <p:spPr>
            <a:xfrm>
              <a:off x="5668690" y="22090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1"/>
            <p:cNvSpPr/>
            <p:nvPr/>
          </p:nvSpPr>
          <p:spPr>
            <a:xfrm>
              <a:off x="5611706" y="23675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2"/>
            <p:cNvSpPr/>
            <p:nvPr/>
          </p:nvSpPr>
          <p:spPr>
            <a:xfrm>
              <a:off x="5707108" y="24179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3"/>
            <p:cNvSpPr/>
            <p:nvPr/>
          </p:nvSpPr>
          <p:spPr>
            <a:xfrm>
              <a:off x="5586918" y="23986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4"/>
            <p:cNvSpPr/>
            <p:nvPr/>
          </p:nvSpPr>
          <p:spPr>
            <a:xfrm>
              <a:off x="5736076" y="22921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5"/>
            <p:cNvSpPr/>
            <p:nvPr/>
          </p:nvSpPr>
          <p:spPr>
            <a:xfrm>
              <a:off x="5608275" y="2290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6"/>
            <p:cNvSpPr/>
            <p:nvPr/>
          </p:nvSpPr>
          <p:spPr>
            <a:xfrm>
              <a:off x="5883721" y="25236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7"/>
            <p:cNvSpPr/>
            <p:nvPr/>
          </p:nvSpPr>
          <p:spPr>
            <a:xfrm>
              <a:off x="5946695" y="31280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8"/>
            <p:cNvSpPr/>
            <p:nvPr/>
          </p:nvSpPr>
          <p:spPr>
            <a:xfrm>
              <a:off x="5722604" y="22616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89"/>
            <p:cNvSpPr/>
            <p:nvPr/>
          </p:nvSpPr>
          <p:spPr>
            <a:xfrm>
              <a:off x="5779491" y="26588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0"/>
            <p:cNvSpPr/>
            <p:nvPr/>
          </p:nvSpPr>
          <p:spPr>
            <a:xfrm>
              <a:off x="5711717" y="27289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1"/>
            <p:cNvSpPr/>
            <p:nvPr/>
          </p:nvSpPr>
          <p:spPr>
            <a:xfrm>
              <a:off x="5768663" y="27125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2"/>
            <p:cNvSpPr/>
            <p:nvPr/>
          </p:nvSpPr>
          <p:spPr>
            <a:xfrm>
              <a:off x="5680268" y="23922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3"/>
            <p:cNvSpPr/>
            <p:nvPr/>
          </p:nvSpPr>
          <p:spPr>
            <a:xfrm>
              <a:off x="5812255" y="25753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4"/>
            <p:cNvSpPr/>
            <p:nvPr/>
          </p:nvSpPr>
          <p:spPr>
            <a:xfrm>
              <a:off x="5661942" y="29082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5"/>
            <p:cNvSpPr/>
            <p:nvPr/>
          </p:nvSpPr>
          <p:spPr>
            <a:xfrm>
              <a:off x="5594511" y="27528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6"/>
            <p:cNvSpPr/>
            <p:nvPr/>
          </p:nvSpPr>
          <p:spPr>
            <a:xfrm>
              <a:off x="5693774" y="24186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7"/>
            <p:cNvSpPr/>
            <p:nvPr/>
          </p:nvSpPr>
          <p:spPr>
            <a:xfrm>
              <a:off x="5718392" y="24456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8"/>
            <p:cNvSpPr/>
            <p:nvPr/>
          </p:nvSpPr>
          <p:spPr>
            <a:xfrm>
              <a:off x="5800431" y="20194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299"/>
            <p:cNvSpPr/>
            <p:nvPr/>
          </p:nvSpPr>
          <p:spPr>
            <a:xfrm>
              <a:off x="5900323" y="31009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0"/>
            <p:cNvSpPr/>
            <p:nvPr/>
          </p:nvSpPr>
          <p:spPr>
            <a:xfrm>
              <a:off x="5634042" y="25882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1"/>
            <p:cNvSpPr/>
            <p:nvPr/>
          </p:nvSpPr>
          <p:spPr>
            <a:xfrm>
              <a:off x="5855076" y="28617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2"/>
            <p:cNvSpPr/>
            <p:nvPr/>
          </p:nvSpPr>
          <p:spPr>
            <a:xfrm>
              <a:off x="5691966" y="31993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3"/>
            <p:cNvSpPr/>
            <p:nvPr/>
          </p:nvSpPr>
          <p:spPr>
            <a:xfrm>
              <a:off x="5860152" y="29934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4"/>
            <p:cNvSpPr/>
            <p:nvPr/>
          </p:nvSpPr>
          <p:spPr>
            <a:xfrm>
              <a:off x="5729026" y="26869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5"/>
            <p:cNvSpPr/>
            <p:nvPr/>
          </p:nvSpPr>
          <p:spPr>
            <a:xfrm>
              <a:off x="5697777" y="25321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6"/>
            <p:cNvSpPr/>
            <p:nvPr/>
          </p:nvSpPr>
          <p:spPr>
            <a:xfrm>
              <a:off x="5803757" y="24735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7"/>
            <p:cNvSpPr/>
            <p:nvPr/>
          </p:nvSpPr>
          <p:spPr>
            <a:xfrm>
              <a:off x="5756024" y="20091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8"/>
            <p:cNvSpPr/>
            <p:nvPr/>
          </p:nvSpPr>
          <p:spPr>
            <a:xfrm>
              <a:off x="5673289" y="25982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09"/>
            <p:cNvSpPr/>
            <p:nvPr/>
          </p:nvSpPr>
          <p:spPr>
            <a:xfrm>
              <a:off x="5804500" y="26203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0"/>
            <p:cNvSpPr/>
            <p:nvPr/>
          </p:nvSpPr>
          <p:spPr>
            <a:xfrm>
              <a:off x="5614146" y="22957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1"/>
            <p:cNvSpPr/>
            <p:nvPr/>
          </p:nvSpPr>
          <p:spPr>
            <a:xfrm>
              <a:off x="5864982" y="25167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2"/>
            <p:cNvSpPr/>
            <p:nvPr/>
          </p:nvSpPr>
          <p:spPr>
            <a:xfrm>
              <a:off x="5780910" y="27917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3"/>
            <p:cNvSpPr/>
            <p:nvPr/>
          </p:nvSpPr>
          <p:spPr>
            <a:xfrm>
              <a:off x="5858127" y="25890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4"/>
            <p:cNvSpPr/>
            <p:nvPr/>
          </p:nvSpPr>
          <p:spPr>
            <a:xfrm>
              <a:off x="5625415" y="23572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5"/>
            <p:cNvSpPr/>
            <p:nvPr/>
          </p:nvSpPr>
          <p:spPr>
            <a:xfrm>
              <a:off x="5704659" y="23633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6"/>
            <p:cNvSpPr/>
            <p:nvPr/>
          </p:nvSpPr>
          <p:spPr>
            <a:xfrm>
              <a:off x="5819854" y="19103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7"/>
            <p:cNvSpPr/>
            <p:nvPr/>
          </p:nvSpPr>
          <p:spPr>
            <a:xfrm>
              <a:off x="5765308" y="22873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8"/>
            <p:cNvSpPr/>
            <p:nvPr/>
          </p:nvSpPr>
          <p:spPr>
            <a:xfrm>
              <a:off x="5600511" y="27770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19"/>
            <p:cNvSpPr/>
            <p:nvPr/>
          </p:nvSpPr>
          <p:spPr>
            <a:xfrm>
              <a:off x="5781956" y="20471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0"/>
            <p:cNvSpPr/>
            <p:nvPr/>
          </p:nvSpPr>
          <p:spPr>
            <a:xfrm>
              <a:off x="5972501" y="32842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1"/>
            <p:cNvSpPr/>
            <p:nvPr/>
          </p:nvSpPr>
          <p:spPr>
            <a:xfrm>
              <a:off x="5745343" y="26606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2"/>
            <p:cNvSpPr/>
            <p:nvPr/>
          </p:nvSpPr>
          <p:spPr>
            <a:xfrm>
              <a:off x="5526476" y="21254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3"/>
            <p:cNvSpPr/>
            <p:nvPr/>
          </p:nvSpPr>
          <p:spPr>
            <a:xfrm>
              <a:off x="5537655" y="26842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4"/>
            <p:cNvSpPr/>
            <p:nvPr/>
          </p:nvSpPr>
          <p:spPr>
            <a:xfrm>
              <a:off x="5598484" y="26043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5"/>
            <p:cNvSpPr/>
            <p:nvPr/>
          </p:nvSpPr>
          <p:spPr>
            <a:xfrm>
              <a:off x="5519663" y="24995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6"/>
            <p:cNvSpPr/>
            <p:nvPr/>
          </p:nvSpPr>
          <p:spPr>
            <a:xfrm>
              <a:off x="5684202" y="29594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7"/>
            <p:cNvSpPr/>
            <p:nvPr/>
          </p:nvSpPr>
          <p:spPr>
            <a:xfrm>
              <a:off x="5643665" y="16113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8"/>
            <p:cNvSpPr/>
            <p:nvPr/>
          </p:nvSpPr>
          <p:spPr>
            <a:xfrm>
              <a:off x="5589615" y="19489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29"/>
            <p:cNvSpPr/>
            <p:nvPr/>
          </p:nvSpPr>
          <p:spPr>
            <a:xfrm>
              <a:off x="5716467" y="28412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0"/>
            <p:cNvSpPr/>
            <p:nvPr/>
          </p:nvSpPr>
          <p:spPr>
            <a:xfrm>
              <a:off x="5732827" y="18025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1"/>
            <p:cNvSpPr/>
            <p:nvPr/>
          </p:nvSpPr>
          <p:spPr>
            <a:xfrm>
              <a:off x="5575843" y="23391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2"/>
            <p:cNvSpPr/>
            <p:nvPr/>
          </p:nvSpPr>
          <p:spPr>
            <a:xfrm>
              <a:off x="5642986" y="23789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3"/>
            <p:cNvSpPr/>
            <p:nvPr/>
          </p:nvSpPr>
          <p:spPr>
            <a:xfrm>
              <a:off x="5804062" y="31051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4"/>
            <p:cNvSpPr/>
            <p:nvPr/>
          </p:nvSpPr>
          <p:spPr>
            <a:xfrm>
              <a:off x="5806800" y="26744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5"/>
            <p:cNvSpPr/>
            <p:nvPr/>
          </p:nvSpPr>
          <p:spPr>
            <a:xfrm>
              <a:off x="5965241" y="32165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6"/>
            <p:cNvSpPr/>
            <p:nvPr/>
          </p:nvSpPr>
          <p:spPr>
            <a:xfrm>
              <a:off x="5828418" y="25322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7"/>
            <p:cNvSpPr/>
            <p:nvPr/>
          </p:nvSpPr>
          <p:spPr>
            <a:xfrm>
              <a:off x="5668588" y="16631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8"/>
            <p:cNvSpPr/>
            <p:nvPr/>
          </p:nvSpPr>
          <p:spPr>
            <a:xfrm>
              <a:off x="5623618" y="19927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39"/>
            <p:cNvSpPr/>
            <p:nvPr/>
          </p:nvSpPr>
          <p:spPr>
            <a:xfrm>
              <a:off x="5774299" y="18141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0"/>
            <p:cNvSpPr/>
            <p:nvPr/>
          </p:nvSpPr>
          <p:spPr>
            <a:xfrm>
              <a:off x="5582649" y="17086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1"/>
            <p:cNvSpPr/>
            <p:nvPr/>
          </p:nvSpPr>
          <p:spPr>
            <a:xfrm>
              <a:off x="5786651" y="19279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2"/>
            <p:cNvSpPr/>
            <p:nvPr/>
          </p:nvSpPr>
          <p:spPr>
            <a:xfrm>
              <a:off x="5803045" y="27060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3"/>
            <p:cNvSpPr/>
            <p:nvPr/>
          </p:nvSpPr>
          <p:spPr>
            <a:xfrm>
              <a:off x="5832606" y="23814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4"/>
            <p:cNvSpPr/>
            <p:nvPr/>
          </p:nvSpPr>
          <p:spPr>
            <a:xfrm>
              <a:off x="5683039" y="25911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5"/>
            <p:cNvSpPr/>
            <p:nvPr/>
          </p:nvSpPr>
          <p:spPr>
            <a:xfrm>
              <a:off x="5756835" y="28639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6"/>
            <p:cNvSpPr/>
            <p:nvPr/>
          </p:nvSpPr>
          <p:spPr>
            <a:xfrm>
              <a:off x="5758591" y="25874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7"/>
            <p:cNvSpPr/>
            <p:nvPr/>
          </p:nvSpPr>
          <p:spPr>
            <a:xfrm>
              <a:off x="5939283" y="26361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8"/>
            <p:cNvSpPr/>
            <p:nvPr/>
          </p:nvSpPr>
          <p:spPr>
            <a:xfrm>
              <a:off x="5646528" y="24286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49"/>
            <p:cNvSpPr/>
            <p:nvPr/>
          </p:nvSpPr>
          <p:spPr>
            <a:xfrm>
              <a:off x="5801847" y="26307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0"/>
            <p:cNvSpPr/>
            <p:nvPr/>
          </p:nvSpPr>
          <p:spPr>
            <a:xfrm>
              <a:off x="5651858" y="24499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1"/>
            <p:cNvSpPr/>
            <p:nvPr/>
          </p:nvSpPr>
          <p:spPr>
            <a:xfrm>
              <a:off x="5804336" y="28418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2"/>
            <p:cNvSpPr/>
            <p:nvPr/>
          </p:nvSpPr>
          <p:spPr>
            <a:xfrm>
              <a:off x="5752174" y="25478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3"/>
            <p:cNvSpPr/>
            <p:nvPr/>
          </p:nvSpPr>
          <p:spPr>
            <a:xfrm>
              <a:off x="5642840" y="29663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4"/>
            <p:cNvSpPr/>
            <p:nvPr/>
          </p:nvSpPr>
          <p:spPr>
            <a:xfrm>
              <a:off x="5617741" y="23703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5"/>
            <p:cNvSpPr/>
            <p:nvPr/>
          </p:nvSpPr>
          <p:spPr>
            <a:xfrm>
              <a:off x="5532533" y="28178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6"/>
            <p:cNvSpPr/>
            <p:nvPr/>
          </p:nvSpPr>
          <p:spPr>
            <a:xfrm>
              <a:off x="5814967" y="31216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7"/>
            <p:cNvSpPr/>
            <p:nvPr/>
          </p:nvSpPr>
          <p:spPr>
            <a:xfrm>
              <a:off x="5922846" y="20326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8"/>
            <p:cNvSpPr/>
            <p:nvPr/>
          </p:nvSpPr>
          <p:spPr>
            <a:xfrm>
              <a:off x="5605947" y="26630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59"/>
            <p:cNvSpPr/>
            <p:nvPr/>
          </p:nvSpPr>
          <p:spPr>
            <a:xfrm>
              <a:off x="5734403" y="29402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0"/>
            <p:cNvSpPr/>
            <p:nvPr/>
          </p:nvSpPr>
          <p:spPr>
            <a:xfrm>
              <a:off x="5737913" y="27322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1"/>
            <p:cNvSpPr/>
            <p:nvPr/>
          </p:nvSpPr>
          <p:spPr>
            <a:xfrm>
              <a:off x="5682721" y="24570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2"/>
            <p:cNvSpPr/>
            <p:nvPr/>
          </p:nvSpPr>
          <p:spPr>
            <a:xfrm>
              <a:off x="5605872" y="26318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3"/>
            <p:cNvSpPr/>
            <p:nvPr/>
          </p:nvSpPr>
          <p:spPr>
            <a:xfrm>
              <a:off x="5793858" y="24252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4"/>
            <p:cNvSpPr/>
            <p:nvPr/>
          </p:nvSpPr>
          <p:spPr>
            <a:xfrm>
              <a:off x="5810899" y="30990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5"/>
            <p:cNvSpPr/>
            <p:nvPr/>
          </p:nvSpPr>
          <p:spPr>
            <a:xfrm>
              <a:off x="5844550" y="29187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6"/>
            <p:cNvSpPr/>
            <p:nvPr/>
          </p:nvSpPr>
          <p:spPr>
            <a:xfrm>
              <a:off x="5509046" y="25217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7"/>
            <p:cNvSpPr/>
            <p:nvPr/>
          </p:nvSpPr>
          <p:spPr>
            <a:xfrm>
              <a:off x="5584068" y="23371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8"/>
            <p:cNvSpPr/>
            <p:nvPr/>
          </p:nvSpPr>
          <p:spPr>
            <a:xfrm>
              <a:off x="5553009" y="26153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69"/>
            <p:cNvSpPr/>
            <p:nvPr/>
          </p:nvSpPr>
          <p:spPr>
            <a:xfrm>
              <a:off x="5751548" y="25502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0"/>
            <p:cNvSpPr/>
            <p:nvPr/>
          </p:nvSpPr>
          <p:spPr>
            <a:xfrm>
              <a:off x="5607574" y="25369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1"/>
            <p:cNvSpPr/>
            <p:nvPr/>
          </p:nvSpPr>
          <p:spPr>
            <a:xfrm>
              <a:off x="5622541" y="24743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2"/>
            <p:cNvSpPr/>
            <p:nvPr/>
          </p:nvSpPr>
          <p:spPr>
            <a:xfrm>
              <a:off x="5510606" y="20593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3"/>
            <p:cNvSpPr/>
            <p:nvPr/>
          </p:nvSpPr>
          <p:spPr>
            <a:xfrm>
              <a:off x="5627204" y="28692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4"/>
            <p:cNvSpPr/>
            <p:nvPr/>
          </p:nvSpPr>
          <p:spPr>
            <a:xfrm>
              <a:off x="5642010" y="22549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5"/>
            <p:cNvSpPr/>
            <p:nvPr/>
          </p:nvSpPr>
          <p:spPr>
            <a:xfrm>
              <a:off x="5512600" y="25251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6"/>
            <p:cNvSpPr/>
            <p:nvPr/>
          </p:nvSpPr>
          <p:spPr>
            <a:xfrm>
              <a:off x="5753916" y="23899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7"/>
            <p:cNvSpPr/>
            <p:nvPr/>
          </p:nvSpPr>
          <p:spPr>
            <a:xfrm>
              <a:off x="5921358" y="20024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8"/>
            <p:cNvSpPr/>
            <p:nvPr/>
          </p:nvSpPr>
          <p:spPr>
            <a:xfrm>
              <a:off x="5748015" y="29352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79"/>
            <p:cNvSpPr/>
            <p:nvPr/>
          </p:nvSpPr>
          <p:spPr>
            <a:xfrm>
              <a:off x="5677353" y="30012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0"/>
            <p:cNvSpPr/>
            <p:nvPr/>
          </p:nvSpPr>
          <p:spPr>
            <a:xfrm>
              <a:off x="5850475" y="29010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1"/>
            <p:cNvSpPr/>
            <p:nvPr/>
          </p:nvSpPr>
          <p:spPr>
            <a:xfrm>
              <a:off x="5636232" y="19589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2"/>
            <p:cNvSpPr/>
            <p:nvPr/>
          </p:nvSpPr>
          <p:spPr>
            <a:xfrm>
              <a:off x="5893906" y="30836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3"/>
            <p:cNvSpPr/>
            <p:nvPr/>
          </p:nvSpPr>
          <p:spPr>
            <a:xfrm>
              <a:off x="5531498" y="24321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4"/>
            <p:cNvSpPr/>
            <p:nvPr/>
          </p:nvSpPr>
          <p:spPr>
            <a:xfrm>
              <a:off x="5859153" y="17300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5"/>
            <p:cNvSpPr/>
            <p:nvPr/>
          </p:nvSpPr>
          <p:spPr>
            <a:xfrm>
              <a:off x="5502230" y="25366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6"/>
            <p:cNvSpPr/>
            <p:nvPr/>
          </p:nvSpPr>
          <p:spPr>
            <a:xfrm>
              <a:off x="5959812" y="34915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7"/>
            <p:cNvSpPr/>
            <p:nvPr/>
          </p:nvSpPr>
          <p:spPr>
            <a:xfrm>
              <a:off x="5887282" y="34463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8"/>
            <p:cNvSpPr/>
            <p:nvPr/>
          </p:nvSpPr>
          <p:spPr>
            <a:xfrm>
              <a:off x="5744907" y="26943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89"/>
            <p:cNvSpPr/>
            <p:nvPr/>
          </p:nvSpPr>
          <p:spPr>
            <a:xfrm>
              <a:off x="5955314" y="34256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0"/>
            <p:cNvSpPr/>
            <p:nvPr/>
          </p:nvSpPr>
          <p:spPr>
            <a:xfrm>
              <a:off x="5641153" y="23833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1"/>
            <p:cNvSpPr/>
            <p:nvPr/>
          </p:nvSpPr>
          <p:spPr>
            <a:xfrm>
              <a:off x="5550806" y="24020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2"/>
            <p:cNvSpPr/>
            <p:nvPr/>
          </p:nvSpPr>
          <p:spPr>
            <a:xfrm>
              <a:off x="5481751" y="16294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3"/>
            <p:cNvSpPr/>
            <p:nvPr/>
          </p:nvSpPr>
          <p:spPr>
            <a:xfrm>
              <a:off x="5718549" y="25876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4"/>
            <p:cNvSpPr/>
            <p:nvPr/>
          </p:nvSpPr>
          <p:spPr>
            <a:xfrm>
              <a:off x="5660459" y="23033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5"/>
            <p:cNvSpPr/>
            <p:nvPr/>
          </p:nvSpPr>
          <p:spPr>
            <a:xfrm>
              <a:off x="5806390" y="21785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6"/>
            <p:cNvSpPr/>
            <p:nvPr/>
          </p:nvSpPr>
          <p:spPr>
            <a:xfrm>
              <a:off x="5636738" y="23901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7"/>
            <p:cNvSpPr/>
            <p:nvPr/>
          </p:nvSpPr>
          <p:spPr>
            <a:xfrm>
              <a:off x="5652315" y="24303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8"/>
            <p:cNvSpPr/>
            <p:nvPr/>
          </p:nvSpPr>
          <p:spPr>
            <a:xfrm>
              <a:off x="5655868" y="25937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399"/>
            <p:cNvSpPr/>
            <p:nvPr/>
          </p:nvSpPr>
          <p:spPr>
            <a:xfrm>
              <a:off x="5849133" y="21774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0"/>
            <p:cNvSpPr/>
            <p:nvPr/>
          </p:nvSpPr>
          <p:spPr>
            <a:xfrm>
              <a:off x="5625445" y="27851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1"/>
            <p:cNvSpPr/>
            <p:nvPr/>
          </p:nvSpPr>
          <p:spPr>
            <a:xfrm>
              <a:off x="5612287" y="22322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2"/>
            <p:cNvSpPr/>
            <p:nvPr/>
          </p:nvSpPr>
          <p:spPr>
            <a:xfrm>
              <a:off x="5631547" y="23162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3"/>
            <p:cNvSpPr/>
            <p:nvPr/>
          </p:nvSpPr>
          <p:spPr>
            <a:xfrm>
              <a:off x="5775071" y="17858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4"/>
            <p:cNvSpPr/>
            <p:nvPr/>
          </p:nvSpPr>
          <p:spPr>
            <a:xfrm>
              <a:off x="5670956" y="26665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5"/>
            <p:cNvSpPr/>
            <p:nvPr/>
          </p:nvSpPr>
          <p:spPr>
            <a:xfrm>
              <a:off x="5817882" y="28941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6"/>
            <p:cNvSpPr/>
            <p:nvPr/>
          </p:nvSpPr>
          <p:spPr>
            <a:xfrm>
              <a:off x="5700657" y="25402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7"/>
            <p:cNvSpPr/>
            <p:nvPr/>
          </p:nvSpPr>
          <p:spPr>
            <a:xfrm>
              <a:off x="5635214" y="25555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8"/>
            <p:cNvSpPr/>
            <p:nvPr/>
          </p:nvSpPr>
          <p:spPr>
            <a:xfrm>
              <a:off x="5648303" y="22147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09"/>
            <p:cNvSpPr/>
            <p:nvPr/>
          </p:nvSpPr>
          <p:spPr>
            <a:xfrm>
              <a:off x="5267862" y="22509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0"/>
            <p:cNvSpPr/>
            <p:nvPr/>
          </p:nvSpPr>
          <p:spPr>
            <a:xfrm>
              <a:off x="5794817" y="23616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1"/>
            <p:cNvSpPr/>
            <p:nvPr/>
          </p:nvSpPr>
          <p:spPr>
            <a:xfrm>
              <a:off x="5802173" y="22693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2"/>
            <p:cNvSpPr/>
            <p:nvPr/>
          </p:nvSpPr>
          <p:spPr>
            <a:xfrm>
              <a:off x="5612989" y="26657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3"/>
            <p:cNvSpPr/>
            <p:nvPr/>
          </p:nvSpPr>
          <p:spPr>
            <a:xfrm>
              <a:off x="5583368" y="24167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4"/>
            <p:cNvSpPr/>
            <p:nvPr/>
          </p:nvSpPr>
          <p:spPr>
            <a:xfrm>
              <a:off x="5504753" y="25988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5"/>
            <p:cNvSpPr/>
            <p:nvPr/>
          </p:nvSpPr>
          <p:spPr>
            <a:xfrm>
              <a:off x="5245924" y="22693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6"/>
            <p:cNvSpPr/>
            <p:nvPr/>
          </p:nvSpPr>
          <p:spPr>
            <a:xfrm>
              <a:off x="5690170" y="28528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7"/>
            <p:cNvSpPr/>
            <p:nvPr/>
          </p:nvSpPr>
          <p:spPr>
            <a:xfrm>
              <a:off x="5188182" y="20155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8"/>
            <p:cNvSpPr/>
            <p:nvPr/>
          </p:nvSpPr>
          <p:spPr>
            <a:xfrm>
              <a:off x="5985459" y="21774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19"/>
            <p:cNvSpPr/>
            <p:nvPr/>
          </p:nvSpPr>
          <p:spPr>
            <a:xfrm>
              <a:off x="5601468" y="21647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0"/>
            <p:cNvSpPr/>
            <p:nvPr/>
          </p:nvSpPr>
          <p:spPr>
            <a:xfrm>
              <a:off x="5842037" y="21487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1"/>
            <p:cNvSpPr/>
            <p:nvPr/>
          </p:nvSpPr>
          <p:spPr>
            <a:xfrm>
              <a:off x="5953509" y="22017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2"/>
            <p:cNvSpPr/>
            <p:nvPr/>
          </p:nvSpPr>
          <p:spPr>
            <a:xfrm>
              <a:off x="5849804" y="28351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3"/>
            <p:cNvSpPr/>
            <p:nvPr/>
          </p:nvSpPr>
          <p:spPr>
            <a:xfrm>
              <a:off x="5868120" y="28208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4"/>
            <p:cNvSpPr/>
            <p:nvPr/>
          </p:nvSpPr>
          <p:spPr>
            <a:xfrm>
              <a:off x="5954458" y="30232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5"/>
            <p:cNvSpPr/>
            <p:nvPr/>
          </p:nvSpPr>
          <p:spPr>
            <a:xfrm>
              <a:off x="5885119" y="28234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6"/>
            <p:cNvSpPr/>
            <p:nvPr/>
          </p:nvSpPr>
          <p:spPr>
            <a:xfrm>
              <a:off x="5725553" y="26118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7"/>
            <p:cNvSpPr/>
            <p:nvPr/>
          </p:nvSpPr>
          <p:spPr>
            <a:xfrm>
              <a:off x="5502347" y="20426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8"/>
            <p:cNvSpPr/>
            <p:nvPr/>
          </p:nvSpPr>
          <p:spPr>
            <a:xfrm>
              <a:off x="5782205" y="24967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29"/>
            <p:cNvSpPr/>
            <p:nvPr/>
          </p:nvSpPr>
          <p:spPr>
            <a:xfrm>
              <a:off x="5777728" y="17270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0"/>
            <p:cNvSpPr/>
            <p:nvPr/>
          </p:nvSpPr>
          <p:spPr>
            <a:xfrm>
              <a:off x="5700789" y="19357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1"/>
            <p:cNvSpPr/>
            <p:nvPr/>
          </p:nvSpPr>
          <p:spPr>
            <a:xfrm>
              <a:off x="5614526" y="21144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2"/>
            <p:cNvSpPr/>
            <p:nvPr/>
          </p:nvSpPr>
          <p:spPr>
            <a:xfrm>
              <a:off x="5617036" y="24001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3"/>
            <p:cNvSpPr/>
            <p:nvPr/>
          </p:nvSpPr>
          <p:spPr>
            <a:xfrm>
              <a:off x="5738648" y="24371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4"/>
            <p:cNvSpPr/>
            <p:nvPr/>
          </p:nvSpPr>
          <p:spPr>
            <a:xfrm>
              <a:off x="5695084" y="157150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5"/>
            <p:cNvSpPr/>
            <p:nvPr/>
          </p:nvSpPr>
          <p:spPr>
            <a:xfrm>
              <a:off x="5688889" y="158835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6"/>
            <p:cNvSpPr/>
            <p:nvPr/>
          </p:nvSpPr>
          <p:spPr>
            <a:xfrm>
              <a:off x="5664587" y="175362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7"/>
            <p:cNvSpPr/>
            <p:nvPr/>
          </p:nvSpPr>
          <p:spPr>
            <a:xfrm>
              <a:off x="5703750" y="171706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8"/>
            <p:cNvSpPr/>
            <p:nvPr/>
          </p:nvSpPr>
          <p:spPr>
            <a:xfrm>
              <a:off x="5592481" y="24010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39"/>
            <p:cNvSpPr/>
            <p:nvPr/>
          </p:nvSpPr>
          <p:spPr>
            <a:xfrm>
              <a:off x="5476320" y="20909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0"/>
            <p:cNvSpPr/>
            <p:nvPr/>
          </p:nvSpPr>
          <p:spPr>
            <a:xfrm>
              <a:off x="5595244" y="24768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1"/>
            <p:cNvSpPr/>
            <p:nvPr/>
          </p:nvSpPr>
          <p:spPr>
            <a:xfrm>
              <a:off x="5567459" y="21132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2"/>
            <p:cNvSpPr/>
            <p:nvPr/>
          </p:nvSpPr>
          <p:spPr>
            <a:xfrm>
              <a:off x="5669695" y="18844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3"/>
            <p:cNvSpPr/>
            <p:nvPr/>
          </p:nvSpPr>
          <p:spPr>
            <a:xfrm>
              <a:off x="5608642" y="19033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4"/>
            <p:cNvSpPr/>
            <p:nvPr/>
          </p:nvSpPr>
          <p:spPr>
            <a:xfrm>
              <a:off x="5627766" y="206826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5"/>
            <p:cNvSpPr/>
            <p:nvPr/>
          </p:nvSpPr>
          <p:spPr>
            <a:xfrm>
              <a:off x="5660788" y="225750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6"/>
            <p:cNvSpPr/>
            <p:nvPr/>
          </p:nvSpPr>
          <p:spPr>
            <a:xfrm>
              <a:off x="5427078" y="187071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7"/>
            <p:cNvSpPr/>
            <p:nvPr/>
          </p:nvSpPr>
          <p:spPr>
            <a:xfrm>
              <a:off x="5577168" y="23505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8"/>
            <p:cNvSpPr/>
            <p:nvPr/>
          </p:nvSpPr>
          <p:spPr>
            <a:xfrm>
              <a:off x="5714207" y="204835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49"/>
            <p:cNvSpPr/>
            <p:nvPr/>
          </p:nvSpPr>
          <p:spPr>
            <a:xfrm>
              <a:off x="5690405" y="26112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0"/>
            <p:cNvSpPr/>
            <p:nvPr/>
          </p:nvSpPr>
          <p:spPr>
            <a:xfrm>
              <a:off x="5649838" y="24095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1"/>
            <p:cNvSpPr/>
            <p:nvPr/>
          </p:nvSpPr>
          <p:spPr>
            <a:xfrm>
              <a:off x="5565702" y="27096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2"/>
            <p:cNvSpPr/>
            <p:nvPr/>
          </p:nvSpPr>
          <p:spPr>
            <a:xfrm>
              <a:off x="5664648" y="21407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3"/>
            <p:cNvSpPr/>
            <p:nvPr/>
          </p:nvSpPr>
          <p:spPr>
            <a:xfrm>
              <a:off x="5591975" y="25018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4"/>
            <p:cNvSpPr/>
            <p:nvPr/>
          </p:nvSpPr>
          <p:spPr>
            <a:xfrm>
              <a:off x="5637442" y="24434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5"/>
            <p:cNvSpPr/>
            <p:nvPr/>
          </p:nvSpPr>
          <p:spPr>
            <a:xfrm>
              <a:off x="5549670" y="240821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6"/>
            <p:cNvSpPr/>
            <p:nvPr/>
          </p:nvSpPr>
          <p:spPr>
            <a:xfrm>
              <a:off x="5479381" y="25934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7"/>
            <p:cNvSpPr/>
            <p:nvPr/>
          </p:nvSpPr>
          <p:spPr>
            <a:xfrm>
              <a:off x="5571852" y="232686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8"/>
            <p:cNvSpPr/>
            <p:nvPr/>
          </p:nvSpPr>
          <p:spPr>
            <a:xfrm>
              <a:off x="5452412" y="217588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59"/>
            <p:cNvSpPr/>
            <p:nvPr/>
          </p:nvSpPr>
          <p:spPr>
            <a:xfrm>
              <a:off x="5363959" y="20375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0"/>
            <p:cNvSpPr/>
            <p:nvPr/>
          </p:nvSpPr>
          <p:spPr>
            <a:xfrm>
              <a:off x="5604320" y="22149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1"/>
            <p:cNvSpPr/>
            <p:nvPr/>
          </p:nvSpPr>
          <p:spPr>
            <a:xfrm>
              <a:off x="5543429" y="195969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2"/>
            <p:cNvSpPr/>
            <p:nvPr/>
          </p:nvSpPr>
          <p:spPr>
            <a:xfrm>
              <a:off x="5640311" y="21264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3"/>
            <p:cNvSpPr/>
            <p:nvPr/>
          </p:nvSpPr>
          <p:spPr>
            <a:xfrm>
              <a:off x="5545018" y="24446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4"/>
            <p:cNvSpPr/>
            <p:nvPr/>
          </p:nvSpPr>
          <p:spPr>
            <a:xfrm>
              <a:off x="5495843" y="22072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5"/>
            <p:cNvSpPr/>
            <p:nvPr/>
          </p:nvSpPr>
          <p:spPr>
            <a:xfrm>
              <a:off x="5532116" y="28725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6"/>
            <p:cNvSpPr/>
            <p:nvPr/>
          </p:nvSpPr>
          <p:spPr>
            <a:xfrm>
              <a:off x="5443809" y="21831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7"/>
            <p:cNvSpPr/>
            <p:nvPr/>
          </p:nvSpPr>
          <p:spPr>
            <a:xfrm>
              <a:off x="5475771" y="209254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8"/>
            <p:cNvSpPr/>
            <p:nvPr/>
          </p:nvSpPr>
          <p:spPr>
            <a:xfrm>
              <a:off x="5319541" y="250217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69"/>
            <p:cNvSpPr/>
            <p:nvPr/>
          </p:nvSpPr>
          <p:spPr>
            <a:xfrm>
              <a:off x="5600325" y="27313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0"/>
            <p:cNvSpPr/>
            <p:nvPr/>
          </p:nvSpPr>
          <p:spPr>
            <a:xfrm>
              <a:off x="5556996" y="301886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1"/>
            <p:cNvSpPr/>
            <p:nvPr/>
          </p:nvSpPr>
          <p:spPr>
            <a:xfrm>
              <a:off x="5481077" y="27955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2"/>
            <p:cNvSpPr/>
            <p:nvPr/>
          </p:nvSpPr>
          <p:spPr>
            <a:xfrm>
              <a:off x="5641633" y="29377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3"/>
            <p:cNvSpPr/>
            <p:nvPr/>
          </p:nvSpPr>
          <p:spPr>
            <a:xfrm>
              <a:off x="5678447" y="25893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4"/>
            <p:cNvSpPr/>
            <p:nvPr/>
          </p:nvSpPr>
          <p:spPr>
            <a:xfrm>
              <a:off x="5700418" y="31794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5"/>
            <p:cNvSpPr/>
            <p:nvPr/>
          </p:nvSpPr>
          <p:spPr>
            <a:xfrm>
              <a:off x="5453422" y="29189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6"/>
            <p:cNvSpPr/>
            <p:nvPr/>
          </p:nvSpPr>
          <p:spPr>
            <a:xfrm>
              <a:off x="5638941" y="26294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7"/>
            <p:cNvSpPr/>
            <p:nvPr/>
          </p:nvSpPr>
          <p:spPr>
            <a:xfrm>
              <a:off x="5446669" y="23402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8"/>
            <p:cNvSpPr/>
            <p:nvPr/>
          </p:nvSpPr>
          <p:spPr>
            <a:xfrm>
              <a:off x="5392861" y="271407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79"/>
            <p:cNvSpPr/>
            <p:nvPr/>
          </p:nvSpPr>
          <p:spPr>
            <a:xfrm>
              <a:off x="5278148" y="26079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0"/>
            <p:cNvSpPr/>
            <p:nvPr/>
          </p:nvSpPr>
          <p:spPr>
            <a:xfrm>
              <a:off x="5492705" y="30848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1"/>
            <p:cNvSpPr/>
            <p:nvPr/>
          </p:nvSpPr>
          <p:spPr>
            <a:xfrm>
              <a:off x="5482205" y="25134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2"/>
            <p:cNvSpPr/>
            <p:nvPr/>
          </p:nvSpPr>
          <p:spPr>
            <a:xfrm>
              <a:off x="5463163" y="26851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3"/>
            <p:cNvSpPr/>
            <p:nvPr/>
          </p:nvSpPr>
          <p:spPr>
            <a:xfrm>
              <a:off x="5460349" y="23167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4"/>
            <p:cNvSpPr/>
            <p:nvPr/>
          </p:nvSpPr>
          <p:spPr>
            <a:xfrm>
              <a:off x="5500065" y="25525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5"/>
            <p:cNvSpPr/>
            <p:nvPr/>
          </p:nvSpPr>
          <p:spPr>
            <a:xfrm>
              <a:off x="5588380" y="2391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6"/>
            <p:cNvSpPr/>
            <p:nvPr/>
          </p:nvSpPr>
          <p:spPr>
            <a:xfrm>
              <a:off x="5703775" y="212069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7"/>
            <p:cNvSpPr/>
            <p:nvPr/>
          </p:nvSpPr>
          <p:spPr>
            <a:xfrm>
              <a:off x="5492945" y="22810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8"/>
            <p:cNvSpPr/>
            <p:nvPr/>
          </p:nvSpPr>
          <p:spPr>
            <a:xfrm>
              <a:off x="5609114" y="21616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89"/>
            <p:cNvSpPr/>
            <p:nvPr/>
          </p:nvSpPr>
          <p:spPr>
            <a:xfrm>
              <a:off x="5475786" y="27824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0"/>
            <p:cNvSpPr/>
            <p:nvPr/>
          </p:nvSpPr>
          <p:spPr>
            <a:xfrm>
              <a:off x="5439022" y="27280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1"/>
            <p:cNvSpPr/>
            <p:nvPr/>
          </p:nvSpPr>
          <p:spPr>
            <a:xfrm>
              <a:off x="5557113" y="23149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2"/>
            <p:cNvSpPr/>
            <p:nvPr/>
          </p:nvSpPr>
          <p:spPr>
            <a:xfrm>
              <a:off x="5578474" y="229488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3"/>
            <p:cNvSpPr/>
            <p:nvPr/>
          </p:nvSpPr>
          <p:spPr>
            <a:xfrm>
              <a:off x="5533813" y="26069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4"/>
            <p:cNvSpPr/>
            <p:nvPr/>
          </p:nvSpPr>
          <p:spPr>
            <a:xfrm>
              <a:off x="5351452" y="24209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5"/>
            <p:cNvSpPr/>
            <p:nvPr/>
          </p:nvSpPr>
          <p:spPr>
            <a:xfrm>
              <a:off x="5523508" y="25726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6"/>
            <p:cNvSpPr/>
            <p:nvPr/>
          </p:nvSpPr>
          <p:spPr>
            <a:xfrm>
              <a:off x="5349286" y="291596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7"/>
            <p:cNvSpPr/>
            <p:nvPr/>
          </p:nvSpPr>
          <p:spPr>
            <a:xfrm>
              <a:off x="5453835" y="26261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8"/>
            <p:cNvSpPr/>
            <p:nvPr/>
          </p:nvSpPr>
          <p:spPr>
            <a:xfrm>
              <a:off x="5497812" y="26101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499"/>
            <p:cNvSpPr/>
            <p:nvPr/>
          </p:nvSpPr>
          <p:spPr>
            <a:xfrm>
              <a:off x="5454833" y="24262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0"/>
            <p:cNvSpPr/>
            <p:nvPr/>
          </p:nvSpPr>
          <p:spPr>
            <a:xfrm>
              <a:off x="5438122" y="30509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1"/>
            <p:cNvSpPr/>
            <p:nvPr/>
          </p:nvSpPr>
          <p:spPr>
            <a:xfrm>
              <a:off x="5609907" y="24922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2"/>
            <p:cNvSpPr/>
            <p:nvPr/>
          </p:nvSpPr>
          <p:spPr>
            <a:xfrm>
              <a:off x="5393909" y="243512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3"/>
            <p:cNvSpPr/>
            <p:nvPr/>
          </p:nvSpPr>
          <p:spPr>
            <a:xfrm>
              <a:off x="5519748" y="27280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4"/>
            <p:cNvSpPr/>
            <p:nvPr/>
          </p:nvSpPr>
          <p:spPr>
            <a:xfrm>
              <a:off x="5622065" y="29899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5"/>
            <p:cNvSpPr/>
            <p:nvPr/>
          </p:nvSpPr>
          <p:spPr>
            <a:xfrm>
              <a:off x="5616883" y="29666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6"/>
            <p:cNvSpPr/>
            <p:nvPr/>
          </p:nvSpPr>
          <p:spPr>
            <a:xfrm>
              <a:off x="5466127" y="26759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7"/>
            <p:cNvSpPr/>
            <p:nvPr/>
          </p:nvSpPr>
          <p:spPr>
            <a:xfrm>
              <a:off x="5541578" y="24549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8"/>
            <p:cNvSpPr/>
            <p:nvPr/>
          </p:nvSpPr>
          <p:spPr>
            <a:xfrm>
              <a:off x="5781214" y="27769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09"/>
            <p:cNvSpPr/>
            <p:nvPr/>
          </p:nvSpPr>
          <p:spPr>
            <a:xfrm>
              <a:off x="5639530" y="26357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0"/>
            <p:cNvSpPr/>
            <p:nvPr/>
          </p:nvSpPr>
          <p:spPr>
            <a:xfrm>
              <a:off x="5664372" y="30610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1"/>
            <p:cNvSpPr/>
            <p:nvPr/>
          </p:nvSpPr>
          <p:spPr>
            <a:xfrm>
              <a:off x="5629141" y="32543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2"/>
            <p:cNvSpPr/>
            <p:nvPr/>
          </p:nvSpPr>
          <p:spPr>
            <a:xfrm>
              <a:off x="5596704" y="30791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3"/>
            <p:cNvSpPr/>
            <p:nvPr/>
          </p:nvSpPr>
          <p:spPr>
            <a:xfrm>
              <a:off x="5510565" y="27842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4"/>
            <p:cNvSpPr/>
            <p:nvPr/>
          </p:nvSpPr>
          <p:spPr>
            <a:xfrm>
              <a:off x="5711957" y="32936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5"/>
            <p:cNvSpPr/>
            <p:nvPr/>
          </p:nvSpPr>
          <p:spPr>
            <a:xfrm>
              <a:off x="5457851" y="20930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6"/>
            <p:cNvSpPr/>
            <p:nvPr/>
          </p:nvSpPr>
          <p:spPr>
            <a:xfrm>
              <a:off x="5615209" y="28308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7"/>
            <p:cNvSpPr/>
            <p:nvPr/>
          </p:nvSpPr>
          <p:spPr>
            <a:xfrm>
              <a:off x="5444823" y="22249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8"/>
            <p:cNvSpPr/>
            <p:nvPr/>
          </p:nvSpPr>
          <p:spPr>
            <a:xfrm>
              <a:off x="5519644" y="30086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19"/>
            <p:cNvSpPr/>
            <p:nvPr/>
          </p:nvSpPr>
          <p:spPr>
            <a:xfrm>
              <a:off x="5576032" y="24643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0"/>
            <p:cNvSpPr/>
            <p:nvPr/>
          </p:nvSpPr>
          <p:spPr>
            <a:xfrm>
              <a:off x="5541570" y="21719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1"/>
            <p:cNvSpPr/>
            <p:nvPr/>
          </p:nvSpPr>
          <p:spPr>
            <a:xfrm>
              <a:off x="5383686" y="23653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2"/>
            <p:cNvSpPr/>
            <p:nvPr/>
          </p:nvSpPr>
          <p:spPr>
            <a:xfrm>
              <a:off x="5481520" y="24615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3"/>
            <p:cNvSpPr/>
            <p:nvPr/>
          </p:nvSpPr>
          <p:spPr>
            <a:xfrm>
              <a:off x="5541809" y="20321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4"/>
            <p:cNvSpPr/>
            <p:nvPr/>
          </p:nvSpPr>
          <p:spPr>
            <a:xfrm>
              <a:off x="5500185" y="23186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5"/>
            <p:cNvSpPr/>
            <p:nvPr/>
          </p:nvSpPr>
          <p:spPr>
            <a:xfrm>
              <a:off x="5555532" y="22492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6"/>
            <p:cNvSpPr/>
            <p:nvPr/>
          </p:nvSpPr>
          <p:spPr>
            <a:xfrm>
              <a:off x="5663218" y="29094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7"/>
            <p:cNvSpPr/>
            <p:nvPr/>
          </p:nvSpPr>
          <p:spPr>
            <a:xfrm>
              <a:off x="5532814" y="25841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8"/>
            <p:cNvSpPr/>
            <p:nvPr/>
          </p:nvSpPr>
          <p:spPr>
            <a:xfrm>
              <a:off x="5455164" y="20376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29"/>
            <p:cNvSpPr/>
            <p:nvPr/>
          </p:nvSpPr>
          <p:spPr>
            <a:xfrm>
              <a:off x="5598443" y="26471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0"/>
            <p:cNvSpPr/>
            <p:nvPr/>
          </p:nvSpPr>
          <p:spPr>
            <a:xfrm>
              <a:off x="5514170" y="25861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1"/>
            <p:cNvSpPr/>
            <p:nvPr/>
          </p:nvSpPr>
          <p:spPr>
            <a:xfrm>
              <a:off x="5698881" y="32139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2"/>
            <p:cNvSpPr/>
            <p:nvPr/>
          </p:nvSpPr>
          <p:spPr>
            <a:xfrm>
              <a:off x="5559293" y="21628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3"/>
            <p:cNvSpPr/>
            <p:nvPr/>
          </p:nvSpPr>
          <p:spPr>
            <a:xfrm>
              <a:off x="5518991" y="19833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4"/>
            <p:cNvSpPr/>
            <p:nvPr/>
          </p:nvSpPr>
          <p:spPr>
            <a:xfrm>
              <a:off x="5522706" y="21688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5"/>
            <p:cNvSpPr/>
            <p:nvPr/>
          </p:nvSpPr>
          <p:spPr>
            <a:xfrm>
              <a:off x="5403229" y="23367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6"/>
            <p:cNvSpPr/>
            <p:nvPr/>
          </p:nvSpPr>
          <p:spPr>
            <a:xfrm>
              <a:off x="5650084" y="22869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7"/>
            <p:cNvSpPr/>
            <p:nvPr/>
          </p:nvSpPr>
          <p:spPr>
            <a:xfrm>
              <a:off x="5532008" y="23213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8"/>
            <p:cNvSpPr/>
            <p:nvPr/>
          </p:nvSpPr>
          <p:spPr>
            <a:xfrm>
              <a:off x="5455667" y="191080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39"/>
            <p:cNvSpPr/>
            <p:nvPr/>
          </p:nvSpPr>
          <p:spPr>
            <a:xfrm>
              <a:off x="5465953" y="27970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0"/>
            <p:cNvSpPr/>
            <p:nvPr/>
          </p:nvSpPr>
          <p:spPr>
            <a:xfrm>
              <a:off x="5554387" y="24667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1"/>
            <p:cNvSpPr/>
            <p:nvPr/>
          </p:nvSpPr>
          <p:spPr>
            <a:xfrm>
              <a:off x="5519439" y="22049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2"/>
            <p:cNvSpPr/>
            <p:nvPr/>
          </p:nvSpPr>
          <p:spPr>
            <a:xfrm>
              <a:off x="5481696" y="21427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3"/>
            <p:cNvSpPr/>
            <p:nvPr/>
          </p:nvSpPr>
          <p:spPr>
            <a:xfrm>
              <a:off x="5326003" y="22097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4"/>
            <p:cNvSpPr/>
            <p:nvPr/>
          </p:nvSpPr>
          <p:spPr>
            <a:xfrm>
              <a:off x="5552695" y="24734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5"/>
            <p:cNvSpPr/>
            <p:nvPr/>
          </p:nvSpPr>
          <p:spPr>
            <a:xfrm>
              <a:off x="5458467" y="23239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6"/>
            <p:cNvSpPr/>
            <p:nvPr/>
          </p:nvSpPr>
          <p:spPr>
            <a:xfrm>
              <a:off x="5495129" y="25281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7"/>
            <p:cNvSpPr/>
            <p:nvPr/>
          </p:nvSpPr>
          <p:spPr>
            <a:xfrm>
              <a:off x="5336738" y="20342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8"/>
            <p:cNvSpPr/>
            <p:nvPr/>
          </p:nvSpPr>
          <p:spPr>
            <a:xfrm>
              <a:off x="5365942" y="22198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49"/>
            <p:cNvSpPr/>
            <p:nvPr/>
          </p:nvSpPr>
          <p:spPr>
            <a:xfrm>
              <a:off x="5515016" y="26541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0"/>
            <p:cNvSpPr/>
            <p:nvPr/>
          </p:nvSpPr>
          <p:spPr>
            <a:xfrm>
              <a:off x="5450919" y="26881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1"/>
            <p:cNvSpPr/>
            <p:nvPr/>
          </p:nvSpPr>
          <p:spPr>
            <a:xfrm>
              <a:off x="5423055" y="26305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2"/>
            <p:cNvSpPr/>
            <p:nvPr/>
          </p:nvSpPr>
          <p:spPr>
            <a:xfrm>
              <a:off x="5435043" y="25524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3"/>
            <p:cNvSpPr/>
            <p:nvPr/>
          </p:nvSpPr>
          <p:spPr>
            <a:xfrm>
              <a:off x="5547052" y="25300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4"/>
            <p:cNvSpPr/>
            <p:nvPr/>
          </p:nvSpPr>
          <p:spPr>
            <a:xfrm>
              <a:off x="5500888" y="17723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5"/>
            <p:cNvSpPr/>
            <p:nvPr/>
          </p:nvSpPr>
          <p:spPr>
            <a:xfrm>
              <a:off x="5531213" y="24054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6"/>
            <p:cNvSpPr/>
            <p:nvPr/>
          </p:nvSpPr>
          <p:spPr>
            <a:xfrm>
              <a:off x="5426726" y="21004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7"/>
            <p:cNvSpPr/>
            <p:nvPr/>
          </p:nvSpPr>
          <p:spPr>
            <a:xfrm>
              <a:off x="5401681" y="242727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8"/>
            <p:cNvSpPr/>
            <p:nvPr/>
          </p:nvSpPr>
          <p:spPr>
            <a:xfrm>
              <a:off x="5576055" y="25977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59"/>
            <p:cNvSpPr/>
            <p:nvPr/>
          </p:nvSpPr>
          <p:spPr>
            <a:xfrm>
              <a:off x="5473891" y="21617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0"/>
            <p:cNvSpPr/>
            <p:nvPr/>
          </p:nvSpPr>
          <p:spPr>
            <a:xfrm>
              <a:off x="5408451" y="23273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1"/>
            <p:cNvSpPr/>
            <p:nvPr/>
          </p:nvSpPr>
          <p:spPr>
            <a:xfrm>
              <a:off x="5517173" y="20227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t3562"/>
            <p:cNvSpPr/>
            <p:nvPr/>
          </p:nvSpPr>
          <p:spPr>
            <a:xfrm>
              <a:off x="5567089" y="25062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t3563"/>
            <p:cNvSpPr/>
            <p:nvPr/>
          </p:nvSpPr>
          <p:spPr>
            <a:xfrm>
              <a:off x="5570566" y="237257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t3564"/>
            <p:cNvSpPr/>
            <p:nvPr/>
          </p:nvSpPr>
          <p:spPr>
            <a:xfrm>
              <a:off x="5671404" y="25780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t3565"/>
            <p:cNvSpPr/>
            <p:nvPr/>
          </p:nvSpPr>
          <p:spPr>
            <a:xfrm>
              <a:off x="5519843" y="21393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t3566"/>
            <p:cNvSpPr/>
            <p:nvPr/>
          </p:nvSpPr>
          <p:spPr>
            <a:xfrm>
              <a:off x="5423464" y="238489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t3567"/>
            <p:cNvSpPr/>
            <p:nvPr/>
          </p:nvSpPr>
          <p:spPr>
            <a:xfrm>
              <a:off x="5426915" y="26471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t3568"/>
            <p:cNvSpPr/>
            <p:nvPr/>
          </p:nvSpPr>
          <p:spPr>
            <a:xfrm>
              <a:off x="5482162" y="25049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t3569"/>
            <p:cNvSpPr/>
            <p:nvPr/>
          </p:nvSpPr>
          <p:spPr>
            <a:xfrm>
              <a:off x="5442338" y="22347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t3570"/>
            <p:cNvSpPr/>
            <p:nvPr/>
          </p:nvSpPr>
          <p:spPr>
            <a:xfrm>
              <a:off x="5491649" y="23208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t3571"/>
            <p:cNvSpPr/>
            <p:nvPr/>
          </p:nvSpPr>
          <p:spPr>
            <a:xfrm>
              <a:off x="5409932" y="22645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t3572"/>
            <p:cNvSpPr/>
            <p:nvPr/>
          </p:nvSpPr>
          <p:spPr>
            <a:xfrm>
              <a:off x="5410098" y="21505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t3573"/>
            <p:cNvSpPr/>
            <p:nvPr/>
          </p:nvSpPr>
          <p:spPr>
            <a:xfrm>
              <a:off x="5764366" y="31798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t3574"/>
            <p:cNvSpPr/>
            <p:nvPr/>
          </p:nvSpPr>
          <p:spPr>
            <a:xfrm>
              <a:off x="5410686" y="21662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t3575"/>
            <p:cNvSpPr/>
            <p:nvPr/>
          </p:nvSpPr>
          <p:spPr>
            <a:xfrm>
              <a:off x="5764852" y="27660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t3576"/>
            <p:cNvSpPr/>
            <p:nvPr/>
          </p:nvSpPr>
          <p:spPr>
            <a:xfrm>
              <a:off x="5556110" y="21804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t3577"/>
            <p:cNvSpPr/>
            <p:nvPr/>
          </p:nvSpPr>
          <p:spPr>
            <a:xfrm>
              <a:off x="5537629" y="20114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t3578"/>
            <p:cNvSpPr/>
            <p:nvPr/>
          </p:nvSpPr>
          <p:spPr>
            <a:xfrm>
              <a:off x="5502660" y="24027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t3579"/>
            <p:cNvSpPr/>
            <p:nvPr/>
          </p:nvSpPr>
          <p:spPr>
            <a:xfrm>
              <a:off x="5475774" y="19512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t3580"/>
            <p:cNvSpPr/>
            <p:nvPr/>
          </p:nvSpPr>
          <p:spPr>
            <a:xfrm>
              <a:off x="5425974" y="246265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t3581"/>
            <p:cNvSpPr/>
            <p:nvPr/>
          </p:nvSpPr>
          <p:spPr>
            <a:xfrm>
              <a:off x="5458447" y="23029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t3582"/>
            <p:cNvSpPr/>
            <p:nvPr/>
          </p:nvSpPr>
          <p:spPr>
            <a:xfrm>
              <a:off x="5678602" y="26102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t3583"/>
            <p:cNvSpPr/>
            <p:nvPr/>
          </p:nvSpPr>
          <p:spPr>
            <a:xfrm>
              <a:off x="5511963" y="23259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t3584"/>
            <p:cNvSpPr/>
            <p:nvPr/>
          </p:nvSpPr>
          <p:spPr>
            <a:xfrm>
              <a:off x="5540345" y="26382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t3585"/>
            <p:cNvSpPr/>
            <p:nvPr/>
          </p:nvSpPr>
          <p:spPr>
            <a:xfrm>
              <a:off x="5549338" y="26195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t3586"/>
            <p:cNvSpPr/>
            <p:nvPr/>
          </p:nvSpPr>
          <p:spPr>
            <a:xfrm>
              <a:off x="5723920" y="28441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t3587"/>
            <p:cNvSpPr/>
            <p:nvPr/>
          </p:nvSpPr>
          <p:spPr>
            <a:xfrm>
              <a:off x="5530276" y="25015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t3588"/>
            <p:cNvSpPr/>
            <p:nvPr/>
          </p:nvSpPr>
          <p:spPr>
            <a:xfrm>
              <a:off x="5468789" y="18907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t3589"/>
            <p:cNvSpPr/>
            <p:nvPr/>
          </p:nvSpPr>
          <p:spPr>
            <a:xfrm>
              <a:off x="5610928" y="22955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t3590"/>
            <p:cNvSpPr/>
            <p:nvPr/>
          </p:nvSpPr>
          <p:spPr>
            <a:xfrm>
              <a:off x="5443525" y="19522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t3591"/>
            <p:cNvSpPr/>
            <p:nvPr/>
          </p:nvSpPr>
          <p:spPr>
            <a:xfrm>
              <a:off x="5698321" y="22561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t3592"/>
            <p:cNvSpPr/>
            <p:nvPr/>
          </p:nvSpPr>
          <p:spPr>
            <a:xfrm>
              <a:off x="5639943" y="22620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t3593"/>
            <p:cNvSpPr/>
            <p:nvPr/>
          </p:nvSpPr>
          <p:spPr>
            <a:xfrm>
              <a:off x="5593388" y="23443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t3594"/>
            <p:cNvSpPr/>
            <p:nvPr/>
          </p:nvSpPr>
          <p:spPr>
            <a:xfrm>
              <a:off x="5671621" y="23098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t3595"/>
            <p:cNvSpPr/>
            <p:nvPr/>
          </p:nvSpPr>
          <p:spPr>
            <a:xfrm>
              <a:off x="5483239" y="24216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t3596"/>
            <p:cNvSpPr/>
            <p:nvPr/>
          </p:nvSpPr>
          <p:spPr>
            <a:xfrm>
              <a:off x="5530973" y="22798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t3597"/>
            <p:cNvSpPr/>
            <p:nvPr/>
          </p:nvSpPr>
          <p:spPr>
            <a:xfrm>
              <a:off x="5609309" y="23624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t3598"/>
            <p:cNvSpPr/>
            <p:nvPr/>
          </p:nvSpPr>
          <p:spPr>
            <a:xfrm>
              <a:off x="5638457" y="30305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t3599"/>
            <p:cNvSpPr/>
            <p:nvPr/>
          </p:nvSpPr>
          <p:spPr>
            <a:xfrm>
              <a:off x="5521663" y="26906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t3600"/>
            <p:cNvSpPr/>
            <p:nvPr/>
          </p:nvSpPr>
          <p:spPr>
            <a:xfrm>
              <a:off x="5632403" y="27266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t3601"/>
            <p:cNvSpPr/>
            <p:nvPr/>
          </p:nvSpPr>
          <p:spPr>
            <a:xfrm>
              <a:off x="5568100" y="22596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t3602"/>
            <p:cNvSpPr/>
            <p:nvPr/>
          </p:nvSpPr>
          <p:spPr>
            <a:xfrm>
              <a:off x="5542228" y="27088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t3603"/>
            <p:cNvSpPr/>
            <p:nvPr/>
          </p:nvSpPr>
          <p:spPr>
            <a:xfrm>
              <a:off x="5501506" y="23121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t3604"/>
            <p:cNvSpPr/>
            <p:nvPr/>
          </p:nvSpPr>
          <p:spPr>
            <a:xfrm>
              <a:off x="5398092" y="21369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t3605"/>
            <p:cNvSpPr/>
            <p:nvPr/>
          </p:nvSpPr>
          <p:spPr>
            <a:xfrm>
              <a:off x="5610590" y="27796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t3606"/>
            <p:cNvSpPr/>
            <p:nvPr/>
          </p:nvSpPr>
          <p:spPr>
            <a:xfrm>
              <a:off x="4843350" y="27462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t3607"/>
            <p:cNvSpPr/>
            <p:nvPr/>
          </p:nvSpPr>
          <p:spPr>
            <a:xfrm>
              <a:off x="5522039" y="27093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t3608"/>
            <p:cNvSpPr/>
            <p:nvPr/>
          </p:nvSpPr>
          <p:spPr>
            <a:xfrm>
              <a:off x="5372440" y="24121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t3609"/>
            <p:cNvSpPr/>
            <p:nvPr/>
          </p:nvSpPr>
          <p:spPr>
            <a:xfrm>
              <a:off x="5486112" y="21486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t3610"/>
            <p:cNvSpPr/>
            <p:nvPr/>
          </p:nvSpPr>
          <p:spPr>
            <a:xfrm>
              <a:off x="5539898" y="23468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t3611"/>
            <p:cNvSpPr/>
            <p:nvPr/>
          </p:nvSpPr>
          <p:spPr>
            <a:xfrm>
              <a:off x="5344144" y="21899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t3612"/>
            <p:cNvSpPr/>
            <p:nvPr/>
          </p:nvSpPr>
          <p:spPr>
            <a:xfrm>
              <a:off x="5434047" y="24148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t3613"/>
            <p:cNvSpPr/>
            <p:nvPr/>
          </p:nvSpPr>
          <p:spPr>
            <a:xfrm>
              <a:off x="5530240" y="24770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t3614"/>
            <p:cNvSpPr/>
            <p:nvPr/>
          </p:nvSpPr>
          <p:spPr>
            <a:xfrm>
              <a:off x="5493775" y="16939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t3615"/>
            <p:cNvSpPr/>
            <p:nvPr/>
          </p:nvSpPr>
          <p:spPr>
            <a:xfrm>
              <a:off x="5630873" y="22652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t3616"/>
            <p:cNvSpPr/>
            <p:nvPr/>
          </p:nvSpPr>
          <p:spPr>
            <a:xfrm>
              <a:off x="5832275" y="16631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t3617"/>
            <p:cNvSpPr/>
            <p:nvPr/>
          </p:nvSpPr>
          <p:spPr>
            <a:xfrm>
              <a:off x="5542006" y="14367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t3618"/>
            <p:cNvSpPr/>
            <p:nvPr/>
          </p:nvSpPr>
          <p:spPr>
            <a:xfrm>
              <a:off x="5300350" y="29684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t3619"/>
            <p:cNvSpPr/>
            <p:nvPr/>
          </p:nvSpPr>
          <p:spPr>
            <a:xfrm>
              <a:off x="5401173" y="19057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t3620"/>
            <p:cNvSpPr/>
            <p:nvPr/>
          </p:nvSpPr>
          <p:spPr>
            <a:xfrm>
              <a:off x="5614761" y="25818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t3621"/>
            <p:cNvSpPr/>
            <p:nvPr/>
          </p:nvSpPr>
          <p:spPr>
            <a:xfrm>
              <a:off x="5453996" y="26069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t3622"/>
            <p:cNvSpPr/>
            <p:nvPr/>
          </p:nvSpPr>
          <p:spPr>
            <a:xfrm>
              <a:off x="5567311" y="25424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t3623"/>
            <p:cNvSpPr/>
            <p:nvPr/>
          </p:nvSpPr>
          <p:spPr>
            <a:xfrm>
              <a:off x="5620290" y="24690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t3624"/>
            <p:cNvSpPr/>
            <p:nvPr/>
          </p:nvSpPr>
          <p:spPr>
            <a:xfrm>
              <a:off x="5544590" y="22560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t3625"/>
            <p:cNvSpPr/>
            <p:nvPr/>
          </p:nvSpPr>
          <p:spPr>
            <a:xfrm>
              <a:off x="5498495" y="24094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t3626"/>
            <p:cNvSpPr/>
            <p:nvPr/>
          </p:nvSpPr>
          <p:spPr>
            <a:xfrm>
              <a:off x="5553231" y="29793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t3627"/>
            <p:cNvSpPr/>
            <p:nvPr/>
          </p:nvSpPr>
          <p:spPr>
            <a:xfrm>
              <a:off x="5638261" y="27170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t3628"/>
            <p:cNvSpPr/>
            <p:nvPr/>
          </p:nvSpPr>
          <p:spPr>
            <a:xfrm>
              <a:off x="5536657" y="25213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t3629"/>
            <p:cNvSpPr/>
            <p:nvPr/>
          </p:nvSpPr>
          <p:spPr>
            <a:xfrm>
              <a:off x="5762534" y="28376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t3630"/>
            <p:cNvSpPr/>
            <p:nvPr/>
          </p:nvSpPr>
          <p:spPr>
            <a:xfrm>
              <a:off x="5556767" y="20085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t3631"/>
            <p:cNvSpPr/>
            <p:nvPr/>
          </p:nvSpPr>
          <p:spPr>
            <a:xfrm>
              <a:off x="5406261" y="24713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t3632"/>
            <p:cNvSpPr/>
            <p:nvPr/>
          </p:nvSpPr>
          <p:spPr>
            <a:xfrm>
              <a:off x="5688720" y="25237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t3633"/>
            <p:cNvSpPr/>
            <p:nvPr/>
          </p:nvSpPr>
          <p:spPr>
            <a:xfrm>
              <a:off x="5483952" y="22886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t3634"/>
            <p:cNvSpPr/>
            <p:nvPr/>
          </p:nvSpPr>
          <p:spPr>
            <a:xfrm>
              <a:off x="5672723" y="24930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t3635"/>
            <p:cNvSpPr/>
            <p:nvPr/>
          </p:nvSpPr>
          <p:spPr>
            <a:xfrm>
              <a:off x="5762704" y="29439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t3636"/>
            <p:cNvSpPr/>
            <p:nvPr/>
          </p:nvSpPr>
          <p:spPr>
            <a:xfrm>
              <a:off x="5811513" y="16534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t3637"/>
            <p:cNvSpPr/>
            <p:nvPr/>
          </p:nvSpPr>
          <p:spPr>
            <a:xfrm>
              <a:off x="5540134" y="25925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t3638"/>
            <p:cNvSpPr/>
            <p:nvPr/>
          </p:nvSpPr>
          <p:spPr>
            <a:xfrm>
              <a:off x="5456051" y="18500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t3639"/>
            <p:cNvSpPr/>
            <p:nvPr/>
          </p:nvSpPr>
          <p:spPr>
            <a:xfrm>
              <a:off x="5488337" y="27484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t3640"/>
            <p:cNvSpPr/>
            <p:nvPr/>
          </p:nvSpPr>
          <p:spPr>
            <a:xfrm>
              <a:off x="5577208" y="26075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t3641"/>
            <p:cNvSpPr/>
            <p:nvPr/>
          </p:nvSpPr>
          <p:spPr>
            <a:xfrm>
              <a:off x="5257909" y="23145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t3642"/>
            <p:cNvSpPr/>
            <p:nvPr/>
          </p:nvSpPr>
          <p:spPr>
            <a:xfrm>
              <a:off x="5449388" y="27091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t3643"/>
            <p:cNvSpPr/>
            <p:nvPr/>
          </p:nvSpPr>
          <p:spPr>
            <a:xfrm>
              <a:off x="5764304" y="17900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t3644"/>
            <p:cNvSpPr/>
            <p:nvPr/>
          </p:nvSpPr>
          <p:spPr>
            <a:xfrm>
              <a:off x="5294802" y="24547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t3645"/>
            <p:cNvSpPr/>
            <p:nvPr/>
          </p:nvSpPr>
          <p:spPr>
            <a:xfrm>
              <a:off x="5613653" y="21363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t3646"/>
            <p:cNvSpPr/>
            <p:nvPr/>
          </p:nvSpPr>
          <p:spPr>
            <a:xfrm>
              <a:off x="5470040" y="23433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t3647"/>
            <p:cNvSpPr/>
            <p:nvPr/>
          </p:nvSpPr>
          <p:spPr>
            <a:xfrm>
              <a:off x="5440218" y="20410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t3648"/>
            <p:cNvSpPr/>
            <p:nvPr/>
          </p:nvSpPr>
          <p:spPr>
            <a:xfrm>
              <a:off x="5608624" y="21000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t3649"/>
            <p:cNvSpPr/>
            <p:nvPr/>
          </p:nvSpPr>
          <p:spPr>
            <a:xfrm>
              <a:off x="5739326" y="21356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t3650"/>
            <p:cNvSpPr/>
            <p:nvPr/>
          </p:nvSpPr>
          <p:spPr>
            <a:xfrm>
              <a:off x="5423923" y="23851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t3651"/>
            <p:cNvSpPr/>
            <p:nvPr/>
          </p:nvSpPr>
          <p:spPr>
            <a:xfrm>
              <a:off x="5564460" y="27441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t3652"/>
            <p:cNvSpPr/>
            <p:nvPr/>
          </p:nvSpPr>
          <p:spPr>
            <a:xfrm>
              <a:off x="5395582" y="27892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t3653"/>
            <p:cNvSpPr/>
            <p:nvPr/>
          </p:nvSpPr>
          <p:spPr>
            <a:xfrm>
              <a:off x="5282437" y="23442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t3654"/>
            <p:cNvSpPr/>
            <p:nvPr/>
          </p:nvSpPr>
          <p:spPr>
            <a:xfrm>
              <a:off x="5491186" y="28277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t3655"/>
            <p:cNvSpPr/>
            <p:nvPr/>
          </p:nvSpPr>
          <p:spPr>
            <a:xfrm>
              <a:off x="5046249" y="24489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6"/>
            <p:cNvSpPr/>
            <p:nvPr/>
          </p:nvSpPr>
          <p:spPr>
            <a:xfrm>
              <a:off x="5411120" y="29700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7"/>
            <p:cNvSpPr/>
            <p:nvPr/>
          </p:nvSpPr>
          <p:spPr>
            <a:xfrm>
              <a:off x="5296243" y="25177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8"/>
            <p:cNvSpPr/>
            <p:nvPr/>
          </p:nvSpPr>
          <p:spPr>
            <a:xfrm>
              <a:off x="5406946" y="24454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59"/>
            <p:cNvSpPr/>
            <p:nvPr/>
          </p:nvSpPr>
          <p:spPr>
            <a:xfrm>
              <a:off x="6790364" y="24455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0"/>
            <p:cNvSpPr/>
            <p:nvPr/>
          </p:nvSpPr>
          <p:spPr>
            <a:xfrm>
              <a:off x="5460281" y="23589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1"/>
            <p:cNvSpPr/>
            <p:nvPr/>
          </p:nvSpPr>
          <p:spPr>
            <a:xfrm>
              <a:off x="5449786" y="24796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2"/>
            <p:cNvSpPr/>
            <p:nvPr/>
          </p:nvSpPr>
          <p:spPr>
            <a:xfrm>
              <a:off x="5403709" y="24997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3"/>
            <p:cNvSpPr/>
            <p:nvPr/>
          </p:nvSpPr>
          <p:spPr>
            <a:xfrm>
              <a:off x="5634459" y="16992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4"/>
            <p:cNvSpPr/>
            <p:nvPr/>
          </p:nvSpPr>
          <p:spPr>
            <a:xfrm>
              <a:off x="5574525" y="28222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5"/>
            <p:cNvSpPr/>
            <p:nvPr/>
          </p:nvSpPr>
          <p:spPr>
            <a:xfrm>
              <a:off x="5329759" y="17364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6"/>
            <p:cNvSpPr/>
            <p:nvPr/>
          </p:nvSpPr>
          <p:spPr>
            <a:xfrm>
              <a:off x="5541609" y="27431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7"/>
            <p:cNvSpPr/>
            <p:nvPr/>
          </p:nvSpPr>
          <p:spPr>
            <a:xfrm>
              <a:off x="5665982" y="21037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8"/>
            <p:cNvSpPr/>
            <p:nvPr/>
          </p:nvSpPr>
          <p:spPr>
            <a:xfrm>
              <a:off x="5492003" y="21516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69"/>
            <p:cNvSpPr/>
            <p:nvPr/>
          </p:nvSpPr>
          <p:spPr>
            <a:xfrm>
              <a:off x="5709249" y="20811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0"/>
            <p:cNvSpPr/>
            <p:nvPr/>
          </p:nvSpPr>
          <p:spPr>
            <a:xfrm>
              <a:off x="5386110" y="21063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1"/>
            <p:cNvSpPr/>
            <p:nvPr/>
          </p:nvSpPr>
          <p:spPr>
            <a:xfrm>
              <a:off x="5712161" y="28851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2"/>
            <p:cNvSpPr/>
            <p:nvPr/>
          </p:nvSpPr>
          <p:spPr>
            <a:xfrm>
              <a:off x="5525863" y="173754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3"/>
            <p:cNvSpPr/>
            <p:nvPr/>
          </p:nvSpPr>
          <p:spPr>
            <a:xfrm>
              <a:off x="5675025" y="22515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4"/>
            <p:cNvSpPr/>
            <p:nvPr/>
          </p:nvSpPr>
          <p:spPr>
            <a:xfrm>
              <a:off x="5533156" y="27904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5"/>
            <p:cNvSpPr/>
            <p:nvPr/>
          </p:nvSpPr>
          <p:spPr>
            <a:xfrm>
              <a:off x="5525027" y="25541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6"/>
            <p:cNvSpPr/>
            <p:nvPr/>
          </p:nvSpPr>
          <p:spPr>
            <a:xfrm>
              <a:off x="5701102" y="17818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7"/>
            <p:cNvSpPr/>
            <p:nvPr/>
          </p:nvSpPr>
          <p:spPr>
            <a:xfrm>
              <a:off x="5269707" y="25575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8"/>
            <p:cNvSpPr/>
            <p:nvPr/>
          </p:nvSpPr>
          <p:spPr>
            <a:xfrm>
              <a:off x="5471112" y="23186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79"/>
            <p:cNvSpPr/>
            <p:nvPr/>
          </p:nvSpPr>
          <p:spPr>
            <a:xfrm>
              <a:off x="5347061" y="23543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0"/>
            <p:cNvSpPr/>
            <p:nvPr/>
          </p:nvSpPr>
          <p:spPr>
            <a:xfrm>
              <a:off x="5478919" y="21999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1"/>
            <p:cNvSpPr/>
            <p:nvPr/>
          </p:nvSpPr>
          <p:spPr>
            <a:xfrm>
              <a:off x="5464695" y="30697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2"/>
            <p:cNvSpPr/>
            <p:nvPr/>
          </p:nvSpPr>
          <p:spPr>
            <a:xfrm>
              <a:off x="5335979" y="31782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3"/>
            <p:cNvSpPr/>
            <p:nvPr/>
          </p:nvSpPr>
          <p:spPr>
            <a:xfrm>
              <a:off x="5612970" y="25423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4"/>
            <p:cNvSpPr/>
            <p:nvPr/>
          </p:nvSpPr>
          <p:spPr>
            <a:xfrm>
              <a:off x="5456757" y="26467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5"/>
            <p:cNvSpPr/>
            <p:nvPr/>
          </p:nvSpPr>
          <p:spPr>
            <a:xfrm>
              <a:off x="5337924" y="25734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6"/>
            <p:cNvSpPr/>
            <p:nvPr/>
          </p:nvSpPr>
          <p:spPr>
            <a:xfrm>
              <a:off x="5426772" y="29690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7"/>
            <p:cNvSpPr/>
            <p:nvPr/>
          </p:nvSpPr>
          <p:spPr>
            <a:xfrm>
              <a:off x="5812338" y="22139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8"/>
            <p:cNvSpPr/>
            <p:nvPr/>
          </p:nvSpPr>
          <p:spPr>
            <a:xfrm>
              <a:off x="5603623" y="26323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89"/>
            <p:cNvSpPr/>
            <p:nvPr/>
          </p:nvSpPr>
          <p:spPr>
            <a:xfrm>
              <a:off x="5341980" y="28055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0"/>
            <p:cNvSpPr/>
            <p:nvPr/>
          </p:nvSpPr>
          <p:spPr>
            <a:xfrm>
              <a:off x="5558716" y="23060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1"/>
            <p:cNvSpPr/>
            <p:nvPr/>
          </p:nvSpPr>
          <p:spPr>
            <a:xfrm>
              <a:off x="5450826" y="27130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2"/>
            <p:cNvSpPr/>
            <p:nvPr/>
          </p:nvSpPr>
          <p:spPr>
            <a:xfrm>
              <a:off x="5598390" y="18111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3"/>
            <p:cNvSpPr/>
            <p:nvPr/>
          </p:nvSpPr>
          <p:spPr>
            <a:xfrm>
              <a:off x="5499619" y="25812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4"/>
            <p:cNvSpPr/>
            <p:nvPr/>
          </p:nvSpPr>
          <p:spPr>
            <a:xfrm>
              <a:off x="5405042" y="26173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5"/>
            <p:cNvSpPr/>
            <p:nvPr/>
          </p:nvSpPr>
          <p:spPr>
            <a:xfrm>
              <a:off x="5443790" y="25321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6"/>
            <p:cNvSpPr/>
            <p:nvPr/>
          </p:nvSpPr>
          <p:spPr>
            <a:xfrm>
              <a:off x="5499531" y="22286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7"/>
            <p:cNvSpPr/>
            <p:nvPr/>
          </p:nvSpPr>
          <p:spPr>
            <a:xfrm>
              <a:off x="5470859" y="23715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8"/>
            <p:cNvSpPr/>
            <p:nvPr/>
          </p:nvSpPr>
          <p:spPr>
            <a:xfrm>
              <a:off x="5488693" y="24380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699"/>
            <p:cNvSpPr/>
            <p:nvPr/>
          </p:nvSpPr>
          <p:spPr>
            <a:xfrm>
              <a:off x="5648375" y="28307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0"/>
            <p:cNvSpPr/>
            <p:nvPr/>
          </p:nvSpPr>
          <p:spPr>
            <a:xfrm>
              <a:off x="5495083" y="23463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1"/>
            <p:cNvSpPr/>
            <p:nvPr/>
          </p:nvSpPr>
          <p:spPr>
            <a:xfrm>
              <a:off x="5408540" y="26493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2"/>
            <p:cNvSpPr/>
            <p:nvPr/>
          </p:nvSpPr>
          <p:spPr>
            <a:xfrm>
              <a:off x="5462235" y="23387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3"/>
            <p:cNvSpPr/>
            <p:nvPr/>
          </p:nvSpPr>
          <p:spPr>
            <a:xfrm>
              <a:off x="5587961" y="21163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4"/>
            <p:cNvSpPr/>
            <p:nvPr/>
          </p:nvSpPr>
          <p:spPr>
            <a:xfrm>
              <a:off x="5136826" y="19408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5"/>
            <p:cNvSpPr/>
            <p:nvPr/>
          </p:nvSpPr>
          <p:spPr>
            <a:xfrm>
              <a:off x="5538224" y="20969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6"/>
            <p:cNvSpPr/>
            <p:nvPr/>
          </p:nvSpPr>
          <p:spPr>
            <a:xfrm>
              <a:off x="5517392" y="22513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7"/>
            <p:cNvSpPr/>
            <p:nvPr/>
          </p:nvSpPr>
          <p:spPr>
            <a:xfrm>
              <a:off x="5560592" y="20124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8"/>
            <p:cNvSpPr/>
            <p:nvPr/>
          </p:nvSpPr>
          <p:spPr>
            <a:xfrm>
              <a:off x="5666352" y="21207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09"/>
            <p:cNvSpPr/>
            <p:nvPr/>
          </p:nvSpPr>
          <p:spPr>
            <a:xfrm>
              <a:off x="5701656" y="24438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0"/>
            <p:cNvSpPr/>
            <p:nvPr/>
          </p:nvSpPr>
          <p:spPr>
            <a:xfrm>
              <a:off x="5561532" y="23875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1"/>
            <p:cNvSpPr/>
            <p:nvPr/>
          </p:nvSpPr>
          <p:spPr>
            <a:xfrm>
              <a:off x="5513371" y="27854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2"/>
            <p:cNvSpPr/>
            <p:nvPr/>
          </p:nvSpPr>
          <p:spPr>
            <a:xfrm>
              <a:off x="5646930" y="28105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3"/>
            <p:cNvSpPr/>
            <p:nvPr/>
          </p:nvSpPr>
          <p:spPr>
            <a:xfrm>
              <a:off x="5766568" y="16776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4"/>
            <p:cNvSpPr/>
            <p:nvPr/>
          </p:nvSpPr>
          <p:spPr>
            <a:xfrm>
              <a:off x="5473969" y="2448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5"/>
            <p:cNvSpPr/>
            <p:nvPr/>
          </p:nvSpPr>
          <p:spPr>
            <a:xfrm>
              <a:off x="5450618" y="25499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6"/>
            <p:cNvSpPr/>
            <p:nvPr/>
          </p:nvSpPr>
          <p:spPr>
            <a:xfrm>
              <a:off x="5593332" y="26032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7"/>
            <p:cNvSpPr/>
            <p:nvPr/>
          </p:nvSpPr>
          <p:spPr>
            <a:xfrm>
              <a:off x="5420757" y="25819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8"/>
            <p:cNvSpPr/>
            <p:nvPr/>
          </p:nvSpPr>
          <p:spPr>
            <a:xfrm>
              <a:off x="5479908" y="26249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19"/>
            <p:cNvSpPr/>
            <p:nvPr/>
          </p:nvSpPr>
          <p:spPr>
            <a:xfrm>
              <a:off x="5509125" y="25332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0"/>
            <p:cNvSpPr/>
            <p:nvPr/>
          </p:nvSpPr>
          <p:spPr>
            <a:xfrm>
              <a:off x="5736362" y="29777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1"/>
            <p:cNvSpPr/>
            <p:nvPr/>
          </p:nvSpPr>
          <p:spPr>
            <a:xfrm>
              <a:off x="5514342" y="23527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2"/>
            <p:cNvSpPr/>
            <p:nvPr/>
          </p:nvSpPr>
          <p:spPr>
            <a:xfrm>
              <a:off x="5466898" y="23157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3"/>
            <p:cNvSpPr/>
            <p:nvPr/>
          </p:nvSpPr>
          <p:spPr>
            <a:xfrm>
              <a:off x="5044450" y="27228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4"/>
            <p:cNvSpPr/>
            <p:nvPr/>
          </p:nvSpPr>
          <p:spPr>
            <a:xfrm>
              <a:off x="5554804" y="21410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5"/>
            <p:cNvSpPr/>
            <p:nvPr/>
          </p:nvSpPr>
          <p:spPr>
            <a:xfrm>
              <a:off x="5431920" y="20796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6"/>
            <p:cNvSpPr/>
            <p:nvPr/>
          </p:nvSpPr>
          <p:spPr>
            <a:xfrm>
              <a:off x="5635427" y="26787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7"/>
            <p:cNvSpPr/>
            <p:nvPr/>
          </p:nvSpPr>
          <p:spPr>
            <a:xfrm>
              <a:off x="5736179" y="26462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8"/>
            <p:cNvSpPr/>
            <p:nvPr/>
          </p:nvSpPr>
          <p:spPr>
            <a:xfrm>
              <a:off x="5777367" y="20347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29"/>
            <p:cNvSpPr/>
            <p:nvPr/>
          </p:nvSpPr>
          <p:spPr>
            <a:xfrm>
              <a:off x="5819876" y="25368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0"/>
            <p:cNvSpPr/>
            <p:nvPr/>
          </p:nvSpPr>
          <p:spPr>
            <a:xfrm>
              <a:off x="5784190" y="16188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1"/>
            <p:cNvSpPr/>
            <p:nvPr/>
          </p:nvSpPr>
          <p:spPr>
            <a:xfrm>
              <a:off x="5450364" y="28059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2"/>
            <p:cNvSpPr/>
            <p:nvPr/>
          </p:nvSpPr>
          <p:spPr>
            <a:xfrm>
              <a:off x="5433558" y="27517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3"/>
            <p:cNvSpPr/>
            <p:nvPr/>
          </p:nvSpPr>
          <p:spPr>
            <a:xfrm>
              <a:off x="5418729" y="20510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4"/>
            <p:cNvSpPr/>
            <p:nvPr/>
          </p:nvSpPr>
          <p:spPr>
            <a:xfrm>
              <a:off x="5650150" y="15062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5"/>
            <p:cNvSpPr/>
            <p:nvPr/>
          </p:nvSpPr>
          <p:spPr>
            <a:xfrm>
              <a:off x="5538152" y="24327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6"/>
            <p:cNvSpPr/>
            <p:nvPr/>
          </p:nvSpPr>
          <p:spPr>
            <a:xfrm>
              <a:off x="5539272" y="23841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7"/>
            <p:cNvSpPr/>
            <p:nvPr/>
          </p:nvSpPr>
          <p:spPr>
            <a:xfrm>
              <a:off x="5474703" y="26525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8"/>
            <p:cNvSpPr/>
            <p:nvPr/>
          </p:nvSpPr>
          <p:spPr>
            <a:xfrm>
              <a:off x="5574075" y="25089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39"/>
            <p:cNvSpPr/>
            <p:nvPr/>
          </p:nvSpPr>
          <p:spPr>
            <a:xfrm>
              <a:off x="5465797" y="31529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0"/>
            <p:cNvSpPr/>
            <p:nvPr/>
          </p:nvSpPr>
          <p:spPr>
            <a:xfrm>
              <a:off x="5526090" y="25724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1"/>
            <p:cNvSpPr/>
            <p:nvPr/>
          </p:nvSpPr>
          <p:spPr>
            <a:xfrm>
              <a:off x="5491374" y="23816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2"/>
            <p:cNvSpPr/>
            <p:nvPr/>
          </p:nvSpPr>
          <p:spPr>
            <a:xfrm>
              <a:off x="5438774" y="30153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3"/>
            <p:cNvSpPr/>
            <p:nvPr/>
          </p:nvSpPr>
          <p:spPr>
            <a:xfrm>
              <a:off x="5726843" y="20382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4"/>
            <p:cNvSpPr/>
            <p:nvPr/>
          </p:nvSpPr>
          <p:spPr>
            <a:xfrm>
              <a:off x="5553085" y="25684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5"/>
            <p:cNvSpPr/>
            <p:nvPr/>
          </p:nvSpPr>
          <p:spPr>
            <a:xfrm>
              <a:off x="5447284" y="23436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6"/>
            <p:cNvSpPr/>
            <p:nvPr/>
          </p:nvSpPr>
          <p:spPr>
            <a:xfrm>
              <a:off x="5433065" y="19897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7"/>
            <p:cNvSpPr/>
            <p:nvPr/>
          </p:nvSpPr>
          <p:spPr>
            <a:xfrm>
              <a:off x="5475477" y="20455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8"/>
            <p:cNvSpPr/>
            <p:nvPr/>
          </p:nvSpPr>
          <p:spPr>
            <a:xfrm>
              <a:off x="5457109" y="23509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49"/>
            <p:cNvSpPr/>
            <p:nvPr/>
          </p:nvSpPr>
          <p:spPr>
            <a:xfrm>
              <a:off x="5359361" y="24159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0"/>
            <p:cNvSpPr/>
            <p:nvPr/>
          </p:nvSpPr>
          <p:spPr>
            <a:xfrm>
              <a:off x="5052249" y="19979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1"/>
            <p:cNvSpPr/>
            <p:nvPr/>
          </p:nvSpPr>
          <p:spPr>
            <a:xfrm>
              <a:off x="5552267" y="20417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2"/>
            <p:cNvSpPr/>
            <p:nvPr/>
          </p:nvSpPr>
          <p:spPr>
            <a:xfrm>
              <a:off x="5524419" y="23584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3"/>
            <p:cNvSpPr/>
            <p:nvPr/>
          </p:nvSpPr>
          <p:spPr>
            <a:xfrm>
              <a:off x="5643708" y="20266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4"/>
            <p:cNvSpPr/>
            <p:nvPr/>
          </p:nvSpPr>
          <p:spPr>
            <a:xfrm>
              <a:off x="5448692" y="21845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5"/>
            <p:cNvSpPr/>
            <p:nvPr/>
          </p:nvSpPr>
          <p:spPr>
            <a:xfrm>
              <a:off x="5551890" y="22298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6"/>
            <p:cNvSpPr/>
            <p:nvPr/>
          </p:nvSpPr>
          <p:spPr>
            <a:xfrm>
              <a:off x="5355079" y="23530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7"/>
            <p:cNvSpPr/>
            <p:nvPr/>
          </p:nvSpPr>
          <p:spPr>
            <a:xfrm>
              <a:off x="5504800" y="19205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8"/>
            <p:cNvSpPr/>
            <p:nvPr/>
          </p:nvSpPr>
          <p:spPr>
            <a:xfrm>
              <a:off x="5525075" y="21361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59"/>
            <p:cNvSpPr/>
            <p:nvPr/>
          </p:nvSpPr>
          <p:spPr>
            <a:xfrm>
              <a:off x="5508239" y="22067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0"/>
            <p:cNvSpPr/>
            <p:nvPr/>
          </p:nvSpPr>
          <p:spPr>
            <a:xfrm>
              <a:off x="5573213" y="18905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1"/>
            <p:cNvSpPr/>
            <p:nvPr/>
          </p:nvSpPr>
          <p:spPr>
            <a:xfrm>
              <a:off x="5460743" y="22198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2"/>
            <p:cNvSpPr/>
            <p:nvPr/>
          </p:nvSpPr>
          <p:spPr>
            <a:xfrm>
              <a:off x="5512309" y="21466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3"/>
            <p:cNvSpPr/>
            <p:nvPr/>
          </p:nvSpPr>
          <p:spPr>
            <a:xfrm>
              <a:off x="5449866" y="17808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4"/>
            <p:cNvSpPr/>
            <p:nvPr/>
          </p:nvSpPr>
          <p:spPr>
            <a:xfrm>
              <a:off x="5513944" y="20758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5"/>
            <p:cNvSpPr/>
            <p:nvPr/>
          </p:nvSpPr>
          <p:spPr>
            <a:xfrm>
              <a:off x="5483221" y="22772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6"/>
            <p:cNvSpPr/>
            <p:nvPr/>
          </p:nvSpPr>
          <p:spPr>
            <a:xfrm>
              <a:off x="5321013" y="21620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7"/>
            <p:cNvSpPr/>
            <p:nvPr/>
          </p:nvSpPr>
          <p:spPr>
            <a:xfrm>
              <a:off x="5602700" y="26719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8"/>
            <p:cNvSpPr/>
            <p:nvPr/>
          </p:nvSpPr>
          <p:spPr>
            <a:xfrm>
              <a:off x="5633911" y="22697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69"/>
            <p:cNvSpPr/>
            <p:nvPr/>
          </p:nvSpPr>
          <p:spPr>
            <a:xfrm>
              <a:off x="5573669" y="22959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0"/>
            <p:cNvSpPr/>
            <p:nvPr/>
          </p:nvSpPr>
          <p:spPr>
            <a:xfrm>
              <a:off x="5520960" y="24047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1"/>
            <p:cNvSpPr/>
            <p:nvPr/>
          </p:nvSpPr>
          <p:spPr>
            <a:xfrm>
              <a:off x="5470218" y="20670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2"/>
            <p:cNvSpPr/>
            <p:nvPr/>
          </p:nvSpPr>
          <p:spPr>
            <a:xfrm>
              <a:off x="5603702" y="24564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3"/>
            <p:cNvSpPr/>
            <p:nvPr/>
          </p:nvSpPr>
          <p:spPr>
            <a:xfrm>
              <a:off x="5463495" y="22460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4"/>
            <p:cNvSpPr/>
            <p:nvPr/>
          </p:nvSpPr>
          <p:spPr>
            <a:xfrm>
              <a:off x="5456757" y="25906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5"/>
            <p:cNvSpPr/>
            <p:nvPr/>
          </p:nvSpPr>
          <p:spPr>
            <a:xfrm>
              <a:off x="5423422" y="22480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6"/>
            <p:cNvSpPr/>
            <p:nvPr/>
          </p:nvSpPr>
          <p:spPr>
            <a:xfrm>
              <a:off x="5519201" y="20509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7"/>
            <p:cNvSpPr/>
            <p:nvPr/>
          </p:nvSpPr>
          <p:spPr>
            <a:xfrm>
              <a:off x="5730924" y="30326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8"/>
            <p:cNvSpPr/>
            <p:nvPr/>
          </p:nvSpPr>
          <p:spPr>
            <a:xfrm>
              <a:off x="5433388" y="31403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79"/>
            <p:cNvSpPr/>
            <p:nvPr/>
          </p:nvSpPr>
          <p:spPr>
            <a:xfrm>
              <a:off x="5453081" y="28900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0"/>
            <p:cNvSpPr/>
            <p:nvPr/>
          </p:nvSpPr>
          <p:spPr>
            <a:xfrm>
              <a:off x="5244447" y="24520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1"/>
            <p:cNvSpPr/>
            <p:nvPr/>
          </p:nvSpPr>
          <p:spPr>
            <a:xfrm>
              <a:off x="5564929" y="25960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2"/>
            <p:cNvSpPr/>
            <p:nvPr/>
          </p:nvSpPr>
          <p:spPr>
            <a:xfrm>
              <a:off x="5466425" y="30886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3"/>
            <p:cNvSpPr/>
            <p:nvPr/>
          </p:nvSpPr>
          <p:spPr>
            <a:xfrm>
              <a:off x="5396470" y="22966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4"/>
            <p:cNvSpPr/>
            <p:nvPr/>
          </p:nvSpPr>
          <p:spPr>
            <a:xfrm>
              <a:off x="5467264" y="22584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5"/>
            <p:cNvSpPr/>
            <p:nvPr/>
          </p:nvSpPr>
          <p:spPr>
            <a:xfrm>
              <a:off x="5530234" y="24545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6"/>
            <p:cNvSpPr/>
            <p:nvPr/>
          </p:nvSpPr>
          <p:spPr>
            <a:xfrm>
              <a:off x="5471149" y="22503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7"/>
            <p:cNvSpPr/>
            <p:nvPr/>
          </p:nvSpPr>
          <p:spPr>
            <a:xfrm>
              <a:off x="5634898" y="23320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8"/>
            <p:cNvSpPr/>
            <p:nvPr/>
          </p:nvSpPr>
          <p:spPr>
            <a:xfrm>
              <a:off x="5547124" y="22053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89"/>
            <p:cNvSpPr/>
            <p:nvPr/>
          </p:nvSpPr>
          <p:spPr>
            <a:xfrm>
              <a:off x="5401271" y="25220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0"/>
            <p:cNvSpPr/>
            <p:nvPr/>
          </p:nvSpPr>
          <p:spPr>
            <a:xfrm>
              <a:off x="5613249" y="23278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1"/>
            <p:cNvSpPr/>
            <p:nvPr/>
          </p:nvSpPr>
          <p:spPr>
            <a:xfrm>
              <a:off x="5504867" y="25289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2"/>
            <p:cNvSpPr/>
            <p:nvPr/>
          </p:nvSpPr>
          <p:spPr>
            <a:xfrm>
              <a:off x="5393645" y="23725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3"/>
            <p:cNvSpPr/>
            <p:nvPr/>
          </p:nvSpPr>
          <p:spPr>
            <a:xfrm>
              <a:off x="5517615" y="23720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4"/>
            <p:cNvSpPr/>
            <p:nvPr/>
          </p:nvSpPr>
          <p:spPr>
            <a:xfrm>
              <a:off x="5504567" y="26932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5"/>
            <p:cNvSpPr/>
            <p:nvPr/>
          </p:nvSpPr>
          <p:spPr>
            <a:xfrm>
              <a:off x="5630813" y="18861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6"/>
            <p:cNvSpPr/>
            <p:nvPr/>
          </p:nvSpPr>
          <p:spPr>
            <a:xfrm>
              <a:off x="5493848" y="25832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7"/>
            <p:cNvSpPr/>
            <p:nvPr/>
          </p:nvSpPr>
          <p:spPr>
            <a:xfrm>
              <a:off x="5503271" y="25319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8"/>
            <p:cNvSpPr/>
            <p:nvPr/>
          </p:nvSpPr>
          <p:spPr>
            <a:xfrm>
              <a:off x="5548356" y="25386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799"/>
            <p:cNvSpPr/>
            <p:nvPr/>
          </p:nvSpPr>
          <p:spPr>
            <a:xfrm>
              <a:off x="5645073" y="25896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0"/>
            <p:cNvSpPr/>
            <p:nvPr/>
          </p:nvSpPr>
          <p:spPr>
            <a:xfrm>
              <a:off x="5635701" y="25372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1"/>
            <p:cNvSpPr/>
            <p:nvPr/>
          </p:nvSpPr>
          <p:spPr>
            <a:xfrm>
              <a:off x="5510901" y="21090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2"/>
            <p:cNvSpPr/>
            <p:nvPr/>
          </p:nvSpPr>
          <p:spPr>
            <a:xfrm>
              <a:off x="5588761" y="28727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3"/>
            <p:cNvSpPr/>
            <p:nvPr/>
          </p:nvSpPr>
          <p:spPr>
            <a:xfrm>
              <a:off x="5527121" y="31444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4"/>
            <p:cNvSpPr/>
            <p:nvPr/>
          </p:nvSpPr>
          <p:spPr>
            <a:xfrm>
              <a:off x="5546569" y="24200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5"/>
            <p:cNvSpPr/>
            <p:nvPr/>
          </p:nvSpPr>
          <p:spPr>
            <a:xfrm>
              <a:off x="5654939" y="22600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6"/>
            <p:cNvSpPr/>
            <p:nvPr/>
          </p:nvSpPr>
          <p:spPr>
            <a:xfrm>
              <a:off x="5386883" y="25727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7"/>
            <p:cNvSpPr/>
            <p:nvPr/>
          </p:nvSpPr>
          <p:spPr>
            <a:xfrm>
              <a:off x="5556538" y="23976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8"/>
            <p:cNvSpPr/>
            <p:nvPr/>
          </p:nvSpPr>
          <p:spPr>
            <a:xfrm>
              <a:off x="5575473" y="25638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09"/>
            <p:cNvSpPr/>
            <p:nvPr/>
          </p:nvSpPr>
          <p:spPr>
            <a:xfrm>
              <a:off x="5488015" y="22652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0"/>
            <p:cNvSpPr/>
            <p:nvPr/>
          </p:nvSpPr>
          <p:spPr>
            <a:xfrm>
              <a:off x="5697077" y="19356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1"/>
            <p:cNvSpPr/>
            <p:nvPr/>
          </p:nvSpPr>
          <p:spPr>
            <a:xfrm>
              <a:off x="5326635" y="22571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2"/>
            <p:cNvSpPr/>
            <p:nvPr/>
          </p:nvSpPr>
          <p:spPr>
            <a:xfrm>
              <a:off x="5531427" y="19353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3"/>
            <p:cNvSpPr/>
            <p:nvPr/>
          </p:nvSpPr>
          <p:spPr>
            <a:xfrm>
              <a:off x="5763685" y="29535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4"/>
            <p:cNvSpPr/>
            <p:nvPr/>
          </p:nvSpPr>
          <p:spPr>
            <a:xfrm>
              <a:off x="5671544" y="22103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5"/>
            <p:cNvSpPr/>
            <p:nvPr/>
          </p:nvSpPr>
          <p:spPr>
            <a:xfrm>
              <a:off x="5648858" y="19564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6"/>
            <p:cNvSpPr/>
            <p:nvPr/>
          </p:nvSpPr>
          <p:spPr>
            <a:xfrm>
              <a:off x="5646129" y="23782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7"/>
            <p:cNvSpPr/>
            <p:nvPr/>
          </p:nvSpPr>
          <p:spPr>
            <a:xfrm>
              <a:off x="5435587" y="24417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8"/>
            <p:cNvSpPr/>
            <p:nvPr/>
          </p:nvSpPr>
          <p:spPr>
            <a:xfrm>
              <a:off x="5498262" y="20772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19"/>
            <p:cNvSpPr/>
            <p:nvPr/>
          </p:nvSpPr>
          <p:spPr>
            <a:xfrm>
              <a:off x="5629592" y="18791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0"/>
            <p:cNvSpPr/>
            <p:nvPr/>
          </p:nvSpPr>
          <p:spPr>
            <a:xfrm>
              <a:off x="5459863" y="22041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1"/>
            <p:cNvSpPr/>
            <p:nvPr/>
          </p:nvSpPr>
          <p:spPr>
            <a:xfrm>
              <a:off x="5555413" y="23780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2"/>
            <p:cNvSpPr/>
            <p:nvPr/>
          </p:nvSpPr>
          <p:spPr>
            <a:xfrm>
              <a:off x="5607104" y="17220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3"/>
            <p:cNvSpPr/>
            <p:nvPr/>
          </p:nvSpPr>
          <p:spPr>
            <a:xfrm>
              <a:off x="5573501" y="22171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4"/>
            <p:cNvSpPr/>
            <p:nvPr/>
          </p:nvSpPr>
          <p:spPr>
            <a:xfrm>
              <a:off x="5454976" y="24080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5"/>
            <p:cNvSpPr/>
            <p:nvPr/>
          </p:nvSpPr>
          <p:spPr>
            <a:xfrm>
              <a:off x="5504733" y="22765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6"/>
            <p:cNvSpPr/>
            <p:nvPr/>
          </p:nvSpPr>
          <p:spPr>
            <a:xfrm>
              <a:off x="5526762" y="24403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7"/>
            <p:cNvSpPr/>
            <p:nvPr/>
          </p:nvSpPr>
          <p:spPr>
            <a:xfrm>
              <a:off x="5557908" y="23991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8"/>
            <p:cNvSpPr/>
            <p:nvPr/>
          </p:nvSpPr>
          <p:spPr>
            <a:xfrm>
              <a:off x="5584217" y="22468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29"/>
            <p:cNvSpPr/>
            <p:nvPr/>
          </p:nvSpPr>
          <p:spPr>
            <a:xfrm>
              <a:off x="5520409" y="26626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0"/>
            <p:cNvSpPr/>
            <p:nvPr/>
          </p:nvSpPr>
          <p:spPr>
            <a:xfrm>
              <a:off x="5750526" y="14719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1"/>
            <p:cNvSpPr/>
            <p:nvPr/>
          </p:nvSpPr>
          <p:spPr>
            <a:xfrm>
              <a:off x="5509604" y="21119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2"/>
            <p:cNvSpPr/>
            <p:nvPr/>
          </p:nvSpPr>
          <p:spPr>
            <a:xfrm>
              <a:off x="5479952" y="20997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3"/>
            <p:cNvSpPr/>
            <p:nvPr/>
          </p:nvSpPr>
          <p:spPr>
            <a:xfrm>
              <a:off x="5466675" y="22344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4"/>
            <p:cNvSpPr/>
            <p:nvPr/>
          </p:nvSpPr>
          <p:spPr>
            <a:xfrm>
              <a:off x="5604973" y="23348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5"/>
            <p:cNvSpPr/>
            <p:nvPr/>
          </p:nvSpPr>
          <p:spPr>
            <a:xfrm>
              <a:off x="5776945" y="15415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6"/>
            <p:cNvSpPr/>
            <p:nvPr/>
          </p:nvSpPr>
          <p:spPr>
            <a:xfrm>
              <a:off x="5558369" y="24445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7"/>
            <p:cNvSpPr/>
            <p:nvPr/>
          </p:nvSpPr>
          <p:spPr>
            <a:xfrm>
              <a:off x="5377385" y="29076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8"/>
            <p:cNvSpPr/>
            <p:nvPr/>
          </p:nvSpPr>
          <p:spPr>
            <a:xfrm>
              <a:off x="5645283" y="28429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39"/>
            <p:cNvSpPr/>
            <p:nvPr/>
          </p:nvSpPr>
          <p:spPr>
            <a:xfrm>
              <a:off x="5538512" y="21841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0"/>
            <p:cNvSpPr/>
            <p:nvPr/>
          </p:nvSpPr>
          <p:spPr>
            <a:xfrm>
              <a:off x="5592110" y="24924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1"/>
            <p:cNvSpPr/>
            <p:nvPr/>
          </p:nvSpPr>
          <p:spPr>
            <a:xfrm>
              <a:off x="5615126" y="28972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2"/>
            <p:cNvSpPr/>
            <p:nvPr/>
          </p:nvSpPr>
          <p:spPr>
            <a:xfrm>
              <a:off x="5750815" y="30323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3"/>
            <p:cNvSpPr/>
            <p:nvPr/>
          </p:nvSpPr>
          <p:spPr>
            <a:xfrm>
              <a:off x="6110022" y="12546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4"/>
            <p:cNvSpPr/>
            <p:nvPr/>
          </p:nvSpPr>
          <p:spPr>
            <a:xfrm>
              <a:off x="5602603" y="18858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5"/>
            <p:cNvSpPr/>
            <p:nvPr/>
          </p:nvSpPr>
          <p:spPr>
            <a:xfrm>
              <a:off x="5508964" y="21625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6"/>
            <p:cNvSpPr/>
            <p:nvPr/>
          </p:nvSpPr>
          <p:spPr>
            <a:xfrm>
              <a:off x="5498763" y="22511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7"/>
            <p:cNvSpPr/>
            <p:nvPr/>
          </p:nvSpPr>
          <p:spPr>
            <a:xfrm>
              <a:off x="5466381" y="23037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8"/>
            <p:cNvSpPr/>
            <p:nvPr/>
          </p:nvSpPr>
          <p:spPr>
            <a:xfrm>
              <a:off x="5473800" y="25088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49"/>
            <p:cNvSpPr/>
            <p:nvPr/>
          </p:nvSpPr>
          <p:spPr>
            <a:xfrm>
              <a:off x="5552855" y="25683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0"/>
            <p:cNvSpPr/>
            <p:nvPr/>
          </p:nvSpPr>
          <p:spPr>
            <a:xfrm>
              <a:off x="5457146" y="24387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1"/>
            <p:cNvSpPr/>
            <p:nvPr/>
          </p:nvSpPr>
          <p:spPr>
            <a:xfrm>
              <a:off x="5652082" y="26247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2"/>
            <p:cNvSpPr/>
            <p:nvPr/>
          </p:nvSpPr>
          <p:spPr>
            <a:xfrm>
              <a:off x="5578280" y="30215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3"/>
            <p:cNvSpPr/>
            <p:nvPr/>
          </p:nvSpPr>
          <p:spPr>
            <a:xfrm>
              <a:off x="5485725" y="25932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4"/>
            <p:cNvSpPr/>
            <p:nvPr/>
          </p:nvSpPr>
          <p:spPr>
            <a:xfrm>
              <a:off x="5521536" y="24486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5"/>
            <p:cNvSpPr/>
            <p:nvPr/>
          </p:nvSpPr>
          <p:spPr>
            <a:xfrm>
              <a:off x="5550696" y="31224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6"/>
            <p:cNvSpPr/>
            <p:nvPr/>
          </p:nvSpPr>
          <p:spPr>
            <a:xfrm>
              <a:off x="5532255" y="24004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7"/>
            <p:cNvSpPr/>
            <p:nvPr/>
          </p:nvSpPr>
          <p:spPr>
            <a:xfrm>
              <a:off x="5538274" y="23742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8"/>
            <p:cNvSpPr/>
            <p:nvPr/>
          </p:nvSpPr>
          <p:spPr>
            <a:xfrm>
              <a:off x="5504403" y="21381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59"/>
            <p:cNvSpPr/>
            <p:nvPr/>
          </p:nvSpPr>
          <p:spPr>
            <a:xfrm>
              <a:off x="5489159" y="22172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0"/>
            <p:cNvSpPr/>
            <p:nvPr/>
          </p:nvSpPr>
          <p:spPr>
            <a:xfrm>
              <a:off x="5513799" y="22929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1"/>
            <p:cNvSpPr/>
            <p:nvPr/>
          </p:nvSpPr>
          <p:spPr>
            <a:xfrm>
              <a:off x="5611292" y="27536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2"/>
            <p:cNvSpPr/>
            <p:nvPr/>
          </p:nvSpPr>
          <p:spPr>
            <a:xfrm>
              <a:off x="5555279" y="27513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3"/>
            <p:cNvSpPr/>
            <p:nvPr/>
          </p:nvSpPr>
          <p:spPr>
            <a:xfrm>
              <a:off x="5639959" y="26653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4"/>
            <p:cNvSpPr/>
            <p:nvPr/>
          </p:nvSpPr>
          <p:spPr>
            <a:xfrm>
              <a:off x="5597554" y="21057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5"/>
            <p:cNvSpPr/>
            <p:nvPr/>
          </p:nvSpPr>
          <p:spPr>
            <a:xfrm>
              <a:off x="5740294" y="24442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6"/>
            <p:cNvSpPr/>
            <p:nvPr/>
          </p:nvSpPr>
          <p:spPr>
            <a:xfrm>
              <a:off x="5587663" y="27000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7"/>
            <p:cNvSpPr/>
            <p:nvPr/>
          </p:nvSpPr>
          <p:spPr>
            <a:xfrm>
              <a:off x="5757285" y="24447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8"/>
            <p:cNvSpPr/>
            <p:nvPr/>
          </p:nvSpPr>
          <p:spPr>
            <a:xfrm>
              <a:off x="5631687" y="22555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69"/>
            <p:cNvSpPr/>
            <p:nvPr/>
          </p:nvSpPr>
          <p:spPr>
            <a:xfrm>
              <a:off x="5521761" y="23848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0"/>
            <p:cNvSpPr/>
            <p:nvPr/>
          </p:nvSpPr>
          <p:spPr>
            <a:xfrm>
              <a:off x="5612838" y="26068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1"/>
            <p:cNvSpPr/>
            <p:nvPr/>
          </p:nvSpPr>
          <p:spPr>
            <a:xfrm>
              <a:off x="5529701" y="26210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2"/>
            <p:cNvSpPr/>
            <p:nvPr/>
          </p:nvSpPr>
          <p:spPr>
            <a:xfrm>
              <a:off x="5358061" y="27322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3"/>
            <p:cNvSpPr/>
            <p:nvPr/>
          </p:nvSpPr>
          <p:spPr>
            <a:xfrm>
              <a:off x="5510589" y="20660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4"/>
            <p:cNvSpPr/>
            <p:nvPr/>
          </p:nvSpPr>
          <p:spPr>
            <a:xfrm>
              <a:off x="5894578" y="19406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5"/>
            <p:cNvSpPr/>
            <p:nvPr/>
          </p:nvSpPr>
          <p:spPr>
            <a:xfrm>
              <a:off x="5633549" y="23584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6"/>
            <p:cNvSpPr/>
            <p:nvPr/>
          </p:nvSpPr>
          <p:spPr>
            <a:xfrm>
              <a:off x="5969444" y="20998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7"/>
            <p:cNvSpPr/>
            <p:nvPr/>
          </p:nvSpPr>
          <p:spPr>
            <a:xfrm>
              <a:off x="5581208" y="24791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8"/>
            <p:cNvSpPr/>
            <p:nvPr/>
          </p:nvSpPr>
          <p:spPr>
            <a:xfrm>
              <a:off x="5700057" y="21159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79"/>
            <p:cNvSpPr/>
            <p:nvPr/>
          </p:nvSpPr>
          <p:spPr>
            <a:xfrm>
              <a:off x="5862562" y="29766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0"/>
            <p:cNvSpPr/>
            <p:nvPr/>
          </p:nvSpPr>
          <p:spPr>
            <a:xfrm>
              <a:off x="5903566" y="30251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1"/>
            <p:cNvSpPr/>
            <p:nvPr/>
          </p:nvSpPr>
          <p:spPr>
            <a:xfrm>
              <a:off x="5901494" y="26001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2"/>
            <p:cNvSpPr/>
            <p:nvPr/>
          </p:nvSpPr>
          <p:spPr>
            <a:xfrm>
              <a:off x="5738540" y="29855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3"/>
            <p:cNvSpPr/>
            <p:nvPr/>
          </p:nvSpPr>
          <p:spPr>
            <a:xfrm>
              <a:off x="5741271" y="32061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4"/>
            <p:cNvSpPr/>
            <p:nvPr/>
          </p:nvSpPr>
          <p:spPr>
            <a:xfrm>
              <a:off x="5784612" y="27913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5"/>
            <p:cNvSpPr/>
            <p:nvPr/>
          </p:nvSpPr>
          <p:spPr>
            <a:xfrm>
              <a:off x="5410694" y="28622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6"/>
            <p:cNvSpPr/>
            <p:nvPr/>
          </p:nvSpPr>
          <p:spPr>
            <a:xfrm>
              <a:off x="5571594" y="23122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7"/>
            <p:cNvSpPr/>
            <p:nvPr/>
          </p:nvSpPr>
          <p:spPr>
            <a:xfrm>
              <a:off x="5515667" y="23639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8"/>
            <p:cNvSpPr/>
            <p:nvPr/>
          </p:nvSpPr>
          <p:spPr>
            <a:xfrm>
              <a:off x="5648310" y="19730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89"/>
            <p:cNvSpPr/>
            <p:nvPr/>
          </p:nvSpPr>
          <p:spPr>
            <a:xfrm>
              <a:off x="5758558" y="22978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0"/>
            <p:cNvSpPr/>
            <p:nvPr/>
          </p:nvSpPr>
          <p:spPr>
            <a:xfrm>
              <a:off x="5511209" y="23746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1"/>
            <p:cNvSpPr/>
            <p:nvPr/>
          </p:nvSpPr>
          <p:spPr>
            <a:xfrm>
              <a:off x="5440833" y="29195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2"/>
            <p:cNvSpPr/>
            <p:nvPr/>
          </p:nvSpPr>
          <p:spPr>
            <a:xfrm>
              <a:off x="5376431" y="26078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3"/>
            <p:cNvSpPr/>
            <p:nvPr/>
          </p:nvSpPr>
          <p:spPr>
            <a:xfrm>
              <a:off x="5536294" y="21884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4"/>
            <p:cNvSpPr/>
            <p:nvPr/>
          </p:nvSpPr>
          <p:spPr>
            <a:xfrm>
              <a:off x="5504792" y="24019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5"/>
            <p:cNvSpPr/>
            <p:nvPr/>
          </p:nvSpPr>
          <p:spPr>
            <a:xfrm>
              <a:off x="5702058" y="19956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6"/>
            <p:cNvSpPr/>
            <p:nvPr/>
          </p:nvSpPr>
          <p:spPr>
            <a:xfrm>
              <a:off x="5452172" y="21976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7"/>
            <p:cNvSpPr/>
            <p:nvPr/>
          </p:nvSpPr>
          <p:spPr>
            <a:xfrm>
              <a:off x="5500299" y="25952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8"/>
            <p:cNvSpPr/>
            <p:nvPr/>
          </p:nvSpPr>
          <p:spPr>
            <a:xfrm>
              <a:off x="5573515" y="21849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899"/>
            <p:cNvSpPr/>
            <p:nvPr/>
          </p:nvSpPr>
          <p:spPr>
            <a:xfrm>
              <a:off x="5519494" y="26896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0"/>
            <p:cNvSpPr/>
            <p:nvPr/>
          </p:nvSpPr>
          <p:spPr>
            <a:xfrm>
              <a:off x="5482754" y="24222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1"/>
            <p:cNvSpPr/>
            <p:nvPr/>
          </p:nvSpPr>
          <p:spPr>
            <a:xfrm>
              <a:off x="5469749" y="30451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2"/>
            <p:cNvSpPr/>
            <p:nvPr/>
          </p:nvSpPr>
          <p:spPr>
            <a:xfrm>
              <a:off x="5541682" y="27878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3"/>
            <p:cNvSpPr/>
            <p:nvPr/>
          </p:nvSpPr>
          <p:spPr>
            <a:xfrm>
              <a:off x="5378249" y="27221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4"/>
            <p:cNvSpPr/>
            <p:nvPr/>
          </p:nvSpPr>
          <p:spPr>
            <a:xfrm>
              <a:off x="5525321" y="24161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5"/>
            <p:cNvSpPr/>
            <p:nvPr/>
          </p:nvSpPr>
          <p:spPr>
            <a:xfrm>
              <a:off x="5425391" y="33420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6"/>
            <p:cNvSpPr/>
            <p:nvPr/>
          </p:nvSpPr>
          <p:spPr>
            <a:xfrm>
              <a:off x="5351190" y="23722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7"/>
            <p:cNvSpPr/>
            <p:nvPr/>
          </p:nvSpPr>
          <p:spPr>
            <a:xfrm>
              <a:off x="5534855" y="21159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8"/>
            <p:cNvSpPr/>
            <p:nvPr/>
          </p:nvSpPr>
          <p:spPr>
            <a:xfrm>
              <a:off x="5440930" y="17610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09"/>
            <p:cNvSpPr/>
            <p:nvPr/>
          </p:nvSpPr>
          <p:spPr>
            <a:xfrm>
              <a:off x="5480983" y="24701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0"/>
            <p:cNvSpPr/>
            <p:nvPr/>
          </p:nvSpPr>
          <p:spPr>
            <a:xfrm>
              <a:off x="5433068" y="24239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1"/>
            <p:cNvSpPr/>
            <p:nvPr/>
          </p:nvSpPr>
          <p:spPr>
            <a:xfrm>
              <a:off x="5558630" y="27177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2"/>
            <p:cNvSpPr/>
            <p:nvPr/>
          </p:nvSpPr>
          <p:spPr>
            <a:xfrm>
              <a:off x="5340678" y="24057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3"/>
            <p:cNvSpPr/>
            <p:nvPr/>
          </p:nvSpPr>
          <p:spPr>
            <a:xfrm>
              <a:off x="5676800" y="27678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4"/>
            <p:cNvSpPr/>
            <p:nvPr/>
          </p:nvSpPr>
          <p:spPr>
            <a:xfrm>
              <a:off x="5515540" y="25099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5"/>
            <p:cNvSpPr/>
            <p:nvPr/>
          </p:nvSpPr>
          <p:spPr>
            <a:xfrm>
              <a:off x="5585177" y="26526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6"/>
            <p:cNvSpPr/>
            <p:nvPr/>
          </p:nvSpPr>
          <p:spPr>
            <a:xfrm>
              <a:off x="5560841" y="24639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7"/>
            <p:cNvSpPr/>
            <p:nvPr/>
          </p:nvSpPr>
          <p:spPr>
            <a:xfrm>
              <a:off x="5537903" y="26747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8"/>
            <p:cNvSpPr/>
            <p:nvPr/>
          </p:nvSpPr>
          <p:spPr>
            <a:xfrm>
              <a:off x="5707575" y="23531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19"/>
            <p:cNvSpPr/>
            <p:nvPr/>
          </p:nvSpPr>
          <p:spPr>
            <a:xfrm>
              <a:off x="5473525" y="21854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0"/>
            <p:cNvSpPr/>
            <p:nvPr/>
          </p:nvSpPr>
          <p:spPr>
            <a:xfrm>
              <a:off x="5615471" y="27922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1"/>
            <p:cNvSpPr/>
            <p:nvPr/>
          </p:nvSpPr>
          <p:spPr>
            <a:xfrm>
              <a:off x="5936804" y="19492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2"/>
            <p:cNvSpPr/>
            <p:nvPr/>
          </p:nvSpPr>
          <p:spPr>
            <a:xfrm>
              <a:off x="5518151" y="32711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3"/>
            <p:cNvSpPr/>
            <p:nvPr/>
          </p:nvSpPr>
          <p:spPr>
            <a:xfrm>
              <a:off x="5587984" y="25668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4"/>
            <p:cNvSpPr/>
            <p:nvPr/>
          </p:nvSpPr>
          <p:spPr>
            <a:xfrm>
              <a:off x="5580899" y="24593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5"/>
            <p:cNvSpPr/>
            <p:nvPr/>
          </p:nvSpPr>
          <p:spPr>
            <a:xfrm>
              <a:off x="5708739" y="20889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6"/>
            <p:cNvSpPr/>
            <p:nvPr/>
          </p:nvSpPr>
          <p:spPr>
            <a:xfrm>
              <a:off x="5517779" y="25100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7"/>
            <p:cNvSpPr/>
            <p:nvPr/>
          </p:nvSpPr>
          <p:spPr>
            <a:xfrm>
              <a:off x="5460604" y="30869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8"/>
            <p:cNvSpPr/>
            <p:nvPr/>
          </p:nvSpPr>
          <p:spPr>
            <a:xfrm>
              <a:off x="5576244" y="23952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29"/>
            <p:cNvSpPr/>
            <p:nvPr/>
          </p:nvSpPr>
          <p:spPr>
            <a:xfrm>
              <a:off x="5558193" y="23438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0"/>
            <p:cNvSpPr/>
            <p:nvPr/>
          </p:nvSpPr>
          <p:spPr>
            <a:xfrm>
              <a:off x="5369569" y="25025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1"/>
            <p:cNvSpPr/>
            <p:nvPr/>
          </p:nvSpPr>
          <p:spPr>
            <a:xfrm>
              <a:off x="5533532" y="28514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2"/>
            <p:cNvSpPr/>
            <p:nvPr/>
          </p:nvSpPr>
          <p:spPr>
            <a:xfrm>
              <a:off x="5488137" y="25010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3"/>
            <p:cNvSpPr/>
            <p:nvPr/>
          </p:nvSpPr>
          <p:spPr>
            <a:xfrm>
              <a:off x="5504637" y="28322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4"/>
            <p:cNvSpPr/>
            <p:nvPr/>
          </p:nvSpPr>
          <p:spPr>
            <a:xfrm>
              <a:off x="5577899" y="24138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5"/>
            <p:cNvSpPr/>
            <p:nvPr/>
          </p:nvSpPr>
          <p:spPr>
            <a:xfrm>
              <a:off x="5665586" y="25734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6"/>
            <p:cNvSpPr/>
            <p:nvPr/>
          </p:nvSpPr>
          <p:spPr>
            <a:xfrm>
              <a:off x="5578938" y="25106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7"/>
            <p:cNvSpPr/>
            <p:nvPr/>
          </p:nvSpPr>
          <p:spPr>
            <a:xfrm>
              <a:off x="5807982" y="30249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8"/>
            <p:cNvSpPr/>
            <p:nvPr/>
          </p:nvSpPr>
          <p:spPr>
            <a:xfrm>
              <a:off x="5577704" y="22524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39"/>
            <p:cNvSpPr/>
            <p:nvPr/>
          </p:nvSpPr>
          <p:spPr>
            <a:xfrm>
              <a:off x="5503644" y="23299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0"/>
            <p:cNvSpPr/>
            <p:nvPr/>
          </p:nvSpPr>
          <p:spPr>
            <a:xfrm>
              <a:off x="5523116" y="21346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1"/>
            <p:cNvSpPr/>
            <p:nvPr/>
          </p:nvSpPr>
          <p:spPr>
            <a:xfrm>
              <a:off x="5565156" y="25116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2"/>
            <p:cNvSpPr/>
            <p:nvPr/>
          </p:nvSpPr>
          <p:spPr>
            <a:xfrm>
              <a:off x="5662678" y="27021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3"/>
            <p:cNvSpPr/>
            <p:nvPr/>
          </p:nvSpPr>
          <p:spPr>
            <a:xfrm>
              <a:off x="5713091" y="20688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4"/>
            <p:cNvSpPr/>
            <p:nvPr/>
          </p:nvSpPr>
          <p:spPr>
            <a:xfrm>
              <a:off x="5676769" y="19930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5"/>
            <p:cNvSpPr/>
            <p:nvPr/>
          </p:nvSpPr>
          <p:spPr>
            <a:xfrm>
              <a:off x="5720706" y="22263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6"/>
            <p:cNvSpPr/>
            <p:nvPr/>
          </p:nvSpPr>
          <p:spPr>
            <a:xfrm>
              <a:off x="5634631" y="25973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7"/>
            <p:cNvSpPr/>
            <p:nvPr/>
          </p:nvSpPr>
          <p:spPr>
            <a:xfrm>
              <a:off x="5682086" y="25483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8"/>
            <p:cNvSpPr/>
            <p:nvPr/>
          </p:nvSpPr>
          <p:spPr>
            <a:xfrm>
              <a:off x="5590904" y="25228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49"/>
            <p:cNvSpPr/>
            <p:nvPr/>
          </p:nvSpPr>
          <p:spPr>
            <a:xfrm>
              <a:off x="5687520" y="21387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0"/>
            <p:cNvSpPr/>
            <p:nvPr/>
          </p:nvSpPr>
          <p:spPr>
            <a:xfrm>
              <a:off x="5532810" y="27479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1"/>
            <p:cNvSpPr/>
            <p:nvPr/>
          </p:nvSpPr>
          <p:spPr>
            <a:xfrm>
              <a:off x="5454267" y="28438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2"/>
            <p:cNvSpPr/>
            <p:nvPr/>
          </p:nvSpPr>
          <p:spPr>
            <a:xfrm>
              <a:off x="5599003" y="27540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3"/>
            <p:cNvSpPr/>
            <p:nvPr/>
          </p:nvSpPr>
          <p:spPr>
            <a:xfrm>
              <a:off x="5778450" y="22305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4"/>
            <p:cNvSpPr/>
            <p:nvPr/>
          </p:nvSpPr>
          <p:spPr>
            <a:xfrm>
              <a:off x="5447990" y="23196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5"/>
            <p:cNvSpPr/>
            <p:nvPr/>
          </p:nvSpPr>
          <p:spPr>
            <a:xfrm>
              <a:off x="5480445" y="24782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6"/>
            <p:cNvSpPr/>
            <p:nvPr/>
          </p:nvSpPr>
          <p:spPr>
            <a:xfrm>
              <a:off x="5558646" y="25522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7"/>
            <p:cNvSpPr/>
            <p:nvPr/>
          </p:nvSpPr>
          <p:spPr>
            <a:xfrm>
              <a:off x="5546155" y="28006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8"/>
            <p:cNvSpPr/>
            <p:nvPr/>
          </p:nvSpPr>
          <p:spPr>
            <a:xfrm>
              <a:off x="5519721" y="23178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59"/>
            <p:cNvSpPr/>
            <p:nvPr/>
          </p:nvSpPr>
          <p:spPr>
            <a:xfrm>
              <a:off x="5582201" y="22047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0"/>
            <p:cNvSpPr/>
            <p:nvPr/>
          </p:nvSpPr>
          <p:spPr>
            <a:xfrm>
              <a:off x="5479028" y="25884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1"/>
            <p:cNvSpPr/>
            <p:nvPr/>
          </p:nvSpPr>
          <p:spPr>
            <a:xfrm>
              <a:off x="5587189" y="25393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2"/>
            <p:cNvSpPr/>
            <p:nvPr/>
          </p:nvSpPr>
          <p:spPr>
            <a:xfrm>
              <a:off x="5672937" y="27059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3"/>
            <p:cNvSpPr/>
            <p:nvPr/>
          </p:nvSpPr>
          <p:spPr>
            <a:xfrm>
              <a:off x="5707731" y="22017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4"/>
            <p:cNvSpPr/>
            <p:nvPr/>
          </p:nvSpPr>
          <p:spPr>
            <a:xfrm>
              <a:off x="5409182" y="22215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5"/>
            <p:cNvSpPr/>
            <p:nvPr/>
          </p:nvSpPr>
          <p:spPr>
            <a:xfrm>
              <a:off x="5614526" y="29509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6"/>
            <p:cNvSpPr/>
            <p:nvPr/>
          </p:nvSpPr>
          <p:spPr>
            <a:xfrm>
              <a:off x="5456220" y="22655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7"/>
            <p:cNvSpPr/>
            <p:nvPr/>
          </p:nvSpPr>
          <p:spPr>
            <a:xfrm>
              <a:off x="5502506" y="27249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8"/>
            <p:cNvSpPr/>
            <p:nvPr/>
          </p:nvSpPr>
          <p:spPr>
            <a:xfrm>
              <a:off x="5503193" y="22005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69"/>
            <p:cNvSpPr/>
            <p:nvPr/>
          </p:nvSpPr>
          <p:spPr>
            <a:xfrm>
              <a:off x="5549533" y="24386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0"/>
            <p:cNvSpPr/>
            <p:nvPr/>
          </p:nvSpPr>
          <p:spPr>
            <a:xfrm>
              <a:off x="5570841" y="24223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1"/>
            <p:cNvSpPr/>
            <p:nvPr/>
          </p:nvSpPr>
          <p:spPr>
            <a:xfrm>
              <a:off x="5449720" y="25454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2"/>
            <p:cNvSpPr/>
            <p:nvPr/>
          </p:nvSpPr>
          <p:spPr>
            <a:xfrm>
              <a:off x="5590508" y="19985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3"/>
            <p:cNvSpPr/>
            <p:nvPr/>
          </p:nvSpPr>
          <p:spPr>
            <a:xfrm>
              <a:off x="5552330" y="20376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4"/>
            <p:cNvSpPr/>
            <p:nvPr/>
          </p:nvSpPr>
          <p:spPr>
            <a:xfrm>
              <a:off x="5545821" y="24674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5"/>
            <p:cNvSpPr/>
            <p:nvPr/>
          </p:nvSpPr>
          <p:spPr>
            <a:xfrm>
              <a:off x="5721080" y="2501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6"/>
            <p:cNvSpPr/>
            <p:nvPr/>
          </p:nvSpPr>
          <p:spPr>
            <a:xfrm>
              <a:off x="5640230" y="18477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7"/>
            <p:cNvSpPr/>
            <p:nvPr/>
          </p:nvSpPr>
          <p:spPr>
            <a:xfrm>
              <a:off x="4911864" y="29634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8"/>
            <p:cNvSpPr/>
            <p:nvPr/>
          </p:nvSpPr>
          <p:spPr>
            <a:xfrm>
              <a:off x="5623034" y="23546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79"/>
            <p:cNvSpPr/>
            <p:nvPr/>
          </p:nvSpPr>
          <p:spPr>
            <a:xfrm>
              <a:off x="5649837" y="26956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0"/>
            <p:cNvSpPr/>
            <p:nvPr/>
          </p:nvSpPr>
          <p:spPr>
            <a:xfrm>
              <a:off x="5575610" y="22522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1"/>
            <p:cNvSpPr/>
            <p:nvPr/>
          </p:nvSpPr>
          <p:spPr>
            <a:xfrm>
              <a:off x="5590002" y="24096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2"/>
            <p:cNvSpPr/>
            <p:nvPr/>
          </p:nvSpPr>
          <p:spPr>
            <a:xfrm>
              <a:off x="5640225" y="28932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3"/>
            <p:cNvSpPr/>
            <p:nvPr/>
          </p:nvSpPr>
          <p:spPr>
            <a:xfrm>
              <a:off x="5614670" y="30600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4"/>
            <p:cNvSpPr/>
            <p:nvPr/>
          </p:nvSpPr>
          <p:spPr>
            <a:xfrm>
              <a:off x="5526083" y="26416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5"/>
            <p:cNvSpPr/>
            <p:nvPr/>
          </p:nvSpPr>
          <p:spPr>
            <a:xfrm>
              <a:off x="5643272" y="27584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6"/>
            <p:cNvSpPr/>
            <p:nvPr/>
          </p:nvSpPr>
          <p:spPr>
            <a:xfrm>
              <a:off x="5713966" y="25681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7"/>
            <p:cNvSpPr/>
            <p:nvPr/>
          </p:nvSpPr>
          <p:spPr>
            <a:xfrm>
              <a:off x="5892994" y="19293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8"/>
            <p:cNvSpPr/>
            <p:nvPr/>
          </p:nvSpPr>
          <p:spPr>
            <a:xfrm>
              <a:off x="5551174" y="17703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89"/>
            <p:cNvSpPr/>
            <p:nvPr/>
          </p:nvSpPr>
          <p:spPr>
            <a:xfrm>
              <a:off x="5927063" y="19932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0"/>
            <p:cNvSpPr/>
            <p:nvPr/>
          </p:nvSpPr>
          <p:spPr>
            <a:xfrm>
              <a:off x="5761084" y="25901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1"/>
            <p:cNvSpPr/>
            <p:nvPr/>
          </p:nvSpPr>
          <p:spPr>
            <a:xfrm>
              <a:off x="5404987" y="219281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2"/>
            <p:cNvSpPr/>
            <p:nvPr/>
          </p:nvSpPr>
          <p:spPr>
            <a:xfrm>
              <a:off x="5222457" y="21196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3"/>
            <p:cNvSpPr/>
            <p:nvPr/>
          </p:nvSpPr>
          <p:spPr>
            <a:xfrm>
              <a:off x="5495375" y="22110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4"/>
            <p:cNvSpPr/>
            <p:nvPr/>
          </p:nvSpPr>
          <p:spPr>
            <a:xfrm>
              <a:off x="5724449" y="25268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5"/>
            <p:cNvSpPr/>
            <p:nvPr/>
          </p:nvSpPr>
          <p:spPr>
            <a:xfrm>
              <a:off x="5642786" y="172485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6"/>
            <p:cNvSpPr/>
            <p:nvPr/>
          </p:nvSpPr>
          <p:spPr>
            <a:xfrm>
              <a:off x="4877664" y="27928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7"/>
            <p:cNvSpPr/>
            <p:nvPr/>
          </p:nvSpPr>
          <p:spPr>
            <a:xfrm>
              <a:off x="5472202" y="23633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8"/>
            <p:cNvSpPr/>
            <p:nvPr/>
          </p:nvSpPr>
          <p:spPr>
            <a:xfrm>
              <a:off x="5349980" y="244574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3999"/>
            <p:cNvSpPr/>
            <p:nvPr/>
          </p:nvSpPr>
          <p:spPr>
            <a:xfrm>
              <a:off x="5543296" y="21187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0"/>
            <p:cNvSpPr/>
            <p:nvPr/>
          </p:nvSpPr>
          <p:spPr>
            <a:xfrm>
              <a:off x="5479026" y="19765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1"/>
            <p:cNvSpPr/>
            <p:nvPr/>
          </p:nvSpPr>
          <p:spPr>
            <a:xfrm>
              <a:off x="5444711" y="20166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2"/>
            <p:cNvSpPr/>
            <p:nvPr/>
          </p:nvSpPr>
          <p:spPr>
            <a:xfrm>
              <a:off x="5314945" y="30881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3"/>
            <p:cNvSpPr/>
            <p:nvPr/>
          </p:nvSpPr>
          <p:spPr>
            <a:xfrm>
              <a:off x="5593171" y="23821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4"/>
            <p:cNvSpPr/>
            <p:nvPr/>
          </p:nvSpPr>
          <p:spPr>
            <a:xfrm>
              <a:off x="5465887" y="21993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5"/>
            <p:cNvSpPr/>
            <p:nvPr/>
          </p:nvSpPr>
          <p:spPr>
            <a:xfrm>
              <a:off x="5656539" y="25050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6"/>
            <p:cNvSpPr/>
            <p:nvPr/>
          </p:nvSpPr>
          <p:spPr>
            <a:xfrm>
              <a:off x="5701329" y="24704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7"/>
            <p:cNvSpPr/>
            <p:nvPr/>
          </p:nvSpPr>
          <p:spPr>
            <a:xfrm>
              <a:off x="5736688" y="24837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8"/>
            <p:cNvSpPr/>
            <p:nvPr/>
          </p:nvSpPr>
          <p:spPr>
            <a:xfrm>
              <a:off x="5756652" y="28058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09"/>
            <p:cNvSpPr/>
            <p:nvPr/>
          </p:nvSpPr>
          <p:spPr>
            <a:xfrm>
              <a:off x="5861063" y="27039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0"/>
            <p:cNvSpPr/>
            <p:nvPr/>
          </p:nvSpPr>
          <p:spPr>
            <a:xfrm>
              <a:off x="5697936" y="22509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1"/>
            <p:cNvSpPr/>
            <p:nvPr/>
          </p:nvSpPr>
          <p:spPr>
            <a:xfrm>
              <a:off x="5608877" y="23493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2"/>
            <p:cNvSpPr/>
            <p:nvPr/>
          </p:nvSpPr>
          <p:spPr>
            <a:xfrm>
              <a:off x="5586629" y="26487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3"/>
            <p:cNvSpPr/>
            <p:nvPr/>
          </p:nvSpPr>
          <p:spPr>
            <a:xfrm>
              <a:off x="5691060" y="23737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4"/>
            <p:cNvSpPr/>
            <p:nvPr/>
          </p:nvSpPr>
          <p:spPr>
            <a:xfrm>
              <a:off x="5607905" y="22468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5"/>
            <p:cNvSpPr/>
            <p:nvPr/>
          </p:nvSpPr>
          <p:spPr>
            <a:xfrm>
              <a:off x="5321576" y="222033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6"/>
            <p:cNvSpPr/>
            <p:nvPr/>
          </p:nvSpPr>
          <p:spPr>
            <a:xfrm>
              <a:off x="5474660" y="23933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7"/>
            <p:cNvSpPr/>
            <p:nvPr/>
          </p:nvSpPr>
          <p:spPr>
            <a:xfrm>
              <a:off x="5769076" y="17622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8"/>
            <p:cNvSpPr/>
            <p:nvPr/>
          </p:nvSpPr>
          <p:spPr>
            <a:xfrm>
              <a:off x="5303234" y="25125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19"/>
            <p:cNvSpPr/>
            <p:nvPr/>
          </p:nvSpPr>
          <p:spPr>
            <a:xfrm>
              <a:off x="5601114" y="22971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0"/>
            <p:cNvSpPr/>
            <p:nvPr/>
          </p:nvSpPr>
          <p:spPr>
            <a:xfrm>
              <a:off x="5708129" y="23950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1"/>
            <p:cNvSpPr/>
            <p:nvPr/>
          </p:nvSpPr>
          <p:spPr>
            <a:xfrm>
              <a:off x="5524329" y="21874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2"/>
            <p:cNvSpPr/>
            <p:nvPr/>
          </p:nvSpPr>
          <p:spPr>
            <a:xfrm>
              <a:off x="5545281" y="21746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3"/>
            <p:cNvSpPr/>
            <p:nvPr/>
          </p:nvSpPr>
          <p:spPr>
            <a:xfrm>
              <a:off x="5709377" y="222595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4"/>
            <p:cNvSpPr/>
            <p:nvPr/>
          </p:nvSpPr>
          <p:spPr>
            <a:xfrm>
              <a:off x="5659578" y="20331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5"/>
            <p:cNvSpPr/>
            <p:nvPr/>
          </p:nvSpPr>
          <p:spPr>
            <a:xfrm>
              <a:off x="5643367" y="25121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6"/>
            <p:cNvSpPr/>
            <p:nvPr/>
          </p:nvSpPr>
          <p:spPr>
            <a:xfrm>
              <a:off x="5601766" y="188124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7"/>
            <p:cNvSpPr/>
            <p:nvPr/>
          </p:nvSpPr>
          <p:spPr>
            <a:xfrm>
              <a:off x="5616593" y="20471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8"/>
            <p:cNvSpPr/>
            <p:nvPr/>
          </p:nvSpPr>
          <p:spPr>
            <a:xfrm>
              <a:off x="5293894" y="23138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29"/>
            <p:cNvSpPr/>
            <p:nvPr/>
          </p:nvSpPr>
          <p:spPr>
            <a:xfrm>
              <a:off x="5556931" y="23086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0"/>
            <p:cNvSpPr/>
            <p:nvPr/>
          </p:nvSpPr>
          <p:spPr>
            <a:xfrm>
              <a:off x="5530066" y="21853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1"/>
            <p:cNvSpPr/>
            <p:nvPr/>
          </p:nvSpPr>
          <p:spPr>
            <a:xfrm>
              <a:off x="5341294" y="21307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2"/>
            <p:cNvSpPr/>
            <p:nvPr/>
          </p:nvSpPr>
          <p:spPr>
            <a:xfrm>
              <a:off x="5583385" y="22052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3"/>
            <p:cNvSpPr/>
            <p:nvPr/>
          </p:nvSpPr>
          <p:spPr>
            <a:xfrm>
              <a:off x="5516594" y="17068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4"/>
            <p:cNvSpPr/>
            <p:nvPr/>
          </p:nvSpPr>
          <p:spPr>
            <a:xfrm>
              <a:off x="5458701" y="19328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5"/>
            <p:cNvSpPr/>
            <p:nvPr/>
          </p:nvSpPr>
          <p:spPr>
            <a:xfrm>
              <a:off x="5542249" y="23460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6"/>
            <p:cNvSpPr/>
            <p:nvPr/>
          </p:nvSpPr>
          <p:spPr>
            <a:xfrm>
              <a:off x="5768138" y="21255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7"/>
            <p:cNvSpPr/>
            <p:nvPr/>
          </p:nvSpPr>
          <p:spPr>
            <a:xfrm>
              <a:off x="5749832" y="22785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8"/>
            <p:cNvSpPr/>
            <p:nvPr/>
          </p:nvSpPr>
          <p:spPr>
            <a:xfrm>
              <a:off x="5681134" y="16663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39"/>
            <p:cNvSpPr/>
            <p:nvPr/>
          </p:nvSpPr>
          <p:spPr>
            <a:xfrm>
              <a:off x="5669910" y="24939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0"/>
            <p:cNvSpPr/>
            <p:nvPr/>
          </p:nvSpPr>
          <p:spPr>
            <a:xfrm>
              <a:off x="5803447" y="26370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1"/>
            <p:cNvSpPr/>
            <p:nvPr/>
          </p:nvSpPr>
          <p:spPr>
            <a:xfrm>
              <a:off x="5686361" y="27233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2"/>
            <p:cNvSpPr/>
            <p:nvPr/>
          </p:nvSpPr>
          <p:spPr>
            <a:xfrm>
              <a:off x="5653471" y="24221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3"/>
            <p:cNvSpPr/>
            <p:nvPr/>
          </p:nvSpPr>
          <p:spPr>
            <a:xfrm>
              <a:off x="5652393" y="235264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4"/>
            <p:cNvSpPr/>
            <p:nvPr/>
          </p:nvSpPr>
          <p:spPr>
            <a:xfrm>
              <a:off x="5652037" y="17807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5"/>
            <p:cNvSpPr/>
            <p:nvPr/>
          </p:nvSpPr>
          <p:spPr>
            <a:xfrm>
              <a:off x="5989851" y="25059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6"/>
            <p:cNvSpPr/>
            <p:nvPr/>
          </p:nvSpPr>
          <p:spPr>
            <a:xfrm>
              <a:off x="5865941" y="25025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7"/>
            <p:cNvSpPr/>
            <p:nvPr/>
          </p:nvSpPr>
          <p:spPr>
            <a:xfrm>
              <a:off x="5858303" y="186883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8"/>
            <p:cNvSpPr/>
            <p:nvPr/>
          </p:nvSpPr>
          <p:spPr>
            <a:xfrm>
              <a:off x="5853999" y="23857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49"/>
            <p:cNvSpPr/>
            <p:nvPr/>
          </p:nvSpPr>
          <p:spPr>
            <a:xfrm>
              <a:off x="5893934" y="19005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0"/>
            <p:cNvSpPr/>
            <p:nvPr/>
          </p:nvSpPr>
          <p:spPr>
            <a:xfrm>
              <a:off x="5825126" y="23638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1"/>
            <p:cNvSpPr/>
            <p:nvPr/>
          </p:nvSpPr>
          <p:spPr>
            <a:xfrm>
              <a:off x="5791036" y="25754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2"/>
            <p:cNvSpPr/>
            <p:nvPr/>
          </p:nvSpPr>
          <p:spPr>
            <a:xfrm>
              <a:off x="5633650" y="25394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3"/>
            <p:cNvSpPr/>
            <p:nvPr/>
          </p:nvSpPr>
          <p:spPr>
            <a:xfrm>
              <a:off x="5444952" y="17706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4"/>
            <p:cNvSpPr/>
            <p:nvPr/>
          </p:nvSpPr>
          <p:spPr>
            <a:xfrm>
              <a:off x="5390695" y="27696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5"/>
            <p:cNvSpPr/>
            <p:nvPr/>
          </p:nvSpPr>
          <p:spPr>
            <a:xfrm>
              <a:off x="5470986" y="25558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6"/>
            <p:cNvSpPr/>
            <p:nvPr/>
          </p:nvSpPr>
          <p:spPr>
            <a:xfrm>
              <a:off x="5749263" y="240008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7"/>
            <p:cNvSpPr/>
            <p:nvPr/>
          </p:nvSpPr>
          <p:spPr>
            <a:xfrm>
              <a:off x="5771975" y="24264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8"/>
            <p:cNvSpPr/>
            <p:nvPr/>
          </p:nvSpPr>
          <p:spPr>
            <a:xfrm>
              <a:off x="5736829" y="23975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59"/>
            <p:cNvSpPr/>
            <p:nvPr/>
          </p:nvSpPr>
          <p:spPr>
            <a:xfrm>
              <a:off x="5452532" y="24599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0"/>
            <p:cNvSpPr/>
            <p:nvPr/>
          </p:nvSpPr>
          <p:spPr>
            <a:xfrm>
              <a:off x="5648152" y="22246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1"/>
            <p:cNvSpPr/>
            <p:nvPr/>
          </p:nvSpPr>
          <p:spPr>
            <a:xfrm>
              <a:off x="5517163" y="26499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2"/>
            <p:cNvSpPr/>
            <p:nvPr/>
          </p:nvSpPr>
          <p:spPr>
            <a:xfrm>
              <a:off x="5525350" y="15428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3"/>
            <p:cNvSpPr/>
            <p:nvPr/>
          </p:nvSpPr>
          <p:spPr>
            <a:xfrm>
              <a:off x="5632052" y="24069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4"/>
            <p:cNvSpPr/>
            <p:nvPr/>
          </p:nvSpPr>
          <p:spPr>
            <a:xfrm>
              <a:off x="5647587" y="25901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5"/>
            <p:cNvSpPr/>
            <p:nvPr/>
          </p:nvSpPr>
          <p:spPr>
            <a:xfrm>
              <a:off x="5595993" y="17945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6"/>
            <p:cNvSpPr/>
            <p:nvPr/>
          </p:nvSpPr>
          <p:spPr>
            <a:xfrm>
              <a:off x="5453444" y="20235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7"/>
            <p:cNvSpPr/>
            <p:nvPr/>
          </p:nvSpPr>
          <p:spPr>
            <a:xfrm>
              <a:off x="5537400" y="26048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8"/>
            <p:cNvSpPr/>
            <p:nvPr/>
          </p:nvSpPr>
          <p:spPr>
            <a:xfrm>
              <a:off x="5432642" y="22126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69"/>
            <p:cNvSpPr/>
            <p:nvPr/>
          </p:nvSpPr>
          <p:spPr>
            <a:xfrm>
              <a:off x="5654852" y="23689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0"/>
            <p:cNvSpPr/>
            <p:nvPr/>
          </p:nvSpPr>
          <p:spPr>
            <a:xfrm>
              <a:off x="5507581" y="23017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1"/>
            <p:cNvSpPr/>
            <p:nvPr/>
          </p:nvSpPr>
          <p:spPr>
            <a:xfrm>
              <a:off x="5533012" y="19030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2"/>
            <p:cNvSpPr/>
            <p:nvPr/>
          </p:nvSpPr>
          <p:spPr>
            <a:xfrm>
              <a:off x="5568270" y="22268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3"/>
            <p:cNvSpPr/>
            <p:nvPr/>
          </p:nvSpPr>
          <p:spPr>
            <a:xfrm>
              <a:off x="5735227" y="195395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4"/>
            <p:cNvSpPr/>
            <p:nvPr/>
          </p:nvSpPr>
          <p:spPr>
            <a:xfrm>
              <a:off x="5547683" y="24713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5"/>
            <p:cNvSpPr/>
            <p:nvPr/>
          </p:nvSpPr>
          <p:spPr>
            <a:xfrm>
              <a:off x="5572058" y="19040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6"/>
            <p:cNvSpPr/>
            <p:nvPr/>
          </p:nvSpPr>
          <p:spPr>
            <a:xfrm>
              <a:off x="5536460" y="21472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7"/>
            <p:cNvSpPr/>
            <p:nvPr/>
          </p:nvSpPr>
          <p:spPr>
            <a:xfrm>
              <a:off x="5813567" y="22790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8"/>
            <p:cNvSpPr/>
            <p:nvPr/>
          </p:nvSpPr>
          <p:spPr>
            <a:xfrm>
              <a:off x="5876421" y="22787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79"/>
            <p:cNvSpPr/>
            <p:nvPr/>
          </p:nvSpPr>
          <p:spPr>
            <a:xfrm>
              <a:off x="5390193" y="25268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0"/>
            <p:cNvSpPr/>
            <p:nvPr/>
          </p:nvSpPr>
          <p:spPr>
            <a:xfrm>
              <a:off x="5525316" y="22361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1"/>
            <p:cNvSpPr/>
            <p:nvPr/>
          </p:nvSpPr>
          <p:spPr>
            <a:xfrm>
              <a:off x="5604248" y="26405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2"/>
            <p:cNvSpPr/>
            <p:nvPr/>
          </p:nvSpPr>
          <p:spPr>
            <a:xfrm>
              <a:off x="5391129" y="20660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3"/>
            <p:cNvSpPr/>
            <p:nvPr/>
          </p:nvSpPr>
          <p:spPr>
            <a:xfrm>
              <a:off x="5507653" y="22947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4"/>
            <p:cNvSpPr/>
            <p:nvPr/>
          </p:nvSpPr>
          <p:spPr>
            <a:xfrm>
              <a:off x="5595363" y="23187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5"/>
            <p:cNvSpPr/>
            <p:nvPr/>
          </p:nvSpPr>
          <p:spPr>
            <a:xfrm>
              <a:off x="5641380" y="25929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6"/>
            <p:cNvSpPr/>
            <p:nvPr/>
          </p:nvSpPr>
          <p:spPr>
            <a:xfrm>
              <a:off x="5433284" y="22043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7"/>
            <p:cNvSpPr/>
            <p:nvPr/>
          </p:nvSpPr>
          <p:spPr>
            <a:xfrm>
              <a:off x="5526316" y="17680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8"/>
            <p:cNvSpPr/>
            <p:nvPr/>
          </p:nvSpPr>
          <p:spPr>
            <a:xfrm>
              <a:off x="5550574" y="21057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89"/>
            <p:cNvSpPr/>
            <p:nvPr/>
          </p:nvSpPr>
          <p:spPr>
            <a:xfrm>
              <a:off x="5379754" y="20993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0"/>
            <p:cNvSpPr/>
            <p:nvPr/>
          </p:nvSpPr>
          <p:spPr>
            <a:xfrm>
              <a:off x="5649025" y="23120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1"/>
            <p:cNvSpPr/>
            <p:nvPr/>
          </p:nvSpPr>
          <p:spPr>
            <a:xfrm>
              <a:off x="5637974" y="22947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2"/>
            <p:cNvSpPr/>
            <p:nvPr/>
          </p:nvSpPr>
          <p:spPr>
            <a:xfrm>
              <a:off x="5612336" y="25331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3"/>
            <p:cNvSpPr/>
            <p:nvPr/>
          </p:nvSpPr>
          <p:spPr>
            <a:xfrm>
              <a:off x="5539141" y="20009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4"/>
            <p:cNvSpPr/>
            <p:nvPr/>
          </p:nvSpPr>
          <p:spPr>
            <a:xfrm>
              <a:off x="5473177" y="20852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5"/>
            <p:cNvSpPr/>
            <p:nvPr/>
          </p:nvSpPr>
          <p:spPr>
            <a:xfrm>
              <a:off x="5650504" y="19713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6"/>
            <p:cNvSpPr/>
            <p:nvPr/>
          </p:nvSpPr>
          <p:spPr>
            <a:xfrm>
              <a:off x="5598522" y="24429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7"/>
            <p:cNvSpPr/>
            <p:nvPr/>
          </p:nvSpPr>
          <p:spPr>
            <a:xfrm>
              <a:off x="5863008" y="16995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8"/>
            <p:cNvSpPr/>
            <p:nvPr/>
          </p:nvSpPr>
          <p:spPr>
            <a:xfrm>
              <a:off x="5798930" y="29061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099"/>
            <p:cNvSpPr/>
            <p:nvPr/>
          </p:nvSpPr>
          <p:spPr>
            <a:xfrm>
              <a:off x="5624335" y="210910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0"/>
            <p:cNvSpPr/>
            <p:nvPr/>
          </p:nvSpPr>
          <p:spPr>
            <a:xfrm>
              <a:off x="5542723" y="240211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1"/>
            <p:cNvSpPr/>
            <p:nvPr/>
          </p:nvSpPr>
          <p:spPr>
            <a:xfrm>
              <a:off x="5567453" y="18571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2"/>
            <p:cNvSpPr/>
            <p:nvPr/>
          </p:nvSpPr>
          <p:spPr>
            <a:xfrm>
              <a:off x="5503073" y="21670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3"/>
            <p:cNvSpPr/>
            <p:nvPr/>
          </p:nvSpPr>
          <p:spPr>
            <a:xfrm>
              <a:off x="5569035" y="21366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4"/>
            <p:cNvSpPr/>
            <p:nvPr/>
          </p:nvSpPr>
          <p:spPr>
            <a:xfrm>
              <a:off x="5487324" y="230016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5"/>
            <p:cNvSpPr/>
            <p:nvPr/>
          </p:nvSpPr>
          <p:spPr>
            <a:xfrm>
              <a:off x="5556567" y="26857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6"/>
            <p:cNvSpPr/>
            <p:nvPr/>
          </p:nvSpPr>
          <p:spPr>
            <a:xfrm>
              <a:off x="5601923" y="25220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7"/>
            <p:cNvSpPr/>
            <p:nvPr/>
          </p:nvSpPr>
          <p:spPr>
            <a:xfrm>
              <a:off x="5578521" y="273113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8"/>
            <p:cNvSpPr/>
            <p:nvPr/>
          </p:nvSpPr>
          <p:spPr>
            <a:xfrm>
              <a:off x="5679235" y="23675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09"/>
            <p:cNvSpPr/>
            <p:nvPr/>
          </p:nvSpPr>
          <p:spPr>
            <a:xfrm>
              <a:off x="5522223" y="278670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0"/>
            <p:cNvSpPr/>
            <p:nvPr/>
          </p:nvSpPr>
          <p:spPr>
            <a:xfrm>
              <a:off x="5641978" y="27402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1"/>
            <p:cNvSpPr/>
            <p:nvPr/>
          </p:nvSpPr>
          <p:spPr>
            <a:xfrm>
              <a:off x="6075737" y="21668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2"/>
            <p:cNvSpPr/>
            <p:nvPr/>
          </p:nvSpPr>
          <p:spPr>
            <a:xfrm>
              <a:off x="5695301" y="238192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3"/>
            <p:cNvSpPr/>
            <p:nvPr/>
          </p:nvSpPr>
          <p:spPr>
            <a:xfrm>
              <a:off x="5583206" y="2308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4"/>
            <p:cNvSpPr/>
            <p:nvPr/>
          </p:nvSpPr>
          <p:spPr>
            <a:xfrm>
              <a:off x="5694242" y="26086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5"/>
            <p:cNvSpPr/>
            <p:nvPr/>
          </p:nvSpPr>
          <p:spPr>
            <a:xfrm>
              <a:off x="5702796" y="24972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6"/>
            <p:cNvSpPr/>
            <p:nvPr/>
          </p:nvSpPr>
          <p:spPr>
            <a:xfrm>
              <a:off x="6104710" y="20024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7"/>
            <p:cNvSpPr/>
            <p:nvPr/>
          </p:nvSpPr>
          <p:spPr>
            <a:xfrm>
              <a:off x="5564745" y="25026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8"/>
            <p:cNvSpPr/>
            <p:nvPr/>
          </p:nvSpPr>
          <p:spPr>
            <a:xfrm>
              <a:off x="5512311" y="24490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19"/>
            <p:cNvSpPr/>
            <p:nvPr/>
          </p:nvSpPr>
          <p:spPr>
            <a:xfrm>
              <a:off x="5585263" y="27204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0"/>
            <p:cNvSpPr/>
            <p:nvPr/>
          </p:nvSpPr>
          <p:spPr>
            <a:xfrm>
              <a:off x="5588975" y="26791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1"/>
            <p:cNvSpPr/>
            <p:nvPr/>
          </p:nvSpPr>
          <p:spPr>
            <a:xfrm>
              <a:off x="5591484" y="20471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2"/>
            <p:cNvSpPr/>
            <p:nvPr/>
          </p:nvSpPr>
          <p:spPr>
            <a:xfrm>
              <a:off x="5568608" y="26476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3"/>
            <p:cNvSpPr/>
            <p:nvPr/>
          </p:nvSpPr>
          <p:spPr>
            <a:xfrm>
              <a:off x="5269498" y="20813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4"/>
            <p:cNvSpPr/>
            <p:nvPr/>
          </p:nvSpPr>
          <p:spPr>
            <a:xfrm>
              <a:off x="5441386" y="27213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5"/>
            <p:cNvSpPr/>
            <p:nvPr/>
          </p:nvSpPr>
          <p:spPr>
            <a:xfrm>
              <a:off x="5432931" y="24811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6"/>
            <p:cNvSpPr/>
            <p:nvPr/>
          </p:nvSpPr>
          <p:spPr>
            <a:xfrm>
              <a:off x="5649139" y="27312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7"/>
            <p:cNvSpPr/>
            <p:nvPr/>
          </p:nvSpPr>
          <p:spPr>
            <a:xfrm>
              <a:off x="5631386" y="22587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8"/>
            <p:cNvSpPr/>
            <p:nvPr/>
          </p:nvSpPr>
          <p:spPr>
            <a:xfrm>
              <a:off x="5553621" y="26396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29"/>
            <p:cNvSpPr/>
            <p:nvPr/>
          </p:nvSpPr>
          <p:spPr>
            <a:xfrm>
              <a:off x="5582990" y="26387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0"/>
            <p:cNvSpPr/>
            <p:nvPr/>
          </p:nvSpPr>
          <p:spPr>
            <a:xfrm>
              <a:off x="5733522" y="24058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1"/>
            <p:cNvSpPr/>
            <p:nvPr/>
          </p:nvSpPr>
          <p:spPr>
            <a:xfrm>
              <a:off x="5514514" y="26894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2"/>
            <p:cNvSpPr/>
            <p:nvPr/>
          </p:nvSpPr>
          <p:spPr>
            <a:xfrm>
              <a:off x="5607672" y="26387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3"/>
            <p:cNvSpPr/>
            <p:nvPr/>
          </p:nvSpPr>
          <p:spPr>
            <a:xfrm>
              <a:off x="5720236" y="27620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4"/>
            <p:cNvSpPr/>
            <p:nvPr/>
          </p:nvSpPr>
          <p:spPr>
            <a:xfrm>
              <a:off x="5748697" y="29104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5"/>
            <p:cNvSpPr/>
            <p:nvPr/>
          </p:nvSpPr>
          <p:spPr>
            <a:xfrm>
              <a:off x="5677251" y="31312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6"/>
            <p:cNvSpPr/>
            <p:nvPr/>
          </p:nvSpPr>
          <p:spPr>
            <a:xfrm>
              <a:off x="5509549" y="26731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7"/>
            <p:cNvSpPr/>
            <p:nvPr/>
          </p:nvSpPr>
          <p:spPr>
            <a:xfrm>
              <a:off x="5608841" y="27750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8"/>
            <p:cNvSpPr/>
            <p:nvPr/>
          </p:nvSpPr>
          <p:spPr>
            <a:xfrm>
              <a:off x="5771978" y="25271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39"/>
            <p:cNvSpPr/>
            <p:nvPr/>
          </p:nvSpPr>
          <p:spPr>
            <a:xfrm>
              <a:off x="5617366" y="249884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0"/>
            <p:cNvSpPr/>
            <p:nvPr/>
          </p:nvSpPr>
          <p:spPr>
            <a:xfrm>
              <a:off x="5525710" y="26529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1"/>
            <p:cNvSpPr/>
            <p:nvPr/>
          </p:nvSpPr>
          <p:spPr>
            <a:xfrm>
              <a:off x="5576419" y="26167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2"/>
            <p:cNvSpPr/>
            <p:nvPr/>
          </p:nvSpPr>
          <p:spPr>
            <a:xfrm>
              <a:off x="5470430" y="26903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3"/>
            <p:cNvSpPr/>
            <p:nvPr/>
          </p:nvSpPr>
          <p:spPr>
            <a:xfrm>
              <a:off x="5764928" y="19367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4"/>
            <p:cNvSpPr/>
            <p:nvPr/>
          </p:nvSpPr>
          <p:spPr>
            <a:xfrm>
              <a:off x="5681606" y="26400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5"/>
            <p:cNvSpPr/>
            <p:nvPr/>
          </p:nvSpPr>
          <p:spPr>
            <a:xfrm>
              <a:off x="5826021" y="27098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6"/>
            <p:cNvSpPr/>
            <p:nvPr/>
          </p:nvSpPr>
          <p:spPr>
            <a:xfrm>
              <a:off x="5687882" y="243588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7"/>
            <p:cNvSpPr/>
            <p:nvPr/>
          </p:nvSpPr>
          <p:spPr>
            <a:xfrm>
              <a:off x="5752299" y="20906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8"/>
            <p:cNvSpPr/>
            <p:nvPr/>
          </p:nvSpPr>
          <p:spPr>
            <a:xfrm>
              <a:off x="5718135" y="23830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49"/>
            <p:cNvSpPr/>
            <p:nvPr/>
          </p:nvSpPr>
          <p:spPr>
            <a:xfrm>
              <a:off x="5698416" y="25510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0"/>
            <p:cNvSpPr/>
            <p:nvPr/>
          </p:nvSpPr>
          <p:spPr>
            <a:xfrm>
              <a:off x="5577137" y="22638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1"/>
            <p:cNvSpPr/>
            <p:nvPr/>
          </p:nvSpPr>
          <p:spPr>
            <a:xfrm>
              <a:off x="5700717" y="23840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2"/>
            <p:cNvSpPr/>
            <p:nvPr/>
          </p:nvSpPr>
          <p:spPr>
            <a:xfrm>
              <a:off x="5619345" y="22529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3"/>
            <p:cNvSpPr/>
            <p:nvPr/>
          </p:nvSpPr>
          <p:spPr>
            <a:xfrm>
              <a:off x="5585103" y="22155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4"/>
            <p:cNvSpPr/>
            <p:nvPr/>
          </p:nvSpPr>
          <p:spPr>
            <a:xfrm>
              <a:off x="5356034" y="253386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5"/>
            <p:cNvSpPr/>
            <p:nvPr/>
          </p:nvSpPr>
          <p:spPr>
            <a:xfrm>
              <a:off x="5595259" y="22355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6"/>
            <p:cNvSpPr/>
            <p:nvPr/>
          </p:nvSpPr>
          <p:spPr>
            <a:xfrm>
              <a:off x="5668722" y="25425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7"/>
            <p:cNvSpPr/>
            <p:nvPr/>
          </p:nvSpPr>
          <p:spPr>
            <a:xfrm>
              <a:off x="5468920" y="298688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8"/>
            <p:cNvSpPr/>
            <p:nvPr/>
          </p:nvSpPr>
          <p:spPr>
            <a:xfrm>
              <a:off x="5679351" y="24071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59"/>
            <p:cNvSpPr/>
            <p:nvPr/>
          </p:nvSpPr>
          <p:spPr>
            <a:xfrm>
              <a:off x="5521234" y="29829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0"/>
            <p:cNvSpPr/>
            <p:nvPr/>
          </p:nvSpPr>
          <p:spPr>
            <a:xfrm>
              <a:off x="5402977" y="26729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1"/>
            <p:cNvSpPr/>
            <p:nvPr/>
          </p:nvSpPr>
          <p:spPr>
            <a:xfrm>
              <a:off x="5542850" y="29235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2"/>
            <p:cNvSpPr/>
            <p:nvPr/>
          </p:nvSpPr>
          <p:spPr>
            <a:xfrm>
              <a:off x="5470465" y="28452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3"/>
            <p:cNvSpPr/>
            <p:nvPr/>
          </p:nvSpPr>
          <p:spPr>
            <a:xfrm>
              <a:off x="5585420" y="25091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4"/>
            <p:cNvSpPr/>
            <p:nvPr/>
          </p:nvSpPr>
          <p:spPr>
            <a:xfrm>
              <a:off x="5489976" y="24710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5"/>
            <p:cNvSpPr/>
            <p:nvPr/>
          </p:nvSpPr>
          <p:spPr>
            <a:xfrm>
              <a:off x="5595108" y="24395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6"/>
            <p:cNvSpPr/>
            <p:nvPr/>
          </p:nvSpPr>
          <p:spPr>
            <a:xfrm>
              <a:off x="5582662" y="23833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7"/>
            <p:cNvSpPr/>
            <p:nvPr/>
          </p:nvSpPr>
          <p:spPr>
            <a:xfrm>
              <a:off x="5197659" y="20671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8"/>
            <p:cNvSpPr/>
            <p:nvPr/>
          </p:nvSpPr>
          <p:spPr>
            <a:xfrm>
              <a:off x="5949735" y="17336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69"/>
            <p:cNvSpPr/>
            <p:nvPr/>
          </p:nvSpPr>
          <p:spPr>
            <a:xfrm>
              <a:off x="5895607" y="25476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0"/>
            <p:cNvSpPr/>
            <p:nvPr/>
          </p:nvSpPr>
          <p:spPr>
            <a:xfrm>
              <a:off x="5834723" y="30149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1"/>
            <p:cNvSpPr/>
            <p:nvPr/>
          </p:nvSpPr>
          <p:spPr>
            <a:xfrm>
              <a:off x="5644756" y="28875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2"/>
            <p:cNvSpPr/>
            <p:nvPr/>
          </p:nvSpPr>
          <p:spPr>
            <a:xfrm>
              <a:off x="5763157" y="21939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3"/>
            <p:cNvSpPr/>
            <p:nvPr/>
          </p:nvSpPr>
          <p:spPr>
            <a:xfrm>
              <a:off x="5825476" y="280849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4"/>
            <p:cNvSpPr/>
            <p:nvPr/>
          </p:nvSpPr>
          <p:spPr>
            <a:xfrm>
              <a:off x="5596288" y="24946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5"/>
            <p:cNvSpPr/>
            <p:nvPr/>
          </p:nvSpPr>
          <p:spPr>
            <a:xfrm>
              <a:off x="5860304" y="22171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6"/>
            <p:cNvSpPr/>
            <p:nvPr/>
          </p:nvSpPr>
          <p:spPr>
            <a:xfrm>
              <a:off x="5567372" y="26397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7"/>
            <p:cNvSpPr/>
            <p:nvPr/>
          </p:nvSpPr>
          <p:spPr>
            <a:xfrm>
              <a:off x="5619423" y="24085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8"/>
            <p:cNvSpPr/>
            <p:nvPr/>
          </p:nvSpPr>
          <p:spPr>
            <a:xfrm>
              <a:off x="5782729" y="28075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79"/>
            <p:cNvSpPr/>
            <p:nvPr/>
          </p:nvSpPr>
          <p:spPr>
            <a:xfrm>
              <a:off x="5594546" y="27210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0"/>
            <p:cNvSpPr/>
            <p:nvPr/>
          </p:nvSpPr>
          <p:spPr>
            <a:xfrm>
              <a:off x="5602779" y="26668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1"/>
            <p:cNvSpPr/>
            <p:nvPr/>
          </p:nvSpPr>
          <p:spPr>
            <a:xfrm>
              <a:off x="5508143" y="30092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2"/>
            <p:cNvSpPr/>
            <p:nvPr/>
          </p:nvSpPr>
          <p:spPr>
            <a:xfrm>
              <a:off x="5611437" y="265646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3"/>
            <p:cNvSpPr/>
            <p:nvPr/>
          </p:nvSpPr>
          <p:spPr>
            <a:xfrm>
              <a:off x="5545715" y="30964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4"/>
            <p:cNvSpPr/>
            <p:nvPr/>
          </p:nvSpPr>
          <p:spPr>
            <a:xfrm>
              <a:off x="5470412" y="24444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5"/>
            <p:cNvSpPr/>
            <p:nvPr/>
          </p:nvSpPr>
          <p:spPr>
            <a:xfrm>
              <a:off x="5511305" y="27099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6"/>
            <p:cNvSpPr/>
            <p:nvPr/>
          </p:nvSpPr>
          <p:spPr>
            <a:xfrm>
              <a:off x="5401988" y="22678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7"/>
            <p:cNvSpPr/>
            <p:nvPr/>
          </p:nvSpPr>
          <p:spPr>
            <a:xfrm>
              <a:off x="5575653" y="21220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8"/>
            <p:cNvSpPr/>
            <p:nvPr/>
          </p:nvSpPr>
          <p:spPr>
            <a:xfrm>
              <a:off x="5625901" y="20836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89"/>
            <p:cNvSpPr/>
            <p:nvPr/>
          </p:nvSpPr>
          <p:spPr>
            <a:xfrm>
              <a:off x="5600244" y="26211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0"/>
            <p:cNvSpPr/>
            <p:nvPr/>
          </p:nvSpPr>
          <p:spPr>
            <a:xfrm>
              <a:off x="5576759" y="25835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1"/>
            <p:cNvSpPr/>
            <p:nvPr/>
          </p:nvSpPr>
          <p:spPr>
            <a:xfrm>
              <a:off x="5225880" y="23266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2"/>
            <p:cNvSpPr/>
            <p:nvPr/>
          </p:nvSpPr>
          <p:spPr>
            <a:xfrm>
              <a:off x="5628042" y="253662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3"/>
            <p:cNvSpPr/>
            <p:nvPr/>
          </p:nvSpPr>
          <p:spPr>
            <a:xfrm>
              <a:off x="5589669" y="24066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t4194"/>
            <p:cNvSpPr/>
            <p:nvPr/>
          </p:nvSpPr>
          <p:spPr>
            <a:xfrm>
              <a:off x="5509961" y="258160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t4195"/>
            <p:cNvSpPr/>
            <p:nvPr/>
          </p:nvSpPr>
          <p:spPr>
            <a:xfrm>
              <a:off x="5573761" y="22717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t4196"/>
            <p:cNvSpPr/>
            <p:nvPr/>
          </p:nvSpPr>
          <p:spPr>
            <a:xfrm>
              <a:off x="5516417" y="21200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t4197"/>
            <p:cNvSpPr/>
            <p:nvPr/>
          </p:nvSpPr>
          <p:spPr>
            <a:xfrm>
              <a:off x="5520874" y="24313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t4198"/>
            <p:cNvSpPr/>
            <p:nvPr/>
          </p:nvSpPr>
          <p:spPr>
            <a:xfrm>
              <a:off x="5331400" y="21606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t4199"/>
            <p:cNvSpPr/>
            <p:nvPr/>
          </p:nvSpPr>
          <p:spPr>
            <a:xfrm>
              <a:off x="5519812" y="20587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t4200"/>
            <p:cNvSpPr/>
            <p:nvPr/>
          </p:nvSpPr>
          <p:spPr>
            <a:xfrm>
              <a:off x="5441316" y="19759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t4201"/>
            <p:cNvSpPr/>
            <p:nvPr/>
          </p:nvSpPr>
          <p:spPr>
            <a:xfrm>
              <a:off x="5540381" y="23698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t4202"/>
            <p:cNvSpPr/>
            <p:nvPr/>
          </p:nvSpPr>
          <p:spPr>
            <a:xfrm>
              <a:off x="5593321" y="23821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t4203"/>
            <p:cNvSpPr/>
            <p:nvPr/>
          </p:nvSpPr>
          <p:spPr>
            <a:xfrm>
              <a:off x="5596655" y="26336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t4204"/>
            <p:cNvSpPr/>
            <p:nvPr/>
          </p:nvSpPr>
          <p:spPr>
            <a:xfrm>
              <a:off x="5415225" y="26270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t4205"/>
            <p:cNvSpPr/>
            <p:nvPr/>
          </p:nvSpPr>
          <p:spPr>
            <a:xfrm>
              <a:off x="5598748" y="22021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t4206"/>
            <p:cNvSpPr/>
            <p:nvPr/>
          </p:nvSpPr>
          <p:spPr>
            <a:xfrm>
              <a:off x="5648635" y="26628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t4207"/>
            <p:cNvSpPr/>
            <p:nvPr/>
          </p:nvSpPr>
          <p:spPr>
            <a:xfrm>
              <a:off x="5607929" y="23421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t4208"/>
            <p:cNvSpPr/>
            <p:nvPr/>
          </p:nvSpPr>
          <p:spPr>
            <a:xfrm>
              <a:off x="5699499" y="22642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t4209"/>
            <p:cNvSpPr/>
            <p:nvPr/>
          </p:nvSpPr>
          <p:spPr>
            <a:xfrm>
              <a:off x="5611441" y="22785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t4210"/>
            <p:cNvSpPr/>
            <p:nvPr/>
          </p:nvSpPr>
          <p:spPr>
            <a:xfrm>
              <a:off x="5560489" y="23158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t4211"/>
            <p:cNvSpPr/>
            <p:nvPr/>
          </p:nvSpPr>
          <p:spPr>
            <a:xfrm>
              <a:off x="5549334" y="23455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t4212"/>
            <p:cNvSpPr/>
            <p:nvPr/>
          </p:nvSpPr>
          <p:spPr>
            <a:xfrm>
              <a:off x="5525760" y="26781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t4213"/>
            <p:cNvSpPr/>
            <p:nvPr/>
          </p:nvSpPr>
          <p:spPr>
            <a:xfrm>
              <a:off x="5439888" y="24582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t4214"/>
            <p:cNvSpPr/>
            <p:nvPr/>
          </p:nvSpPr>
          <p:spPr>
            <a:xfrm>
              <a:off x="5556610" y="27774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t4215"/>
            <p:cNvSpPr/>
            <p:nvPr/>
          </p:nvSpPr>
          <p:spPr>
            <a:xfrm>
              <a:off x="5530421" y="28344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t4216"/>
            <p:cNvSpPr/>
            <p:nvPr/>
          </p:nvSpPr>
          <p:spPr>
            <a:xfrm>
              <a:off x="5233932" y="22747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t4217"/>
            <p:cNvSpPr/>
            <p:nvPr/>
          </p:nvSpPr>
          <p:spPr>
            <a:xfrm>
              <a:off x="5527740" y="24469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t4218"/>
            <p:cNvSpPr/>
            <p:nvPr/>
          </p:nvSpPr>
          <p:spPr>
            <a:xfrm>
              <a:off x="5549915" y="26622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t4219"/>
            <p:cNvSpPr/>
            <p:nvPr/>
          </p:nvSpPr>
          <p:spPr>
            <a:xfrm>
              <a:off x="5575953" y="240742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t4220"/>
            <p:cNvSpPr/>
            <p:nvPr/>
          </p:nvSpPr>
          <p:spPr>
            <a:xfrm>
              <a:off x="5517911" y="22460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t4221"/>
            <p:cNvSpPr/>
            <p:nvPr/>
          </p:nvSpPr>
          <p:spPr>
            <a:xfrm>
              <a:off x="5548084" y="21827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t4222"/>
            <p:cNvSpPr/>
            <p:nvPr/>
          </p:nvSpPr>
          <p:spPr>
            <a:xfrm>
              <a:off x="5499460" y="25594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t4223"/>
            <p:cNvSpPr/>
            <p:nvPr/>
          </p:nvSpPr>
          <p:spPr>
            <a:xfrm>
              <a:off x="5522583" y="27913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t4224"/>
            <p:cNvSpPr/>
            <p:nvPr/>
          </p:nvSpPr>
          <p:spPr>
            <a:xfrm>
              <a:off x="5588373" y="20812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t4225"/>
            <p:cNvSpPr/>
            <p:nvPr/>
          </p:nvSpPr>
          <p:spPr>
            <a:xfrm>
              <a:off x="5475515" y="27672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t4226"/>
            <p:cNvSpPr/>
            <p:nvPr/>
          </p:nvSpPr>
          <p:spPr>
            <a:xfrm>
              <a:off x="5601519" y="23865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t4227"/>
            <p:cNvSpPr/>
            <p:nvPr/>
          </p:nvSpPr>
          <p:spPr>
            <a:xfrm>
              <a:off x="5532982" y="20434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t4228"/>
            <p:cNvSpPr/>
            <p:nvPr/>
          </p:nvSpPr>
          <p:spPr>
            <a:xfrm>
              <a:off x="5473493" y="20597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t4229"/>
            <p:cNvSpPr/>
            <p:nvPr/>
          </p:nvSpPr>
          <p:spPr>
            <a:xfrm>
              <a:off x="5574078" y="23350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t4230"/>
            <p:cNvSpPr/>
            <p:nvPr/>
          </p:nvSpPr>
          <p:spPr>
            <a:xfrm>
              <a:off x="5489780" y="22897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t4231"/>
            <p:cNvSpPr/>
            <p:nvPr/>
          </p:nvSpPr>
          <p:spPr>
            <a:xfrm>
              <a:off x="5571872" y="26909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t4232"/>
            <p:cNvSpPr/>
            <p:nvPr/>
          </p:nvSpPr>
          <p:spPr>
            <a:xfrm>
              <a:off x="5479996" y="24255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t4233"/>
            <p:cNvSpPr/>
            <p:nvPr/>
          </p:nvSpPr>
          <p:spPr>
            <a:xfrm>
              <a:off x="5550057" y="21154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t4234"/>
            <p:cNvSpPr/>
            <p:nvPr/>
          </p:nvSpPr>
          <p:spPr>
            <a:xfrm>
              <a:off x="5459638" y="278130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t4235"/>
            <p:cNvSpPr/>
            <p:nvPr/>
          </p:nvSpPr>
          <p:spPr>
            <a:xfrm>
              <a:off x="5482960" y="26885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t4236"/>
            <p:cNvSpPr/>
            <p:nvPr/>
          </p:nvSpPr>
          <p:spPr>
            <a:xfrm>
              <a:off x="5490268" y="24551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t4237"/>
            <p:cNvSpPr/>
            <p:nvPr/>
          </p:nvSpPr>
          <p:spPr>
            <a:xfrm>
              <a:off x="5622986" y="24955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t4238"/>
            <p:cNvSpPr/>
            <p:nvPr/>
          </p:nvSpPr>
          <p:spPr>
            <a:xfrm>
              <a:off x="5593253" y="25134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t4239"/>
            <p:cNvSpPr/>
            <p:nvPr/>
          </p:nvSpPr>
          <p:spPr>
            <a:xfrm>
              <a:off x="5437602" y="27569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t4240"/>
            <p:cNvSpPr/>
            <p:nvPr/>
          </p:nvSpPr>
          <p:spPr>
            <a:xfrm>
              <a:off x="5730297" y="24796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t4241"/>
            <p:cNvSpPr/>
            <p:nvPr/>
          </p:nvSpPr>
          <p:spPr>
            <a:xfrm>
              <a:off x="5489129" y="25176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t4242"/>
            <p:cNvSpPr/>
            <p:nvPr/>
          </p:nvSpPr>
          <p:spPr>
            <a:xfrm>
              <a:off x="5620419" y="29432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t4243"/>
            <p:cNvSpPr/>
            <p:nvPr/>
          </p:nvSpPr>
          <p:spPr>
            <a:xfrm>
              <a:off x="5465830" y="28463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t4244"/>
            <p:cNvSpPr/>
            <p:nvPr/>
          </p:nvSpPr>
          <p:spPr>
            <a:xfrm>
              <a:off x="5571353" y="29269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t4245"/>
            <p:cNvSpPr/>
            <p:nvPr/>
          </p:nvSpPr>
          <p:spPr>
            <a:xfrm>
              <a:off x="5610786" y="19977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t4246"/>
            <p:cNvSpPr/>
            <p:nvPr/>
          </p:nvSpPr>
          <p:spPr>
            <a:xfrm>
              <a:off x="5554538" y="26998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t4247"/>
            <p:cNvSpPr/>
            <p:nvPr/>
          </p:nvSpPr>
          <p:spPr>
            <a:xfrm>
              <a:off x="5411035" y="25993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t4248"/>
            <p:cNvSpPr/>
            <p:nvPr/>
          </p:nvSpPr>
          <p:spPr>
            <a:xfrm>
              <a:off x="5565926" y="300690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t4249"/>
            <p:cNvSpPr/>
            <p:nvPr/>
          </p:nvSpPr>
          <p:spPr>
            <a:xfrm>
              <a:off x="5557051" y="23772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t4250"/>
            <p:cNvSpPr/>
            <p:nvPr/>
          </p:nvSpPr>
          <p:spPr>
            <a:xfrm>
              <a:off x="5511602" y="26585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t4251"/>
            <p:cNvSpPr/>
            <p:nvPr/>
          </p:nvSpPr>
          <p:spPr>
            <a:xfrm>
              <a:off x="5524680" y="247673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t4252"/>
            <p:cNvSpPr/>
            <p:nvPr/>
          </p:nvSpPr>
          <p:spPr>
            <a:xfrm>
              <a:off x="5545756" y="26791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t4253"/>
            <p:cNvSpPr/>
            <p:nvPr/>
          </p:nvSpPr>
          <p:spPr>
            <a:xfrm>
              <a:off x="5483701" y="26758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t4254"/>
            <p:cNvSpPr/>
            <p:nvPr/>
          </p:nvSpPr>
          <p:spPr>
            <a:xfrm>
              <a:off x="5588891" y="21274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t4255"/>
            <p:cNvSpPr/>
            <p:nvPr/>
          </p:nvSpPr>
          <p:spPr>
            <a:xfrm>
              <a:off x="5547097" y="230855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t4256"/>
            <p:cNvSpPr/>
            <p:nvPr/>
          </p:nvSpPr>
          <p:spPr>
            <a:xfrm>
              <a:off x="5501950" y="18673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t4257"/>
            <p:cNvSpPr/>
            <p:nvPr/>
          </p:nvSpPr>
          <p:spPr>
            <a:xfrm>
              <a:off x="5760563" y="21469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t4258"/>
            <p:cNvSpPr/>
            <p:nvPr/>
          </p:nvSpPr>
          <p:spPr>
            <a:xfrm>
              <a:off x="5574395" y="23289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t4259"/>
            <p:cNvSpPr/>
            <p:nvPr/>
          </p:nvSpPr>
          <p:spPr>
            <a:xfrm>
              <a:off x="5609143" y="23067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t4260"/>
            <p:cNvSpPr/>
            <p:nvPr/>
          </p:nvSpPr>
          <p:spPr>
            <a:xfrm>
              <a:off x="5622342" y="28512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t4261"/>
            <p:cNvSpPr/>
            <p:nvPr/>
          </p:nvSpPr>
          <p:spPr>
            <a:xfrm>
              <a:off x="5582206" y="29110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t4262"/>
            <p:cNvSpPr/>
            <p:nvPr/>
          </p:nvSpPr>
          <p:spPr>
            <a:xfrm>
              <a:off x="5615316" y="20947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t4263"/>
            <p:cNvSpPr/>
            <p:nvPr/>
          </p:nvSpPr>
          <p:spPr>
            <a:xfrm>
              <a:off x="5232565" y="25642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t4264"/>
            <p:cNvSpPr/>
            <p:nvPr/>
          </p:nvSpPr>
          <p:spPr>
            <a:xfrm>
              <a:off x="5385869" y="28958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t4265"/>
            <p:cNvSpPr/>
            <p:nvPr/>
          </p:nvSpPr>
          <p:spPr>
            <a:xfrm>
              <a:off x="5616598" y="250216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t4266"/>
            <p:cNvSpPr/>
            <p:nvPr/>
          </p:nvSpPr>
          <p:spPr>
            <a:xfrm>
              <a:off x="5689095" y="26121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t4267"/>
            <p:cNvSpPr/>
            <p:nvPr/>
          </p:nvSpPr>
          <p:spPr>
            <a:xfrm>
              <a:off x="5583518" y="25712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t4268"/>
            <p:cNvSpPr/>
            <p:nvPr/>
          </p:nvSpPr>
          <p:spPr>
            <a:xfrm>
              <a:off x="5637216" y="262966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t4269"/>
            <p:cNvSpPr/>
            <p:nvPr/>
          </p:nvSpPr>
          <p:spPr>
            <a:xfrm>
              <a:off x="5584278" y="20749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t4270"/>
            <p:cNvSpPr/>
            <p:nvPr/>
          </p:nvSpPr>
          <p:spPr>
            <a:xfrm>
              <a:off x="5606726" y="22365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t4271"/>
            <p:cNvSpPr/>
            <p:nvPr/>
          </p:nvSpPr>
          <p:spPr>
            <a:xfrm>
              <a:off x="5649491" y="21684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t4272"/>
            <p:cNvSpPr/>
            <p:nvPr/>
          </p:nvSpPr>
          <p:spPr>
            <a:xfrm>
              <a:off x="5739616" y="22529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t4273"/>
            <p:cNvSpPr/>
            <p:nvPr/>
          </p:nvSpPr>
          <p:spPr>
            <a:xfrm>
              <a:off x="5704083" y="28387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t4274"/>
            <p:cNvSpPr/>
            <p:nvPr/>
          </p:nvSpPr>
          <p:spPr>
            <a:xfrm>
              <a:off x="5535425" y="22538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t4275"/>
            <p:cNvSpPr/>
            <p:nvPr/>
          </p:nvSpPr>
          <p:spPr>
            <a:xfrm>
              <a:off x="5642565" y="26794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t4276"/>
            <p:cNvSpPr/>
            <p:nvPr/>
          </p:nvSpPr>
          <p:spPr>
            <a:xfrm>
              <a:off x="5606070" y="21322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t4277"/>
            <p:cNvSpPr/>
            <p:nvPr/>
          </p:nvSpPr>
          <p:spPr>
            <a:xfrm>
              <a:off x="5537053" y="23875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t4278"/>
            <p:cNvSpPr/>
            <p:nvPr/>
          </p:nvSpPr>
          <p:spPr>
            <a:xfrm>
              <a:off x="5552496" y="21898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t4279"/>
            <p:cNvSpPr/>
            <p:nvPr/>
          </p:nvSpPr>
          <p:spPr>
            <a:xfrm>
              <a:off x="5622828" y="26505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t4280"/>
            <p:cNvSpPr/>
            <p:nvPr/>
          </p:nvSpPr>
          <p:spPr>
            <a:xfrm>
              <a:off x="5671477" y="21142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t4281"/>
            <p:cNvSpPr/>
            <p:nvPr/>
          </p:nvSpPr>
          <p:spPr>
            <a:xfrm>
              <a:off x="5583958" y="22290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t4282"/>
            <p:cNvSpPr/>
            <p:nvPr/>
          </p:nvSpPr>
          <p:spPr>
            <a:xfrm>
              <a:off x="5500600" y="242697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t4283"/>
            <p:cNvSpPr/>
            <p:nvPr/>
          </p:nvSpPr>
          <p:spPr>
            <a:xfrm>
              <a:off x="5645828" y="21305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t4284"/>
            <p:cNvSpPr/>
            <p:nvPr/>
          </p:nvSpPr>
          <p:spPr>
            <a:xfrm>
              <a:off x="5558035" y="234506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t4285"/>
            <p:cNvSpPr/>
            <p:nvPr/>
          </p:nvSpPr>
          <p:spPr>
            <a:xfrm>
              <a:off x="5536464" y="311267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t4286"/>
            <p:cNvSpPr/>
            <p:nvPr/>
          </p:nvSpPr>
          <p:spPr>
            <a:xfrm>
              <a:off x="5501913" y="24577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t4287"/>
            <p:cNvSpPr/>
            <p:nvPr/>
          </p:nvSpPr>
          <p:spPr>
            <a:xfrm>
              <a:off x="5530946" y="276170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t4288"/>
            <p:cNvSpPr/>
            <p:nvPr/>
          </p:nvSpPr>
          <p:spPr>
            <a:xfrm>
              <a:off x="5453797" y="29808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t4289"/>
            <p:cNvSpPr/>
            <p:nvPr/>
          </p:nvSpPr>
          <p:spPr>
            <a:xfrm>
              <a:off x="5502505" y="27061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0"/>
            <p:cNvSpPr/>
            <p:nvPr/>
          </p:nvSpPr>
          <p:spPr>
            <a:xfrm>
              <a:off x="5622256" y="30205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1"/>
            <p:cNvSpPr/>
            <p:nvPr/>
          </p:nvSpPr>
          <p:spPr>
            <a:xfrm>
              <a:off x="5468189" y="24942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2"/>
            <p:cNvSpPr/>
            <p:nvPr/>
          </p:nvSpPr>
          <p:spPr>
            <a:xfrm>
              <a:off x="5573471" y="25253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3"/>
            <p:cNvSpPr/>
            <p:nvPr/>
          </p:nvSpPr>
          <p:spPr>
            <a:xfrm>
              <a:off x="5641059" y="25615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4"/>
            <p:cNvSpPr/>
            <p:nvPr/>
          </p:nvSpPr>
          <p:spPr>
            <a:xfrm>
              <a:off x="5298730" y="24897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5"/>
            <p:cNvSpPr/>
            <p:nvPr/>
          </p:nvSpPr>
          <p:spPr>
            <a:xfrm>
              <a:off x="5616894" y="284954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6"/>
            <p:cNvSpPr/>
            <p:nvPr/>
          </p:nvSpPr>
          <p:spPr>
            <a:xfrm>
              <a:off x="5800549" y="25396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7"/>
            <p:cNvSpPr/>
            <p:nvPr/>
          </p:nvSpPr>
          <p:spPr>
            <a:xfrm>
              <a:off x="5486290" y="24444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8"/>
            <p:cNvSpPr/>
            <p:nvPr/>
          </p:nvSpPr>
          <p:spPr>
            <a:xfrm>
              <a:off x="5624886" y="28355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299"/>
            <p:cNvSpPr/>
            <p:nvPr/>
          </p:nvSpPr>
          <p:spPr>
            <a:xfrm>
              <a:off x="5574617" y="24648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0"/>
            <p:cNvSpPr/>
            <p:nvPr/>
          </p:nvSpPr>
          <p:spPr>
            <a:xfrm>
              <a:off x="5307982" y="259376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1"/>
            <p:cNvSpPr/>
            <p:nvPr/>
          </p:nvSpPr>
          <p:spPr>
            <a:xfrm>
              <a:off x="5428164" y="24643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2"/>
            <p:cNvSpPr/>
            <p:nvPr/>
          </p:nvSpPr>
          <p:spPr>
            <a:xfrm>
              <a:off x="5406586" y="25322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3"/>
            <p:cNvSpPr/>
            <p:nvPr/>
          </p:nvSpPr>
          <p:spPr>
            <a:xfrm>
              <a:off x="5410198" y="27445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4"/>
            <p:cNvSpPr/>
            <p:nvPr/>
          </p:nvSpPr>
          <p:spPr>
            <a:xfrm>
              <a:off x="5380492" y="29029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5"/>
            <p:cNvSpPr/>
            <p:nvPr/>
          </p:nvSpPr>
          <p:spPr>
            <a:xfrm>
              <a:off x="5383540" y="193771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6"/>
            <p:cNvSpPr/>
            <p:nvPr/>
          </p:nvSpPr>
          <p:spPr>
            <a:xfrm>
              <a:off x="5339271" y="24338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7"/>
            <p:cNvSpPr/>
            <p:nvPr/>
          </p:nvSpPr>
          <p:spPr>
            <a:xfrm>
              <a:off x="5373061" y="27062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8"/>
            <p:cNvSpPr/>
            <p:nvPr/>
          </p:nvSpPr>
          <p:spPr>
            <a:xfrm>
              <a:off x="5480068" y="25518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09"/>
            <p:cNvSpPr/>
            <p:nvPr/>
          </p:nvSpPr>
          <p:spPr>
            <a:xfrm>
              <a:off x="5351770" y="25455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0"/>
            <p:cNvSpPr/>
            <p:nvPr/>
          </p:nvSpPr>
          <p:spPr>
            <a:xfrm>
              <a:off x="5239333" y="251129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1"/>
            <p:cNvSpPr/>
            <p:nvPr/>
          </p:nvSpPr>
          <p:spPr>
            <a:xfrm>
              <a:off x="5312396" y="26033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2"/>
            <p:cNvSpPr/>
            <p:nvPr/>
          </p:nvSpPr>
          <p:spPr>
            <a:xfrm>
              <a:off x="5321031" y="20395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3"/>
            <p:cNvSpPr/>
            <p:nvPr/>
          </p:nvSpPr>
          <p:spPr>
            <a:xfrm>
              <a:off x="5591788" y="31398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4"/>
            <p:cNvSpPr/>
            <p:nvPr/>
          </p:nvSpPr>
          <p:spPr>
            <a:xfrm>
              <a:off x="5453697" y="31574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5"/>
            <p:cNvSpPr/>
            <p:nvPr/>
          </p:nvSpPr>
          <p:spPr>
            <a:xfrm>
              <a:off x="5537997" y="194979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6"/>
            <p:cNvSpPr/>
            <p:nvPr/>
          </p:nvSpPr>
          <p:spPr>
            <a:xfrm>
              <a:off x="5591484" y="22168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7"/>
            <p:cNvSpPr/>
            <p:nvPr/>
          </p:nvSpPr>
          <p:spPr>
            <a:xfrm>
              <a:off x="5271374" y="266207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8"/>
            <p:cNvSpPr/>
            <p:nvPr/>
          </p:nvSpPr>
          <p:spPr>
            <a:xfrm>
              <a:off x="5516638" y="223188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19"/>
            <p:cNvSpPr/>
            <p:nvPr/>
          </p:nvSpPr>
          <p:spPr>
            <a:xfrm>
              <a:off x="5601231" y="24216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0"/>
            <p:cNvSpPr/>
            <p:nvPr/>
          </p:nvSpPr>
          <p:spPr>
            <a:xfrm>
              <a:off x="5721493" y="23074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1"/>
            <p:cNvSpPr/>
            <p:nvPr/>
          </p:nvSpPr>
          <p:spPr>
            <a:xfrm>
              <a:off x="5593149" y="244154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2"/>
            <p:cNvSpPr/>
            <p:nvPr/>
          </p:nvSpPr>
          <p:spPr>
            <a:xfrm>
              <a:off x="5479005" y="18800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3"/>
            <p:cNvSpPr/>
            <p:nvPr/>
          </p:nvSpPr>
          <p:spPr>
            <a:xfrm>
              <a:off x="5474634" y="20503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4"/>
            <p:cNvSpPr/>
            <p:nvPr/>
          </p:nvSpPr>
          <p:spPr>
            <a:xfrm>
              <a:off x="5711617" y="21428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5"/>
            <p:cNvSpPr/>
            <p:nvPr/>
          </p:nvSpPr>
          <p:spPr>
            <a:xfrm>
              <a:off x="5854128" y="27318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6"/>
            <p:cNvSpPr/>
            <p:nvPr/>
          </p:nvSpPr>
          <p:spPr>
            <a:xfrm>
              <a:off x="5818404" y="21428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7"/>
            <p:cNvSpPr/>
            <p:nvPr/>
          </p:nvSpPr>
          <p:spPr>
            <a:xfrm>
              <a:off x="5696078" y="23973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8"/>
            <p:cNvSpPr/>
            <p:nvPr/>
          </p:nvSpPr>
          <p:spPr>
            <a:xfrm>
              <a:off x="5591971" y="22784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29"/>
            <p:cNvSpPr/>
            <p:nvPr/>
          </p:nvSpPr>
          <p:spPr>
            <a:xfrm>
              <a:off x="5748309" y="23494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0"/>
            <p:cNvSpPr/>
            <p:nvPr/>
          </p:nvSpPr>
          <p:spPr>
            <a:xfrm>
              <a:off x="5679337" y="22011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1"/>
            <p:cNvSpPr/>
            <p:nvPr/>
          </p:nvSpPr>
          <p:spPr>
            <a:xfrm>
              <a:off x="5750910" y="25716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2"/>
            <p:cNvSpPr/>
            <p:nvPr/>
          </p:nvSpPr>
          <p:spPr>
            <a:xfrm>
              <a:off x="5547661" y="23397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3"/>
            <p:cNvSpPr/>
            <p:nvPr/>
          </p:nvSpPr>
          <p:spPr>
            <a:xfrm>
              <a:off x="5711761" y="29868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4"/>
            <p:cNvSpPr/>
            <p:nvPr/>
          </p:nvSpPr>
          <p:spPr>
            <a:xfrm>
              <a:off x="5480372" y="25280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5"/>
            <p:cNvSpPr/>
            <p:nvPr/>
          </p:nvSpPr>
          <p:spPr>
            <a:xfrm>
              <a:off x="5561982" y="22100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6"/>
            <p:cNvSpPr/>
            <p:nvPr/>
          </p:nvSpPr>
          <p:spPr>
            <a:xfrm>
              <a:off x="5522899" y="27964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7"/>
            <p:cNvSpPr/>
            <p:nvPr/>
          </p:nvSpPr>
          <p:spPr>
            <a:xfrm>
              <a:off x="5779297" y="21978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8"/>
            <p:cNvSpPr/>
            <p:nvPr/>
          </p:nvSpPr>
          <p:spPr>
            <a:xfrm>
              <a:off x="5582146" y="23220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39"/>
            <p:cNvSpPr/>
            <p:nvPr/>
          </p:nvSpPr>
          <p:spPr>
            <a:xfrm>
              <a:off x="5631716" y="25580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0"/>
            <p:cNvSpPr/>
            <p:nvPr/>
          </p:nvSpPr>
          <p:spPr>
            <a:xfrm>
              <a:off x="5602466" y="22843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1"/>
            <p:cNvSpPr/>
            <p:nvPr/>
          </p:nvSpPr>
          <p:spPr>
            <a:xfrm>
              <a:off x="5856348" y="28911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2"/>
            <p:cNvSpPr/>
            <p:nvPr/>
          </p:nvSpPr>
          <p:spPr>
            <a:xfrm>
              <a:off x="5825790" y="27030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3"/>
            <p:cNvSpPr/>
            <p:nvPr/>
          </p:nvSpPr>
          <p:spPr>
            <a:xfrm>
              <a:off x="5825430" y="25970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4"/>
            <p:cNvSpPr/>
            <p:nvPr/>
          </p:nvSpPr>
          <p:spPr>
            <a:xfrm>
              <a:off x="5654549" y="255853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5"/>
            <p:cNvSpPr/>
            <p:nvPr/>
          </p:nvSpPr>
          <p:spPr>
            <a:xfrm>
              <a:off x="5095135" y="30859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6"/>
            <p:cNvSpPr/>
            <p:nvPr/>
          </p:nvSpPr>
          <p:spPr>
            <a:xfrm>
              <a:off x="5516664" y="22873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7"/>
            <p:cNvSpPr/>
            <p:nvPr/>
          </p:nvSpPr>
          <p:spPr>
            <a:xfrm>
              <a:off x="5495348" y="23544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8"/>
            <p:cNvSpPr/>
            <p:nvPr/>
          </p:nvSpPr>
          <p:spPr>
            <a:xfrm>
              <a:off x="5492624" y="24458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49"/>
            <p:cNvSpPr/>
            <p:nvPr/>
          </p:nvSpPr>
          <p:spPr>
            <a:xfrm>
              <a:off x="5690563" y="192549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0"/>
            <p:cNvSpPr/>
            <p:nvPr/>
          </p:nvSpPr>
          <p:spPr>
            <a:xfrm>
              <a:off x="5464883" y="27161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1"/>
            <p:cNvSpPr/>
            <p:nvPr/>
          </p:nvSpPr>
          <p:spPr>
            <a:xfrm>
              <a:off x="5563819" y="24372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2"/>
            <p:cNvSpPr/>
            <p:nvPr/>
          </p:nvSpPr>
          <p:spPr>
            <a:xfrm>
              <a:off x="5564833" y="22693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3"/>
            <p:cNvSpPr/>
            <p:nvPr/>
          </p:nvSpPr>
          <p:spPr>
            <a:xfrm>
              <a:off x="5684411" y="22710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4"/>
            <p:cNvSpPr/>
            <p:nvPr/>
          </p:nvSpPr>
          <p:spPr>
            <a:xfrm>
              <a:off x="5549881" y="22896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5"/>
            <p:cNvSpPr/>
            <p:nvPr/>
          </p:nvSpPr>
          <p:spPr>
            <a:xfrm>
              <a:off x="5547991" y="27660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6"/>
            <p:cNvSpPr/>
            <p:nvPr/>
          </p:nvSpPr>
          <p:spPr>
            <a:xfrm>
              <a:off x="5724050" y="27866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7"/>
            <p:cNvSpPr/>
            <p:nvPr/>
          </p:nvSpPr>
          <p:spPr>
            <a:xfrm>
              <a:off x="5742731" y="16456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8"/>
            <p:cNvSpPr/>
            <p:nvPr/>
          </p:nvSpPr>
          <p:spPr>
            <a:xfrm>
              <a:off x="5562572" y="23286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59"/>
            <p:cNvSpPr/>
            <p:nvPr/>
          </p:nvSpPr>
          <p:spPr>
            <a:xfrm>
              <a:off x="5523182" y="243688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0"/>
            <p:cNvSpPr/>
            <p:nvPr/>
          </p:nvSpPr>
          <p:spPr>
            <a:xfrm>
              <a:off x="5484721" y="22660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1"/>
            <p:cNvSpPr/>
            <p:nvPr/>
          </p:nvSpPr>
          <p:spPr>
            <a:xfrm>
              <a:off x="5545486" y="26088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2"/>
            <p:cNvSpPr/>
            <p:nvPr/>
          </p:nvSpPr>
          <p:spPr>
            <a:xfrm>
              <a:off x="5852502" y="19176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3"/>
            <p:cNvSpPr/>
            <p:nvPr/>
          </p:nvSpPr>
          <p:spPr>
            <a:xfrm>
              <a:off x="5569523" y="23915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4"/>
            <p:cNvSpPr/>
            <p:nvPr/>
          </p:nvSpPr>
          <p:spPr>
            <a:xfrm>
              <a:off x="5551881" y="22143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5"/>
            <p:cNvSpPr/>
            <p:nvPr/>
          </p:nvSpPr>
          <p:spPr>
            <a:xfrm>
              <a:off x="5672039" y="22403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6"/>
            <p:cNvSpPr/>
            <p:nvPr/>
          </p:nvSpPr>
          <p:spPr>
            <a:xfrm>
              <a:off x="5741395" y="21703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7"/>
            <p:cNvSpPr/>
            <p:nvPr/>
          </p:nvSpPr>
          <p:spPr>
            <a:xfrm>
              <a:off x="5478005" y="22401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8"/>
            <p:cNvSpPr/>
            <p:nvPr/>
          </p:nvSpPr>
          <p:spPr>
            <a:xfrm>
              <a:off x="5664830" y="26210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69"/>
            <p:cNvSpPr/>
            <p:nvPr/>
          </p:nvSpPr>
          <p:spPr>
            <a:xfrm>
              <a:off x="5537103" y="265231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0"/>
            <p:cNvSpPr/>
            <p:nvPr/>
          </p:nvSpPr>
          <p:spPr>
            <a:xfrm>
              <a:off x="5380213" y="19234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1"/>
            <p:cNvSpPr/>
            <p:nvPr/>
          </p:nvSpPr>
          <p:spPr>
            <a:xfrm>
              <a:off x="5536695" y="25334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2"/>
            <p:cNvSpPr/>
            <p:nvPr/>
          </p:nvSpPr>
          <p:spPr>
            <a:xfrm>
              <a:off x="5675962" y="23187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3"/>
            <p:cNvSpPr/>
            <p:nvPr/>
          </p:nvSpPr>
          <p:spPr>
            <a:xfrm>
              <a:off x="5435028" y="26135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4"/>
            <p:cNvSpPr/>
            <p:nvPr/>
          </p:nvSpPr>
          <p:spPr>
            <a:xfrm>
              <a:off x="5508771" y="25002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5"/>
            <p:cNvSpPr/>
            <p:nvPr/>
          </p:nvSpPr>
          <p:spPr>
            <a:xfrm>
              <a:off x="5691215" y="24690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6"/>
            <p:cNvSpPr/>
            <p:nvPr/>
          </p:nvSpPr>
          <p:spPr>
            <a:xfrm>
              <a:off x="5681860" y="17982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7"/>
            <p:cNvSpPr/>
            <p:nvPr/>
          </p:nvSpPr>
          <p:spPr>
            <a:xfrm>
              <a:off x="5672918" y="22655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8"/>
            <p:cNvSpPr/>
            <p:nvPr/>
          </p:nvSpPr>
          <p:spPr>
            <a:xfrm>
              <a:off x="5367349" y="28578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79"/>
            <p:cNvSpPr/>
            <p:nvPr/>
          </p:nvSpPr>
          <p:spPr>
            <a:xfrm>
              <a:off x="5567937" y="240737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0"/>
            <p:cNvSpPr/>
            <p:nvPr/>
          </p:nvSpPr>
          <p:spPr>
            <a:xfrm>
              <a:off x="5469123" y="27695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1"/>
            <p:cNvSpPr/>
            <p:nvPr/>
          </p:nvSpPr>
          <p:spPr>
            <a:xfrm>
              <a:off x="5498499" y="22316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2"/>
            <p:cNvSpPr/>
            <p:nvPr/>
          </p:nvSpPr>
          <p:spPr>
            <a:xfrm>
              <a:off x="5638844" y="29721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3"/>
            <p:cNvSpPr/>
            <p:nvPr/>
          </p:nvSpPr>
          <p:spPr>
            <a:xfrm>
              <a:off x="5844535" y="27235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4"/>
            <p:cNvSpPr/>
            <p:nvPr/>
          </p:nvSpPr>
          <p:spPr>
            <a:xfrm>
              <a:off x="5295987" y="25227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5"/>
            <p:cNvSpPr/>
            <p:nvPr/>
          </p:nvSpPr>
          <p:spPr>
            <a:xfrm>
              <a:off x="5492837" y="27854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6"/>
            <p:cNvSpPr/>
            <p:nvPr/>
          </p:nvSpPr>
          <p:spPr>
            <a:xfrm>
              <a:off x="5649599" y="29271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7"/>
            <p:cNvSpPr/>
            <p:nvPr/>
          </p:nvSpPr>
          <p:spPr>
            <a:xfrm>
              <a:off x="5551501" y="22053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8"/>
            <p:cNvSpPr/>
            <p:nvPr/>
          </p:nvSpPr>
          <p:spPr>
            <a:xfrm>
              <a:off x="5536239" y="211390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89"/>
            <p:cNvSpPr/>
            <p:nvPr/>
          </p:nvSpPr>
          <p:spPr>
            <a:xfrm>
              <a:off x="5563430" y="27359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0"/>
            <p:cNvSpPr/>
            <p:nvPr/>
          </p:nvSpPr>
          <p:spPr>
            <a:xfrm>
              <a:off x="5434551" y="21574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1"/>
            <p:cNvSpPr/>
            <p:nvPr/>
          </p:nvSpPr>
          <p:spPr>
            <a:xfrm>
              <a:off x="5738790" y="28877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2"/>
            <p:cNvSpPr/>
            <p:nvPr/>
          </p:nvSpPr>
          <p:spPr>
            <a:xfrm>
              <a:off x="5615821" y="221020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3"/>
            <p:cNvSpPr/>
            <p:nvPr/>
          </p:nvSpPr>
          <p:spPr>
            <a:xfrm>
              <a:off x="5810207" y="22939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4"/>
            <p:cNvSpPr/>
            <p:nvPr/>
          </p:nvSpPr>
          <p:spPr>
            <a:xfrm>
              <a:off x="5764391" y="25199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5"/>
            <p:cNvSpPr/>
            <p:nvPr/>
          </p:nvSpPr>
          <p:spPr>
            <a:xfrm>
              <a:off x="5548587" y="28507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6"/>
            <p:cNvSpPr/>
            <p:nvPr/>
          </p:nvSpPr>
          <p:spPr>
            <a:xfrm>
              <a:off x="5563459" y="16299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7"/>
            <p:cNvSpPr/>
            <p:nvPr/>
          </p:nvSpPr>
          <p:spPr>
            <a:xfrm>
              <a:off x="5669116" y="24587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8"/>
            <p:cNvSpPr/>
            <p:nvPr/>
          </p:nvSpPr>
          <p:spPr>
            <a:xfrm>
              <a:off x="5503970" y="244480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399"/>
            <p:cNvSpPr/>
            <p:nvPr/>
          </p:nvSpPr>
          <p:spPr>
            <a:xfrm>
              <a:off x="5470817" y="22858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0"/>
            <p:cNvSpPr/>
            <p:nvPr/>
          </p:nvSpPr>
          <p:spPr>
            <a:xfrm>
              <a:off x="5352314" y="23670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1"/>
            <p:cNvSpPr/>
            <p:nvPr/>
          </p:nvSpPr>
          <p:spPr>
            <a:xfrm>
              <a:off x="5570154" y="25255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2"/>
            <p:cNvSpPr/>
            <p:nvPr/>
          </p:nvSpPr>
          <p:spPr>
            <a:xfrm>
              <a:off x="5627887" y="23231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3"/>
            <p:cNvSpPr/>
            <p:nvPr/>
          </p:nvSpPr>
          <p:spPr>
            <a:xfrm>
              <a:off x="5616214" y="23967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4"/>
            <p:cNvSpPr/>
            <p:nvPr/>
          </p:nvSpPr>
          <p:spPr>
            <a:xfrm>
              <a:off x="5562913" y="248075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5"/>
            <p:cNvSpPr/>
            <p:nvPr/>
          </p:nvSpPr>
          <p:spPr>
            <a:xfrm>
              <a:off x="5487579" y="23895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6"/>
            <p:cNvSpPr/>
            <p:nvPr/>
          </p:nvSpPr>
          <p:spPr>
            <a:xfrm>
              <a:off x="5403552" y="25781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7"/>
            <p:cNvSpPr/>
            <p:nvPr/>
          </p:nvSpPr>
          <p:spPr>
            <a:xfrm>
              <a:off x="5537079" y="19905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8"/>
            <p:cNvSpPr/>
            <p:nvPr/>
          </p:nvSpPr>
          <p:spPr>
            <a:xfrm>
              <a:off x="5487755" y="25271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09"/>
            <p:cNvSpPr/>
            <p:nvPr/>
          </p:nvSpPr>
          <p:spPr>
            <a:xfrm>
              <a:off x="5578969" y="17667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0"/>
            <p:cNvSpPr/>
            <p:nvPr/>
          </p:nvSpPr>
          <p:spPr>
            <a:xfrm>
              <a:off x="5694968" y="25081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1"/>
            <p:cNvSpPr/>
            <p:nvPr/>
          </p:nvSpPr>
          <p:spPr>
            <a:xfrm>
              <a:off x="5721790" y="27685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2"/>
            <p:cNvSpPr/>
            <p:nvPr/>
          </p:nvSpPr>
          <p:spPr>
            <a:xfrm>
              <a:off x="5568784" y="22358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3"/>
            <p:cNvSpPr/>
            <p:nvPr/>
          </p:nvSpPr>
          <p:spPr>
            <a:xfrm>
              <a:off x="5538594" y="25048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4"/>
            <p:cNvSpPr/>
            <p:nvPr/>
          </p:nvSpPr>
          <p:spPr>
            <a:xfrm>
              <a:off x="5632945" y="276304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5"/>
            <p:cNvSpPr/>
            <p:nvPr/>
          </p:nvSpPr>
          <p:spPr>
            <a:xfrm>
              <a:off x="5684486" y="25354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6"/>
            <p:cNvSpPr/>
            <p:nvPr/>
          </p:nvSpPr>
          <p:spPr>
            <a:xfrm>
              <a:off x="5423849" y="23533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7"/>
            <p:cNvSpPr/>
            <p:nvPr/>
          </p:nvSpPr>
          <p:spPr>
            <a:xfrm>
              <a:off x="5566759" y="25882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8"/>
            <p:cNvSpPr/>
            <p:nvPr/>
          </p:nvSpPr>
          <p:spPr>
            <a:xfrm>
              <a:off x="5395120" y="24334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19"/>
            <p:cNvSpPr/>
            <p:nvPr/>
          </p:nvSpPr>
          <p:spPr>
            <a:xfrm>
              <a:off x="5529135" y="24870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0"/>
            <p:cNvSpPr/>
            <p:nvPr/>
          </p:nvSpPr>
          <p:spPr>
            <a:xfrm>
              <a:off x="5459629" y="254878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1"/>
            <p:cNvSpPr/>
            <p:nvPr/>
          </p:nvSpPr>
          <p:spPr>
            <a:xfrm>
              <a:off x="5649136" y="26998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2"/>
            <p:cNvSpPr/>
            <p:nvPr/>
          </p:nvSpPr>
          <p:spPr>
            <a:xfrm>
              <a:off x="5493744" y="25568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3"/>
            <p:cNvSpPr/>
            <p:nvPr/>
          </p:nvSpPr>
          <p:spPr>
            <a:xfrm>
              <a:off x="5577204" y="22097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4"/>
            <p:cNvSpPr/>
            <p:nvPr/>
          </p:nvSpPr>
          <p:spPr>
            <a:xfrm>
              <a:off x="5556135" y="27543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5"/>
            <p:cNvSpPr/>
            <p:nvPr/>
          </p:nvSpPr>
          <p:spPr>
            <a:xfrm>
              <a:off x="5477452" y="23703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6"/>
            <p:cNvSpPr/>
            <p:nvPr/>
          </p:nvSpPr>
          <p:spPr>
            <a:xfrm>
              <a:off x="5582464" y="274528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7"/>
            <p:cNvSpPr/>
            <p:nvPr/>
          </p:nvSpPr>
          <p:spPr>
            <a:xfrm>
              <a:off x="5666927" y="23767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8"/>
            <p:cNvSpPr/>
            <p:nvPr/>
          </p:nvSpPr>
          <p:spPr>
            <a:xfrm>
              <a:off x="5321830" y="24840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29"/>
            <p:cNvSpPr/>
            <p:nvPr/>
          </p:nvSpPr>
          <p:spPr>
            <a:xfrm>
              <a:off x="5639701" y="20988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0"/>
            <p:cNvSpPr/>
            <p:nvPr/>
          </p:nvSpPr>
          <p:spPr>
            <a:xfrm>
              <a:off x="5501331" y="196052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1"/>
            <p:cNvSpPr/>
            <p:nvPr/>
          </p:nvSpPr>
          <p:spPr>
            <a:xfrm>
              <a:off x="5656629" y="226854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2"/>
            <p:cNvSpPr/>
            <p:nvPr/>
          </p:nvSpPr>
          <p:spPr>
            <a:xfrm>
              <a:off x="5634097" y="26328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3"/>
            <p:cNvSpPr/>
            <p:nvPr/>
          </p:nvSpPr>
          <p:spPr>
            <a:xfrm>
              <a:off x="5615353" y="26382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4"/>
            <p:cNvSpPr/>
            <p:nvPr/>
          </p:nvSpPr>
          <p:spPr>
            <a:xfrm>
              <a:off x="5575412" y="23290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5"/>
            <p:cNvSpPr/>
            <p:nvPr/>
          </p:nvSpPr>
          <p:spPr>
            <a:xfrm>
              <a:off x="5603661" y="20575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6"/>
            <p:cNvSpPr/>
            <p:nvPr/>
          </p:nvSpPr>
          <p:spPr>
            <a:xfrm>
              <a:off x="5667160" y="22721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7"/>
            <p:cNvSpPr/>
            <p:nvPr/>
          </p:nvSpPr>
          <p:spPr>
            <a:xfrm>
              <a:off x="5561036" y="27749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8"/>
            <p:cNvSpPr/>
            <p:nvPr/>
          </p:nvSpPr>
          <p:spPr>
            <a:xfrm>
              <a:off x="5705930" y="23774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39"/>
            <p:cNvSpPr/>
            <p:nvPr/>
          </p:nvSpPr>
          <p:spPr>
            <a:xfrm>
              <a:off x="5529300" y="24667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0"/>
            <p:cNvSpPr/>
            <p:nvPr/>
          </p:nvSpPr>
          <p:spPr>
            <a:xfrm>
              <a:off x="5616276" y="25821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1"/>
            <p:cNvSpPr/>
            <p:nvPr/>
          </p:nvSpPr>
          <p:spPr>
            <a:xfrm>
              <a:off x="5562272" y="26320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2"/>
            <p:cNvSpPr/>
            <p:nvPr/>
          </p:nvSpPr>
          <p:spPr>
            <a:xfrm>
              <a:off x="5706205" y="25454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3"/>
            <p:cNvSpPr/>
            <p:nvPr/>
          </p:nvSpPr>
          <p:spPr>
            <a:xfrm>
              <a:off x="5339016" y="27228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4"/>
            <p:cNvSpPr/>
            <p:nvPr/>
          </p:nvSpPr>
          <p:spPr>
            <a:xfrm>
              <a:off x="5753069" y="23937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5"/>
            <p:cNvSpPr/>
            <p:nvPr/>
          </p:nvSpPr>
          <p:spPr>
            <a:xfrm>
              <a:off x="5519722" y="24982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6"/>
            <p:cNvSpPr/>
            <p:nvPr/>
          </p:nvSpPr>
          <p:spPr>
            <a:xfrm>
              <a:off x="5653023" y="259701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7"/>
            <p:cNvSpPr/>
            <p:nvPr/>
          </p:nvSpPr>
          <p:spPr>
            <a:xfrm>
              <a:off x="5368091" y="24910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8"/>
            <p:cNvSpPr/>
            <p:nvPr/>
          </p:nvSpPr>
          <p:spPr>
            <a:xfrm>
              <a:off x="5725916" y="19250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49"/>
            <p:cNvSpPr/>
            <p:nvPr/>
          </p:nvSpPr>
          <p:spPr>
            <a:xfrm>
              <a:off x="5514222" y="23665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0"/>
            <p:cNvSpPr/>
            <p:nvPr/>
          </p:nvSpPr>
          <p:spPr>
            <a:xfrm>
              <a:off x="6105442" y="24043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1"/>
            <p:cNvSpPr/>
            <p:nvPr/>
          </p:nvSpPr>
          <p:spPr>
            <a:xfrm>
              <a:off x="5968327" y="23249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2"/>
            <p:cNvSpPr/>
            <p:nvPr/>
          </p:nvSpPr>
          <p:spPr>
            <a:xfrm>
              <a:off x="5722499" y="26546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3"/>
            <p:cNvSpPr/>
            <p:nvPr/>
          </p:nvSpPr>
          <p:spPr>
            <a:xfrm>
              <a:off x="5752969" y="27209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4"/>
            <p:cNvSpPr/>
            <p:nvPr/>
          </p:nvSpPr>
          <p:spPr>
            <a:xfrm>
              <a:off x="6205059" y="17304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5"/>
            <p:cNvSpPr/>
            <p:nvPr/>
          </p:nvSpPr>
          <p:spPr>
            <a:xfrm>
              <a:off x="5792399" y="22988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6"/>
            <p:cNvSpPr/>
            <p:nvPr/>
          </p:nvSpPr>
          <p:spPr>
            <a:xfrm>
              <a:off x="5554724" y="23666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7"/>
            <p:cNvSpPr/>
            <p:nvPr/>
          </p:nvSpPr>
          <p:spPr>
            <a:xfrm>
              <a:off x="5512035" y="25101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8"/>
            <p:cNvSpPr/>
            <p:nvPr/>
          </p:nvSpPr>
          <p:spPr>
            <a:xfrm>
              <a:off x="5465710" y="233650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59"/>
            <p:cNvSpPr/>
            <p:nvPr/>
          </p:nvSpPr>
          <p:spPr>
            <a:xfrm>
              <a:off x="5658956" y="25061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0"/>
            <p:cNvSpPr/>
            <p:nvPr/>
          </p:nvSpPr>
          <p:spPr>
            <a:xfrm>
              <a:off x="5560761" y="25540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1"/>
            <p:cNvSpPr/>
            <p:nvPr/>
          </p:nvSpPr>
          <p:spPr>
            <a:xfrm>
              <a:off x="5603346" y="26416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2"/>
            <p:cNvSpPr/>
            <p:nvPr/>
          </p:nvSpPr>
          <p:spPr>
            <a:xfrm>
              <a:off x="5636319" y="24133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3"/>
            <p:cNvSpPr/>
            <p:nvPr/>
          </p:nvSpPr>
          <p:spPr>
            <a:xfrm>
              <a:off x="5417144" y="19522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4"/>
            <p:cNvSpPr/>
            <p:nvPr/>
          </p:nvSpPr>
          <p:spPr>
            <a:xfrm>
              <a:off x="5637832" y="2210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5"/>
            <p:cNvSpPr/>
            <p:nvPr/>
          </p:nvSpPr>
          <p:spPr>
            <a:xfrm>
              <a:off x="5564098" y="223159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6"/>
            <p:cNvSpPr/>
            <p:nvPr/>
          </p:nvSpPr>
          <p:spPr>
            <a:xfrm>
              <a:off x="5892755" y="31195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7"/>
            <p:cNvSpPr/>
            <p:nvPr/>
          </p:nvSpPr>
          <p:spPr>
            <a:xfrm>
              <a:off x="5631650" y="17747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8"/>
            <p:cNvSpPr/>
            <p:nvPr/>
          </p:nvSpPr>
          <p:spPr>
            <a:xfrm>
              <a:off x="5601684" y="19950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69"/>
            <p:cNvSpPr/>
            <p:nvPr/>
          </p:nvSpPr>
          <p:spPr>
            <a:xfrm>
              <a:off x="5275680" y="22332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0"/>
            <p:cNvSpPr/>
            <p:nvPr/>
          </p:nvSpPr>
          <p:spPr>
            <a:xfrm>
              <a:off x="5659780" y="23780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1"/>
            <p:cNvSpPr/>
            <p:nvPr/>
          </p:nvSpPr>
          <p:spPr>
            <a:xfrm>
              <a:off x="5945090" y="26807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2"/>
            <p:cNvSpPr/>
            <p:nvPr/>
          </p:nvSpPr>
          <p:spPr>
            <a:xfrm>
              <a:off x="5824995" y="26974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3"/>
            <p:cNvSpPr/>
            <p:nvPr/>
          </p:nvSpPr>
          <p:spPr>
            <a:xfrm>
              <a:off x="5626895" y="20632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4"/>
            <p:cNvSpPr/>
            <p:nvPr/>
          </p:nvSpPr>
          <p:spPr>
            <a:xfrm>
              <a:off x="5692595" y="23609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5"/>
            <p:cNvSpPr/>
            <p:nvPr/>
          </p:nvSpPr>
          <p:spPr>
            <a:xfrm>
              <a:off x="5486325" y="27219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6"/>
            <p:cNvSpPr/>
            <p:nvPr/>
          </p:nvSpPr>
          <p:spPr>
            <a:xfrm>
              <a:off x="5669669" y="25290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7"/>
            <p:cNvSpPr/>
            <p:nvPr/>
          </p:nvSpPr>
          <p:spPr>
            <a:xfrm>
              <a:off x="5678975" y="23118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8"/>
            <p:cNvSpPr/>
            <p:nvPr/>
          </p:nvSpPr>
          <p:spPr>
            <a:xfrm>
              <a:off x="5800594" y="25329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79"/>
            <p:cNvSpPr/>
            <p:nvPr/>
          </p:nvSpPr>
          <p:spPr>
            <a:xfrm>
              <a:off x="5541370" y="221451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0"/>
            <p:cNvSpPr/>
            <p:nvPr/>
          </p:nvSpPr>
          <p:spPr>
            <a:xfrm>
              <a:off x="5704568" y="21460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1"/>
            <p:cNvSpPr/>
            <p:nvPr/>
          </p:nvSpPr>
          <p:spPr>
            <a:xfrm>
              <a:off x="5443479" y="20069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2"/>
            <p:cNvSpPr/>
            <p:nvPr/>
          </p:nvSpPr>
          <p:spPr>
            <a:xfrm>
              <a:off x="5886611" y="28070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3"/>
            <p:cNvSpPr/>
            <p:nvPr/>
          </p:nvSpPr>
          <p:spPr>
            <a:xfrm>
              <a:off x="5642748" y="26034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4"/>
            <p:cNvSpPr/>
            <p:nvPr/>
          </p:nvSpPr>
          <p:spPr>
            <a:xfrm>
              <a:off x="5691314" y="20085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5"/>
            <p:cNvSpPr/>
            <p:nvPr/>
          </p:nvSpPr>
          <p:spPr>
            <a:xfrm>
              <a:off x="5552410" y="21371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6"/>
            <p:cNvSpPr/>
            <p:nvPr/>
          </p:nvSpPr>
          <p:spPr>
            <a:xfrm>
              <a:off x="5416721" y="23439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7"/>
            <p:cNvSpPr/>
            <p:nvPr/>
          </p:nvSpPr>
          <p:spPr>
            <a:xfrm>
              <a:off x="5718951" y="27831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8"/>
            <p:cNvSpPr/>
            <p:nvPr/>
          </p:nvSpPr>
          <p:spPr>
            <a:xfrm>
              <a:off x="5532706" y="21282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89"/>
            <p:cNvSpPr/>
            <p:nvPr/>
          </p:nvSpPr>
          <p:spPr>
            <a:xfrm>
              <a:off x="5506582" y="208933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0"/>
            <p:cNvSpPr/>
            <p:nvPr/>
          </p:nvSpPr>
          <p:spPr>
            <a:xfrm>
              <a:off x="5661574" y="24043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1"/>
            <p:cNvSpPr/>
            <p:nvPr/>
          </p:nvSpPr>
          <p:spPr>
            <a:xfrm>
              <a:off x="5611976" y="29855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2"/>
            <p:cNvSpPr/>
            <p:nvPr/>
          </p:nvSpPr>
          <p:spPr>
            <a:xfrm>
              <a:off x="5488609" y="20820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3"/>
            <p:cNvSpPr/>
            <p:nvPr/>
          </p:nvSpPr>
          <p:spPr>
            <a:xfrm>
              <a:off x="5640541" y="25379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4"/>
            <p:cNvSpPr/>
            <p:nvPr/>
          </p:nvSpPr>
          <p:spPr>
            <a:xfrm>
              <a:off x="5645104" y="20876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5"/>
            <p:cNvSpPr/>
            <p:nvPr/>
          </p:nvSpPr>
          <p:spPr>
            <a:xfrm>
              <a:off x="5645123" y="28838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6"/>
            <p:cNvSpPr/>
            <p:nvPr/>
          </p:nvSpPr>
          <p:spPr>
            <a:xfrm>
              <a:off x="5649092" y="24857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7"/>
            <p:cNvSpPr/>
            <p:nvPr/>
          </p:nvSpPr>
          <p:spPr>
            <a:xfrm>
              <a:off x="5785715" y="29431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8"/>
            <p:cNvSpPr/>
            <p:nvPr/>
          </p:nvSpPr>
          <p:spPr>
            <a:xfrm>
              <a:off x="5672058" y="25819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499"/>
            <p:cNvSpPr/>
            <p:nvPr/>
          </p:nvSpPr>
          <p:spPr>
            <a:xfrm>
              <a:off x="5567272" y="21102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0"/>
            <p:cNvSpPr/>
            <p:nvPr/>
          </p:nvSpPr>
          <p:spPr>
            <a:xfrm>
              <a:off x="5647868" y="261165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1"/>
            <p:cNvSpPr/>
            <p:nvPr/>
          </p:nvSpPr>
          <p:spPr>
            <a:xfrm>
              <a:off x="5780273" y="27112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2"/>
            <p:cNvSpPr/>
            <p:nvPr/>
          </p:nvSpPr>
          <p:spPr>
            <a:xfrm>
              <a:off x="5511543" y="23153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3"/>
            <p:cNvSpPr/>
            <p:nvPr/>
          </p:nvSpPr>
          <p:spPr>
            <a:xfrm>
              <a:off x="5701255" y="30160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4"/>
            <p:cNvSpPr/>
            <p:nvPr/>
          </p:nvSpPr>
          <p:spPr>
            <a:xfrm>
              <a:off x="5649192" y="271264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5"/>
            <p:cNvSpPr/>
            <p:nvPr/>
          </p:nvSpPr>
          <p:spPr>
            <a:xfrm>
              <a:off x="5561764" y="24753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6"/>
            <p:cNvSpPr/>
            <p:nvPr/>
          </p:nvSpPr>
          <p:spPr>
            <a:xfrm>
              <a:off x="5563483" y="29183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7"/>
            <p:cNvSpPr/>
            <p:nvPr/>
          </p:nvSpPr>
          <p:spPr>
            <a:xfrm>
              <a:off x="5812196" y="20654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8"/>
            <p:cNvSpPr/>
            <p:nvPr/>
          </p:nvSpPr>
          <p:spPr>
            <a:xfrm>
              <a:off x="5829688" y="23969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09"/>
            <p:cNvSpPr/>
            <p:nvPr/>
          </p:nvSpPr>
          <p:spPr>
            <a:xfrm>
              <a:off x="5718167" y="22792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0"/>
            <p:cNvSpPr/>
            <p:nvPr/>
          </p:nvSpPr>
          <p:spPr>
            <a:xfrm>
              <a:off x="5725001" y="21964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1"/>
            <p:cNvSpPr/>
            <p:nvPr/>
          </p:nvSpPr>
          <p:spPr>
            <a:xfrm>
              <a:off x="5517887" y="208767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2"/>
            <p:cNvSpPr/>
            <p:nvPr/>
          </p:nvSpPr>
          <p:spPr>
            <a:xfrm>
              <a:off x="5490042" y="25921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3"/>
            <p:cNvSpPr/>
            <p:nvPr/>
          </p:nvSpPr>
          <p:spPr>
            <a:xfrm>
              <a:off x="5846937" y="27224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4"/>
            <p:cNvSpPr/>
            <p:nvPr/>
          </p:nvSpPr>
          <p:spPr>
            <a:xfrm>
              <a:off x="5694499" y="29902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5"/>
            <p:cNvSpPr/>
            <p:nvPr/>
          </p:nvSpPr>
          <p:spPr>
            <a:xfrm>
              <a:off x="5646949" y="24249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6"/>
            <p:cNvSpPr/>
            <p:nvPr/>
          </p:nvSpPr>
          <p:spPr>
            <a:xfrm>
              <a:off x="5651352" y="25856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7"/>
            <p:cNvSpPr/>
            <p:nvPr/>
          </p:nvSpPr>
          <p:spPr>
            <a:xfrm>
              <a:off x="5666891" y="27653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8"/>
            <p:cNvSpPr/>
            <p:nvPr/>
          </p:nvSpPr>
          <p:spPr>
            <a:xfrm>
              <a:off x="5644207" y="23460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19"/>
            <p:cNvSpPr/>
            <p:nvPr/>
          </p:nvSpPr>
          <p:spPr>
            <a:xfrm>
              <a:off x="5644734" y="23295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0"/>
            <p:cNvSpPr/>
            <p:nvPr/>
          </p:nvSpPr>
          <p:spPr>
            <a:xfrm>
              <a:off x="5493102" y="25118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1"/>
            <p:cNvSpPr/>
            <p:nvPr/>
          </p:nvSpPr>
          <p:spPr>
            <a:xfrm>
              <a:off x="5627303" y="216677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2"/>
            <p:cNvSpPr/>
            <p:nvPr/>
          </p:nvSpPr>
          <p:spPr>
            <a:xfrm>
              <a:off x="5572310" y="23320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3"/>
            <p:cNvSpPr/>
            <p:nvPr/>
          </p:nvSpPr>
          <p:spPr>
            <a:xfrm>
              <a:off x="5638794" y="26213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4"/>
            <p:cNvSpPr/>
            <p:nvPr/>
          </p:nvSpPr>
          <p:spPr>
            <a:xfrm>
              <a:off x="5646978" y="23655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5"/>
            <p:cNvSpPr/>
            <p:nvPr/>
          </p:nvSpPr>
          <p:spPr>
            <a:xfrm>
              <a:off x="5676112" y="267575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6"/>
            <p:cNvSpPr/>
            <p:nvPr/>
          </p:nvSpPr>
          <p:spPr>
            <a:xfrm>
              <a:off x="5738500" y="27916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7"/>
            <p:cNvSpPr/>
            <p:nvPr/>
          </p:nvSpPr>
          <p:spPr>
            <a:xfrm>
              <a:off x="5509233" y="246648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8"/>
            <p:cNvSpPr/>
            <p:nvPr/>
          </p:nvSpPr>
          <p:spPr>
            <a:xfrm>
              <a:off x="5529540" y="24085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29"/>
            <p:cNvSpPr/>
            <p:nvPr/>
          </p:nvSpPr>
          <p:spPr>
            <a:xfrm>
              <a:off x="5776408" y="26167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0"/>
            <p:cNvSpPr/>
            <p:nvPr/>
          </p:nvSpPr>
          <p:spPr>
            <a:xfrm>
              <a:off x="5552290" y="24616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1"/>
            <p:cNvSpPr/>
            <p:nvPr/>
          </p:nvSpPr>
          <p:spPr>
            <a:xfrm>
              <a:off x="5669156" y="28139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2"/>
            <p:cNvSpPr/>
            <p:nvPr/>
          </p:nvSpPr>
          <p:spPr>
            <a:xfrm>
              <a:off x="5621865" y="25807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3"/>
            <p:cNvSpPr/>
            <p:nvPr/>
          </p:nvSpPr>
          <p:spPr>
            <a:xfrm>
              <a:off x="5665358" y="24568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4"/>
            <p:cNvSpPr/>
            <p:nvPr/>
          </p:nvSpPr>
          <p:spPr>
            <a:xfrm>
              <a:off x="5792935" y="22111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5"/>
            <p:cNvSpPr/>
            <p:nvPr/>
          </p:nvSpPr>
          <p:spPr>
            <a:xfrm>
              <a:off x="5458814" y="20413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6"/>
            <p:cNvSpPr/>
            <p:nvPr/>
          </p:nvSpPr>
          <p:spPr>
            <a:xfrm>
              <a:off x="5698375" y="27202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7"/>
            <p:cNvSpPr/>
            <p:nvPr/>
          </p:nvSpPr>
          <p:spPr>
            <a:xfrm>
              <a:off x="5754071" y="22830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8"/>
            <p:cNvSpPr/>
            <p:nvPr/>
          </p:nvSpPr>
          <p:spPr>
            <a:xfrm>
              <a:off x="5689066" y="204271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39"/>
            <p:cNvSpPr/>
            <p:nvPr/>
          </p:nvSpPr>
          <p:spPr>
            <a:xfrm>
              <a:off x="5468435" y="23512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0"/>
            <p:cNvSpPr/>
            <p:nvPr/>
          </p:nvSpPr>
          <p:spPr>
            <a:xfrm>
              <a:off x="5461777" y="24340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1"/>
            <p:cNvSpPr/>
            <p:nvPr/>
          </p:nvSpPr>
          <p:spPr>
            <a:xfrm>
              <a:off x="5662589" y="24424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2"/>
            <p:cNvSpPr/>
            <p:nvPr/>
          </p:nvSpPr>
          <p:spPr>
            <a:xfrm>
              <a:off x="5691281" y="27395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3"/>
            <p:cNvSpPr/>
            <p:nvPr/>
          </p:nvSpPr>
          <p:spPr>
            <a:xfrm>
              <a:off x="5605799" y="27110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4"/>
            <p:cNvSpPr/>
            <p:nvPr/>
          </p:nvSpPr>
          <p:spPr>
            <a:xfrm>
              <a:off x="5454644" y="27993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5"/>
            <p:cNvSpPr/>
            <p:nvPr/>
          </p:nvSpPr>
          <p:spPr>
            <a:xfrm>
              <a:off x="5676328" y="20216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6"/>
            <p:cNvSpPr/>
            <p:nvPr/>
          </p:nvSpPr>
          <p:spPr>
            <a:xfrm>
              <a:off x="5330991" y="23741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7"/>
            <p:cNvSpPr/>
            <p:nvPr/>
          </p:nvSpPr>
          <p:spPr>
            <a:xfrm>
              <a:off x="5655880" y="24501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8"/>
            <p:cNvSpPr/>
            <p:nvPr/>
          </p:nvSpPr>
          <p:spPr>
            <a:xfrm>
              <a:off x="5471431" y="21957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49"/>
            <p:cNvSpPr/>
            <p:nvPr/>
          </p:nvSpPr>
          <p:spPr>
            <a:xfrm>
              <a:off x="5612788" y="26880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0"/>
            <p:cNvSpPr/>
            <p:nvPr/>
          </p:nvSpPr>
          <p:spPr>
            <a:xfrm>
              <a:off x="5544257" y="20580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1"/>
            <p:cNvSpPr/>
            <p:nvPr/>
          </p:nvSpPr>
          <p:spPr>
            <a:xfrm>
              <a:off x="5574671" y="23827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2"/>
            <p:cNvSpPr/>
            <p:nvPr/>
          </p:nvSpPr>
          <p:spPr>
            <a:xfrm>
              <a:off x="5606091" y="21723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3"/>
            <p:cNvSpPr/>
            <p:nvPr/>
          </p:nvSpPr>
          <p:spPr>
            <a:xfrm>
              <a:off x="5491175" y="23644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4"/>
            <p:cNvSpPr/>
            <p:nvPr/>
          </p:nvSpPr>
          <p:spPr>
            <a:xfrm>
              <a:off x="5525049" y="21667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5"/>
            <p:cNvSpPr/>
            <p:nvPr/>
          </p:nvSpPr>
          <p:spPr>
            <a:xfrm>
              <a:off x="5607322" y="21047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6"/>
            <p:cNvSpPr/>
            <p:nvPr/>
          </p:nvSpPr>
          <p:spPr>
            <a:xfrm>
              <a:off x="5722893" y="27917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7"/>
            <p:cNvSpPr/>
            <p:nvPr/>
          </p:nvSpPr>
          <p:spPr>
            <a:xfrm>
              <a:off x="5583089" y="23590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8"/>
            <p:cNvSpPr/>
            <p:nvPr/>
          </p:nvSpPr>
          <p:spPr>
            <a:xfrm>
              <a:off x="5354635" y="26106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59"/>
            <p:cNvSpPr/>
            <p:nvPr/>
          </p:nvSpPr>
          <p:spPr>
            <a:xfrm>
              <a:off x="5775418" y="23715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0"/>
            <p:cNvSpPr/>
            <p:nvPr/>
          </p:nvSpPr>
          <p:spPr>
            <a:xfrm>
              <a:off x="5609915" y="241386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1"/>
            <p:cNvSpPr/>
            <p:nvPr/>
          </p:nvSpPr>
          <p:spPr>
            <a:xfrm>
              <a:off x="5682893" y="20535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2"/>
            <p:cNvSpPr/>
            <p:nvPr/>
          </p:nvSpPr>
          <p:spPr>
            <a:xfrm>
              <a:off x="5763243" y="22192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3"/>
            <p:cNvSpPr/>
            <p:nvPr/>
          </p:nvSpPr>
          <p:spPr>
            <a:xfrm>
              <a:off x="5676620" y="26593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4"/>
            <p:cNvSpPr/>
            <p:nvPr/>
          </p:nvSpPr>
          <p:spPr>
            <a:xfrm>
              <a:off x="5621525" y="26731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5"/>
            <p:cNvSpPr/>
            <p:nvPr/>
          </p:nvSpPr>
          <p:spPr>
            <a:xfrm>
              <a:off x="5579162" y="25152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6"/>
            <p:cNvSpPr/>
            <p:nvPr/>
          </p:nvSpPr>
          <p:spPr>
            <a:xfrm>
              <a:off x="5661187" y="30227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7"/>
            <p:cNvSpPr/>
            <p:nvPr/>
          </p:nvSpPr>
          <p:spPr>
            <a:xfrm>
              <a:off x="5520510" y="23188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8"/>
            <p:cNvSpPr/>
            <p:nvPr/>
          </p:nvSpPr>
          <p:spPr>
            <a:xfrm>
              <a:off x="5463797" y="22413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69"/>
            <p:cNvSpPr/>
            <p:nvPr/>
          </p:nvSpPr>
          <p:spPr>
            <a:xfrm>
              <a:off x="5526854" y="29061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0"/>
            <p:cNvSpPr/>
            <p:nvPr/>
          </p:nvSpPr>
          <p:spPr>
            <a:xfrm>
              <a:off x="5599080" y="22672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1"/>
            <p:cNvSpPr/>
            <p:nvPr/>
          </p:nvSpPr>
          <p:spPr>
            <a:xfrm>
              <a:off x="5699631" y="24888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2"/>
            <p:cNvSpPr/>
            <p:nvPr/>
          </p:nvSpPr>
          <p:spPr>
            <a:xfrm>
              <a:off x="5542565" y="24489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3"/>
            <p:cNvSpPr/>
            <p:nvPr/>
          </p:nvSpPr>
          <p:spPr>
            <a:xfrm>
              <a:off x="5619700" y="24401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4"/>
            <p:cNvSpPr/>
            <p:nvPr/>
          </p:nvSpPr>
          <p:spPr>
            <a:xfrm>
              <a:off x="5518407" y="25837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5"/>
            <p:cNvSpPr/>
            <p:nvPr/>
          </p:nvSpPr>
          <p:spPr>
            <a:xfrm>
              <a:off x="6185086" y="26678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6"/>
            <p:cNvSpPr/>
            <p:nvPr/>
          </p:nvSpPr>
          <p:spPr>
            <a:xfrm>
              <a:off x="5658579" y="24950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7"/>
            <p:cNvSpPr/>
            <p:nvPr/>
          </p:nvSpPr>
          <p:spPr>
            <a:xfrm>
              <a:off x="5538577" y="22651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8"/>
            <p:cNvSpPr/>
            <p:nvPr/>
          </p:nvSpPr>
          <p:spPr>
            <a:xfrm>
              <a:off x="5591309" y="230638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79"/>
            <p:cNvSpPr/>
            <p:nvPr/>
          </p:nvSpPr>
          <p:spPr>
            <a:xfrm>
              <a:off x="5571046" y="21315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0"/>
            <p:cNvSpPr/>
            <p:nvPr/>
          </p:nvSpPr>
          <p:spPr>
            <a:xfrm>
              <a:off x="5661584" y="23536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1"/>
            <p:cNvSpPr/>
            <p:nvPr/>
          </p:nvSpPr>
          <p:spPr>
            <a:xfrm>
              <a:off x="5463027" y="21057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2"/>
            <p:cNvSpPr/>
            <p:nvPr/>
          </p:nvSpPr>
          <p:spPr>
            <a:xfrm>
              <a:off x="5493481" y="24850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3"/>
            <p:cNvSpPr/>
            <p:nvPr/>
          </p:nvSpPr>
          <p:spPr>
            <a:xfrm>
              <a:off x="5640347" y="24190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4"/>
            <p:cNvSpPr/>
            <p:nvPr/>
          </p:nvSpPr>
          <p:spPr>
            <a:xfrm>
              <a:off x="5666928" y="24047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5"/>
            <p:cNvSpPr/>
            <p:nvPr/>
          </p:nvSpPr>
          <p:spPr>
            <a:xfrm>
              <a:off x="5679989" y="22333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6"/>
            <p:cNvSpPr/>
            <p:nvPr/>
          </p:nvSpPr>
          <p:spPr>
            <a:xfrm>
              <a:off x="5672175" y="24135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7"/>
            <p:cNvSpPr/>
            <p:nvPr/>
          </p:nvSpPr>
          <p:spPr>
            <a:xfrm>
              <a:off x="5693934" y="26432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8"/>
            <p:cNvSpPr/>
            <p:nvPr/>
          </p:nvSpPr>
          <p:spPr>
            <a:xfrm>
              <a:off x="5688761" y="22163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89"/>
            <p:cNvSpPr/>
            <p:nvPr/>
          </p:nvSpPr>
          <p:spPr>
            <a:xfrm>
              <a:off x="5712748" y="26511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0"/>
            <p:cNvSpPr/>
            <p:nvPr/>
          </p:nvSpPr>
          <p:spPr>
            <a:xfrm>
              <a:off x="5629717" y="22727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1"/>
            <p:cNvSpPr/>
            <p:nvPr/>
          </p:nvSpPr>
          <p:spPr>
            <a:xfrm>
              <a:off x="5714413" y="16856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2"/>
            <p:cNvSpPr/>
            <p:nvPr/>
          </p:nvSpPr>
          <p:spPr>
            <a:xfrm>
              <a:off x="5678578" y="22082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3"/>
            <p:cNvSpPr/>
            <p:nvPr/>
          </p:nvSpPr>
          <p:spPr>
            <a:xfrm>
              <a:off x="5494191" y="23892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4"/>
            <p:cNvSpPr/>
            <p:nvPr/>
          </p:nvSpPr>
          <p:spPr>
            <a:xfrm>
              <a:off x="5635172" y="24033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5"/>
            <p:cNvSpPr/>
            <p:nvPr/>
          </p:nvSpPr>
          <p:spPr>
            <a:xfrm>
              <a:off x="5602353" y="211173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6"/>
            <p:cNvSpPr/>
            <p:nvPr/>
          </p:nvSpPr>
          <p:spPr>
            <a:xfrm>
              <a:off x="5625578" y="20355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7"/>
            <p:cNvSpPr/>
            <p:nvPr/>
          </p:nvSpPr>
          <p:spPr>
            <a:xfrm>
              <a:off x="5628565" y="24648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8"/>
            <p:cNvSpPr/>
            <p:nvPr/>
          </p:nvSpPr>
          <p:spPr>
            <a:xfrm>
              <a:off x="5709174" y="23588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599"/>
            <p:cNvSpPr/>
            <p:nvPr/>
          </p:nvSpPr>
          <p:spPr>
            <a:xfrm>
              <a:off x="5746568" y="22135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0"/>
            <p:cNvSpPr/>
            <p:nvPr/>
          </p:nvSpPr>
          <p:spPr>
            <a:xfrm>
              <a:off x="5198454" y="25654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1"/>
            <p:cNvSpPr/>
            <p:nvPr/>
          </p:nvSpPr>
          <p:spPr>
            <a:xfrm>
              <a:off x="5571058" y="30349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2"/>
            <p:cNvSpPr/>
            <p:nvPr/>
          </p:nvSpPr>
          <p:spPr>
            <a:xfrm>
              <a:off x="5667147" y="24741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3"/>
            <p:cNvSpPr/>
            <p:nvPr/>
          </p:nvSpPr>
          <p:spPr>
            <a:xfrm>
              <a:off x="5509919" y="272514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4"/>
            <p:cNvSpPr/>
            <p:nvPr/>
          </p:nvSpPr>
          <p:spPr>
            <a:xfrm>
              <a:off x="5650448" y="26198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5"/>
            <p:cNvSpPr/>
            <p:nvPr/>
          </p:nvSpPr>
          <p:spPr>
            <a:xfrm>
              <a:off x="5527528" y="23812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6"/>
            <p:cNvSpPr/>
            <p:nvPr/>
          </p:nvSpPr>
          <p:spPr>
            <a:xfrm>
              <a:off x="5737028" y="30290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7"/>
            <p:cNvSpPr/>
            <p:nvPr/>
          </p:nvSpPr>
          <p:spPr>
            <a:xfrm>
              <a:off x="5737872" y="17456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8"/>
            <p:cNvSpPr/>
            <p:nvPr/>
          </p:nvSpPr>
          <p:spPr>
            <a:xfrm>
              <a:off x="5460474" y="23650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09"/>
            <p:cNvSpPr/>
            <p:nvPr/>
          </p:nvSpPr>
          <p:spPr>
            <a:xfrm>
              <a:off x="5889775" y="21758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0"/>
            <p:cNvSpPr/>
            <p:nvPr/>
          </p:nvSpPr>
          <p:spPr>
            <a:xfrm>
              <a:off x="5613398" y="26982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1"/>
            <p:cNvSpPr/>
            <p:nvPr/>
          </p:nvSpPr>
          <p:spPr>
            <a:xfrm>
              <a:off x="5632072" y="27289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2"/>
            <p:cNvSpPr/>
            <p:nvPr/>
          </p:nvSpPr>
          <p:spPr>
            <a:xfrm>
              <a:off x="5650827" y="21621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3"/>
            <p:cNvSpPr/>
            <p:nvPr/>
          </p:nvSpPr>
          <p:spPr>
            <a:xfrm>
              <a:off x="5533769" y="22606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4"/>
            <p:cNvSpPr/>
            <p:nvPr/>
          </p:nvSpPr>
          <p:spPr>
            <a:xfrm>
              <a:off x="5606750" y="20453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5"/>
            <p:cNvSpPr/>
            <p:nvPr/>
          </p:nvSpPr>
          <p:spPr>
            <a:xfrm>
              <a:off x="5630350" y="24019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6"/>
            <p:cNvSpPr/>
            <p:nvPr/>
          </p:nvSpPr>
          <p:spPr>
            <a:xfrm>
              <a:off x="5638472" y="19546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7"/>
            <p:cNvSpPr/>
            <p:nvPr/>
          </p:nvSpPr>
          <p:spPr>
            <a:xfrm>
              <a:off x="5254319" y="23025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8"/>
            <p:cNvSpPr/>
            <p:nvPr/>
          </p:nvSpPr>
          <p:spPr>
            <a:xfrm>
              <a:off x="5752128" y="234587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19"/>
            <p:cNvSpPr/>
            <p:nvPr/>
          </p:nvSpPr>
          <p:spPr>
            <a:xfrm>
              <a:off x="5668230" y="24073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0"/>
            <p:cNvSpPr/>
            <p:nvPr/>
          </p:nvSpPr>
          <p:spPr>
            <a:xfrm>
              <a:off x="5462286" y="268130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1"/>
            <p:cNvSpPr/>
            <p:nvPr/>
          </p:nvSpPr>
          <p:spPr>
            <a:xfrm>
              <a:off x="5638452" y="28086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2"/>
            <p:cNvSpPr/>
            <p:nvPr/>
          </p:nvSpPr>
          <p:spPr>
            <a:xfrm>
              <a:off x="5557885" y="26673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3"/>
            <p:cNvSpPr/>
            <p:nvPr/>
          </p:nvSpPr>
          <p:spPr>
            <a:xfrm>
              <a:off x="5648701" y="28683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4"/>
            <p:cNvSpPr/>
            <p:nvPr/>
          </p:nvSpPr>
          <p:spPr>
            <a:xfrm>
              <a:off x="5582137" y="24531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5"/>
            <p:cNvSpPr/>
            <p:nvPr/>
          </p:nvSpPr>
          <p:spPr>
            <a:xfrm>
              <a:off x="5468859" y="23488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6"/>
            <p:cNvSpPr/>
            <p:nvPr/>
          </p:nvSpPr>
          <p:spPr>
            <a:xfrm>
              <a:off x="5662297" y="22562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7"/>
            <p:cNvSpPr/>
            <p:nvPr/>
          </p:nvSpPr>
          <p:spPr>
            <a:xfrm>
              <a:off x="5641931" y="21332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8"/>
            <p:cNvSpPr/>
            <p:nvPr/>
          </p:nvSpPr>
          <p:spPr>
            <a:xfrm>
              <a:off x="5589917" y="21760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29"/>
            <p:cNvSpPr/>
            <p:nvPr/>
          </p:nvSpPr>
          <p:spPr>
            <a:xfrm>
              <a:off x="5716661" y="20331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0"/>
            <p:cNvSpPr/>
            <p:nvPr/>
          </p:nvSpPr>
          <p:spPr>
            <a:xfrm>
              <a:off x="5581144" y="26481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1"/>
            <p:cNvSpPr/>
            <p:nvPr/>
          </p:nvSpPr>
          <p:spPr>
            <a:xfrm>
              <a:off x="5703065" y="22910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2"/>
            <p:cNvSpPr/>
            <p:nvPr/>
          </p:nvSpPr>
          <p:spPr>
            <a:xfrm>
              <a:off x="5490400" y="22988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3"/>
            <p:cNvSpPr/>
            <p:nvPr/>
          </p:nvSpPr>
          <p:spPr>
            <a:xfrm>
              <a:off x="5730754" y="26535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4"/>
            <p:cNvSpPr/>
            <p:nvPr/>
          </p:nvSpPr>
          <p:spPr>
            <a:xfrm>
              <a:off x="5685054" y="22673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5"/>
            <p:cNvSpPr/>
            <p:nvPr/>
          </p:nvSpPr>
          <p:spPr>
            <a:xfrm>
              <a:off x="5551748" y="27155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6"/>
            <p:cNvSpPr/>
            <p:nvPr/>
          </p:nvSpPr>
          <p:spPr>
            <a:xfrm>
              <a:off x="5548688" y="17957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7"/>
            <p:cNvSpPr/>
            <p:nvPr/>
          </p:nvSpPr>
          <p:spPr>
            <a:xfrm>
              <a:off x="5741903" y="28034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8"/>
            <p:cNvSpPr/>
            <p:nvPr/>
          </p:nvSpPr>
          <p:spPr>
            <a:xfrm>
              <a:off x="5547711" y="28749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39"/>
            <p:cNvSpPr/>
            <p:nvPr/>
          </p:nvSpPr>
          <p:spPr>
            <a:xfrm>
              <a:off x="5527294" y="238363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0"/>
            <p:cNvSpPr/>
            <p:nvPr/>
          </p:nvSpPr>
          <p:spPr>
            <a:xfrm>
              <a:off x="5719052" y="22732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1"/>
            <p:cNvSpPr/>
            <p:nvPr/>
          </p:nvSpPr>
          <p:spPr>
            <a:xfrm>
              <a:off x="5763792" y="24716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2"/>
            <p:cNvSpPr/>
            <p:nvPr/>
          </p:nvSpPr>
          <p:spPr>
            <a:xfrm>
              <a:off x="5735472" y="25478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3"/>
            <p:cNvSpPr/>
            <p:nvPr/>
          </p:nvSpPr>
          <p:spPr>
            <a:xfrm>
              <a:off x="5699135" y="32020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4"/>
            <p:cNvSpPr/>
            <p:nvPr/>
          </p:nvSpPr>
          <p:spPr>
            <a:xfrm>
              <a:off x="5492596" y="22925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5"/>
            <p:cNvSpPr/>
            <p:nvPr/>
          </p:nvSpPr>
          <p:spPr>
            <a:xfrm>
              <a:off x="5530691" y="27419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6"/>
            <p:cNvSpPr/>
            <p:nvPr/>
          </p:nvSpPr>
          <p:spPr>
            <a:xfrm>
              <a:off x="5477660" y="26587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7"/>
            <p:cNvSpPr/>
            <p:nvPr/>
          </p:nvSpPr>
          <p:spPr>
            <a:xfrm>
              <a:off x="5484897" y="24697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8"/>
            <p:cNvSpPr/>
            <p:nvPr/>
          </p:nvSpPr>
          <p:spPr>
            <a:xfrm>
              <a:off x="5529928" y="23028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49"/>
            <p:cNvSpPr/>
            <p:nvPr/>
          </p:nvSpPr>
          <p:spPr>
            <a:xfrm>
              <a:off x="5419661" y="24042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0"/>
            <p:cNvSpPr/>
            <p:nvPr/>
          </p:nvSpPr>
          <p:spPr>
            <a:xfrm>
              <a:off x="5454386" y="20117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1"/>
            <p:cNvSpPr/>
            <p:nvPr/>
          </p:nvSpPr>
          <p:spPr>
            <a:xfrm>
              <a:off x="5473796" y="28274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2"/>
            <p:cNvSpPr/>
            <p:nvPr/>
          </p:nvSpPr>
          <p:spPr>
            <a:xfrm>
              <a:off x="5447355" y="191449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3"/>
            <p:cNvSpPr/>
            <p:nvPr/>
          </p:nvSpPr>
          <p:spPr>
            <a:xfrm>
              <a:off x="5525346" y="21122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4"/>
            <p:cNvSpPr/>
            <p:nvPr/>
          </p:nvSpPr>
          <p:spPr>
            <a:xfrm>
              <a:off x="5409246" y="19084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5"/>
            <p:cNvSpPr/>
            <p:nvPr/>
          </p:nvSpPr>
          <p:spPr>
            <a:xfrm>
              <a:off x="5475844" y="20502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6"/>
            <p:cNvSpPr/>
            <p:nvPr/>
          </p:nvSpPr>
          <p:spPr>
            <a:xfrm>
              <a:off x="5523966" y="23372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7"/>
            <p:cNvSpPr/>
            <p:nvPr/>
          </p:nvSpPr>
          <p:spPr>
            <a:xfrm>
              <a:off x="5004374" y="22235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8"/>
            <p:cNvSpPr/>
            <p:nvPr/>
          </p:nvSpPr>
          <p:spPr>
            <a:xfrm>
              <a:off x="5403286" y="20937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59"/>
            <p:cNvSpPr/>
            <p:nvPr/>
          </p:nvSpPr>
          <p:spPr>
            <a:xfrm>
              <a:off x="5381511" y="21977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0"/>
            <p:cNvSpPr/>
            <p:nvPr/>
          </p:nvSpPr>
          <p:spPr>
            <a:xfrm>
              <a:off x="5381823" y="22372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1"/>
            <p:cNvSpPr/>
            <p:nvPr/>
          </p:nvSpPr>
          <p:spPr>
            <a:xfrm>
              <a:off x="5457230" y="19175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2"/>
            <p:cNvSpPr/>
            <p:nvPr/>
          </p:nvSpPr>
          <p:spPr>
            <a:xfrm>
              <a:off x="5509488" y="20735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3"/>
            <p:cNvSpPr/>
            <p:nvPr/>
          </p:nvSpPr>
          <p:spPr>
            <a:xfrm>
              <a:off x="5460281" y="24056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4"/>
            <p:cNvSpPr/>
            <p:nvPr/>
          </p:nvSpPr>
          <p:spPr>
            <a:xfrm>
              <a:off x="5503002" y="29685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5"/>
            <p:cNvSpPr/>
            <p:nvPr/>
          </p:nvSpPr>
          <p:spPr>
            <a:xfrm>
              <a:off x="5620652" y="27125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6"/>
            <p:cNvSpPr/>
            <p:nvPr/>
          </p:nvSpPr>
          <p:spPr>
            <a:xfrm>
              <a:off x="5404168" y="267167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7"/>
            <p:cNvSpPr/>
            <p:nvPr/>
          </p:nvSpPr>
          <p:spPr>
            <a:xfrm>
              <a:off x="5514101" y="27037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8"/>
            <p:cNvSpPr/>
            <p:nvPr/>
          </p:nvSpPr>
          <p:spPr>
            <a:xfrm>
              <a:off x="5394511" y="25201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69"/>
            <p:cNvSpPr/>
            <p:nvPr/>
          </p:nvSpPr>
          <p:spPr>
            <a:xfrm>
              <a:off x="5596760" y="24187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0"/>
            <p:cNvSpPr/>
            <p:nvPr/>
          </p:nvSpPr>
          <p:spPr>
            <a:xfrm>
              <a:off x="5506152" y="24058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1"/>
            <p:cNvSpPr/>
            <p:nvPr/>
          </p:nvSpPr>
          <p:spPr>
            <a:xfrm>
              <a:off x="5397135" y="24978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2"/>
            <p:cNvSpPr/>
            <p:nvPr/>
          </p:nvSpPr>
          <p:spPr>
            <a:xfrm>
              <a:off x="5405904" y="23351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3"/>
            <p:cNvSpPr/>
            <p:nvPr/>
          </p:nvSpPr>
          <p:spPr>
            <a:xfrm>
              <a:off x="5460596" y="22845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4"/>
            <p:cNvSpPr/>
            <p:nvPr/>
          </p:nvSpPr>
          <p:spPr>
            <a:xfrm>
              <a:off x="5493386" y="23052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5"/>
            <p:cNvSpPr/>
            <p:nvPr/>
          </p:nvSpPr>
          <p:spPr>
            <a:xfrm>
              <a:off x="5427003" y="24511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6"/>
            <p:cNvSpPr/>
            <p:nvPr/>
          </p:nvSpPr>
          <p:spPr>
            <a:xfrm>
              <a:off x="5505190" y="185154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7"/>
            <p:cNvSpPr/>
            <p:nvPr/>
          </p:nvSpPr>
          <p:spPr>
            <a:xfrm>
              <a:off x="5295831" y="24203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8"/>
            <p:cNvSpPr/>
            <p:nvPr/>
          </p:nvSpPr>
          <p:spPr>
            <a:xfrm>
              <a:off x="5482409" y="26799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79"/>
            <p:cNvSpPr/>
            <p:nvPr/>
          </p:nvSpPr>
          <p:spPr>
            <a:xfrm>
              <a:off x="5457236" y="23263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0"/>
            <p:cNvSpPr/>
            <p:nvPr/>
          </p:nvSpPr>
          <p:spPr>
            <a:xfrm>
              <a:off x="5762039" y="187548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1"/>
            <p:cNvSpPr/>
            <p:nvPr/>
          </p:nvSpPr>
          <p:spPr>
            <a:xfrm>
              <a:off x="4790766" y="25408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2"/>
            <p:cNvSpPr/>
            <p:nvPr/>
          </p:nvSpPr>
          <p:spPr>
            <a:xfrm>
              <a:off x="5671742" y="18813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3"/>
            <p:cNvSpPr/>
            <p:nvPr/>
          </p:nvSpPr>
          <p:spPr>
            <a:xfrm>
              <a:off x="5468258" y="25238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4"/>
            <p:cNvSpPr/>
            <p:nvPr/>
          </p:nvSpPr>
          <p:spPr>
            <a:xfrm>
              <a:off x="5358533" y="24453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5"/>
            <p:cNvSpPr/>
            <p:nvPr/>
          </p:nvSpPr>
          <p:spPr>
            <a:xfrm>
              <a:off x="5555876" y="27597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6"/>
            <p:cNvSpPr/>
            <p:nvPr/>
          </p:nvSpPr>
          <p:spPr>
            <a:xfrm>
              <a:off x="5458836" y="25887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7"/>
            <p:cNvSpPr/>
            <p:nvPr/>
          </p:nvSpPr>
          <p:spPr>
            <a:xfrm>
              <a:off x="5375282" y="25291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8"/>
            <p:cNvSpPr/>
            <p:nvPr/>
          </p:nvSpPr>
          <p:spPr>
            <a:xfrm>
              <a:off x="5471079" y="26153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89"/>
            <p:cNvSpPr/>
            <p:nvPr/>
          </p:nvSpPr>
          <p:spPr>
            <a:xfrm>
              <a:off x="5608362" y="23351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0"/>
            <p:cNvSpPr/>
            <p:nvPr/>
          </p:nvSpPr>
          <p:spPr>
            <a:xfrm>
              <a:off x="5620159" y="26701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1"/>
            <p:cNvSpPr/>
            <p:nvPr/>
          </p:nvSpPr>
          <p:spPr>
            <a:xfrm>
              <a:off x="5482657" y="21909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2"/>
            <p:cNvSpPr/>
            <p:nvPr/>
          </p:nvSpPr>
          <p:spPr>
            <a:xfrm>
              <a:off x="5710922" y="26771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3"/>
            <p:cNvSpPr/>
            <p:nvPr/>
          </p:nvSpPr>
          <p:spPr>
            <a:xfrm>
              <a:off x="5427528" y="29370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4"/>
            <p:cNvSpPr/>
            <p:nvPr/>
          </p:nvSpPr>
          <p:spPr>
            <a:xfrm>
              <a:off x="5632948" y="18953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5"/>
            <p:cNvSpPr/>
            <p:nvPr/>
          </p:nvSpPr>
          <p:spPr>
            <a:xfrm>
              <a:off x="5769526" y="225431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6"/>
            <p:cNvSpPr/>
            <p:nvPr/>
          </p:nvSpPr>
          <p:spPr>
            <a:xfrm>
              <a:off x="5809481" y="19841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7"/>
            <p:cNvSpPr/>
            <p:nvPr/>
          </p:nvSpPr>
          <p:spPr>
            <a:xfrm>
              <a:off x="5541621" y="25645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8"/>
            <p:cNvSpPr/>
            <p:nvPr/>
          </p:nvSpPr>
          <p:spPr>
            <a:xfrm>
              <a:off x="5587933" y="24817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699"/>
            <p:cNvSpPr/>
            <p:nvPr/>
          </p:nvSpPr>
          <p:spPr>
            <a:xfrm>
              <a:off x="5504393" y="29179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0"/>
            <p:cNvSpPr/>
            <p:nvPr/>
          </p:nvSpPr>
          <p:spPr>
            <a:xfrm>
              <a:off x="5380578" y="23793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1"/>
            <p:cNvSpPr/>
            <p:nvPr/>
          </p:nvSpPr>
          <p:spPr>
            <a:xfrm>
              <a:off x="5512016" y="25533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2"/>
            <p:cNvSpPr/>
            <p:nvPr/>
          </p:nvSpPr>
          <p:spPr>
            <a:xfrm>
              <a:off x="5548001" y="24519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3"/>
            <p:cNvSpPr/>
            <p:nvPr/>
          </p:nvSpPr>
          <p:spPr>
            <a:xfrm>
              <a:off x="5678156" y="21852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4"/>
            <p:cNvSpPr/>
            <p:nvPr/>
          </p:nvSpPr>
          <p:spPr>
            <a:xfrm>
              <a:off x="5596305" y="23823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5"/>
            <p:cNvSpPr/>
            <p:nvPr/>
          </p:nvSpPr>
          <p:spPr>
            <a:xfrm>
              <a:off x="5496894" y="25181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6"/>
            <p:cNvSpPr/>
            <p:nvPr/>
          </p:nvSpPr>
          <p:spPr>
            <a:xfrm>
              <a:off x="5527534" y="30716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7"/>
            <p:cNvSpPr/>
            <p:nvPr/>
          </p:nvSpPr>
          <p:spPr>
            <a:xfrm>
              <a:off x="5508541" y="22498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8"/>
            <p:cNvSpPr/>
            <p:nvPr/>
          </p:nvSpPr>
          <p:spPr>
            <a:xfrm>
              <a:off x="5539709" y="26383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09"/>
            <p:cNvSpPr/>
            <p:nvPr/>
          </p:nvSpPr>
          <p:spPr>
            <a:xfrm>
              <a:off x="5797893" y="25365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0"/>
            <p:cNvSpPr/>
            <p:nvPr/>
          </p:nvSpPr>
          <p:spPr>
            <a:xfrm>
              <a:off x="5678367" y="20435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1"/>
            <p:cNvSpPr/>
            <p:nvPr/>
          </p:nvSpPr>
          <p:spPr>
            <a:xfrm>
              <a:off x="5612382" y="26257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2"/>
            <p:cNvSpPr/>
            <p:nvPr/>
          </p:nvSpPr>
          <p:spPr>
            <a:xfrm>
              <a:off x="5655617" y="22863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3"/>
            <p:cNvSpPr/>
            <p:nvPr/>
          </p:nvSpPr>
          <p:spPr>
            <a:xfrm>
              <a:off x="5565020" y="22024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4"/>
            <p:cNvSpPr/>
            <p:nvPr/>
          </p:nvSpPr>
          <p:spPr>
            <a:xfrm>
              <a:off x="5732660" y="20289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5"/>
            <p:cNvSpPr/>
            <p:nvPr/>
          </p:nvSpPr>
          <p:spPr>
            <a:xfrm>
              <a:off x="5823699" y="213423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6"/>
            <p:cNvSpPr/>
            <p:nvPr/>
          </p:nvSpPr>
          <p:spPr>
            <a:xfrm>
              <a:off x="5580764" y="154060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7"/>
            <p:cNvSpPr/>
            <p:nvPr/>
          </p:nvSpPr>
          <p:spPr>
            <a:xfrm>
              <a:off x="5440005" y="20445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8"/>
            <p:cNvSpPr/>
            <p:nvPr/>
          </p:nvSpPr>
          <p:spPr>
            <a:xfrm>
              <a:off x="5825180" y="24529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19"/>
            <p:cNvSpPr/>
            <p:nvPr/>
          </p:nvSpPr>
          <p:spPr>
            <a:xfrm>
              <a:off x="5743664" y="28998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0"/>
            <p:cNvSpPr/>
            <p:nvPr/>
          </p:nvSpPr>
          <p:spPr>
            <a:xfrm>
              <a:off x="5439026" y="23202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1"/>
            <p:cNvSpPr/>
            <p:nvPr/>
          </p:nvSpPr>
          <p:spPr>
            <a:xfrm>
              <a:off x="5417934" y="23535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2"/>
            <p:cNvSpPr/>
            <p:nvPr/>
          </p:nvSpPr>
          <p:spPr>
            <a:xfrm>
              <a:off x="5542173" y="25383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3"/>
            <p:cNvSpPr/>
            <p:nvPr/>
          </p:nvSpPr>
          <p:spPr>
            <a:xfrm>
              <a:off x="5423776" y="24435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4"/>
            <p:cNvSpPr/>
            <p:nvPr/>
          </p:nvSpPr>
          <p:spPr>
            <a:xfrm>
              <a:off x="5421721" y="22066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5"/>
            <p:cNvSpPr/>
            <p:nvPr/>
          </p:nvSpPr>
          <p:spPr>
            <a:xfrm>
              <a:off x="5539001" y="23163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6"/>
            <p:cNvSpPr/>
            <p:nvPr/>
          </p:nvSpPr>
          <p:spPr>
            <a:xfrm>
              <a:off x="5459289" y="29202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7"/>
            <p:cNvSpPr/>
            <p:nvPr/>
          </p:nvSpPr>
          <p:spPr>
            <a:xfrm>
              <a:off x="5656963" y="22058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8"/>
            <p:cNvSpPr/>
            <p:nvPr/>
          </p:nvSpPr>
          <p:spPr>
            <a:xfrm>
              <a:off x="5498410" y="18786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29"/>
            <p:cNvSpPr/>
            <p:nvPr/>
          </p:nvSpPr>
          <p:spPr>
            <a:xfrm>
              <a:off x="5551124" y="22605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0"/>
            <p:cNvSpPr/>
            <p:nvPr/>
          </p:nvSpPr>
          <p:spPr>
            <a:xfrm>
              <a:off x="5507021" y="21365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1"/>
            <p:cNvSpPr/>
            <p:nvPr/>
          </p:nvSpPr>
          <p:spPr>
            <a:xfrm>
              <a:off x="5771444" y="22247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2"/>
            <p:cNvSpPr/>
            <p:nvPr/>
          </p:nvSpPr>
          <p:spPr>
            <a:xfrm>
              <a:off x="5484990" y="23401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3"/>
            <p:cNvSpPr/>
            <p:nvPr/>
          </p:nvSpPr>
          <p:spPr>
            <a:xfrm>
              <a:off x="5611997" y="22124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4"/>
            <p:cNvSpPr/>
            <p:nvPr/>
          </p:nvSpPr>
          <p:spPr>
            <a:xfrm>
              <a:off x="5589321" y="13097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5"/>
            <p:cNvSpPr/>
            <p:nvPr/>
          </p:nvSpPr>
          <p:spPr>
            <a:xfrm>
              <a:off x="5632527" y="23987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6"/>
            <p:cNvSpPr/>
            <p:nvPr/>
          </p:nvSpPr>
          <p:spPr>
            <a:xfrm>
              <a:off x="5575599" y="22864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7"/>
            <p:cNvSpPr/>
            <p:nvPr/>
          </p:nvSpPr>
          <p:spPr>
            <a:xfrm>
              <a:off x="5682220" y="24761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8"/>
            <p:cNvSpPr/>
            <p:nvPr/>
          </p:nvSpPr>
          <p:spPr>
            <a:xfrm>
              <a:off x="5483787" y="19153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39"/>
            <p:cNvSpPr/>
            <p:nvPr/>
          </p:nvSpPr>
          <p:spPr>
            <a:xfrm>
              <a:off x="5596026" y="23351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0"/>
            <p:cNvSpPr/>
            <p:nvPr/>
          </p:nvSpPr>
          <p:spPr>
            <a:xfrm>
              <a:off x="5596711" y="23547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1"/>
            <p:cNvSpPr/>
            <p:nvPr/>
          </p:nvSpPr>
          <p:spPr>
            <a:xfrm>
              <a:off x="5414134" y="18731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2"/>
            <p:cNvSpPr/>
            <p:nvPr/>
          </p:nvSpPr>
          <p:spPr>
            <a:xfrm>
              <a:off x="5564889" y="28811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3"/>
            <p:cNvSpPr/>
            <p:nvPr/>
          </p:nvSpPr>
          <p:spPr>
            <a:xfrm>
              <a:off x="5503138" y="25230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4"/>
            <p:cNvSpPr/>
            <p:nvPr/>
          </p:nvSpPr>
          <p:spPr>
            <a:xfrm>
              <a:off x="5567109" y="24838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5"/>
            <p:cNvSpPr/>
            <p:nvPr/>
          </p:nvSpPr>
          <p:spPr>
            <a:xfrm>
              <a:off x="5470302" y="21324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6"/>
            <p:cNvSpPr/>
            <p:nvPr/>
          </p:nvSpPr>
          <p:spPr>
            <a:xfrm>
              <a:off x="5345686" y="23648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7"/>
            <p:cNvSpPr/>
            <p:nvPr/>
          </p:nvSpPr>
          <p:spPr>
            <a:xfrm>
              <a:off x="5280012" y="29343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8"/>
            <p:cNvSpPr/>
            <p:nvPr/>
          </p:nvSpPr>
          <p:spPr>
            <a:xfrm>
              <a:off x="5375330" y="28177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49"/>
            <p:cNvSpPr/>
            <p:nvPr/>
          </p:nvSpPr>
          <p:spPr>
            <a:xfrm>
              <a:off x="5412700" y="28848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0"/>
            <p:cNvSpPr/>
            <p:nvPr/>
          </p:nvSpPr>
          <p:spPr>
            <a:xfrm>
              <a:off x="5402512" y="28352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1"/>
            <p:cNvSpPr/>
            <p:nvPr/>
          </p:nvSpPr>
          <p:spPr>
            <a:xfrm>
              <a:off x="5367559" y="31438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2"/>
            <p:cNvSpPr/>
            <p:nvPr/>
          </p:nvSpPr>
          <p:spPr>
            <a:xfrm>
              <a:off x="5623331" y="22838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3"/>
            <p:cNvSpPr/>
            <p:nvPr/>
          </p:nvSpPr>
          <p:spPr>
            <a:xfrm>
              <a:off x="5858348" y="24236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4"/>
            <p:cNvSpPr/>
            <p:nvPr/>
          </p:nvSpPr>
          <p:spPr>
            <a:xfrm>
              <a:off x="5673187" y="218617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5"/>
            <p:cNvSpPr/>
            <p:nvPr/>
          </p:nvSpPr>
          <p:spPr>
            <a:xfrm>
              <a:off x="5621051" y="21419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6"/>
            <p:cNvSpPr/>
            <p:nvPr/>
          </p:nvSpPr>
          <p:spPr>
            <a:xfrm>
              <a:off x="5767335" y="26499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7"/>
            <p:cNvSpPr/>
            <p:nvPr/>
          </p:nvSpPr>
          <p:spPr>
            <a:xfrm>
              <a:off x="5462545" y="21425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8"/>
            <p:cNvSpPr/>
            <p:nvPr/>
          </p:nvSpPr>
          <p:spPr>
            <a:xfrm>
              <a:off x="5565386" y="25319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59"/>
            <p:cNvSpPr/>
            <p:nvPr/>
          </p:nvSpPr>
          <p:spPr>
            <a:xfrm>
              <a:off x="5572036" y="22472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0"/>
            <p:cNvSpPr/>
            <p:nvPr/>
          </p:nvSpPr>
          <p:spPr>
            <a:xfrm>
              <a:off x="5579371" y="23890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1"/>
            <p:cNvSpPr/>
            <p:nvPr/>
          </p:nvSpPr>
          <p:spPr>
            <a:xfrm>
              <a:off x="5558173" y="19941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2"/>
            <p:cNvSpPr/>
            <p:nvPr/>
          </p:nvSpPr>
          <p:spPr>
            <a:xfrm>
              <a:off x="5425084" y="24400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3"/>
            <p:cNvSpPr/>
            <p:nvPr/>
          </p:nvSpPr>
          <p:spPr>
            <a:xfrm>
              <a:off x="5501313" y="21193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4"/>
            <p:cNvSpPr/>
            <p:nvPr/>
          </p:nvSpPr>
          <p:spPr>
            <a:xfrm>
              <a:off x="5392620" y="18757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5"/>
            <p:cNvSpPr/>
            <p:nvPr/>
          </p:nvSpPr>
          <p:spPr>
            <a:xfrm>
              <a:off x="5466560" y="19156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6"/>
            <p:cNvSpPr/>
            <p:nvPr/>
          </p:nvSpPr>
          <p:spPr>
            <a:xfrm>
              <a:off x="5467731" y="28364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7"/>
            <p:cNvSpPr/>
            <p:nvPr/>
          </p:nvSpPr>
          <p:spPr>
            <a:xfrm>
              <a:off x="5024589" y="21366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8"/>
            <p:cNvSpPr/>
            <p:nvPr/>
          </p:nvSpPr>
          <p:spPr>
            <a:xfrm>
              <a:off x="5521716" y="21805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69"/>
            <p:cNvSpPr/>
            <p:nvPr/>
          </p:nvSpPr>
          <p:spPr>
            <a:xfrm>
              <a:off x="5555896" y="19905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0"/>
            <p:cNvSpPr/>
            <p:nvPr/>
          </p:nvSpPr>
          <p:spPr>
            <a:xfrm>
              <a:off x="5521261" y="21676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1"/>
            <p:cNvSpPr/>
            <p:nvPr/>
          </p:nvSpPr>
          <p:spPr>
            <a:xfrm>
              <a:off x="5590233" y="27075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2"/>
            <p:cNvSpPr/>
            <p:nvPr/>
          </p:nvSpPr>
          <p:spPr>
            <a:xfrm>
              <a:off x="5577169" y="24822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3"/>
            <p:cNvSpPr/>
            <p:nvPr/>
          </p:nvSpPr>
          <p:spPr>
            <a:xfrm>
              <a:off x="5633715" y="27265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4"/>
            <p:cNvSpPr/>
            <p:nvPr/>
          </p:nvSpPr>
          <p:spPr>
            <a:xfrm>
              <a:off x="5595292" y="223358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5"/>
            <p:cNvSpPr/>
            <p:nvPr/>
          </p:nvSpPr>
          <p:spPr>
            <a:xfrm>
              <a:off x="5475327" y="22901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6"/>
            <p:cNvSpPr/>
            <p:nvPr/>
          </p:nvSpPr>
          <p:spPr>
            <a:xfrm>
              <a:off x="5494256" y="26173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7"/>
            <p:cNvSpPr/>
            <p:nvPr/>
          </p:nvSpPr>
          <p:spPr>
            <a:xfrm>
              <a:off x="5590977" y="24616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8"/>
            <p:cNvSpPr/>
            <p:nvPr/>
          </p:nvSpPr>
          <p:spPr>
            <a:xfrm>
              <a:off x="5552221" y="23207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79"/>
            <p:cNvSpPr/>
            <p:nvPr/>
          </p:nvSpPr>
          <p:spPr>
            <a:xfrm>
              <a:off x="5606494" y="21603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0"/>
            <p:cNvSpPr/>
            <p:nvPr/>
          </p:nvSpPr>
          <p:spPr>
            <a:xfrm>
              <a:off x="5417880" y="23512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1"/>
            <p:cNvSpPr/>
            <p:nvPr/>
          </p:nvSpPr>
          <p:spPr>
            <a:xfrm>
              <a:off x="5633408" y="25133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2"/>
            <p:cNvSpPr/>
            <p:nvPr/>
          </p:nvSpPr>
          <p:spPr>
            <a:xfrm>
              <a:off x="5554415" y="17210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3"/>
            <p:cNvSpPr/>
            <p:nvPr/>
          </p:nvSpPr>
          <p:spPr>
            <a:xfrm>
              <a:off x="5483593" y="20092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4"/>
            <p:cNvSpPr/>
            <p:nvPr/>
          </p:nvSpPr>
          <p:spPr>
            <a:xfrm>
              <a:off x="5626456" y="22533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5"/>
            <p:cNvSpPr/>
            <p:nvPr/>
          </p:nvSpPr>
          <p:spPr>
            <a:xfrm>
              <a:off x="5437532" y="20421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6"/>
            <p:cNvSpPr/>
            <p:nvPr/>
          </p:nvSpPr>
          <p:spPr>
            <a:xfrm>
              <a:off x="5561451" y="24151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7"/>
            <p:cNvSpPr/>
            <p:nvPr/>
          </p:nvSpPr>
          <p:spPr>
            <a:xfrm>
              <a:off x="5709523" y="19719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8"/>
            <p:cNvSpPr/>
            <p:nvPr/>
          </p:nvSpPr>
          <p:spPr>
            <a:xfrm>
              <a:off x="5994841" y="18437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89"/>
            <p:cNvSpPr/>
            <p:nvPr/>
          </p:nvSpPr>
          <p:spPr>
            <a:xfrm>
              <a:off x="5730528" y="21413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0"/>
            <p:cNvSpPr/>
            <p:nvPr/>
          </p:nvSpPr>
          <p:spPr>
            <a:xfrm>
              <a:off x="5821042" y="18543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1"/>
            <p:cNvSpPr/>
            <p:nvPr/>
          </p:nvSpPr>
          <p:spPr>
            <a:xfrm>
              <a:off x="5438516" y="24793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2"/>
            <p:cNvSpPr/>
            <p:nvPr/>
          </p:nvSpPr>
          <p:spPr>
            <a:xfrm>
              <a:off x="5564400" y="22597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3"/>
            <p:cNvSpPr/>
            <p:nvPr/>
          </p:nvSpPr>
          <p:spPr>
            <a:xfrm>
              <a:off x="5682113" y="22719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4"/>
            <p:cNvSpPr/>
            <p:nvPr/>
          </p:nvSpPr>
          <p:spPr>
            <a:xfrm>
              <a:off x="5708904" y="21599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5"/>
            <p:cNvSpPr/>
            <p:nvPr/>
          </p:nvSpPr>
          <p:spPr>
            <a:xfrm>
              <a:off x="5493318" y="19626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6"/>
            <p:cNvSpPr/>
            <p:nvPr/>
          </p:nvSpPr>
          <p:spPr>
            <a:xfrm>
              <a:off x="5368161" y="23923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7"/>
            <p:cNvSpPr/>
            <p:nvPr/>
          </p:nvSpPr>
          <p:spPr>
            <a:xfrm>
              <a:off x="5439498" y="21587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8"/>
            <p:cNvSpPr/>
            <p:nvPr/>
          </p:nvSpPr>
          <p:spPr>
            <a:xfrm>
              <a:off x="5381331" y="19365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799"/>
            <p:cNvSpPr/>
            <p:nvPr/>
          </p:nvSpPr>
          <p:spPr>
            <a:xfrm>
              <a:off x="5546872" y="23418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0"/>
            <p:cNvSpPr/>
            <p:nvPr/>
          </p:nvSpPr>
          <p:spPr>
            <a:xfrm>
              <a:off x="5645886" y="20959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1"/>
            <p:cNvSpPr/>
            <p:nvPr/>
          </p:nvSpPr>
          <p:spPr>
            <a:xfrm>
              <a:off x="5486086" y="18714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2"/>
            <p:cNvSpPr/>
            <p:nvPr/>
          </p:nvSpPr>
          <p:spPr>
            <a:xfrm>
              <a:off x="5304377" y="21241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3"/>
            <p:cNvSpPr/>
            <p:nvPr/>
          </p:nvSpPr>
          <p:spPr>
            <a:xfrm>
              <a:off x="5558991" y="24052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4"/>
            <p:cNvSpPr/>
            <p:nvPr/>
          </p:nvSpPr>
          <p:spPr>
            <a:xfrm>
              <a:off x="5567551" y="20384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5"/>
            <p:cNvSpPr/>
            <p:nvPr/>
          </p:nvSpPr>
          <p:spPr>
            <a:xfrm>
              <a:off x="5528602" y="23804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6"/>
            <p:cNvSpPr/>
            <p:nvPr/>
          </p:nvSpPr>
          <p:spPr>
            <a:xfrm>
              <a:off x="5714148" y="24896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7"/>
            <p:cNvSpPr/>
            <p:nvPr/>
          </p:nvSpPr>
          <p:spPr>
            <a:xfrm>
              <a:off x="5647448" y="23693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8"/>
            <p:cNvSpPr/>
            <p:nvPr/>
          </p:nvSpPr>
          <p:spPr>
            <a:xfrm>
              <a:off x="5755433" y="29030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09"/>
            <p:cNvSpPr/>
            <p:nvPr/>
          </p:nvSpPr>
          <p:spPr>
            <a:xfrm>
              <a:off x="5692786" y="32097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0"/>
            <p:cNvSpPr/>
            <p:nvPr/>
          </p:nvSpPr>
          <p:spPr>
            <a:xfrm>
              <a:off x="5669558" y="24052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1"/>
            <p:cNvSpPr/>
            <p:nvPr/>
          </p:nvSpPr>
          <p:spPr>
            <a:xfrm>
              <a:off x="5739330" y="29239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2"/>
            <p:cNvSpPr/>
            <p:nvPr/>
          </p:nvSpPr>
          <p:spPr>
            <a:xfrm>
              <a:off x="5662526" y="24054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3"/>
            <p:cNvSpPr/>
            <p:nvPr/>
          </p:nvSpPr>
          <p:spPr>
            <a:xfrm>
              <a:off x="5465809" y="26480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4"/>
            <p:cNvSpPr/>
            <p:nvPr/>
          </p:nvSpPr>
          <p:spPr>
            <a:xfrm>
              <a:off x="5602244" y="24589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5"/>
            <p:cNvSpPr/>
            <p:nvPr/>
          </p:nvSpPr>
          <p:spPr>
            <a:xfrm>
              <a:off x="5558015" y="21722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6"/>
            <p:cNvSpPr/>
            <p:nvPr/>
          </p:nvSpPr>
          <p:spPr>
            <a:xfrm>
              <a:off x="5571031" y="26846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7"/>
            <p:cNvSpPr/>
            <p:nvPr/>
          </p:nvSpPr>
          <p:spPr>
            <a:xfrm>
              <a:off x="5530759" y="25762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8"/>
            <p:cNvSpPr/>
            <p:nvPr/>
          </p:nvSpPr>
          <p:spPr>
            <a:xfrm>
              <a:off x="5418879" y="21124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19"/>
            <p:cNvSpPr/>
            <p:nvPr/>
          </p:nvSpPr>
          <p:spPr>
            <a:xfrm>
              <a:off x="5552793" y="20902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0"/>
            <p:cNvSpPr/>
            <p:nvPr/>
          </p:nvSpPr>
          <p:spPr>
            <a:xfrm>
              <a:off x="5623282" y="21020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1"/>
            <p:cNvSpPr/>
            <p:nvPr/>
          </p:nvSpPr>
          <p:spPr>
            <a:xfrm>
              <a:off x="5580080" y="27785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2"/>
            <p:cNvSpPr/>
            <p:nvPr/>
          </p:nvSpPr>
          <p:spPr>
            <a:xfrm>
              <a:off x="5724836" y="27889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3"/>
            <p:cNvSpPr/>
            <p:nvPr/>
          </p:nvSpPr>
          <p:spPr>
            <a:xfrm>
              <a:off x="5641114" y="26481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4"/>
            <p:cNvSpPr/>
            <p:nvPr/>
          </p:nvSpPr>
          <p:spPr>
            <a:xfrm>
              <a:off x="5563202" y="25854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5"/>
            <p:cNvSpPr/>
            <p:nvPr/>
          </p:nvSpPr>
          <p:spPr>
            <a:xfrm>
              <a:off x="5423850" y="25713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6"/>
            <p:cNvSpPr/>
            <p:nvPr/>
          </p:nvSpPr>
          <p:spPr>
            <a:xfrm>
              <a:off x="5381268" y="26399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7"/>
            <p:cNvSpPr/>
            <p:nvPr/>
          </p:nvSpPr>
          <p:spPr>
            <a:xfrm>
              <a:off x="5596661" y="25225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8"/>
            <p:cNvSpPr/>
            <p:nvPr/>
          </p:nvSpPr>
          <p:spPr>
            <a:xfrm>
              <a:off x="5301604" y="26408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29"/>
            <p:cNvSpPr/>
            <p:nvPr/>
          </p:nvSpPr>
          <p:spPr>
            <a:xfrm>
              <a:off x="5525532" y="26027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0"/>
            <p:cNvSpPr/>
            <p:nvPr/>
          </p:nvSpPr>
          <p:spPr>
            <a:xfrm>
              <a:off x="5676851" y="32688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1"/>
            <p:cNvSpPr/>
            <p:nvPr/>
          </p:nvSpPr>
          <p:spPr>
            <a:xfrm>
              <a:off x="5696695" y="23309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2"/>
            <p:cNvSpPr/>
            <p:nvPr/>
          </p:nvSpPr>
          <p:spPr>
            <a:xfrm>
              <a:off x="5548709" y="29433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3"/>
            <p:cNvSpPr/>
            <p:nvPr/>
          </p:nvSpPr>
          <p:spPr>
            <a:xfrm>
              <a:off x="6027633" y="172305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4"/>
            <p:cNvSpPr/>
            <p:nvPr/>
          </p:nvSpPr>
          <p:spPr>
            <a:xfrm>
              <a:off x="5395004" y="23464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5"/>
            <p:cNvSpPr/>
            <p:nvPr/>
          </p:nvSpPr>
          <p:spPr>
            <a:xfrm>
              <a:off x="5470024" y="24734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6"/>
            <p:cNvSpPr/>
            <p:nvPr/>
          </p:nvSpPr>
          <p:spPr>
            <a:xfrm>
              <a:off x="5651171" y="25478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7"/>
            <p:cNvSpPr/>
            <p:nvPr/>
          </p:nvSpPr>
          <p:spPr>
            <a:xfrm>
              <a:off x="5735610" y="27402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8"/>
            <p:cNvSpPr/>
            <p:nvPr/>
          </p:nvSpPr>
          <p:spPr>
            <a:xfrm>
              <a:off x="5446086" y="25822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39"/>
            <p:cNvSpPr/>
            <p:nvPr/>
          </p:nvSpPr>
          <p:spPr>
            <a:xfrm>
              <a:off x="5390004" y="24894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0"/>
            <p:cNvSpPr/>
            <p:nvPr/>
          </p:nvSpPr>
          <p:spPr>
            <a:xfrm>
              <a:off x="5620654" y="25677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1"/>
            <p:cNvSpPr/>
            <p:nvPr/>
          </p:nvSpPr>
          <p:spPr>
            <a:xfrm>
              <a:off x="5625168" y="23650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2"/>
            <p:cNvSpPr/>
            <p:nvPr/>
          </p:nvSpPr>
          <p:spPr>
            <a:xfrm>
              <a:off x="5549656" y="19037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3"/>
            <p:cNvSpPr/>
            <p:nvPr/>
          </p:nvSpPr>
          <p:spPr>
            <a:xfrm>
              <a:off x="5311218" y="28497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4"/>
            <p:cNvSpPr/>
            <p:nvPr/>
          </p:nvSpPr>
          <p:spPr>
            <a:xfrm>
              <a:off x="5406574" y="23790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5"/>
            <p:cNvSpPr/>
            <p:nvPr/>
          </p:nvSpPr>
          <p:spPr>
            <a:xfrm>
              <a:off x="5609119" y="210272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6"/>
            <p:cNvSpPr/>
            <p:nvPr/>
          </p:nvSpPr>
          <p:spPr>
            <a:xfrm>
              <a:off x="5693220" y="26981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7"/>
            <p:cNvSpPr/>
            <p:nvPr/>
          </p:nvSpPr>
          <p:spPr>
            <a:xfrm>
              <a:off x="5408320" y="23174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8"/>
            <p:cNvSpPr/>
            <p:nvPr/>
          </p:nvSpPr>
          <p:spPr>
            <a:xfrm>
              <a:off x="5509666" y="27657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49"/>
            <p:cNvSpPr/>
            <p:nvPr/>
          </p:nvSpPr>
          <p:spPr>
            <a:xfrm>
              <a:off x="5536626" y="20537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0"/>
            <p:cNvSpPr/>
            <p:nvPr/>
          </p:nvSpPr>
          <p:spPr>
            <a:xfrm>
              <a:off x="5696960" y="31716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1"/>
            <p:cNvSpPr/>
            <p:nvPr/>
          </p:nvSpPr>
          <p:spPr>
            <a:xfrm>
              <a:off x="5688224" y="30375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2"/>
            <p:cNvSpPr/>
            <p:nvPr/>
          </p:nvSpPr>
          <p:spPr>
            <a:xfrm>
              <a:off x="5633091" y="27962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3"/>
            <p:cNvSpPr/>
            <p:nvPr/>
          </p:nvSpPr>
          <p:spPr>
            <a:xfrm>
              <a:off x="5642919" y="24575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4"/>
            <p:cNvSpPr/>
            <p:nvPr/>
          </p:nvSpPr>
          <p:spPr>
            <a:xfrm>
              <a:off x="5870455" y="28812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5"/>
            <p:cNvSpPr/>
            <p:nvPr/>
          </p:nvSpPr>
          <p:spPr>
            <a:xfrm>
              <a:off x="5764482" y="27185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6"/>
            <p:cNvSpPr/>
            <p:nvPr/>
          </p:nvSpPr>
          <p:spPr>
            <a:xfrm>
              <a:off x="5670889" y="27451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7"/>
            <p:cNvSpPr/>
            <p:nvPr/>
          </p:nvSpPr>
          <p:spPr>
            <a:xfrm>
              <a:off x="5471596" y="25667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8"/>
            <p:cNvSpPr/>
            <p:nvPr/>
          </p:nvSpPr>
          <p:spPr>
            <a:xfrm>
              <a:off x="5424182" y="25782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59"/>
            <p:cNvSpPr/>
            <p:nvPr/>
          </p:nvSpPr>
          <p:spPr>
            <a:xfrm>
              <a:off x="5579084" y="20769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0"/>
            <p:cNvSpPr/>
            <p:nvPr/>
          </p:nvSpPr>
          <p:spPr>
            <a:xfrm>
              <a:off x="5424921" y="21978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1"/>
            <p:cNvSpPr/>
            <p:nvPr/>
          </p:nvSpPr>
          <p:spPr>
            <a:xfrm>
              <a:off x="5655421" y="19846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2"/>
            <p:cNvSpPr/>
            <p:nvPr/>
          </p:nvSpPr>
          <p:spPr>
            <a:xfrm>
              <a:off x="5635123" y="19985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3"/>
            <p:cNvSpPr/>
            <p:nvPr/>
          </p:nvSpPr>
          <p:spPr>
            <a:xfrm>
              <a:off x="5419264" y="22996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4"/>
            <p:cNvSpPr/>
            <p:nvPr/>
          </p:nvSpPr>
          <p:spPr>
            <a:xfrm>
              <a:off x="5587487" y="26844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5"/>
            <p:cNvSpPr/>
            <p:nvPr/>
          </p:nvSpPr>
          <p:spPr>
            <a:xfrm>
              <a:off x="5528346" y="23134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6"/>
            <p:cNvSpPr/>
            <p:nvPr/>
          </p:nvSpPr>
          <p:spPr>
            <a:xfrm>
              <a:off x="5531791" y="24920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7"/>
            <p:cNvSpPr/>
            <p:nvPr/>
          </p:nvSpPr>
          <p:spPr>
            <a:xfrm>
              <a:off x="5483618" y="28549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8"/>
            <p:cNvSpPr/>
            <p:nvPr/>
          </p:nvSpPr>
          <p:spPr>
            <a:xfrm>
              <a:off x="5532820" y="20334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69"/>
            <p:cNvSpPr/>
            <p:nvPr/>
          </p:nvSpPr>
          <p:spPr>
            <a:xfrm>
              <a:off x="5479372" y="20647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0"/>
            <p:cNvSpPr/>
            <p:nvPr/>
          </p:nvSpPr>
          <p:spPr>
            <a:xfrm>
              <a:off x="5388759" y="24474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1"/>
            <p:cNvSpPr/>
            <p:nvPr/>
          </p:nvSpPr>
          <p:spPr>
            <a:xfrm>
              <a:off x="5491101" y="21385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2"/>
            <p:cNvSpPr/>
            <p:nvPr/>
          </p:nvSpPr>
          <p:spPr>
            <a:xfrm>
              <a:off x="5585281" y="24872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3"/>
            <p:cNvSpPr/>
            <p:nvPr/>
          </p:nvSpPr>
          <p:spPr>
            <a:xfrm>
              <a:off x="5458181" y="27574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4"/>
            <p:cNvSpPr/>
            <p:nvPr/>
          </p:nvSpPr>
          <p:spPr>
            <a:xfrm>
              <a:off x="5462038" y="21327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5"/>
            <p:cNvSpPr/>
            <p:nvPr/>
          </p:nvSpPr>
          <p:spPr>
            <a:xfrm>
              <a:off x="5472427" y="21648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6"/>
            <p:cNvSpPr/>
            <p:nvPr/>
          </p:nvSpPr>
          <p:spPr>
            <a:xfrm>
              <a:off x="5401880" y="22021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7"/>
            <p:cNvSpPr/>
            <p:nvPr/>
          </p:nvSpPr>
          <p:spPr>
            <a:xfrm>
              <a:off x="5723204" y="16731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8"/>
            <p:cNvSpPr/>
            <p:nvPr/>
          </p:nvSpPr>
          <p:spPr>
            <a:xfrm>
              <a:off x="5503903" y="23994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79"/>
            <p:cNvSpPr/>
            <p:nvPr/>
          </p:nvSpPr>
          <p:spPr>
            <a:xfrm>
              <a:off x="5498204" y="24360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0"/>
            <p:cNvSpPr/>
            <p:nvPr/>
          </p:nvSpPr>
          <p:spPr>
            <a:xfrm>
              <a:off x="5694505" y="26654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1"/>
            <p:cNvSpPr/>
            <p:nvPr/>
          </p:nvSpPr>
          <p:spPr>
            <a:xfrm>
              <a:off x="5559966" y="27742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2"/>
            <p:cNvSpPr/>
            <p:nvPr/>
          </p:nvSpPr>
          <p:spPr>
            <a:xfrm>
              <a:off x="5600855" y="26177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3"/>
            <p:cNvSpPr/>
            <p:nvPr/>
          </p:nvSpPr>
          <p:spPr>
            <a:xfrm>
              <a:off x="5568596" y="21588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4"/>
            <p:cNvSpPr/>
            <p:nvPr/>
          </p:nvSpPr>
          <p:spPr>
            <a:xfrm>
              <a:off x="5839609" y="23605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5"/>
            <p:cNvSpPr/>
            <p:nvPr/>
          </p:nvSpPr>
          <p:spPr>
            <a:xfrm>
              <a:off x="5850139" y="21752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6"/>
            <p:cNvSpPr/>
            <p:nvPr/>
          </p:nvSpPr>
          <p:spPr>
            <a:xfrm>
              <a:off x="5442384" y="27108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7"/>
            <p:cNvSpPr/>
            <p:nvPr/>
          </p:nvSpPr>
          <p:spPr>
            <a:xfrm>
              <a:off x="5730270" y="186417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8"/>
            <p:cNvSpPr/>
            <p:nvPr/>
          </p:nvSpPr>
          <p:spPr>
            <a:xfrm>
              <a:off x="5512903" y="20706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89"/>
            <p:cNvSpPr/>
            <p:nvPr/>
          </p:nvSpPr>
          <p:spPr>
            <a:xfrm>
              <a:off x="5426047" y="19654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0"/>
            <p:cNvSpPr/>
            <p:nvPr/>
          </p:nvSpPr>
          <p:spPr>
            <a:xfrm>
              <a:off x="5368361" y="21337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1"/>
            <p:cNvSpPr/>
            <p:nvPr/>
          </p:nvSpPr>
          <p:spPr>
            <a:xfrm>
              <a:off x="5440854" y="22869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2"/>
            <p:cNvSpPr/>
            <p:nvPr/>
          </p:nvSpPr>
          <p:spPr>
            <a:xfrm>
              <a:off x="5414971" y="22595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3"/>
            <p:cNvSpPr/>
            <p:nvPr/>
          </p:nvSpPr>
          <p:spPr>
            <a:xfrm>
              <a:off x="5349680" y="21843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4"/>
            <p:cNvSpPr/>
            <p:nvPr/>
          </p:nvSpPr>
          <p:spPr>
            <a:xfrm>
              <a:off x="5443219" y="26510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5"/>
            <p:cNvSpPr/>
            <p:nvPr/>
          </p:nvSpPr>
          <p:spPr>
            <a:xfrm>
              <a:off x="5566182" y="24603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6"/>
            <p:cNvSpPr/>
            <p:nvPr/>
          </p:nvSpPr>
          <p:spPr>
            <a:xfrm>
              <a:off x="5416092" y="26614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7"/>
            <p:cNvSpPr/>
            <p:nvPr/>
          </p:nvSpPr>
          <p:spPr>
            <a:xfrm>
              <a:off x="5511907" y="21805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8"/>
            <p:cNvSpPr/>
            <p:nvPr/>
          </p:nvSpPr>
          <p:spPr>
            <a:xfrm>
              <a:off x="5424775" y="27501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899"/>
            <p:cNvSpPr/>
            <p:nvPr/>
          </p:nvSpPr>
          <p:spPr>
            <a:xfrm>
              <a:off x="5493896" y="18749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0"/>
            <p:cNvSpPr/>
            <p:nvPr/>
          </p:nvSpPr>
          <p:spPr>
            <a:xfrm>
              <a:off x="5435092" y="22550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1"/>
            <p:cNvSpPr/>
            <p:nvPr/>
          </p:nvSpPr>
          <p:spPr>
            <a:xfrm>
              <a:off x="5507911" y="21496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2"/>
            <p:cNvSpPr/>
            <p:nvPr/>
          </p:nvSpPr>
          <p:spPr>
            <a:xfrm>
              <a:off x="5500678" y="24245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3"/>
            <p:cNvSpPr/>
            <p:nvPr/>
          </p:nvSpPr>
          <p:spPr>
            <a:xfrm>
              <a:off x="5586231" y="26308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4"/>
            <p:cNvSpPr/>
            <p:nvPr/>
          </p:nvSpPr>
          <p:spPr>
            <a:xfrm>
              <a:off x="5608121" y="196891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5"/>
            <p:cNvSpPr/>
            <p:nvPr/>
          </p:nvSpPr>
          <p:spPr>
            <a:xfrm>
              <a:off x="5434558" y="227055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6"/>
            <p:cNvSpPr/>
            <p:nvPr/>
          </p:nvSpPr>
          <p:spPr>
            <a:xfrm>
              <a:off x="5530383" y="28181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7"/>
            <p:cNvSpPr/>
            <p:nvPr/>
          </p:nvSpPr>
          <p:spPr>
            <a:xfrm>
              <a:off x="5427418" y="20492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8"/>
            <p:cNvSpPr/>
            <p:nvPr/>
          </p:nvSpPr>
          <p:spPr>
            <a:xfrm>
              <a:off x="5395445" y="23826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09"/>
            <p:cNvSpPr/>
            <p:nvPr/>
          </p:nvSpPr>
          <p:spPr>
            <a:xfrm>
              <a:off x="5435496" y="184964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0"/>
            <p:cNvSpPr/>
            <p:nvPr/>
          </p:nvSpPr>
          <p:spPr>
            <a:xfrm>
              <a:off x="5569768" y="22765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1"/>
            <p:cNvSpPr/>
            <p:nvPr/>
          </p:nvSpPr>
          <p:spPr>
            <a:xfrm>
              <a:off x="5549700" y="22567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2"/>
            <p:cNvSpPr/>
            <p:nvPr/>
          </p:nvSpPr>
          <p:spPr>
            <a:xfrm>
              <a:off x="5613407" y="25782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3"/>
            <p:cNvSpPr/>
            <p:nvPr/>
          </p:nvSpPr>
          <p:spPr>
            <a:xfrm>
              <a:off x="5433149" y="26827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4"/>
            <p:cNvSpPr/>
            <p:nvPr/>
          </p:nvSpPr>
          <p:spPr>
            <a:xfrm>
              <a:off x="5523802" y="25219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5"/>
            <p:cNvSpPr/>
            <p:nvPr/>
          </p:nvSpPr>
          <p:spPr>
            <a:xfrm>
              <a:off x="5860864" y="162543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6"/>
            <p:cNvSpPr/>
            <p:nvPr/>
          </p:nvSpPr>
          <p:spPr>
            <a:xfrm>
              <a:off x="5372659" y="23446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7"/>
            <p:cNvSpPr/>
            <p:nvPr/>
          </p:nvSpPr>
          <p:spPr>
            <a:xfrm>
              <a:off x="5461738" y="25311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8"/>
            <p:cNvSpPr/>
            <p:nvPr/>
          </p:nvSpPr>
          <p:spPr>
            <a:xfrm>
              <a:off x="5588508" y="17918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19"/>
            <p:cNvSpPr/>
            <p:nvPr/>
          </p:nvSpPr>
          <p:spPr>
            <a:xfrm>
              <a:off x="5557747" y="24861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0"/>
            <p:cNvSpPr/>
            <p:nvPr/>
          </p:nvSpPr>
          <p:spPr>
            <a:xfrm>
              <a:off x="5497985" y="22424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1"/>
            <p:cNvSpPr/>
            <p:nvPr/>
          </p:nvSpPr>
          <p:spPr>
            <a:xfrm>
              <a:off x="5512349" y="24621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2"/>
            <p:cNvSpPr/>
            <p:nvPr/>
          </p:nvSpPr>
          <p:spPr>
            <a:xfrm>
              <a:off x="5682465" y="24169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3"/>
            <p:cNvSpPr/>
            <p:nvPr/>
          </p:nvSpPr>
          <p:spPr>
            <a:xfrm>
              <a:off x="5792783" y="22553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4"/>
            <p:cNvSpPr/>
            <p:nvPr/>
          </p:nvSpPr>
          <p:spPr>
            <a:xfrm>
              <a:off x="5511256" y="20779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5"/>
            <p:cNvSpPr/>
            <p:nvPr/>
          </p:nvSpPr>
          <p:spPr>
            <a:xfrm>
              <a:off x="5652727" y="20638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6"/>
            <p:cNvSpPr/>
            <p:nvPr/>
          </p:nvSpPr>
          <p:spPr>
            <a:xfrm>
              <a:off x="5690966" y="22730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7"/>
            <p:cNvSpPr/>
            <p:nvPr/>
          </p:nvSpPr>
          <p:spPr>
            <a:xfrm>
              <a:off x="5652836" y="21439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8"/>
            <p:cNvSpPr/>
            <p:nvPr/>
          </p:nvSpPr>
          <p:spPr>
            <a:xfrm>
              <a:off x="5738503" y="208336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29"/>
            <p:cNvSpPr/>
            <p:nvPr/>
          </p:nvSpPr>
          <p:spPr>
            <a:xfrm>
              <a:off x="5800222" y="25851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0"/>
            <p:cNvSpPr/>
            <p:nvPr/>
          </p:nvSpPr>
          <p:spPr>
            <a:xfrm>
              <a:off x="5679106" y="21656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1"/>
            <p:cNvSpPr/>
            <p:nvPr/>
          </p:nvSpPr>
          <p:spPr>
            <a:xfrm>
              <a:off x="5592009" y="1614773"/>
              <a:ext cx="276068" cy="779262"/>
            </a:xfrm>
            <a:custGeom>
              <a:avLst/>
              <a:pathLst>
                <a:path w="276068" h="779262">
                  <a:moveTo>
                    <a:pt x="0" y="779262"/>
                  </a:moveTo>
                  <a:lnTo>
                    <a:pt x="27606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2"/>
            <p:cNvSpPr/>
            <p:nvPr/>
          </p:nvSpPr>
          <p:spPr>
            <a:xfrm>
              <a:off x="5813322" y="1614773"/>
              <a:ext cx="67866" cy="70796"/>
            </a:xfrm>
            <a:custGeom>
              <a:avLst/>
              <a:pathLst>
                <a:path w="67866" h="70796">
                  <a:moveTo>
                    <a:pt x="67866" y="70796"/>
                  </a:moveTo>
                  <a:lnTo>
                    <a:pt x="54755" y="0"/>
                  </a:lnTo>
                  <a:lnTo>
                    <a:pt x="0" y="4675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3"/>
            <p:cNvSpPr/>
            <p:nvPr/>
          </p:nvSpPr>
          <p:spPr>
            <a:xfrm>
              <a:off x="5592009" y="2394036"/>
              <a:ext cx="85365" cy="938719"/>
            </a:xfrm>
            <a:custGeom>
              <a:avLst/>
              <a:pathLst>
                <a:path w="85365" h="938719">
                  <a:moveTo>
                    <a:pt x="0" y="0"/>
                  </a:moveTo>
                  <a:lnTo>
                    <a:pt x="85365" y="938719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4"/>
            <p:cNvSpPr/>
            <p:nvPr/>
          </p:nvSpPr>
          <p:spPr>
            <a:xfrm>
              <a:off x="5635875" y="3267398"/>
              <a:ext cx="71704" cy="65357"/>
            </a:xfrm>
            <a:custGeom>
              <a:avLst/>
              <a:pathLst>
                <a:path w="71704" h="65357">
                  <a:moveTo>
                    <a:pt x="0" y="6520"/>
                  </a:moveTo>
                  <a:lnTo>
                    <a:pt x="41499" y="65357"/>
                  </a:lnTo>
                  <a:lnTo>
                    <a:pt x="71704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5"/>
            <p:cNvSpPr/>
            <p:nvPr/>
          </p:nvSpPr>
          <p:spPr>
            <a:xfrm>
              <a:off x="5141525" y="2090718"/>
              <a:ext cx="450483" cy="303317"/>
            </a:xfrm>
            <a:custGeom>
              <a:avLst/>
              <a:pathLst>
                <a:path w="450483" h="303317">
                  <a:moveTo>
                    <a:pt x="450483" y="303317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6"/>
            <p:cNvSpPr/>
            <p:nvPr/>
          </p:nvSpPr>
          <p:spPr>
            <a:xfrm>
              <a:off x="5141525" y="2090718"/>
              <a:ext cx="71828" cy="64687"/>
            </a:xfrm>
            <a:custGeom>
              <a:avLst/>
              <a:pathLst>
                <a:path w="71828" h="64687">
                  <a:moveTo>
                    <a:pt x="71828" y="4963"/>
                  </a:moveTo>
                  <a:lnTo>
                    <a:pt x="0" y="0"/>
                  </a:lnTo>
                  <a:lnTo>
                    <a:pt x="31615" y="64687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7"/>
            <p:cNvSpPr/>
            <p:nvPr/>
          </p:nvSpPr>
          <p:spPr>
            <a:xfrm>
              <a:off x="5592009" y="2017912"/>
              <a:ext cx="437398" cy="376124"/>
            </a:xfrm>
            <a:custGeom>
              <a:avLst/>
              <a:pathLst>
                <a:path w="437398" h="376124">
                  <a:moveTo>
                    <a:pt x="0" y="376124"/>
                  </a:moveTo>
                  <a:lnTo>
                    <a:pt x="43739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8"/>
            <p:cNvSpPr/>
            <p:nvPr/>
          </p:nvSpPr>
          <p:spPr>
            <a:xfrm>
              <a:off x="5958658" y="2017912"/>
              <a:ext cx="70749" cy="67950"/>
            </a:xfrm>
            <a:custGeom>
              <a:avLst/>
              <a:pathLst>
                <a:path w="70749" h="67950">
                  <a:moveTo>
                    <a:pt x="46944" y="67950"/>
                  </a:moveTo>
                  <a:lnTo>
                    <a:pt x="70749" y="0"/>
                  </a:lnTo>
                  <a:lnTo>
                    <a:pt x="0" y="13358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tx4939"/>
            <p:cNvSpPr/>
            <p:nvPr/>
          </p:nvSpPr>
          <p:spPr>
            <a:xfrm>
              <a:off x="5759374" y="1499070"/>
              <a:ext cx="28108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4941" name="tx4940"/>
            <p:cNvSpPr/>
            <p:nvPr/>
          </p:nvSpPr>
          <p:spPr>
            <a:xfrm>
              <a:off x="5604881" y="3344766"/>
              <a:ext cx="20866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4942" name="tx4941"/>
            <p:cNvSpPr/>
            <p:nvPr/>
          </p:nvSpPr>
          <p:spPr>
            <a:xfrm>
              <a:off x="4961231" y="1975015"/>
              <a:ext cx="29690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4943" name="tx4942"/>
            <p:cNvSpPr/>
            <p:nvPr/>
          </p:nvSpPr>
          <p:spPr>
            <a:xfrm>
              <a:off x="5912704" y="1902208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4944" name="rc4943"/>
            <p:cNvSpPr/>
            <p:nvPr/>
          </p:nvSpPr>
          <p:spPr>
            <a:xfrm>
              <a:off x="4319422" y="1166855"/>
              <a:ext cx="2613757" cy="246056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45" name="pl4944"/>
            <p:cNvSpPr/>
            <p:nvPr/>
          </p:nvSpPr>
          <p:spPr>
            <a:xfrm>
              <a:off x="4319422" y="1166855"/>
              <a:ext cx="0" cy="2460564"/>
            </a:xfrm>
            <a:custGeom>
              <a:avLst/>
              <a:pathLst>
                <a:path w="0" h="2460564">
                  <a:moveTo>
                    <a:pt x="0" y="2460564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tx4945"/>
            <p:cNvSpPr/>
            <p:nvPr/>
          </p:nvSpPr>
          <p:spPr>
            <a:xfrm rot="-5400000">
              <a:off x="4175322" y="2996167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4947" name="tx4946"/>
            <p:cNvSpPr/>
            <p:nvPr/>
          </p:nvSpPr>
          <p:spPr>
            <a:xfrm rot="-5400000">
              <a:off x="4192238" y="235759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48" name="tx4947"/>
            <p:cNvSpPr/>
            <p:nvPr/>
          </p:nvSpPr>
          <p:spPr>
            <a:xfrm rot="-5400000">
              <a:off x="4192238" y="171902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49" name="pl4948"/>
            <p:cNvSpPr/>
            <p:nvPr/>
          </p:nvSpPr>
          <p:spPr>
            <a:xfrm>
              <a:off x="4290954" y="303260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49"/>
            <p:cNvSpPr/>
            <p:nvPr/>
          </p:nvSpPr>
          <p:spPr>
            <a:xfrm>
              <a:off x="4290954" y="23940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0"/>
            <p:cNvSpPr/>
            <p:nvPr/>
          </p:nvSpPr>
          <p:spPr>
            <a:xfrm>
              <a:off x="4290954" y="17554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1"/>
            <p:cNvSpPr/>
            <p:nvPr/>
          </p:nvSpPr>
          <p:spPr>
            <a:xfrm>
              <a:off x="4319422" y="3627419"/>
              <a:ext cx="2613757" cy="0"/>
            </a:xfrm>
            <a:custGeom>
              <a:avLst/>
              <a:pathLst>
                <a:path w="2613757" h="0">
                  <a:moveTo>
                    <a:pt x="0" y="0"/>
                  </a:moveTo>
                  <a:lnTo>
                    <a:pt x="2613757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2"/>
            <p:cNvSpPr/>
            <p:nvPr/>
          </p:nvSpPr>
          <p:spPr>
            <a:xfrm>
              <a:off x="4955201" y="362741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3"/>
            <p:cNvSpPr/>
            <p:nvPr/>
          </p:nvSpPr>
          <p:spPr>
            <a:xfrm>
              <a:off x="5592009" y="362741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4"/>
            <p:cNvSpPr/>
            <p:nvPr/>
          </p:nvSpPr>
          <p:spPr>
            <a:xfrm>
              <a:off x="6228816" y="362741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5"/>
            <p:cNvSpPr/>
            <p:nvPr/>
          </p:nvSpPr>
          <p:spPr>
            <a:xfrm>
              <a:off x="6865623" y="362741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tx4956"/>
            <p:cNvSpPr/>
            <p:nvPr/>
          </p:nvSpPr>
          <p:spPr>
            <a:xfrm>
              <a:off x="4910030" y="3678662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-4</a:t>
              </a:r>
            </a:p>
          </p:txBody>
        </p:sp>
        <p:sp>
          <p:nvSpPr>
            <p:cNvPr id="4958" name="tx4957"/>
            <p:cNvSpPr/>
            <p:nvPr/>
          </p:nvSpPr>
          <p:spPr>
            <a:xfrm>
              <a:off x="5563754" y="36786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59" name="tx4958"/>
            <p:cNvSpPr/>
            <p:nvPr/>
          </p:nvSpPr>
          <p:spPr>
            <a:xfrm>
              <a:off x="6200561" y="36786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60" name="tx4959"/>
            <p:cNvSpPr/>
            <p:nvPr/>
          </p:nvSpPr>
          <p:spPr>
            <a:xfrm>
              <a:off x="6837368" y="36786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961" name="tx4960"/>
            <p:cNvSpPr/>
            <p:nvPr/>
          </p:nvSpPr>
          <p:spPr>
            <a:xfrm>
              <a:off x="5262826" y="3836299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(52.4%)</a:t>
              </a:r>
            </a:p>
          </p:txBody>
        </p:sp>
        <p:sp>
          <p:nvSpPr>
            <p:cNvPr id="4962" name="tx4961"/>
            <p:cNvSpPr/>
            <p:nvPr/>
          </p:nvSpPr>
          <p:spPr>
            <a:xfrm rot="-5400000">
              <a:off x="3678955" y="2351554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(46.9%)</a:t>
              </a:r>
            </a:p>
          </p:txBody>
        </p:sp>
        <p:sp>
          <p:nvSpPr>
            <p:cNvPr id="4963" name="tx4962"/>
            <p:cNvSpPr/>
            <p:nvPr/>
          </p:nvSpPr>
          <p:spPr>
            <a:xfrm>
              <a:off x="4319422" y="990315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4964" name="rc4963"/>
            <p:cNvSpPr/>
            <p:nvPr/>
          </p:nvSpPr>
          <p:spPr>
            <a:xfrm>
              <a:off x="1711003" y="3934484"/>
              <a:ext cx="4821205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5" name="tx4964"/>
            <p:cNvSpPr/>
            <p:nvPr/>
          </p:nvSpPr>
          <p:spPr>
            <a:xfrm>
              <a:off x="1711003" y="398333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4966" name="rc4965"/>
            <p:cNvSpPr/>
            <p:nvPr/>
          </p:nvSpPr>
          <p:spPr>
            <a:xfrm>
              <a:off x="2199994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7" name="pt4966"/>
            <p:cNvSpPr/>
            <p:nvPr/>
          </p:nvSpPr>
          <p:spPr>
            <a:xfrm>
              <a:off x="2265986" y="40004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rc4967"/>
            <p:cNvSpPr/>
            <p:nvPr/>
          </p:nvSpPr>
          <p:spPr>
            <a:xfrm>
              <a:off x="2646206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9" name="pt4968"/>
            <p:cNvSpPr/>
            <p:nvPr/>
          </p:nvSpPr>
          <p:spPr>
            <a:xfrm>
              <a:off x="2712198" y="40004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rc4969"/>
            <p:cNvSpPr/>
            <p:nvPr/>
          </p:nvSpPr>
          <p:spPr>
            <a:xfrm>
              <a:off x="3098087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1" name="pt4970"/>
            <p:cNvSpPr/>
            <p:nvPr/>
          </p:nvSpPr>
          <p:spPr>
            <a:xfrm>
              <a:off x="3164079" y="40004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rc4971"/>
            <p:cNvSpPr/>
            <p:nvPr/>
          </p:nvSpPr>
          <p:spPr>
            <a:xfrm>
              <a:off x="3533052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3" name="pt4972"/>
            <p:cNvSpPr/>
            <p:nvPr/>
          </p:nvSpPr>
          <p:spPr>
            <a:xfrm>
              <a:off x="3599044" y="400047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rc4973"/>
            <p:cNvSpPr/>
            <p:nvPr/>
          </p:nvSpPr>
          <p:spPr>
            <a:xfrm>
              <a:off x="3979264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5" name="pt4974"/>
            <p:cNvSpPr/>
            <p:nvPr/>
          </p:nvSpPr>
          <p:spPr>
            <a:xfrm>
              <a:off x="4045256" y="40004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rc4975"/>
            <p:cNvSpPr/>
            <p:nvPr/>
          </p:nvSpPr>
          <p:spPr>
            <a:xfrm>
              <a:off x="4414229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7" name="pt4976"/>
            <p:cNvSpPr/>
            <p:nvPr/>
          </p:nvSpPr>
          <p:spPr>
            <a:xfrm>
              <a:off x="4480221" y="40004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rc4977"/>
            <p:cNvSpPr/>
            <p:nvPr/>
          </p:nvSpPr>
          <p:spPr>
            <a:xfrm>
              <a:off x="4849194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9" name="pt4978"/>
            <p:cNvSpPr/>
            <p:nvPr/>
          </p:nvSpPr>
          <p:spPr>
            <a:xfrm>
              <a:off x="4915186" y="40004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rc4979"/>
            <p:cNvSpPr/>
            <p:nvPr/>
          </p:nvSpPr>
          <p:spPr>
            <a:xfrm>
              <a:off x="5272911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1" name="pt4980"/>
            <p:cNvSpPr/>
            <p:nvPr/>
          </p:nvSpPr>
          <p:spPr>
            <a:xfrm>
              <a:off x="5338904" y="40004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rc4981"/>
            <p:cNvSpPr/>
            <p:nvPr/>
          </p:nvSpPr>
          <p:spPr>
            <a:xfrm>
              <a:off x="5719123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3" name="pt4982"/>
            <p:cNvSpPr/>
            <p:nvPr/>
          </p:nvSpPr>
          <p:spPr>
            <a:xfrm>
              <a:off x="5785116" y="400047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rc4983"/>
            <p:cNvSpPr/>
            <p:nvPr/>
          </p:nvSpPr>
          <p:spPr>
            <a:xfrm>
              <a:off x="6159758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5" name="pt4984"/>
            <p:cNvSpPr/>
            <p:nvPr/>
          </p:nvSpPr>
          <p:spPr>
            <a:xfrm>
              <a:off x="6225750" y="40004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tx4985"/>
            <p:cNvSpPr/>
            <p:nvPr/>
          </p:nvSpPr>
          <p:spPr>
            <a:xfrm>
              <a:off x="2436930" y="3988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4987" name="tx4986"/>
            <p:cNvSpPr/>
            <p:nvPr/>
          </p:nvSpPr>
          <p:spPr>
            <a:xfrm>
              <a:off x="2883142" y="3988045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4988" name="tx4987"/>
            <p:cNvSpPr/>
            <p:nvPr/>
          </p:nvSpPr>
          <p:spPr>
            <a:xfrm>
              <a:off x="3335023" y="3988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4989" name="tx4988"/>
            <p:cNvSpPr/>
            <p:nvPr/>
          </p:nvSpPr>
          <p:spPr>
            <a:xfrm>
              <a:off x="3769988" y="3988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4990" name="tx4989"/>
            <p:cNvSpPr/>
            <p:nvPr/>
          </p:nvSpPr>
          <p:spPr>
            <a:xfrm>
              <a:off x="4216200" y="3988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4991" name="tx4990"/>
            <p:cNvSpPr/>
            <p:nvPr/>
          </p:nvSpPr>
          <p:spPr>
            <a:xfrm>
              <a:off x="4651165" y="3988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4992" name="tx4991"/>
            <p:cNvSpPr/>
            <p:nvPr/>
          </p:nvSpPr>
          <p:spPr>
            <a:xfrm>
              <a:off x="5086130" y="3988045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4993" name="tx4992"/>
            <p:cNvSpPr/>
            <p:nvPr/>
          </p:nvSpPr>
          <p:spPr>
            <a:xfrm>
              <a:off x="5509848" y="3988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4994" name="tx4993"/>
            <p:cNvSpPr/>
            <p:nvPr/>
          </p:nvSpPr>
          <p:spPr>
            <a:xfrm>
              <a:off x="5956060" y="3988045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4995" name="tx4994"/>
            <p:cNvSpPr/>
            <p:nvPr/>
          </p:nvSpPr>
          <p:spPr>
            <a:xfrm>
              <a:off x="6396694" y="3988045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2026-07-20T13:55:08Z</dcterms:modified>
  <cp:category/>
</cp:coreProperties>
</file>