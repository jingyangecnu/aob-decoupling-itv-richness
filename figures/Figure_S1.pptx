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3931920"/>
            <a:chOff x="914400" y="914400"/>
            <a:chExt cx="7315200" cy="393192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3931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572000" y="983989"/>
              <a:ext cx="3588010" cy="37927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08337" y="28165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53461" y="30111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987532" y="26564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208059" y="2648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70138" y="26618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1176" y="2728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938762" y="26064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238371" y="26615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65881" y="2609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95623" y="26303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79826" y="24787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81190" y="25949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76750" y="2403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027796" y="24710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38825" y="26019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35012" y="24848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968476" y="24506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1712" y="25896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96019" y="26306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060713" y="26814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15240" y="25420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48974" y="25705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935851" y="28944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10378" y="2636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91808" y="2855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9477" y="2847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3721" y="2734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085913" y="27288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7717" y="27817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2088" y="27744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94194" y="27246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57091" y="28986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21056" y="2797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77204" y="26459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63240" y="2443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7085" y="2537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45913" y="2527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07400" y="2750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2562" y="27649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0123" y="2614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2614" y="26767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74480" y="27405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48861" y="2795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39311" y="21907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334438" y="24358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521598" y="287598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33376" y="28649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449682" y="29394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5647" y="25906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61145" y="26150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02168" y="26483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271426" y="2920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319860" y="2870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87183" y="2767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340756" y="26815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258430" y="27101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233834" y="28114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275946" y="26635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972" y="274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08189" y="26946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238304" y="28516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40063" y="248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90649" y="27944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52273" y="26807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41085" y="270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140734" y="25385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1754" y="29124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04803" y="25428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1413" y="3132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11097" y="29752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42585" y="2979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4981" y="26391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273237" y="2831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7553" y="28630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6238" y="284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057337" y="24549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90348" y="30158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05636" y="25875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4981" y="25524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392765" y="26588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266692" y="27907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71337" y="27170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83141" y="2632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452109" y="27611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68442" y="25920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269369" y="28308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16965" y="25715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289744" y="27201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79268" y="27583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252124" y="25666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26984" y="27476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284403" y="25615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52996" y="26195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480221" y="30488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370537" y="285485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335954" y="27597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15935" y="26814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38160" y="23772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05553" y="22907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337306" y="28360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60815" y="26743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434018" y="245524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73529" y="26211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320039" y="24369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323333" y="25866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300243" y="25300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295415" y="254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327403" y="260277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226614" y="266101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71332" y="24975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20401" y="27105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25052" y="25423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279030" y="25086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76424" y="2441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82115" y="2607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308009" y="25484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51732" y="26081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499499" y="25578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09916" y="2661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555355" y="2488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281236" y="26621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339299" y="25617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372683" y="26860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293488" y="27397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251750" y="25847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49713" y="26521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278857" y="2710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436003" y="259126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48875" y="26906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366726" y="30787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570921" y="2625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340402" y="27316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45097" y="29272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472696" y="288568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372738" y="25611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366599" y="28053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291342" y="28134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37964" y="27254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24273" y="293049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904869" y="2867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110750" y="3066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831489" y="29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022703" y="30750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943196" y="294006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892490" y="31644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96734" y="303772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696196" y="309858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882678" y="31878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05572" y="2977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002082" y="26556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088459" y="2422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251259" y="26387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269837" y="2662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989889" y="2727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211055" y="25975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968622" y="25502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163512" y="25515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953762" y="24287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950073" y="2652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975002" y="2479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276782" y="2387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235394" y="2540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223806" y="24303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111242" y="27162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212329" y="24604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378997" y="25683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231891" y="25452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160376" y="26776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172908" y="27130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258477" y="2843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294024" y="25869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015096" y="25833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310805" y="2680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003964" y="24979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84508" y="2400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211180" y="25996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176575" y="2530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118009" y="24528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060582" y="2788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177683" y="2525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030265" y="2653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036609" y="28436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125873" y="2586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157123" y="23821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849344" y="25385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154342" y="27487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930113" y="2687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060834" y="2616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956783" y="2539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147799" y="2691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34344" y="26311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64194" y="2483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95911" y="2685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54257" y="2674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84336" y="2539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233751" y="26684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875323" y="26310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988085" y="2743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022609" y="2521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41436" y="25206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986213" y="23639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995057" y="25574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044132" y="2607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271094" y="24448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186322" y="2864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274841" y="25142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980848" y="2726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074178" y="275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362344" y="28256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994091" y="2746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990015" y="26715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264907" y="25172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75510" y="24920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973864" y="2611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311945" y="26617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072400" y="26510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350039" y="27183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096553" y="277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78034" y="24545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874708" y="2603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869298" y="2618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79665" y="2664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22592" y="26205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253277" y="2682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902805" y="26987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05031" y="25290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80969" y="259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85809" y="27123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09715" y="26404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42521" y="26935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000317" y="24929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7754" y="235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97304" y="276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29326" y="2378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16607" y="2645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38411" y="24748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00224" y="27354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269747" y="266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304954" y="26831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59858" y="25528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57500" y="2253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03229" y="2001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88783" y="22481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18363" y="20404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14298" y="1965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567481" y="24042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336730" y="21516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63328" y="22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12025" y="22902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46292" y="2329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449635" y="23359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89734" y="22510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18639" y="22987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53886" y="23137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63113" y="23199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65612" y="23450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57355" y="22947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0557" y="2466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482578" y="2222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25243" y="2055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9597" y="2029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295604" y="2460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443354" y="21647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20599" y="245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73629" y="2700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76126" y="2216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137961" y="22431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158179" y="2373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27171" y="2099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75537" y="2251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100095" y="2241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237766" y="224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30897" y="222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783052" y="2123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404880" y="1989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597214" y="20264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497938" y="18677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56670" y="20784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434167" y="2240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52252" y="2075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23563" y="1984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96532" y="2034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06600" y="21696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00800" y="23042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423137" y="2448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70200" y="2199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95877" y="22077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36738" y="20337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64250" y="2465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597998" y="20233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93033" y="25123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69106" y="2139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78599" y="23056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84549" y="22494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63565" y="256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68720" y="1934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411056" y="2125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84250" y="23006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498601" y="1918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26644" y="22473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70676" y="21201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39284" y="2209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494782" y="2088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55407" y="21122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348578" y="22118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598899" y="2130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81799" y="19717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545125" y="2161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403346" y="22494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581806" y="2949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481337" y="29709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503745" y="28166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92488" y="2738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450001" y="2656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851776" y="28476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34274" y="2747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499086" y="29502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34619" y="29986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260292" y="3075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340448" y="28242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230401" y="2821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330580" y="295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315122" y="29656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295829" y="2826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408801" y="2871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267413" y="28964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109623" y="29015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699331" y="27550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836362" y="28683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168364" y="31096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348018" y="30681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287637" y="28125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082489" y="27116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485813" y="28055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220220" y="30991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108546" y="2686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555466" y="2933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09193" y="30089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231354" y="30758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410200" y="2910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221727" y="2927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254886" y="2654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249649" y="27704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413214" y="2882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161759" y="29300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482912" y="2796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548096" y="2726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568921" y="30297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276352" y="3069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633775" y="28610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282223" y="32062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352204" y="2950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112777" y="31838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356033" y="17338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440091" y="1887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166578" y="2079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245936" y="19635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047733" y="184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278012" y="19240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405364" y="18481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277621" y="15410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430115" y="17362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351784" y="18076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141861" y="18381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194273" y="18858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220997" y="1698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211065" y="170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222941" y="1749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301470" y="18399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372657" y="1706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357261" y="1544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383991" y="16315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2186647" y="186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429105" y="2128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223922" y="204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228016" y="1748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361355" y="1785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358115" y="16071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506651" y="186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241457" y="1912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603748" y="2037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334748" y="1903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249666" y="1886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2139202" y="2022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85924" y="18531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153419" y="17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089291" y="1983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49395" y="17549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00006" y="2186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25225" y="177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050431" y="1893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466113" y="18375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582332" y="1854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428338" y="1727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43649" y="1725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417062" y="1844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446955" y="1792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834581" y="1835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436206" y="1934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163461" y="2016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360457" y="1793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454617" y="18498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299536" y="1735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425010" y="181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31990" y="20089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11897" y="18395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39208" y="1921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2148" y="2059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68486" y="1782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44334" y="1984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9097" y="2058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6959" y="17962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103119" y="18179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9361" y="18939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88795" y="1871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70687" y="1658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15513" y="17662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542663" y="1806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78569" y="1773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66563" y="19426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530015" y="1778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02263" y="2059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20378" y="1430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1564" y="1881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11557" y="17237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37246" y="1946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86036" y="17850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24720" y="1752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321196" y="16650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28142" y="1748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28453" y="19729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11934" y="18680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287044" y="16764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1318" y="17935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44764" y="1926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965837" y="193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42900" y="19263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49398" y="1779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837149" y="19192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6289" y="19435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93500" y="17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228467" y="2108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61418" y="1692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48439" y="31943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6509" y="32341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6831" y="31942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357703" y="32610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743234" y="3208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70279" y="30489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191037" y="31889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18323" y="3155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323974" y="32380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380781" y="32831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206340" y="309156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335665" y="318250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58880" y="312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60232" y="3111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350298" y="30277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122384" y="288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081362" y="29986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193179" y="31382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087241" y="31123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213406" y="27651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294006" y="29952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386779" y="32523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337471" y="314856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250981" y="315233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524578" y="29900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93621" y="26835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83486" y="3148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500927" y="2821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644646" y="2663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53621" y="28946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728609" y="27820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704663" y="26545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666467" y="2678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87545" y="2606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671595" y="2743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931229" y="30871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973041" y="2589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798854" y="26430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581257" y="29836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018158" y="31541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03516" y="2749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021421" y="26969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949178" y="30203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914159" y="25220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33135" y="304598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685169" y="2917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052913" y="27740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737952" y="28975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88777" y="3037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095748" y="2804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97794" y="2736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445266" y="2565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748261" y="28159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5390" y="3055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489464" y="2713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009216" y="2699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88065" y="30854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57495" y="300487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85711" y="28007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769974" y="29203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904642" y="28132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606496" y="2860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038532" y="28626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8289" y="2871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924674" y="28014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007102" y="29894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750368" y="30464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019430" y="30740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022820" y="2937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257025" y="1641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2171669" y="27529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296892" y="17388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484511" y="2004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355186" y="19373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2189702" y="18312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2210498" y="1951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2179194" y="1910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2131782" y="1545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2125027" y="2111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298666" y="18584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956466" y="1936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2025980" y="1837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234863" y="25974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2122084" y="16943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291470" y="1697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2153344" y="2097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835525" y="24461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2156511" y="182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2191960" y="25849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2047088" y="1761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2195486" y="25345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995923" y="17455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292317" y="298748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2202279" y="1874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2187056" y="19410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361838" y="320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2217424" y="18818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329497" y="31149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2205524" y="18320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239816" y="1974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391835" y="29597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2081961" y="18270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311072" y="181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2215018" y="25240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2163841" y="18738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2136104" y="1835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2117121" y="1772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2161566" y="25159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309747" y="18990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251943" y="1970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322260" y="1855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372177" y="2155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261692" y="19319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391139" y="2166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350958" y="19825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2103177" y="18178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2181471" y="17133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996645" y="28124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2114275" y="1871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494699" y="30965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2097492" y="1712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409459" y="2063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652296" y="2857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264368" y="1815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562172" y="31184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2147291" y="20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461046" y="308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996221" y="25328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334239" y="18191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2165029" y="1933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305468" y="22241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2104737" y="1776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533398" y="2867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2214250" y="20943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2201412" y="310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290285" y="1828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2157282" y="303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342113" y="1976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408212" y="301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298167" y="1854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597327" y="28679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2219761" y="20831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248600" y="29753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2001460" y="29618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320282" y="1814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2126327" y="33187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2022593" y="1928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2005701" y="3227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426987" y="17780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2136832" y="2924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427083" y="190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034295" y="20120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395158" y="2159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204917" y="19446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2103945" y="33195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23727" y="21676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2025548" y="2824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183498" y="2194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926123" y="1908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07393" y="3148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243594" y="21343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253085" y="30282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183543" y="1758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273938" y="30363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279684" y="17210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331117" y="2999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283021" y="1669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268820" y="19122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2176585" y="2902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2121606" y="1869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2106168" y="2596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2136885" y="17533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457" y="2851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357594" y="1907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2220421" y="2025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438110" y="2299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2131595" y="21975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2164541" y="2279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2156800" y="20590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2223127" y="307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303549" y="1499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554023" y="2970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289247" y="30265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231258" y="1748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431500" y="31501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2059280" y="18722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2148507" y="2880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2052886" y="1589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825552" y="2819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878795" y="1852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660824" y="29273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962420" y="1644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611778" y="27437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2184153" y="2927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2178357" y="2899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2138244" y="2725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2132016" y="2785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2150714" y="26519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2083279" y="2648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2041451" y="2699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2192915" y="25272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912077" y="2674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934615" y="2584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745408" y="25872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442894" y="26200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949244" y="27853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2091224" y="26379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963224" y="25827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2105013" y="26795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2043764" y="27687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2083733" y="23830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858593" y="26888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913209" y="27374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2176405" y="25753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237312" y="24594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960666" y="24470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267195" y="288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084400" y="26713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26240" y="26421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941560" y="24033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090161" y="23514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199633" y="28465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461051" y="1894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402468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375095" y="27506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323594" y="15359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127165" y="1940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188677" y="2852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191897" y="24721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175296" y="18030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412930" y="2218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668373" y="1978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511490" y="2057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77860" y="20804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441985" y="16692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511352" y="1821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349059" y="1648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157414" y="28135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431519" y="26980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961945" y="24496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512294" y="1661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13913" y="25740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57467" y="1883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282149" y="1852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325488" y="2034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488586" y="18478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280014" y="1866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270530" y="150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330332" y="1847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356456" y="16142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7721" y="2505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84137" y="18582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73613" y="2692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285762" y="1748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05797" y="25975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29912" y="1751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67035" y="25322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47476" y="19855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277745" y="26925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291499" y="1876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6170" y="1485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21112" y="17939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22132" y="26335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137489" y="1709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39919" y="1801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37407" y="1958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34637" y="1590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68986" y="24533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255103" y="17492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990095" y="24665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292711" y="1955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91941" y="22126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291316" y="27489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267016" y="20518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335612" y="2188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168758" y="1750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357388" y="18677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37322" y="2220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3357023" y="211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3262034" y="18062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301747" y="203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50627" y="2047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476533" y="21725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364480" y="1913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358193" y="151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3086230" y="23460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414209" y="171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3153217" y="19985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234558" y="1806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903015" y="19534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281794" y="19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937185" y="2069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39397" y="1944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334044" y="1728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331313" y="2486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349893" y="1980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914061" y="2105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014234" y="21533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978251" y="16599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11542" y="22205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98722" y="23388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874872" y="167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44069" y="18847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833809" y="20979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222366" y="1787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766398" y="20127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152524" y="2168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829618" y="22311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195099" y="1644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47961" y="22284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239221" y="2481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501119" y="18046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356753" y="22765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385008" y="26181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079713" y="26330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28137" y="1977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095670" y="2234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305742" y="1985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487118" y="22976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04939" y="21592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930447" y="2473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358601" y="17807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925598" y="2506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270212" y="1579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99892" y="18133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700582" y="1565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93495" y="22254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458494" y="19428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67425" y="24039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636513" y="17948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349172" y="23301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582909" y="2217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32275" y="2252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695629" y="2106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741386" y="1527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393039" y="1935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678463" y="22095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521604" y="1949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828731" y="2095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270593" y="19148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2133588" y="1632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284034" y="21613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182985" y="2103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221273" y="2180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440786" y="195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649700" y="25263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229936" y="1808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369210" y="1824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395245" y="1882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312508" y="19119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64194" y="25762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407381" y="2091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425675" y="1661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2131566" y="1765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972032" y="2570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420440" y="1663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041130" y="2473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464277" y="18401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297942" y="18160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327675" y="1963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472740" y="17942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372540" y="17725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29299" y="2336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22924" y="23661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75995" y="2342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79022" y="2216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50266" y="1941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388872" y="1696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487158" y="16180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63502" y="26483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352132" y="1826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414587" y="18274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360292" y="1720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353044" y="15491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25587" y="21582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272094" y="27099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601743" y="18497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506948" y="17430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024390" y="2479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467078" y="1891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451512" y="1943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470800" y="21466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54055" y="2159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87690" y="22765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372340" y="1653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349650" y="2043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449810" y="20223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126966" y="1893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56166" y="2201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208166" y="2572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489937" y="18650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393952" y="19692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486861" y="19760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096665" y="2474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04762" y="247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519893" y="1763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20245" y="22469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942158" y="21534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438142" y="1777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352972" y="1849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61402" y="160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541574" y="1842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457403" y="1939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579072" y="16342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27271" y="2243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54606" y="2187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422816" y="27649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224000" y="290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235655" y="261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119988" y="26896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288185" y="2584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286235" y="275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11175" y="28296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535652" y="2881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567429" y="25491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637345" y="2908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157441" y="2558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577675" y="29183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918634" y="24254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520366" y="28962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39636" y="30903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969786" y="25115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422762" y="31146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27266" y="27068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122958" y="23600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565026" y="27851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45584" y="26161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266692" y="28112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835290" y="3113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414961" y="27336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3045814" y="22557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408818" y="29815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289559" y="297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411886" y="27242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956822" y="24353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566320" y="26941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219668" y="25956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431469" y="2772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790986" y="23376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372958" y="25252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870059" y="24048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360961" y="24774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3007718" y="23499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923138" y="2306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3215011" y="26023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425743" y="31848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456723" y="3094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794694" y="2564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651791" y="2845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794666" y="26295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3373254" y="275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3269359" y="2952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406921" y="29845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3265284" y="2816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71317" y="22782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488938" y="28184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3061913" y="22649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77096" y="29164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40645" y="30693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3102964" y="26449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929989" y="26849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3034547" y="2503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3036742" y="2732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95246" y="275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3048708" y="2493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3094138" y="2413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96622" y="28327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39814" y="26175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48909" y="27137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3061059" y="27170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54507" y="2520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3050626" y="2829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3122347" y="26162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797445" y="2724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163199" y="268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382813" y="28048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635331" y="29441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148797" y="27426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903909" y="2824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065844" y="28351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116389" y="2716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302860" y="24140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185090" y="27475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479321" y="24364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013043" y="2908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025314" y="28341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947175" y="26649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155979" y="2665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934981" y="26891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032036" y="2750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741105" y="28324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671842" y="27285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764315" y="27634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066348" y="25965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492728" y="294966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618552" y="28000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658842" y="2835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137364" y="27330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535409" y="2685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027545" y="26916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915848" y="27000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135614" y="2690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128855" y="28427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189849" y="26661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955360" y="27676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510747" y="2889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964964" y="2609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773222" y="2726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115136" y="2376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625983" y="25708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167636" y="2837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175454" y="2722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036303" y="27665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291808" y="24176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935178" y="28418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058091" y="2560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109031" y="28031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322034" y="2701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714585" y="25620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188477" y="25642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026877" y="29697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195763" y="2484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142363" y="24409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135269" y="24393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104161" y="27151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027207" y="2763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188584" y="29332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216256" y="24396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356352" y="27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941883" y="26886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189995" y="26212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047957" y="28457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787799" y="261162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901737" y="2625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405395" y="28630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243727" y="27611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076709" y="29174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201809" y="2910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052569" y="25262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651334" y="28805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208401" y="26003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831527" y="2377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985777" y="2610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978080" y="2944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139869" y="26361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572470" y="2881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895235" y="2863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933273" y="31520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874384" y="31410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014019" y="262068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002908" y="2905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994599" y="29431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046183" y="25970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133311" y="30215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993941" y="30129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204520" y="285020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671879" y="298164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913396" y="24598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428688" y="28194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875139" y="3115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776300" y="27757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860871" y="29851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803385" y="29886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522419" y="2715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710148" y="25776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996930" y="28781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736866" y="27997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742662" y="31196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276169" y="2790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56021" y="318502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352705" y="258105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728932" y="305950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722794" y="28817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757799" y="279729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831397" y="274451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791264" y="29220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662117" y="276942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685603" y="283230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461512" y="266958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737199" y="24301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822549" y="23291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699560" y="2861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488885" y="27082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310945" y="157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01846" y="246051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2189090" y="1672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269505" y="295501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2032740" y="23504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228167" y="15840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2177049" y="24265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417786" y="27710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2150793" y="1766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597873" y="28062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2139896" y="24908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236314" y="1879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358677" y="16724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985010" y="2730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368486" y="26597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356682" y="25570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279803" y="27628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137618" y="1717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259416" y="28798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174078" y="18825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2131906" y="2826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339238" y="30078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2220679" y="265646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434407" y="19718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334210" y="3006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492784" y="32380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2196212" y="1861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133587" y="24310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444409" y="3039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522733" y="17957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381554" y="2564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708601" y="31496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2216783" y="1674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126030" y="2732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331745" y="266704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260434" y="26449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295888" y="26455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326577" y="26346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296301" y="3113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491738" y="1869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362652" y="31066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316490" y="250164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364415" y="30997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15171" y="28747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547905" y="26864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550944" y="30271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479074" y="29636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267301" y="20859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244498" y="30846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385476" y="14943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563898" y="18109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220846" y="24341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588082" y="303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322368" y="2092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499079" y="30793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436878" y="2054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665132" y="3004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446171" y="27721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489469" y="2023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488058" y="29359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312729" y="21265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279833" y="19778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355733" y="193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243958" y="19943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286600" y="1830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586916" y="2827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2211427" y="1771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535723" y="26225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296869" y="1932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335242" y="3046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637615" y="30331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822777" y="30008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333812" y="30789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151558" y="2572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324798" y="15874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357126" y="1808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2117140" y="24582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746719" y="31769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285111" y="1883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337332" y="1913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336210" y="28233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449309" y="30786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686955" y="28997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864265" y="3106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2104172" y="1852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171401" y="26268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364380" y="2814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599170" y="31015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277656" y="26648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224184" y="19095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146977" y="1758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356935" y="19357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425973" y="30522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404941" y="29177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525583" y="3371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438933" y="1823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324745" y="29867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974958" y="28636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450652" y="26297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326779" y="2912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381032" y="2062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356009" y="181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384316" y="1618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422849" y="21990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397584" y="22169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397433" y="19749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352695" y="23654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156558" y="28346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494816" y="27812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94257" y="25797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331634" y="1833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133340" y="2740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249592" y="1839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406091" y="2716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2213632" y="16838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552558" y="29790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285609" y="1915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309672" y="2817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735669" y="32562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174887" y="21789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257625" y="2320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361522" y="2426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309350" y="1985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176141" y="28010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402311" y="19494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205774" y="21047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283433" y="19023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390995" y="24757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377829" y="195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416226" y="22664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383311" y="2200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458853" y="29309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313839" y="23378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302959" y="1811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420318" y="25532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493881" y="2878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302845" y="26042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382386" y="1725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283570" y="2735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281041" y="17755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132755" y="27534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255229" y="1907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290326" y="25304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205419" y="26773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449410" y="1956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305512" y="19079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292427" y="1861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256196" y="28846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395935" y="18992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276598" y="1749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298614" y="25831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232425" y="1661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213617" y="25922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182382" y="24277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498888" y="18999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958911" y="23775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315231" y="253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319958" y="1918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468935" y="1826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334937" y="1881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284405" y="2187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190872" y="24995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328106" y="19868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28143" y="26412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160799" y="2716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245198" y="18383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335527" y="2693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883618" y="31519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332705" y="28235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317981" y="1820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182286" y="2763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483329" y="1948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132715" y="25873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482299" y="26126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369807" y="2192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227906" y="2582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376937" y="25149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259180" y="1933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342056" y="244865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492913" y="197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805472" y="2974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671718" y="20094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289028" y="2923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490364" y="27924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997655" y="1930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409767" y="17851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201819" y="25424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295970" y="17697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057039" y="2650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467821" y="1729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597946" y="1530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500734" y="28823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496983" y="2840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481666" y="20783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523840" y="24302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217267" y="22955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715052" y="1970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988242" y="2677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920712" y="1554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808968" y="1725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834633" y="26366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326486" y="165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298880" y="28124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968557" y="254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470559" y="2863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289718" y="19744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35270" y="21909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402607" y="296991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435169" y="27811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039276" y="1988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25597" y="26773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743566" y="2011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998072" y="18665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078704" y="26559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843239" y="2106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43644" y="24919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383440" y="182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344006" y="25353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545031" y="1780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287972" y="25327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055695" y="27815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462443" y="18430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383750" y="27916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519258" y="31402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424338" y="16613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313247" y="29015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83293" y="2869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586592" y="30416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628157" y="22080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078360" y="2982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29550" y="21760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606496" y="28003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411352" y="22864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414219" y="307954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449429" y="2055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519952" y="29013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558943" y="2128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271990" y="31368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413012" y="21284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591225" y="32494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677683" y="26618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30954" y="20715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669373" y="2779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560428" y="2092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562505" y="2936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439766" y="246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570915" y="2446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393985" y="3047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62044" y="25323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497659" y="239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723952" y="1999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661532" y="31451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257333" y="24830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07676" y="2974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824085" y="1934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545136" y="29106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75804" y="28890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73553" y="23641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979172" y="17228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002448" y="256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657303" y="21603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870916" y="2563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660281" y="18937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855132" y="2661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3044295" y="2688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645988" y="27962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785027" y="27811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648978" y="20811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329775" y="28460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415529" y="22009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496886" y="1763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275588" y="2888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801828" y="20486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532626" y="30565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378756" y="20366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436751" y="23930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403069" y="30778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858995" y="17976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828053" y="2607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4286503" y="234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863787" y="23440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813990" y="26679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70595" y="2787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42297" y="19153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613771" y="20381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652531" y="261901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897469" y="1781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030752" y="24017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930801" y="2332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085962" y="26896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719701" y="26280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937425" y="26866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4176444" y="19443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997530" y="29010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27226" y="1811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421115" y="2604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557987" y="3197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809484" y="24293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4202968" y="26023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655089" y="2094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245781" y="2477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572488" y="18715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373541" y="29890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516371" y="23191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256325" y="28414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457718" y="19827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706163" y="2432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810175" y="2309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188448" y="2685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564179" y="1837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542187" y="2913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291150" y="21172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354982" y="1717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408639" y="20690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464779" y="2417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153127" y="30215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414863" y="19278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36376" y="2911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415516" y="2408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331121" y="19698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479081" y="284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643762" y="1586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947887" y="2942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554489" y="32060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333391" y="21298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299508" y="1887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281537" y="2041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426503" y="21484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375275" y="1782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325419" y="30806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56667" y="22969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036500" y="25759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261341" y="179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568793" y="24848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674845" y="2657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049688" y="29148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259606" y="28649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437590" y="21111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52050" y="2335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980985" y="2840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499270" y="2254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585881" y="231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697037" y="23848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420954" y="21760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005372" y="25661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542015" y="21916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117593" y="26285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134786" y="27852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939541" y="19717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560899" y="23772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617585" y="33404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112716" y="2773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603731" y="19914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577816" y="23135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459263" y="2392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765025" y="3180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176495" y="27933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606236" y="17694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445548" y="1991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880343" y="2980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475195" y="1922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396521" y="29913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429389" y="2074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305146" y="1843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153051" y="25163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427219" y="28119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40571" y="2168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332414" y="19399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154163" y="28953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589980" y="1763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977222" y="2466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366278" y="26727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432063" y="18272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885951" y="2745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421645" y="3003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321490" y="2066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386212" y="314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552986" y="2122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2199499" y="28079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366804" y="1730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429774" y="2251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253056" y="24543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297014" y="278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398095" y="18329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314096" y="30612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770504" y="19090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558085" y="33806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595580" y="21573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481113" y="3228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481273" y="19390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442441" y="3038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379421" y="2033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781345" y="25351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176551" y="2286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249336" y="28725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116818" y="2769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973027" y="2258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344057" y="27969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587350" y="19722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471553" y="30544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601254" y="2480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361489" y="18675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887337" y="25421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320341" y="27931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862140" y="2805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891157" y="23542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536221" y="2277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561749" y="21933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649131" y="315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442768" y="1872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365450" y="19295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045954" y="28526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209311" y="280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880435" y="2691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385699" y="18998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650697" y="29582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775691" y="27223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816406" y="27295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219743" y="187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530100" y="18338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573314" y="299071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239426" y="25342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919603" y="29232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334480" y="19903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723095" y="26615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401524" y="22525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226417" y="3114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597879" y="2208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374447" y="18605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350334" y="26596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422589" y="278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213785" y="23011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109391" y="30803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024294" y="25390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150411" y="24520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258800" y="20945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783363" y="26313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038361" y="19262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69293" y="19732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219672" y="299744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094116" y="23137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097925" y="30285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297292" y="2017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356625" y="205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571784" y="3034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958757" y="27337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403219" y="19270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110360" y="2778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353428" y="18792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345442" y="19396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926217" y="29067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168296" y="2075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183405" y="21172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391590" y="1994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250237" y="303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303670" y="26351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981614" y="27742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570848" y="19709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814447" y="2652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032771" y="2657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287636" y="18708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238906" y="27392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853543" y="26830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379473" y="1879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521995" y="31383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243534" y="28059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036744" y="31785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543982" y="1745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186809" y="3041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031142" y="28863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054862" y="28534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42803" y="2031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283709" y="2093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040407" y="27117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791529" y="266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270047" y="17481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911059" y="26461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533246" y="19472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139843" y="1820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474464" y="26009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283185" y="29408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209379" y="2667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005665" y="29381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985160" y="21066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852008" y="18909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995123" y="2705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584461" y="26820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311999" y="1899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283330" y="19679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854520" y="2856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929811" y="273586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278864" y="17860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301077" y="21777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306508" y="28238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046232" y="27577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034499" y="26068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476879" y="191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344899" y="2188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009552" y="26183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223097" y="19786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393002" y="22297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011523" y="301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372174" y="27372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214516" y="2379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989213" y="28898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299990" y="2965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91944" y="20610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356253" y="24253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455154" y="19832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424309" y="21099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462075" y="26739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471535" y="27827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372220" y="27812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370178" y="309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40986" y="19582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300561" y="27158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363125" y="310085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2204252" y="2846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355354" y="2039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843161" y="19542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358684" y="2830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929815" y="25605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793938" y="268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900258" y="1840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873566" y="26001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728173" y="23342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463361" y="20839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294313" y="2661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242127" y="2987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406747" y="2089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260922" y="2654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293358" y="2319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766463" y="219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257519" y="22158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527078" y="29703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466302" y="3323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07369" y="20086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566849" y="3076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310378" y="2014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874421" y="21594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704614" y="28146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822678" y="2815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710589" y="27961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679208" y="29197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677062" y="2994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3296" y="20038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679877" y="17380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417485" y="2055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459434" y="276362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704663" y="254078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639031" y="2958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580165" y="25580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803495" y="24700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903686" y="28102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754032" y="19502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3274336" y="2692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775379" y="2066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938912" y="28954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3030645" y="2631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3019393" y="25462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499730" y="27848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494188" y="1947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2172459" y="284827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265954" y="28523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337059" y="2786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325862" y="27895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381343" y="31719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443629" y="1816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3151413" y="28939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437199" y="21093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561622" y="24307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492517" y="29805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511947" y="25649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885552" y="19556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721915" y="2669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858791" y="25158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3223860" y="24326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4106680" y="2156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764730" y="202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3364034" y="2764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382302" y="1798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845340" y="268197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655623" y="2692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762040" y="290339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969212" y="26371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542853" y="29251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558511" y="29148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582809" y="27330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4016666" y="22846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3170103" y="29023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336875" y="2823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2170104" y="26343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520187" y="20551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543676" y="32524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271550" y="2240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624469" y="26635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751141" y="2829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492460" y="20053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401098" y="27358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323407" y="2231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230298" y="305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435360" y="2777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434120" y="2036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563674" y="29950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3205390" y="26665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587133" y="27335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526034" y="15601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506864" y="20816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490774" y="20799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510519" y="2629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366242" y="3462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3332540" y="24706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687301" y="27906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429336" y="1895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630845" y="22465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604939" y="3043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994875" y="23414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457361" y="31654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588069" y="2058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374855" y="2532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258438" y="27835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368127" y="29105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2190215" y="288780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426118" y="19378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3360541" y="21608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555874" y="29211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400481" y="27548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917069" y="19838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363693" y="18654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420251" y="27510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815286" y="30709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391043" y="27820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524883" y="30399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335175" y="26560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256167" y="2736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487023" y="26176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513848" y="24210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308770" y="17028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411092" y="28066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183960" y="2330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670319" y="20258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503856" y="27206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443399" y="30330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536509" y="30563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390716" y="2201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447068" y="19011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684409" y="24834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351929" y="31046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274797" y="24776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406941" y="2712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309810" y="26993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539604" y="27889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523558" y="1908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508008" y="3115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291043" y="22789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3132503" y="29149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280577" y="26921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394489" y="2942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503875" y="2582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462956" y="29022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964660" y="25886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2151694" y="2874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2114258" y="2572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234813" y="2814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606129" y="22135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3165045" y="2014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451377" y="299979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376187" y="28278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477517" y="2294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3199483" y="25236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3171889" y="26409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519817" y="21756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470223" y="1959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588100" y="26601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301727" y="29284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470728" y="27594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2164040" y="31320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408155" y="2829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420162" y="2085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559252" y="165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481743" y="28303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3098999" y="28208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758154" y="27234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511599" y="2752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529863" y="28585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456922" y="29483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654020" y="1725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448916" y="27076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346348" y="26622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502481" y="29269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563827" y="3207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745952" y="25716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3281059" y="27771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515075" y="29391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311451" y="28116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751309" y="27686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491915" y="2125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387360" y="21091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3111295" y="2735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395581" y="30214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440520" y="31249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539423" y="28752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532980" y="198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529306" y="20685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480242" y="30351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559747" y="30787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557212" y="23819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589830" y="29222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492653" y="2565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653948" y="31534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759416" y="29019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755497" y="31723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506730" y="195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3094370" y="23639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449111" y="25238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457864" y="30460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3351772" y="22215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637710" y="27234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720499" y="3033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722843" y="18425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573184" y="2719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760463" y="2733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3272901" y="25975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591135" y="28944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606635" y="19288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3184379" y="28464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492341" y="20552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282194" y="28490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322156" y="30579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595891" y="28413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445190" y="290907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453253" y="1942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241733" y="28843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734248" y="270330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670464" y="19688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755517" y="22899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3302846" y="27469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788989" y="26764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571970" y="21059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516085" y="2466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362833" y="28175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326033" y="2704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3365559" y="31045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559115" y="30425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3159108" y="2781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704342" y="22265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386616" y="3031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372776" y="20349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249278" y="290357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309680" y="31705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727999" y="221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855849" y="268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506990" y="19039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308995" y="28855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3184144" y="29671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312981" y="2510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2211391" y="2658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437016" y="30310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347424" y="28884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768680" y="27903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3220769" y="28712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412784" y="19673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604368" y="1944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284250" y="285544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2172834" y="2725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343688" y="2065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920110" y="24702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441291" y="307064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2156002" y="2734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3054617" y="29475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497264" y="28307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744301" y="23081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3203542" y="26497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279477" y="2875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403889" y="29776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564334" y="2371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280653" y="29064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335914" y="151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3034910" y="26960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396674" y="30633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499754" y="21218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671057" y="2095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3251800" y="2520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627025" y="15579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403969" y="302198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864777" y="27379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438262" y="27060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518891" y="30520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423344" y="28331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232910" y="19564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287345" y="27825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526214" y="1860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346438" y="26773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3209006" y="26203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3281031" y="29660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2079173" y="2552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568341" y="2949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612851" y="19942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456708" y="1983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453331" y="26401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3220202" y="28858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341357" y="290440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2208334" y="2904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378750" y="28517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426498" y="1801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249513" y="26345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2161193" y="26808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419289" y="2654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370634" y="280302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544996" y="1653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549468" y="2653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693437" y="27233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334895" y="26859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440294" y="24250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329016" y="292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369249" y="18897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922809" y="2421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3069186" y="27914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438871" y="28566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303109" y="17354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872636" y="2752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251188" y="2841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855908" y="25650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304767" y="25647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3091214" y="21914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403812" y="22296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415325" y="28434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227771" y="29393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3116364" y="26908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563079" y="25210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2132415" y="19660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398339" y="29046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3073792" y="28665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300933" y="27059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556145" y="20720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438431" y="19794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412476" y="27030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4259910" y="23478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887348" y="1960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3040680" y="263164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561815" y="2796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3112365" y="234547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409042" y="2641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563532" y="2846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617166" y="27393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3270645" y="30042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708967" y="19830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903365" y="30728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935301" y="2337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2147947" y="17763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825275" y="24485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508521" y="20872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829284" y="27267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869023" y="176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659195" y="2558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946969" y="19854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3113563" y="28430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920779" y="27308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515409" y="29732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531914" y="28867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3291465" y="28674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342416" y="26393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302183" y="271938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467313" y="2733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285603" y="3135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514009" y="17462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326823" y="21057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417999" y="26655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353869" y="276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483172" y="2007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414776" y="2733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902338" y="3033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260115" y="31550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940745" y="18674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3127164" y="202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3177372" y="29011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832830" y="27193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846825" y="25411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848906" y="27337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879900" y="27225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3394157" y="31130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3115205" y="1785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3112315" y="28435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997896" y="282389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951869" y="25502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868967" y="28084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833969" y="21501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3076819" y="25647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3380543" y="2862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356823" y="28811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389656" y="26237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568681" y="2087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378806" y="1698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441649" y="29611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2098794" y="25856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3341012" y="21265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421315" y="18372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415388" y="291032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972831" y="29260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286812" y="28892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406842" y="237212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2110834" y="2576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685275" y="30622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685834" y="2985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530435" y="21905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854473" y="2752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746023" y="2426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452459" y="28149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935989" y="29200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894345" y="20283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874710" y="28309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828427" y="2733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576781" y="29460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3191494" y="29530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3151454" y="286802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697560" y="31730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698085" y="21821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549842" y="2469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3048343" y="27677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640347" y="21022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577451" y="24672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601382" y="29925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458966" y="23267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3230915" y="25686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3148409" y="27482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518513" y="306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3393199" y="19522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516983" y="20026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3003839" y="29962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846961" y="2732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829743" y="21366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964086" y="213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760470" y="27578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654873" y="28263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3141129" y="2868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3190438" y="29186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666290" y="22178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525595" y="32224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637183" y="31465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775123" y="31026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2061450" y="26036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397694" y="24195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2188551" y="24072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3179931" y="28261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375541" y="30574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238375" y="1818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2184204" y="26603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635638" y="23570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3343915" y="29161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763217" y="24658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652823" y="27670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700573" y="20071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767966" y="31032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720136" y="1628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701648" y="24395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3355020" y="25511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854484" y="24906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898161" y="30750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3349638" y="26867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551692" y="16842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838416" y="18433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854463" y="2930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743575" y="1809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496445" y="2495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649583" y="2828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555889" y="31039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548402" y="28874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720818" y="2026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921766" y="29226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973031" y="309877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463845" y="27378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529650" y="2349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644015" y="29266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653404" y="1782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735679" y="27371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805266" y="26951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665176" y="25825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3049148" y="25562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396008" y="2617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3364876" y="26799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410463" y="2672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578724" y="18323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594824" y="29502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492719" y="288966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466547" y="1797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400798" y="290520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467303" y="19977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3333142" y="19971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549935" y="26508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432039" y="285583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449007" y="294533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3178997" y="28453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384801" y="27809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440060" y="183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650398" y="3106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492461" y="21309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342233" y="27482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390259" y="2012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322770" y="291005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996726" y="29528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364477" y="27080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454134" y="266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563012" y="22368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405010" y="2499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2220238" y="33730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269213" y="2044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413518" y="26580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3052531" y="28185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768401" y="19678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694537" y="23870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619006" y="2966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474906" y="2712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359218" y="19151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3100178" y="26277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2181362" y="26145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499102" y="19818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752173" y="26646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484781" y="3101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3233503" y="25298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766933" y="28050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779204" y="28321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2002404" y="25090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424025" y="29535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630313" y="2700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923807" y="27192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285417" y="2661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387166" y="1625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279583" y="18024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913318" y="19744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441348" y="23791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979296" y="26266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467762" y="29896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3208432" y="2645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2216476" y="27277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2221794" y="19161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3383617" y="20626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292800" y="26457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527965" y="2043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2159809" y="244659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3318737" y="21095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3098671" y="2541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845849" y="283549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432985" y="19047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877523" y="29711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813604" y="27539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414218" y="225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3370119" y="27490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515849" y="17035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472174" y="32193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3008559" y="275383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322243" y="26536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388006" y="26973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776235" y="28124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314837" y="20515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827282" y="24662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994210" y="20259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742403" y="30004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402237" y="26512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2056493" y="2940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314695" y="1711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3342906" y="22325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781312" y="23549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272003" y="29919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3209758" y="265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2087242" y="25643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3174290" y="25826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412785" y="29503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2212214" y="31436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3249811" y="20215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470619" y="15026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553602" y="29689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459046" y="2011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453193" y="28997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480965" y="19612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540768" y="3402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687810" y="294539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869778" y="27129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970086" y="29909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3152617" y="28766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497015" y="19452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378380" y="29045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364098" y="19815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357471" y="2788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334316" y="2669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539150" y="22398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3256749" y="29523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426575" y="28523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3340476" y="27566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417131" y="17358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511090" y="26909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417901" y="24154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3031371" y="293237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273403" y="28997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353985" y="2910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820200" y="27221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2193674" y="29385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504373" y="20976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326880" y="27642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316684" y="17167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526880" y="28863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306316" y="311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540960" y="1745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3227962" y="19406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367041" y="28493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2204513" y="25813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962535" y="2364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429903" y="1690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3148842" y="2614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328094" y="2839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297392" y="29326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400751" y="28343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532083" y="23638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3326701" y="26315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3215142" y="173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868664" y="18792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3177594" y="25369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3358350" y="19769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2061487" y="33576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239324" y="1832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2179160" y="24457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301075" y="27211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3334167" y="26198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678886" y="18757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291547" y="26824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380931" y="28090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300596" y="27572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565960" y="16670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3001251" y="1753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3080160" y="24350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317766" y="27060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3313679" y="2173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450416" y="26579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640709" y="29938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727199" y="2950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443321" y="1949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400647" y="24530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3209935" y="2896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410032" y="28424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3237129" y="28443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545680" y="23215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428847" y="21526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773163" y="28042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468771" y="29669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3011566" y="2922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3100057" y="27990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427512" y="251008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448838" y="29125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395829" y="27990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906873" y="28289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997065" y="1858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3111925" y="3040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719322" y="21495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3229500" y="25058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337752" y="30020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463621" y="1605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239888" y="2562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3045715" y="29269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911996" y="27887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319677" y="27287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380985" y="26991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408296" y="22643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465046" y="18370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580145" y="29158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846288" y="18097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476069" y="25383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926318" y="2549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579903" y="28115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927515" y="2655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3356378" y="26641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834555" y="2710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364455" y="26673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487772" y="3175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511587" y="16258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590776" y="2007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637953" y="30831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407702" y="26091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3156383" y="29246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446625" y="20219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430274" y="25213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470714" y="2556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491962" y="2022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408655" y="18126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3016413" y="259249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3265203" y="234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406738" y="2388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298464" y="2810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422088" y="26959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3047597" y="282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554240" y="25536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840012" y="19546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489368" y="260437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3076503" y="2676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979267" y="24257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3000108" y="18072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3223089" y="261124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332089" y="2916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307228" y="26558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3213579" y="2170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365788" y="20392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774957" y="270537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2080438" y="24716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901575" y="267601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807609" y="253734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932354" y="2125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353916" y="17321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492767" y="26991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833884" y="2293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875872" y="2316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3109943" y="2641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853604" y="20573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395138" y="282543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414972" y="26694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966326" y="25276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601794" y="23558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472427" y="20827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864559" y="31283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397389" y="2567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688613" y="29047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493962" y="2824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3114412" y="257712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3001406" y="30098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365936" y="27539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233986" y="17152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510948" y="22610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464324" y="3045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3031251" y="29991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242800" y="2811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523831" y="26105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3102066" y="27921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503684" y="1751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556686" y="29799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3106283" y="27700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288775" y="2774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3320671" y="2364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432925" y="179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660679" y="27724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849211" y="1700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840420" y="23848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708564" y="28045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790828" y="22971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510446" y="26811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396889" y="26427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607847" y="20695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969088" y="262087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415747" y="26964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390378" y="25822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3271055" y="2015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3002184" y="288721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461942" y="29869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443035" y="2037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3249217" y="308971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2153908" y="27399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3127748" y="2051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340844" y="27175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417576" y="20300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3161007" y="2622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3250564" y="1865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406018" y="28098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410296" y="1879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574932" y="29745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398997" y="2928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526914" y="26796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500123" y="192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3003825" y="29636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365887" y="27720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836257" y="20329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368735" y="26598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2218843" y="26652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262256" y="17103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261944" y="278175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2192167" y="30992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2194635" y="27677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632293" y="27135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960155" y="299899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3290034" y="1907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257657" y="1821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956469" y="2911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580059" y="26188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730787" y="26288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298137" y="25938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327910" y="26963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3383737" y="22594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563171" y="23038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512982" y="24021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507538" y="24512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257699" y="27972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968658" y="27730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3084702" y="2796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975203" y="26805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887844" y="25549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3104819" y="1709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634479" y="27894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3239833" y="27551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632835" y="1918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456825" y="24172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306914" y="2501495"/>
              <a:ext cx="413551" cy="631949"/>
            </a:xfrm>
            <a:custGeom>
              <a:avLst/>
              <a:pathLst>
                <a:path w="413551" h="631949">
                  <a:moveTo>
                    <a:pt x="413551" y="0"/>
                  </a:moveTo>
                  <a:lnTo>
                    <a:pt x="0" y="63194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306914" y="3061557"/>
              <a:ext cx="64266" cy="71887"/>
            </a:xfrm>
            <a:custGeom>
              <a:avLst/>
              <a:pathLst>
                <a:path w="64266" h="71887">
                  <a:moveTo>
                    <a:pt x="4020" y="0"/>
                  </a:moveTo>
                  <a:lnTo>
                    <a:pt x="0" y="71887"/>
                  </a:lnTo>
                  <a:lnTo>
                    <a:pt x="64266" y="3942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720466" y="2501495"/>
              <a:ext cx="685985" cy="98453"/>
            </a:xfrm>
            <a:custGeom>
              <a:avLst/>
              <a:pathLst>
                <a:path w="685985" h="98453">
                  <a:moveTo>
                    <a:pt x="0" y="0"/>
                  </a:moveTo>
                  <a:lnTo>
                    <a:pt x="685985" y="9845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3339616" y="2555456"/>
              <a:ext cx="66835" cy="71269"/>
            </a:xfrm>
            <a:custGeom>
              <a:avLst/>
              <a:pathLst>
                <a:path w="66835" h="71269">
                  <a:moveTo>
                    <a:pt x="0" y="71269"/>
                  </a:moveTo>
                  <a:lnTo>
                    <a:pt x="66835" y="44493"/>
                  </a:lnTo>
                  <a:lnTo>
                    <a:pt x="102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720466" y="2281334"/>
              <a:ext cx="840653" cy="220161"/>
            </a:xfrm>
            <a:custGeom>
              <a:avLst/>
              <a:pathLst>
                <a:path w="840653" h="220161">
                  <a:moveTo>
                    <a:pt x="0" y="220161"/>
                  </a:moveTo>
                  <a:lnTo>
                    <a:pt x="84065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491680" y="2262306"/>
              <a:ext cx="69440" cy="69651"/>
            </a:xfrm>
            <a:custGeom>
              <a:avLst/>
              <a:pathLst>
                <a:path w="69440" h="69651">
                  <a:moveTo>
                    <a:pt x="18241" y="69651"/>
                  </a:moveTo>
                  <a:lnTo>
                    <a:pt x="69440" y="19028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907747" y="2348979"/>
              <a:ext cx="812719" cy="152516"/>
            </a:xfrm>
            <a:custGeom>
              <a:avLst/>
              <a:pathLst>
                <a:path w="812719" h="152516">
                  <a:moveTo>
                    <a:pt x="812719" y="15251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907747" y="2325097"/>
              <a:ext cx="67923" cy="70764"/>
            </a:xfrm>
            <a:custGeom>
              <a:avLst/>
              <a:pathLst>
                <a:path w="67923" h="70764">
                  <a:moveTo>
                    <a:pt x="67923" y="0"/>
                  </a:moveTo>
                  <a:lnTo>
                    <a:pt x="0" y="23881"/>
                  </a:lnTo>
                  <a:lnTo>
                    <a:pt x="54644" y="7076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241673" y="1957902"/>
              <a:ext cx="478792" cy="543592"/>
            </a:xfrm>
            <a:custGeom>
              <a:avLst/>
              <a:pathLst>
                <a:path w="478792" h="543592">
                  <a:moveTo>
                    <a:pt x="478792" y="54359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241673" y="1957902"/>
              <a:ext cx="68228" cy="70586"/>
            </a:xfrm>
            <a:custGeom>
              <a:avLst/>
              <a:pathLst>
                <a:path w="68228" h="70586">
                  <a:moveTo>
                    <a:pt x="68228" y="22996"/>
                  </a:moveTo>
                  <a:lnTo>
                    <a:pt x="0" y="0"/>
                  </a:lnTo>
                  <a:lnTo>
                    <a:pt x="14198" y="705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720466" y="2501495"/>
              <a:ext cx="125592" cy="531885"/>
            </a:xfrm>
            <a:custGeom>
              <a:avLst/>
              <a:pathLst>
                <a:path w="125592" h="531885">
                  <a:moveTo>
                    <a:pt x="0" y="0"/>
                  </a:moveTo>
                  <a:lnTo>
                    <a:pt x="125592" y="5318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796693" y="2964423"/>
              <a:ext cx="70073" cy="68958"/>
            </a:xfrm>
            <a:custGeom>
              <a:avLst/>
              <a:pathLst>
                <a:path w="70073" h="68958">
                  <a:moveTo>
                    <a:pt x="0" y="16546"/>
                  </a:moveTo>
                  <a:lnTo>
                    <a:pt x="49365" y="68958"/>
                  </a:lnTo>
                  <a:lnTo>
                    <a:pt x="7007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713204" y="1780382"/>
              <a:ext cx="7261" cy="721113"/>
            </a:xfrm>
            <a:custGeom>
              <a:avLst/>
              <a:pathLst>
                <a:path w="7261" h="721113">
                  <a:moveTo>
                    <a:pt x="7261" y="72111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677834" y="1780382"/>
              <a:ext cx="71996" cy="62713"/>
            </a:xfrm>
            <a:custGeom>
              <a:avLst/>
              <a:pathLst>
                <a:path w="71996" h="62713">
                  <a:moveTo>
                    <a:pt x="71996" y="61988"/>
                  </a:moveTo>
                  <a:lnTo>
                    <a:pt x="35370" y="0"/>
                  </a:lnTo>
                  <a:lnTo>
                    <a:pt x="0" y="627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2072528" y="3168762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3351796" y="263526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518444" y="2142324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609169" y="2209969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999240" y="181889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831546" y="3068698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410466" y="1641372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503277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503277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307257" y="3323022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307257" y="2887204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330529" y="245138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330529" y="2015568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330529" y="157975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465319" y="33731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465319" y="29373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465319" y="25014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465319" y="20656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465319" y="1629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503277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781572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72046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65936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719439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68160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62049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501768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0858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500598" y="1958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292985" y="24267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43336" y="18941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356553" y="24227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466838" y="22538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424519" y="203443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175901" y="25014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654782" y="18640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299262" y="21926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468329" y="22455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520029" y="2774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498974" y="1910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6380691" y="23410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6727027" y="20670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6482730" y="28017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6616383" y="24346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6520506" y="2635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6448937" y="2549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6435694" y="24452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6439114" y="218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6405233" y="2431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6462506" y="2467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6410187" y="2137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6458810" y="21934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6434666" y="23680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6356716" y="22106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6257023" y="24783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6445115" y="25447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6346544" y="28187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6359412" y="23496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6349758" y="22965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6413685" y="27328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6490692" y="26397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6422378" y="2568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6307460" y="27022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6425436" y="24772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6425971" y="26503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6215089" y="23448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6341709" y="24238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6235423" y="28050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6538660" y="19294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6474427" y="23698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6468561" y="26928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6479823" y="20681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6539390" y="2423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6336029" y="25919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6761406" y="20054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6564031" y="22948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6520374" y="19820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6706913" y="22604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6373252" y="23932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6464616" y="26072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6832460" y="19116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6564464" y="26325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6551435" y="19516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6548787" y="224992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6372987" y="23523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7345662" y="23821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6904250" y="24583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6861612" y="26787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6900400" y="21281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7272183" y="23338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7243428" y="21511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6565782" y="27530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6432772" y="24707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6608465" y="251697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6446222" y="2218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6369970" y="229895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6427705" y="25006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6460640" y="24951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6626576" y="228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6577979" y="26714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6489679" y="27819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6268021" y="329185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6376942" y="25876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6463936" y="26928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6589501" y="25020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6056475" y="22649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6606097" y="2134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6471206" y="26526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6476731" y="20794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6221437" y="23380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6465491" y="249559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6409022" y="21781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6442456" y="24422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6569026" y="21347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6487208" y="21286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6164044" y="289665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6505617" y="228153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6812755" y="17020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6461229" y="19647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6520979" y="217193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6601341" y="307591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6547158" y="23346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6279459" y="2809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6393994" y="22510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6486459" y="257221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6441321" y="268440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6497756" y="26623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6494061" y="280625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6389732" y="22512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6527233" y="2611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6610478" y="23935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6497019" y="26158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6493892" y="259348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6663925" y="2641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6382357" y="23904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6750933" y="204625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6509550" y="191153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6469455" y="196722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6808901" y="20487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6526531" y="228273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6355254" y="25667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6348199" y="26165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6492927" y="253204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6262883" y="250600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6459383" y="231129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6458645" y="232912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6355371" y="253775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6391427" y="25405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6434087" y="2361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6294729" y="24048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6393884" y="242180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6423580" y="239617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6517823" y="204926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6469286" y="23467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6456218" y="22066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6445656" y="22997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6452227" y="242713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6634876" y="226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6485495" y="24562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6471498" y="19941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6444646" y="231071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6386741" y="21726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6454088" y="2331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6511538" y="247451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6506978" y="28609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6435179" y="20930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6463222" y="191502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6302534" y="227941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6340341" y="189350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6695181" y="229467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6392264" y="22486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6469257" y="255547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6492739" y="22149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6288646" y="23958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6550239" y="24460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6461628" y="229483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6515188" y="2272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6428451" y="24798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6417803" y="239708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6270292" y="24909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6537478" y="236793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6497594" y="24068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6561250" y="2011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6450957" y="19849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6393873" y="19316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6110386" y="178944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6736104" y="197213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6590042" y="19924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6552649" y="197653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6599280" y="210905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6743643" y="2769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6613656" y="23245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6548639" y="24635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6609752" y="24372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6640951" y="25553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6615216" y="27937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6539028" y="24129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6544231" y="2280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6337094" y="22592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6608099" y="2847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6441662" y="24016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6658901" y="247287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6555437" y="23007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6416636" y="22871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6528813" y="25065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6597855" y="28652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6389801" y="2663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6442083" y="22385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6680685" y="2061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6438643" y="24662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6586427" y="2418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6527885" y="24077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6387966" y="22148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6827006" y="2117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6661906" y="23335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6692712" y="2210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6638102" y="21808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6629807" y="2369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6541574" y="22639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6554267" y="2377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6385490" y="2287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6434471" y="27088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6356845" y="23120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6429852" y="25883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6499436" y="2448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6446971" y="2670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6585800" y="21108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6486046" y="265018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6515464" y="2715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6436637" y="24228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6534965" y="2178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6333853" y="26232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6435471" y="27406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6278427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6374039" y="24725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6654918" y="2538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6481247" y="241230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6445841" y="25126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6391834" y="24862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6405488" y="2436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6385209" y="22269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6482316" y="22490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6625698" y="25777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6507101" y="25021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6368290" y="24868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6379832" y="24731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6541755" y="22909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6750475" y="31191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6454782" y="2332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6338729" y="22879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6474892" y="2410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6479462" y="2437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6593732" y="22197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6558422" y="23738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6598334" y="2630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6505998" y="226446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6509247" y="21118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6449550" y="224942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6584163" y="24466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6525811" y="2624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6654956" y="270042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6404973" y="21419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6456872" y="2163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6456725" y="23848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6481200" y="24377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6626313" y="24738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6466271" y="25803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846934" y="20761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6472570" y="262570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6658448" y="22844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6553041" y="24687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6506117" y="2589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6546523" y="2860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6502553" y="27021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6582040" y="24613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6594840" y="22895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6545279" y="24096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6396506" y="21999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6464487" y="267372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6377085" y="22554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5813240" y="22952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6553048" y="22692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6655139" y="22547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6136428" y="2416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6681919" y="20120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6766182" y="147273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6527458" y="23522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6399928" y="211122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6647336" y="22091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6434002" y="2019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6055975" y="20366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6306755" y="214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5807544" y="2203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823617" y="23157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6447188" y="252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6443627" y="19889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6592105" y="1681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6488605" y="2053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6572424" y="21362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6596251" y="19005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6643455" y="2412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6489501" y="21176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6669978" y="224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6334335" y="21679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6435140" y="21903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6409709" y="20911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6542447" y="2406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6211779" y="2393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6585730" y="2151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6962855" y="2116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6793812" y="21174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7421833" y="21675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6199352" y="21623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6219417" y="2328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6151336" y="1980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6242432" y="21355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6520288" y="25340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6005367" y="22034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6039138" y="23602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6286615" y="2077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5766354" y="33845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6156787" y="225694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6329075" y="20268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6224093" y="19657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6650497" y="20009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6250987" y="20155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6339053" y="20234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6221487" y="20727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6420906" y="18816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6061466" y="21121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6200754" y="181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6223113" y="19853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6256417" y="2243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6073493" y="1930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6108257" y="19839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6355487" y="19424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6343051" y="2269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6205324" y="21776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6399865" y="2006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6277311" y="20121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6344341" y="22029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892353" y="198152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6520109" y="214145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6739879" y="20856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6582569" y="21303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6686834" y="21384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6601192" y="1853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6671505" y="2168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6702172" y="20182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6376171" y="18640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6066159" y="22897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6655147" y="18276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6593706" y="1966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6664335" y="22176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6534359" y="1880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6596914" y="174364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6393555" y="213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6128866" y="2168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6072863" y="22311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6457571" y="2676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6482650" y="2502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6563726" y="32986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6722512" y="24948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6568428" y="27067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7094745" y="24392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6060370" y="23372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6178526" y="22407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6109206" y="2276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868203" y="24107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6359314" y="19180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6211696" y="23785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6157028" y="194603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6064546" y="22917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6450490" y="23809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6548402" y="23189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6531453" y="28519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6333137" y="23410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6182398" y="2272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968729" y="2393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5795839" y="20761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966019" y="2278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7211188" y="30793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6389717" y="2455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6725630" y="1848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977950" y="2039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6636714" y="1891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6315091" y="25698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6480358" y="2683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6493690" y="2840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6513009" y="28680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6422870" y="26485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6532431" y="303081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6352273" y="2584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6379686" y="25687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6633003" y="25793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6534549" y="2807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6503159" y="24048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6523714" y="24349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6631124" y="23563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6487563" y="24720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6606041" y="21837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6021507" y="216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6454428" y="2835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6492306" y="3045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6476538" y="3133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6388342" y="2695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6417274" y="207834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6514489" y="28589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6408915" y="3146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6890887" y="225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6534439" y="22104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6439496" y="2615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6471988" y="24036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6468932" y="26454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6479667" y="2424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6293509" y="2546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6454302" y="24895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6332092" y="2531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6421359" y="2378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6502960" y="26634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6464551" y="27128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6393561" y="24015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6272752" y="2493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6537643" y="2277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6562431" y="246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6445193" y="3008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6363584" y="25559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6296412" y="2749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6336316" y="2272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6299180" y="2212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6500457" y="24907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6281834" y="23705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6363209" y="23248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6484685" y="24694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6446062" y="2279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6457543" y="2588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6494505" y="24838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6397353" y="2475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6533353" y="2095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6436624" y="222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6409476" y="23044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6324942" y="225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6327548" y="23615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6343823" y="233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6431958" y="23470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6520793" y="218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6408431" y="21738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6497377" y="20086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6283115" y="23947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6415685" y="2545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6063230" y="2101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6523197" y="2091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6364466" y="2360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6413036" y="23215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6313613" y="24366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6284417" y="2251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964291" y="23259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6311580" y="23446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6303964" y="2522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6530433" y="1916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6718162" y="21841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6380334" y="22566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6462775" y="21408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6419875" y="24296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6969641" y="22029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6480793" y="2244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6142090" y="2253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6591315" y="224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6579755" y="23657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6591422" y="2363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6600085" y="2312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6526631" y="2290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6283172" y="2405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6440020" y="2371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6527163" y="24067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6628896" y="21220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6536344" y="26132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6388897" y="22682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6355542" y="22000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5370691" y="27047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6454526" y="25398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5199789" y="27296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6457241" y="2739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5754511" y="2712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6445750" y="29918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6548479" y="2823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6331019" y="28280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6487929" y="25704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6615997" y="22729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6645613" y="2137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6480112" y="25533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6493930" y="25026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6338709" y="2382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6541375" y="214343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6519917" y="250368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6499956" y="242647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6485929" y="2479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6412940" y="220021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6256056" y="24385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6369940" y="265052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6460302" y="221385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6867800" y="19062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6421884" y="2282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6417879" y="249038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6404274" y="23919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6486731" y="253980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6453727" y="22875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6470312" y="22406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6485221" y="24927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6454301" y="235524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6491265" y="198219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6451422" y="22512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6361827" y="252586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6420962" y="2302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6408306" y="20545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6402069" y="224424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6487748" y="20265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6388437" y="22561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6245149" y="24227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6440096" y="249479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6574873" y="26705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6611258" y="215012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6258474" y="257231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6558524" y="256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6452107" y="21714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6206404" y="19837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6540305" y="24803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6338488" y="235414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6583191" y="24734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6563740" y="27447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6528449" y="23119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6583177" y="21758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6421388" y="24899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6371415" y="23613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6466827" y="22247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6532136" y="2269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6472261" y="242154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6125816" y="19887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6448608" y="17052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6476243" y="22691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6338869" y="24567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6554704" y="23487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6327687" y="17322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6363196" y="21176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6525040" y="1916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6361940" y="19163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6383680" y="20761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6571599" y="24563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6529263" y="22631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6644230" y="22515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6632901" y="22138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6634151" y="25034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6580672" y="23404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6154478" y="243900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6370396" y="28676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6365775" y="255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6827426" y="21519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6696844" y="29443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6533624" y="26692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6589002" y="24557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6616956" y="2171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6643488" y="2219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6650056" y="2211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6296867" y="2048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6568062" y="261350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6802432" y="18021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6600106" y="24572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6447602" y="21673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6381689" y="2600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6564139" y="20892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6467036" y="2184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6485192" y="20805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6530807" y="23634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6489935" y="21590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6780102" y="23725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6565777" y="22095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7409826" y="194119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5426045" y="25688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6755510" y="2287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6839723" y="23234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6466564" y="223167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6525114" y="21731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6594895" y="2323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6443523" y="258856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6578575" y="23455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6463317" y="23682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6556688" y="21357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6405995" y="21920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6549250" y="19406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6516469" y="22563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6434840" y="23056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6449871" y="20932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6526389" y="21815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6550155" y="23463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6486307" y="258265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6493339" y="22395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6441721" y="2222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6801508" y="189896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6433827" y="22301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7264070" y="215735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6472138" y="22667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6475090" y="21900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6310167" y="2334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6501245" y="2429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6537111" y="2484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6589928" y="23712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6740730" y="220820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6598786" y="2517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6531510" y="2240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6434858" y="21275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6571973" y="21669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6507687" y="157901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6489836" y="25008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6464336" y="22251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6496132" y="23498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6469863" y="2209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6486944" y="2314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6434154" y="2422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6638369" y="24563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6312595" y="23265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6389056" y="2471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6302067" y="27668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6299168" y="28520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6299910" y="23563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6687409" y="22691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6318346" y="231044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6289885" y="28438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6315324" y="26482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6495068" y="246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6421856" y="25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6447008" y="26983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6392521" y="228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6514065" y="23164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6277004" y="29244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6548011" y="2648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6687892" y="25962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6621246" y="2444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6537747" y="28435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6535231" y="2992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6477467" y="2381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6547671" y="29235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6490469" y="24698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6461450" y="30415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6477351" y="2499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6572406" y="283530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6442925" y="23974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6506698" y="27207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6529124" y="2590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6538055" y="2447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6418988" y="290972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6404298" y="2514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6602326" y="28838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6405894" y="24220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6367404" y="2412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6434701" y="2465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6373864" y="2778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6426295" y="22187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6358945" y="2348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6760683" y="19792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6485791" y="2170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6323047" y="22661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6393451" y="24407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6395393" y="23025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6502582" y="23027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6337770" y="2480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6583014" y="21755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6400688" y="24178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6294768" y="2147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6489131" y="23840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6436675" y="2259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6376732" y="23568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6407964" y="2419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6423931" y="21441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6305063" y="22854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6642890" y="1906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6376203" y="214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6368749" y="21884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6402412" y="24573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6173372" y="27001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6441595" y="24004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6326000" y="2286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6539225" y="2653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6363919" y="27312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6567408" y="2707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6494525" y="25614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6667787" y="25217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6365668" y="27293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6437829" y="24775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6520435" y="22833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6496799" y="25410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6636560" y="23498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6381412" y="2127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6441958" y="265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6506871" y="24833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6355167" y="21337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6409492" y="2342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6348010" y="2632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6399331" y="25162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6259042" y="24546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6515307" y="29531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6457434" y="25243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6373633" y="26053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6450875" y="22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6327299" y="26692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6305500" y="24064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6386079" y="2479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6325270" y="2597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6379379" y="23263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6377932" y="23059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6365332" y="223041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6360913" y="227588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6301752" y="1733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6594185" y="26229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6383517" y="26568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6507406" y="21593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6456280" y="252047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5359087" y="23979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5265657" y="28958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6537753" y="27236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5382160" y="28000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6462832" y="22786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6531067" y="24904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6550960" y="236012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6548030" y="253998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6613523" y="214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6523230" y="21037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6603019" y="22176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6465830" y="21059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6646570" y="241748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6428028" y="29063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6434583" y="28120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6558804" y="24024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6524497" y="25413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6460102" y="26016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6488197" y="246213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6394625" y="2331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6659998" y="27747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6469341" y="229090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6712264" y="28638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6510139" y="25898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6434193" y="2178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6589389" y="24274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6495574" y="25498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6403562" y="2572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6548796" y="26739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6539350" y="23103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6549026" y="19672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6566102" y="226067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6767835" y="23956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6567209" y="2557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6476077" y="24361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6598102" y="26386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6552191" y="28166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6627860" y="222049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6508070" y="290301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6509288" y="25749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6563925" y="267113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6593509" y="23597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6484535" y="23363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6566608" y="26448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6379451" y="23590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6765624" y="18093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6528983" y="24694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6529882" y="2749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6375769" y="21910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6585198" y="221802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6450247" y="2508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6512039" y="2364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6498979" y="2588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6331445" y="21744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6552372" y="227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6644139" y="25666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6633019" y="264510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6408737" y="2323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6567545" y="24575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6552191" y="2542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6598747" y="23376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6518783" y="2221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6457270" y="24448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6490752" y="25434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6382775" y="2726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6463489" y="23256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6520355" y="22097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6514839" y="23704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6554083" y="23486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6550939" y="25195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6459344" y="25592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6412841" y="24503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6398171" y="2317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6596311" y="26561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6585451" y="2465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6477442" y="29904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6547372" y="25140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6731900" y="23249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6462051" y="25523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6496928" y="26573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6508144" y="2197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6585034" y="20542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6657360" y="23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6517199" y="237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6741806" y="20409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6595735" y="17668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6613627" y="20911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6478657" y="24862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6533974" y="2101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6443431" y="2167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6567073" y="2096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6762761" y="21199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6667061" y="22897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6642438" y="24123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6810581" y="263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6574247" y="19870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6700592" y="25079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6558793" y="23621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6599413" y="2271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6570060" y="22454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6565174" y="24743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6507359" y="28731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6584873" y="2702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6601351" y="27453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6442687" y="28196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6478528" y="22504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6565220" y="18819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6332716" y="21426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6602828" y="23511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6781002" y="21961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6621577" y="19362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6562730" y="22838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6650047" y="26017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6461730" y="22125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6511826" y="24462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6358916" y="24018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6542739" y="23333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6403011" y="2564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6591883" y="24975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6421358" y="1943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6540123" y="22386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6624351" y="2568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6692760" y="2248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6714853" y="21569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6412170" y="25701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6548671" y="23539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6547275" y="242200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6574415" y="25679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6543061" y="20230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6663244" y="20903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6574274" y="2492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6559722" y="23630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6616906" y="22094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6565928" y="22497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6548980" y="2275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6519130" y="19265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6630987" y="22828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6480251" y="19810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6422983" y="20018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6510352" y="2299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6468149" y="214456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6446623" y="20354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6401844" y="2295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6567641" y="20831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6620165" y="24063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6558890" y="23263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6400856" y="21415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6524012" y="22373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6594055" y="21267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6600320" y="19977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6550737" y="2500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6568795" y="17257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6388651" y="20494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6483016" y="2101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6647856" y="19724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6513147" y="20090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6761220" y="1856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6621339" y="20708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6584578" y="21524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6537474" y="2144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6435041" y="23986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6694155" y="27041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6779552" y="27129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6453335" y="25183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6707543" y="28274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6544868" y="24538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6566604" y="24805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6534354" y="24770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6551685" y="197319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6529771" y="2517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6651240" y="22309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6443044" y="22272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6467128" y="2396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6465141" y="23391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6477311" y="24991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6651700" y="2641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6553549" y="260265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6651307" y="26811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6800807" y="23113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6704781" y="30371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6530717" y="2397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6509436" y="275462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6400503" y="26213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6724766" y="20089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6561383" y="2249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6589636" y="23572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6726147" y="25228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6661277" y="22953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6670408" y="2200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6627371" y="22349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6525808" y="21737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6589993" y="24427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6607020" y="25847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6526864" y="270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6569682" y="2456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6625828" y="19561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6510615" y="23275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6551544" y="25037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6488013" y="23743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6557545" y="251411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6670003" y="2406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6647025" y="22372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6599989" y="22017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6571431" y="2720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6552832" y="25464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6647764" y="21071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6672275" y="25997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6566332" y="21346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6579141" y="228651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6582298" y="18813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6568916" y="20049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6454724" y="24310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6631501" y="23746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6554096" y="22610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6702471" y="22220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6597831" y="25394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6450992" y="23406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6606534" y="20475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6590012" y="20836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6611892" y="22972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6547748" y="2441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6655137" y="24871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6519844" y="24696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6687746" y="23727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6543885" y="2371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6853943" y="25831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6924830" y="313242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6672581" y="2345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6736616" y="27060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6660326" y="27697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6724427" y="27548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6624925" y="2463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6773497" y="26301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6604296" y="29326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6528392" y="2791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6640128" y="24877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6667839" y="25122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6760187" y="2125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6872632" y="31077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6572890" y="2641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6821699" y="28904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6638093" y="31971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6827412" y="30101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6679810" y="2731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6644634" y="25908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6763931" y="2537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6710200" y="21156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6617069" y="26509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6764768" y="26710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6550494" y="237611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6832850" y="25768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6738213" y="2826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6825134" y="26425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6563179" y="24319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6652381" y="24375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6782051" y="20258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6720651" y="23684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6535146" y="28134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6739391" y="21501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6953879" y="32742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6698177" y="2707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6451808" y="2221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6464391" y="27291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6532864" y="26565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6444139" y="2561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6629354" y="29792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6583723" y="17542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6522881" y="20609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6665673" y="28717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6684089" y="192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6507378" y="24155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6582958" y="24517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6764275" y="31115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6767357" y="27202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6945707" y="32127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6791691" y="259100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6611778" y="18012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6561157" y="21007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6730772" y="193848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6515040" y="184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6744676" y="20418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6763130" y="27489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6796406" y="24539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6628044" y="26445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6711114" y="28923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6713090" y="26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6916488" y="26853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6586945" y="24968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6761781" y="26804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6592945" y="25162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6764583" y="28723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6705867" y="260520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6582794" y="298541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6554541" y="24438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6458626" y="28505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6776550" y="3126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6897985" y="21370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6541265" y="27098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6685862" y="29616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6689814" y="27727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6627686" y="25226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6541180" y="268151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6752789" y="24937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6771971" y="310606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6809850" y="29422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6432187" y="25814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6516636" y="24137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6481675" y="26665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6705162" y="260733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6543097" y="25952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6559944" y="25383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6433943" y="21612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6565193" y="28972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6581859" y="23390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6436188" y="25845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6707827" y="24616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6896310" y="21095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6701184" y="29572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6621643" y="301720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6816520" y="29260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6575356" y="20699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6865408" y="30920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6457461" y="25000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6826288" y="18619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6424515" y="259497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6939595" y="346271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6857952" y="34216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6697686" y="27382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6934533" y="34028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6580895" y="24556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6479196" y="24726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6401463" y="17705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6668017" y="26413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6602627" y="238296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6766896" y="226958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6575925" y="24618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6593460" y="24984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6597459" y="26468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6815009" y="22685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6563213" y="28207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6548402" y="23184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6570082" y="23947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6731641" y="19127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6614443" y="27130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6779831" y="29198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6647876" y="259829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6574209" y="26121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6588943" y="23024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6160697" y="23353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6753868" y="24359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6762149" y="235205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6549192" y="271232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6515849" y="24859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6427355" y="26514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6136002" y="235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6636071" y="2882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6071004" y="212148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6968466" y="22685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6536223" y="225702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6807021" y="22425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6932501" y="22906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6815765" y="28662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6836382" y="28532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6933569" y="30371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6855517" y="28555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6675900" y="266332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6424646" y="21461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6739671" y="25587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6734631" y="18593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6648024" y="20489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6550922" y="221131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6553748" y="24709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6690640" y="25045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6641603" y="171795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6634629" y="1733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6607274" y="188344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6651358" y="185022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6526106" y="24717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6395349" y="21899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6529217" y="2540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6497941" y="22102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6613023" y="2002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6544299" y="201949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6565825" y="216936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6602997" y="234132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6339920" y="198985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6508869" y="242590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6663129" y="215126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6636336" y="26627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6590672" y="24795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6495962" y="275219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6607342" y="223522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6525537" y="256339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6576718" y="2510251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6477916" y="247827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6398795" y="264658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6502886" y="240435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6368437" y="226715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6268869" y="214141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6539434" y="23026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6470891" y="207070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6579947" y="22222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6472680" y="251135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6417326" y="2295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6458157" y="290025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6358753" y="22737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6394732" y="21914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6218869" y="25636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6534937" y="27718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6486163" y="303317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6400704" y="28302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6581435" y="29594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6622876" y="26428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6647607" y="317906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6369574" y="29424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6578405" y="26793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6361972" y="24165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6301403" y="275620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6172275" y="265980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6413794" y="30931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6401974" y="25739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6380539" y="27299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6377372" y="23951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6422078" y="260942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6521490" y="24631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6651386" y="2217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6414063" y="23626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6544830" y="225418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6394748" y="281829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6353365" y="27689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6486294" y="2393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6510340" y="23752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6460067" y="26588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6254790" y="248982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6448466" y="26276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6252352" y="293966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6370039" y="26763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6419541" y="26617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6371162" y="249466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6352352" y="30622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6545723" y="25546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6302583" y="250272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6444234" y="27688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6559408" y="300686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6553575" y="29856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6383875" y="272157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6468807" y="2520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6738555" y="281331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6579067" y="26850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6607032" y="307152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6567373" y="32471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6530861" y="30879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6433898" y="281994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6660596" y="32828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6374559" y="2191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6551691" y="28623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6359894" y="231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6444117" y="30238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6507591" y="25293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6468799" y="22636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6291075" y="2439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6401203" y="25267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6469068" y="21365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6422213" y="23968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6484515" y="23337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6605732" y="29337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6458942" y="26381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6371535" y="21415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6532818" y="26953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6437956" y="26399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6645877" y="3210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6488748" y="2255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6443382" y="209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6447563" y="22608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6313074" y="24133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6590948" y="2368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6458035" y="239935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6372101" y="20262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6383679" y="28316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6483226" y="253149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6443886" y="22935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6401400" y="22370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6226143" y="22979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6481321" y="25375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6375253" y="24017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6416522" y="25872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6238228" y="21384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6271101" y="23070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6438907" y="270174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6366756" y="27326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6335392" y="26803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6348885" y="26093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6474969" y="25889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6423005" y="190049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6457140" y="24757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6339523" y="2198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6311332" y="249559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6507617" y="26505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6392615" y="22543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6318952" y="24047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6441335" y="21280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6497524" y="25673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6501437" y="244589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6614947" y="26325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6444341" y="22339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6335851" y="245708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6339736" y="26954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6401926" y="256614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6357097" y="23206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6412605" y="23988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6320619" y="2347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6320805" y="22441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6719590" y="31794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6321467" y="22584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6720138" y="28034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6485166" y="22712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6464363" y="211776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6424999" y="24733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6394735" y="206298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6338677" y="252774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6375230" y="23826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6623050" y="26619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6435471" y="24034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6467419" y="26872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6477542" y="26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6674062" y="28744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6456086" y="25631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6386872" y="200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6546872" y="23759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6358433" y="206395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6645246" y="23401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6579532" y="23454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6527128" y="242028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6615192" y="23889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6403137" y="24904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6456870" y="2361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6545049" y="24366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6577860" y="30437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6446390" y="27349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6571046" y="276759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6498662" y="234330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6469539" y="27514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6423700" y="2390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6307292" y="22317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6546491" y="28157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5682842" y="27854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6446813" y="275193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6278416" y="24818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6406372" y="22424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6466916" y="24224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6246565" y="22798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6347764" y="24843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6456045" y="2540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6414997" y="18292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6569323" y="23483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6796033" y="1801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6469289" y="159550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6197267" y="29873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6310760" y="20217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6551187" y="26360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6370220" y="265882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6497774" y="260021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6557410" y="253355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6472198" y="23400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6420311" y="24793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6481925" y="299722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6577639" y="27589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6463268" y="2581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6717528" y="2868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6485906" y="21150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6316487" y="253568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6634439" y="258324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6403941" y="23696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6616432" y="255533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6717720" y="29651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6772662" y="17923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6467182" y="26457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6372533" y="197111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6408876" y="27874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6508914" y="26594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6149493" y="23931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6365033" y="275170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6719521" y="19165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6191023" y="2520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6549939" y="22312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6388280" y="2419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6354711" y="21446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6544279" y="21982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6691404" y="22305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6336368" y="245729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6494565" y="27835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6304466" y="28245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6177104" y="242013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6412084" y="28595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911236" y="25152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6321956" y="29888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6192644" y="25778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6317257" y="251208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7874514" y="251220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6377295" y="24334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6365480" y="25432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6313614" y="2561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6573359" y="1834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6505894" y="28545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6230371" y="186783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6468843" y="278266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6608843" y="22015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6413003" y="22451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6657547" y="218110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6293804" y="22039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6660826" y="29116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6451118" y="18688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6619023" y="2335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6459327" y="28256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6450177" y="261090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6648376" y="19090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6162773" y="2613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6389487" y="23968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6249848" y="2429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6398274" y="22890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6382264" y="307938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6237373" y="31779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6549170" y="26001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6373328" y="26950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6239563" y="26284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6339575" y="29879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6773590" y="23017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6538648" y="2681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6244128" y="28393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6488099" y="2385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6366652" y="27552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6532759" y="193569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6421576" y="26354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6315114" y="26683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6358732" y="25909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6421477" y="23151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6389203" y="24449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6409277" y="25053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6589024" y="28622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6416470" y="24220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6319052" y="26973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6379495" y="24151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6521019" y="221301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6013195" y="20535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6465031" y="219539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6441582" y="2335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6490210" y="21186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6609261" y="22170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6649000" y="251061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6491269" y="245948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6437055" y="28211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6587398" y="284384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6722069" y="18144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6392703" y="251492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6366417" y="26070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6527065" y="265548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6332804" y="263611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6399388" y="2675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6432277" y="2591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6688068" y="29957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6438149" y="24279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6384744" y="23942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909211" y="27641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6483695" y="22355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6345370" y="21797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6574450" y="27241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6687862" y="26945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6734225" y="21389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6782076" y="25951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6741905" y="176094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6366132" y="28396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6347213" y="27904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6330521" y="21537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6591023" y="16586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6464951" y="25005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6466212" y="24564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6393529" y="27003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6505388" y="25697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6383503" y="31550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6451373" y="262748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6412295" y="245410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6353085" y="30299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6677352" y="21421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6481761" y="2623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6362664" y="2419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6346659" y="20979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6394400" y="214873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6373724" y="24262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6263694" y="24853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917991" y="21054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6480840" y="21452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6449492" y="24330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6583771" y="21315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6364249" y="2275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6480415" y="231615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6258873" y="24281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6427408" y="2035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6450231" y="22310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6431280" y="22951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6504418" y="20078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6377814" y="23071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6435861" y="22406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6365571" y="190822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6437701" y="21762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6403117" y="23592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6220527" y="22546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6537610" y="27179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6572742" y="23524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6504931" y="23762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6445599" y="24750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6388480" y="2168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6538738" y="252211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6380913" y="23309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6373328" y="26440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6335804" y="23327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6443619" y="215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6681946" y="30457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6347023" y="314358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6369190" y="29160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6134339" y="2518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6495093" y="26489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6384211" y="30966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6305465" y="237689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6385155" y="234216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6456038" y="25203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6389529" y="233479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6573854" y="24090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6475051" y="22939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6310869" y="258167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6549484" y="24052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6427483" y="2587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6302285" y="2445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6441834" y="244544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6427145" y="273728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6569256" y="20038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6415080" y="26373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6425686" y="2590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6476437" y="25968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6585308" y="26431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6574758" y="25955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6434275" y="22063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6521919" y="29003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6452534" y="31473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6474426" y="2488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6596413" y="23436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6294674" y="26277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6485647" y="24686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6506961" y="26196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6408513" y="23483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6643846" y="204887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6226855" y="23409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6457381" y="2048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6718824" y="297379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6615105" y="22984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6589568" y="20677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6586496" y="24510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6349498" y="25087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6420048" y="2177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6567881" y="1997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6376824" y="22927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6484381" y="245087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6542567" y="18547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6504742" y="23046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6371324" y="24781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6427332" y="23586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6452130" y="25074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6487190" y="24700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6516804" y="23316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6444978" y="2709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6704012" y="16275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6432816" y="22090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6399438" y="219796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6384492" y="232041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6540168" y="241160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6733750" y="169070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6487708" y="251130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6283983" y="293209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6585544" y="2873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6465357" y="22746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6525689" y="25548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6551597" y="29226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6704337" y="30453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7108681" y="14300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6537501" y="20036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6432095" y="22550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6420613" y="233557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6384162" y="23833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6392512" y="25697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6481501" y="26237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6373765" y="2506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6593197" y="2675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6510121" y="30356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6405936" y="264638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6446247" y="2515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6479071" y="3127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6458313" y="24711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6465089" y="24473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6426961" y="22328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6409802" y="230471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6437538" y="23735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6547282" y="27921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6484230" y="27901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6579550" y="2711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6531818" y="22034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6692494" y="25110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6520683" y="27434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6711620" y="25114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6570239" y="23395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6446500" y="245704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6549021" y="26587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6455438" y="26716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6262230" y="277275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6433925" y="2167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6866164" y="20534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6572335" y="24330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6950438" y="21980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6513417" y="25427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6647200" y="221272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6830126" y="299482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6876282" y="30388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6873950" y="26526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6690519" y="300288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6693594" y="3203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6742381" y="282643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6321476" y="28908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6502595" y="239104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6439640" y="243803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6588951" y="20828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6713053" y="23779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6434622" y="244773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6355403" y="29429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6282908" y="26596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6462859" y="22785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6427399" y="247259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6649453" y="21033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6368167" y="22869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6422342" y="26482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6504757" y="2275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6443948" y="273397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6402592" y="24910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6387952" y="30570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6468925" y="28232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6284955" y="276352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6450508" y="24855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6338021" y="33268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6254496" y="24455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6461240" y="2212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6355512" y="18902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6400598" y="25345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6346662" y="24925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6488002" y="27595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6242663" y="247600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6621021" y="28050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6439498" y="25707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6517885" y="27003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6490490" y="25289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6464671" y="272045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6655663" y="242826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6392202" y="227584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6551986" y="28272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6913697" y="20612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6442437" y="3262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6521044" y="26224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6513069" y="25247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6656973" y="218813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6442018" y="25708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6377659" y="30950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6507829" y="24665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6487510" y="24197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6275184" y="25639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6459751" y="288100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6408651" y="25626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6427225" y="28636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6509692" y="2483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6608397" y="2628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6510861" y="2571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6768688" y="3038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6509473" y="23367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6426106" y="24071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6448026" y="22297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6495349" y="25723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6605124" y="274541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6661873" y="216991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6620986" y="21010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6670444" y="231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6573554" y="26501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6626972" y="26056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6524332" y="258245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6633088" y="22334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6458938" y="278701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6370525" y="28741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6533449" y="2792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6735444" y="23168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6363459" y="23977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6399992" y="25418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6488020" y="260913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6473960" y="2834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6444204" y="23961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6514536" y="22933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6398398" y="264207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6520150" y="25974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6616673" y="274881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6655839" y="229063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6319775" y="23086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6550922" y="29714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6372723" y="23485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6424826" y="27660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6425599" y="228960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6477762" y="250593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6501747" y="24911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6365406" y="2602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6523886" y="2106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6480910" y="21415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6473584" y="253209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6670865" y="25630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6579856" y="196896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5759965" y="2982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6560499" y="242962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6590670" y="2739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6507116" y="23365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6523316" y="24795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6579850" y="29190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6551084" y="30706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6451365" y="26903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6583280" y="279657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6662857" y="262361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6864381" y="20431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6479609" y="18986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6902732" y="210122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6715896" y="26435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6315052" y="228253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6109587" y="22160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6416799" y="22991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6674658" y="25860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6582733" y="185730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5721467" y="2827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6390714" y="24375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6253134" y="251238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6470741" y="22152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6398395" y="20860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6359769" y="212245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6213696" y="30960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6526883" y="245455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6383606" y="22885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6598214" y="256629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6648632" y="25347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6688435" y="25469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6710907" y="28395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6828438" y="27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6644813" y="23353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6544563" y="242475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6519519" y="26968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6637073" y="244698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6543469" y="23316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6221160" y="230754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6393480" y="2464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6724892" y="1891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6200513" y="2573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6535825" y="23773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6656287" y="246634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6449391" y="22776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6472976" y="226603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6657691" y="231265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6601635" y="21374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6583387" y="257268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6536559" y="199941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6553249" y="215020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6190000" y="23925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6486089" y="238776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6455848" y="227571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6243356" y="22261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6515867" y="229383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6440683" y="18409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6375516" y="20463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6469562" y="24217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6723837" y="222146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6703230" y="23604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6625900" y="18041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6613265" y="255621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6763582" y="268620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6631784" y="276467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6594761" y="24909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6593547" y="242777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6593147" y="19081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973410" y="2567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6833929" y="25640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6825332" y="198814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6820486" y="245787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6865440" y="20169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6787986" y="2437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6749612" y="263020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6572449" y="259751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6360040" y="18989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6298965" y="28066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6389345" y="2612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6702590" y="24708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6728156" y="249484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6688594" y="24686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6368572" y="25252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6588773" y="23114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6441324" y="26979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6450541" y="169188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6570650" y="247716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6588138" y="264355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6530060" y="192064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6369598" y="21287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6464104" y="2656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6346183" y="23005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6596315" y="244263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6430538" y="23815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6459165" y="20192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6498853" y="23134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6686790" y="2065493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6475680" y="253564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6503117" y="20201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6463046" y="22411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6774974" y="23608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6845726" y="236058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6298400" y="25861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6450502" y="23218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6539352" y="2689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6299453" y="216739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6430619" y="23751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6529351" y="23969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6581150" y="26461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6346905" y="229300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6451627" y="189653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6478933" y="220342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6286649" y="219765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6589756" y="23908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6577317" y="23752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6548456" y="25917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6466064" y="21081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6391812" y="21847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6591421" y="20812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6532907" y="25098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6830628" y="183427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6758497" y="29307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6561964" y="22064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6470096" y="24727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6497934" y="197752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6425464" y="225915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6499714" y="223154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6407736" y="238008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6485680" y="27304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6536735" y="25817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6510393" y="277171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6623762" y="24413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6447020" y="28222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6581824" y="27799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7070088" y="225891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6641847" y="245438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6515666" y="238770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6640655" y="26603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6650283" y="25591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7102701" y="210959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6494886" y="25640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6435863" y="25154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6517981" y="27619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6522161" y="272443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6524985" y="2150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6499234" y="26958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6162538" y="2181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6356026" y="27627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6346509" y="25445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6589885" y="27717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6569901" y="23424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6482364" y="268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6515423" y="268777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6684870" y="24761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6438343" y="273381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6543207" y="268777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6669915" y="2799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6701952" y="293463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6621529" y="31352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6432754" y="27190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6544523" y="28115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6728159" y="25863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6554119" y="256063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6450945" y="27006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6508026" y="26677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6388719" y="273468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6720223" y="204986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6626431" y="2688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6788993" y="275235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6633495" y="250341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6706007" y="218970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6667551" y="24554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6645353" y="26080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6508834" y="23471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6647943" y="245634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6556347" y="233722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6517802" y="23031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6259949" y="259244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6529234" y="232138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6611928" y="26003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6387019" y="30041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6623892" y="24773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6445907" y="300052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6312790" y="271879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6470240" y="29465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6388759" y="28753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6518159" y="25699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6410721" y="25353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6529064" y="25067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6515054" y="245565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6081672" y="21683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6928253" y="18653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6867323" y="2604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6798788" y="30295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6584951" y="29138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6718230" y="22835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6788379" y="284200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6530392" y="255683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6827584" y="2304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6497843" y="268864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6556435" y="24785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6740261" y="284114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6528432" y="276252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6537698" y="271325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6431171" y="302440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6547445" y="270385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6473465" y="310370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6388698" y="251117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6434730" y="275244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6311677" y="23507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6507165" y="22182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6563727" y="218330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6534846" y="26717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6508409" y="26376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6113440" y="240417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6566136" y="259496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6522942" y="24768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6433218" y="263583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6505034" y="23542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6440485" y="22164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6445502" y="249927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6232219" y="22533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6444306" y="21607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6355946" y="2085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6467460" y="24434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6527053" y="2454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6530806" y="2683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6326578" y="26770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6533161" y="22910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6589317" y="270968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6543496" y="24182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6646572" y="23474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6547449" y="236046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6490095" y="23943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6477538" y="24212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6451001" y="27235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6354340" y="25237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6485729" y="2813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6456249" y="2865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6122503" y="23569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6453230" y="25134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6478192" y="27090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6507502" y="247755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6442167" y="23309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6476131" y="22733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6421397" y="261570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6447425" y="282638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6521483" y="21811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6394444" y="28044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6536281" y="24586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6459131" y="21468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6392167" y="216159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6505392" y="241176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6410501" y="237063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6502908" y="273515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6399487" y="249406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6478352" y="221222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6376571" y="281730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6402823" y="27330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6411050" y="252089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6560445" y="255765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6526976" y="25738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6351766" y="279513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6681240" y="254317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6409768" y="257772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6557555" y="296446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6383541" y="28763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6502324" y="294961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6546712" y="210525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6483396" y="27432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6321860" y="265198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6496215" y="30223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6486225" y="245017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6435065" y="270576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6449786" y="254054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6473510" y="27244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6403658" y="2721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6522065" y="222313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6475020" y="238771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6424200" y="19868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6715309" y="224087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6505748" y="240623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6544862" y="2386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6559720" y="28808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6514541" y="293522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6551811" y="21934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6120965" y="262006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6293532" y="292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6553254" y="256364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6634862" y="266362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6516018" y="26263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6576463" y="267950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6516873" y="217540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6542142" y="232229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6590281" y="226037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6691730" y="23372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6651733" y="28694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6461881" y="23380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6582484" y="27247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6541404" y="222749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6463713" y="245952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6481097" y="227987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6560267" y="269843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6615029" y="221117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6516512" y="231546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6422680" y="24953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6586158" y="222598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6487332" y="2420888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6463051" y="3118412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6424158" y="25233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6456839" y="279948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6369996" y="299861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6424824" y="274896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6559623" y="30346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6386196" y="25564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6504708" y="25847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6580789" y="261764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6195444" y="255233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6553588" y="2879306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6760320" y="25976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6406572" y="25112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6562584" y="28666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6505998" y="252969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6205858" y="264688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6341142" y="25292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6316853" y="25910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6320918" y="27839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6287480" y="292786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6290911" y="20507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6241079" y="25015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6279115" y="2749127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6399568" y="26087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6255148" y="26031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6128583" y="25719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6210827" y="265562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6220547" y="21433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6525326" y="31430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6369883" y="31591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6464777" y="206171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6524984" y="23044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6164650" y="2708960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6440733" y="23180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6535956" y="24905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6671330" y="238669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6526859" y="2508564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6398372" y="199829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6393452" y="2153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6660213" y="223712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6820632" y="277238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6780419" y="223712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6642721" y="246843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6525532" y="2360353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6701516" y="242489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6623877" y="2290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6704444" y="262676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6475654" y="241606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6660376" y="30041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6399911" y="258712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6491776" y="229819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6447781" y="28310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6736398" y="2287131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6514473" y="23999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6570272" y="261446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6537346" y="236576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6823131" y="291711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6788733" y="27461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6788328" y="2649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6595975" y="2614869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966265" y="309411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6440763" y="23684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6416768" y="24294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6413702" y="251250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6636514" y="203963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6382475" y="275809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6493843" y="25046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6494985" y="235210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6629588" y="235365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6478154" y="237049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6476027" y="280340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6674208" y="282213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6695237" y="17853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6492439" y="24060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6448100" y="250433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6404805" y="234904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6473207" y="26605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6818802" y="203246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6500264" y="2463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6480405" y="230212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6615662" y="232576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6693732" y="22620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6397246" y="232556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6607547" y="2671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6463770" y="270008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6287166" y="20377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6463310" y="259203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6620078" y="239698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6348869" y="26648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6431878" y="25619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6637247" y="253356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6626716" y="192396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6616651" y="23486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6272685" y="28868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6498479" y="247751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6387247" y="28066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6420315" y="231786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6578295" y="29906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6809833" y="276483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6192356" y="2582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6413941" y="28210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6590402" y="29498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6479978" y="2293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6462798" y="2210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6493406" y="27760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6348332" y="225038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6690801" y="291402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6552380" y="229834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6771192" y="23744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6719619" y="25798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6476697" y="2880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6493438" y="177103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6612372" y="25242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6426473" y="251152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6389155" y="236707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6255761" y="24409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6500974" y="25848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6565962" y="2400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6552823" y="246789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6492823" y="254419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6408023" y="246133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6313438" y="26327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6463743" y="209877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6408221" y="25863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6510897" y="189535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6641473" y="256907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6671665" y="28056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6499432" y="232160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6465449" y="256607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6571655" y="280070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6629673" y="259391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6336284" y="24283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6497153" y="264186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6303946" y="250123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6454801" y="25498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6376561" y="26060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6589881" y="2743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6414963" y="2613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6508911" y="229789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6485194" y="27927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6396624" y="24439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6514831" y="278457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6609907" y="244967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6221446" y="254717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6579261" y="219714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6423503" y="20714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6598316" y="23513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6572953" y="2682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6551853" y="26873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6506893" y="24062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6538691" y="215964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6610170" y="2354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6490710" y="28114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6653811" y="245030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6454987" y="25314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6552892" y="26363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6492102" y="268164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6654121" y="26030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6240791" y="27642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6706874" y="246515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6444205" y="256011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6594257" y="264983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6273521" y="25535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6676309" y="20392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6438014" y="244039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7103526" y="247472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6949181" y="240262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6672463" y="27021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6706762" y="27624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7215660" y="186237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6751146" y="237892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6483605" y="244049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6435552" y="257093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6383406" y="24131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6600935" y="2567293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6490401" y="261077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6538337" y="269035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6575453" y="248294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6328737" y="206389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6577157" y="2298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6494158" y="231777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6864112" y="31246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6570198" y="19026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6536467" y="21028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6169497" y="231928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6601863" y="24508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6923024" y="272591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6787838" y="27411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6564845" y="216476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6638801" y="243528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6406611" y="27633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6612994" y="2588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6623469" y="239070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6760371" y="259166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6468573" y="230225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6652279" y="22400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6358382" y="211365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6857196" y="284067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6582690" y="2655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6637359" y="211509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6481000" y="2231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6328261" y="24198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6668469" y="28189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6458820" y="222388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6429414" y="218850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6603882" y="247473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6548051" y="3002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6409182" y="21819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6580206" y="259618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6585342" y="21869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6585364" y="291049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6589832" y="254870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6743622" y="29643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6615684" y="263615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6497730" y="220748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6588454" y="266313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6737496" y="27536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6434998" y="2393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6648549" y="303062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6589944" y="275491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6491529" y="253925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6493465" y="294182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6773431" y="216683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6793121" y="246807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6667587" y="236110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6675279" y="228585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6442140" y="218700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6410796" y="26453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6812537" y="27638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6640945" y="300720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6587419" y="249345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6592376" y="263952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6609867" y="2802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6584333" y="242180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6584925" y="24067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6414240" y="257244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6565304" y="225887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6503401" y="240903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6578239" y="267191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6587452" y="24395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6620246" y="2721382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6690474" y="282667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6432398" y="253121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6455257" y="24785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6733146" y="2667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6480866" y="25268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6612417" y="28469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6559183" y="263504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6608141" y="252245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6751750" y="22991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6375643" y="214490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6645307" y="276179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6708002" y="236454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6634828" y="21461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6386474" y="24264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6378978" y="250178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6605024" y="250938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6637322" y="277935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6541098" y="275345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6370949" y="28336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6620490" y="21269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6231758" y="24472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6597472" y="251633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6389846" y="228521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6548965" y="273254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6471823" y="21601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6506059" y="245517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6541427" y="226393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6412071" y="243848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6450201" y="225885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6542812" y="220254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6672906" y="28268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6515535" y="243364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6258373" y="26622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6732031" y="244492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6545732" y="248341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6627880" y="215598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6718326" y="230655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6620818" y="270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6558801" y="2718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6511114" y="257555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6603447" y="303673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6445092" y="239706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6381253" y="23266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6452233" y="293077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6533535" y="235017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6646722" y="255150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6469918" y="251533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6556746" y="25073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6442724" y="2637809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7193177" y="2714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6600511" y="255716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6465430" y="234829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6524787" y="23857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6501979" y="22268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6603893" y="24286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6380386" y="220341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6414667" y="254808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6579988" y="248807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6609908" y="247510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6624611" y="231938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6615814" y="2483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6640308" y="269186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6634485" y="23039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6661486" y="269900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6568022" y="235516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6663360" y="1821646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6623023" y="229657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6415466" y="24610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6574163" y="247385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6537220" y="2208867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6563362" y="213964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6566724" y="25296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6657464" y="243341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6699556" y="23013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6082567" y="262118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6501992" y="304782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6610156" y="253817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6433171" y="276627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6591358" y="267054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6452992" y="24537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6688817" y="3042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6689767" y="187624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6377512" y="24390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6860758" y="22670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6549652" y="274179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6570673" y="2769751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6591784" y="225471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6460017" y="23442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6542169" y="214853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6568734" y="247258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6577877" y="206615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6145452" y="238227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6705815" y="242162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6611374" y="247745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6379552" y="2726428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6577855" y="2842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6487164" y="27137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6589392" y="289638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6514463" y="25190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6386951" y="24242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6604695" y="23402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6581771" y="2228444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6523220" y="226729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6665892" y="21374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6513345" y="26963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6650587" y="23717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6411198" y="23789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6681755" y="270123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6630313" y="235029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6480256" y="27575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6476811" y="192172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6694305" y="28373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6475712" y="290237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6452729" y="2455940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6668583" y="23556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6718944" y="25359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6687065" y="26051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6646163" y="319964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6413671" y="237318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6456552" y="278153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6396857" y="270596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6405004" y="25341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6455694" y="238250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6331570" y="2474669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6370659" y="211802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6392508" y="28592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6362745" y="202963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6450536" y="220931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6319847" y="20241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6394814" y="215296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6448982" y="24138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864099" y="23104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6313138" y="219248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6288626" y="22870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6288978" y="232288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6373860" y="2032447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6432685" y="21741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6377295" y="2475934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6425384" y="29874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6557818" y="275482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6314131" y="2717677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6437878" y="274685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6303261" y="257995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6530924" y="248786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6428929" y="247616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6306214" y="2559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6316085" y="2411887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6377650" y="236588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6414559" y="238467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6339835" y="251729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6427847" y="197242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6192180" y="24892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6402204" y="272523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6373867" y="240386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6716971" y="199418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5623649" y="25988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6615328" y="19994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6386274" y="258332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6262762" y="251202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6484902" y="279767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6375668" y="264231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6281615" y="258820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6389449" y="2666513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6543983" y="24119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6557263" y="271627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6402483" y="22808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6659431" y="272264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6340426" y="295880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6571659" y="201221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6725399" y="2338422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6770374" y="209288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6468856" y="262036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6520987" y="254505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6426950" y="294150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6287577" y="24520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6435530" y="261016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6476037" y="25179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6622547" y="227564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6530411" y="245475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6418508" y="257814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6452998" y="308111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6431619" y="233436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6466704" y="268743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6757331" y="25948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6622785" y="214687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6548509" y="267599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6597176" y="236749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6495195" y="22912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6683900" y="213362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6786379" y="222931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6512918" y="1689875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6354471" y="214783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6788046" y="2518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6696287" y="2924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6353369" y="239836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6329627" y="242857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6469477" y="259651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6336203" y="251040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6333890" y="22950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6465906" y="239477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6376178" y="294358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6598691" y="229434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6420216" y="1997038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6479553" y="234409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6429908" y="223138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6727558" y="2311519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6405108" y="24164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6548075" y="230036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6522550" y="1480146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6571185" y="246971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6507103" y="236764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6627123" y="254004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6403755" y="203037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6530097" y="241190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6530868" y="242969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6325349" y="19920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6495048" y="290799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6425538" y="258266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6497547" y="254696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6388574" y="222771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6248299" y="243890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6174373" y="295637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6281669" y="285042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6323735" y="2911383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6312267" y="286631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6272921" y="31467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6560833" y="23652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6825382" y="249228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6616954" y="22765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6558266" y="223631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6722933" y="26979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6379844" y="223686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6495607" y="259069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6503093" y="2331972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6511350" y="246083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6487488" y="2101976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6337675" y="250718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6423483" y="221574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6301131" y="199439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6384363" y="203069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6385681" y="286738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886855" y="22314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6446449" y="227143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6484925" y="209870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6445937" y="22596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6523577" y="2750238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6508871" y="254553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6572523" y="276752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6529271" y="231958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6394231" y="23710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6415539" y="266834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6524414" y="252681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6480788" y="239880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6541880" y="22530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6329566" y="242650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6572177" y="257384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6483257" y="185385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6403536" y="21156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6564351" y="2337534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6351687" y="214559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6491178" y="248455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6657856" y="20818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979027" y="196534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6681500" y="22358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6783389" y="1974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6352795" y="254293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6494497" y="2343399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6627002" y="235449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6657160" y="225269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6414483" y="207342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6273600" y="246382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6353900" y="225158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6288424" y="204966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6474767" y="24179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6586223" y="21945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6406343" y="199047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6201800" y="222015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6488409" y="247553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6498044" y="214229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6454201" y="245305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6663062" y="255223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6587981" y="244298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6709535" y="292796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6639016" y="320663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6612870" y="24756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6691409" y="294695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6604954" y="247574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6383517" y="269618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6537096" y="252434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6487310" y="22638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6501962" y="272948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6456629" y="263095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6330690" y="220950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6481432" y="218932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6560779" y="2200064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6512148" y="281483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6675093" y="282428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6580851" y="269630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6493149" y="263929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6336286" y="26264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6288354" y="268881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6530812" y="258216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6198679" y="268967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6450745" y="265504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6621079" y="3260311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6643416" y="2408036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6476835" y="296454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7015939" y="1855668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6303815" y="24221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6388262" y="2537523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6592171" y="260514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6687222" y="27799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6361316" y="263641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6298187" y="2552091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6557820" y="262327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6562901" y="24390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6477901" y="201985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6209501" y="2879524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6316839" y="245178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6544835" y="220067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6639504" y="27417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6318805" y="239581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6432885" y="280317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6463233" y="2156150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6643714" y="3172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6633880" y="305016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6571820" y="283090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6582882" y="252309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6839010" y="29081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6719721" y="276031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6614368" y="2784413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6390031" y="262236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6336659" y="263275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6511027" y="2177252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6337492" y="2287143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6596955" y="20933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6574108" y="2106048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6331123" y="2379614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6520486" y="27292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6453913" y="239213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6457790" y="255449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6403564" y="2884200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6458949" y="213769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6398785" y="21661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6296786" y="2513972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6411988" y="223323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6518002" y="25500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6374931" y="279562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6379272" y="222799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6390967" y="22571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6311555" y="2291049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6673256" y="1810286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6426398" y="247035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6419983" y="2503606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6640951" y="271206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6489506" y="2810848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6535533" y="2668714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6499220" y="225166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6804289" y="2434962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6816142" y="2266615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6357149" y="275331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6681210" y="198390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6436529" y="217154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6338759" y="207592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6273825" y="222888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6355426" y="2368077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6326292" y="234318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6252796" y="2274857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6358089" y="269895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6496504" y="2525642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6327553" y="2708408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6435408" y="2271423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6337327" y="278898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6415134" y="1993694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6348941" y="2339126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6430910" y="224332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6422768" y="2493121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6519071" y="2680561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6543712" y="2079086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6348339" y="2353179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6456206" y="285077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6340303" y="215205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6304312" y="245504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6349396" y="1970707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6500540" y="235863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6477950" y="2340628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6549662" y="2632757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6346753" y="2727763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6448798" y="2581652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6828214" y="1766962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6278662" y="2420478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6378935" y="2589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6521635" y="1918167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6487009" y="2549065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6419737" y="2327645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6435905" y="2527241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6627398" y="2486211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6751578" y="2339409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6434675" y="2178150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6593923" y="2165335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6636967" y="2355436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6594046" y="2238141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6690478" y="2183084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6759952" y="2639029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6623617" y="2257859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6523786" y="1760695"/>
              <a:ext cx="310758" cy="708113"/>
            </a:xfrm>
            <a:custGeom>
              <a:avLst/>
              <a:pathLst>
                <a:path w="310758" h="708113">
                  <a:moveTo>
                    <a:pt x="0" y="708113"/>
                  </a:moveTo>
                  <a:lnTo>
                    <a:pt x="31075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6776522" y="1760695"/>
              <a:ext cx="65930" cy="71564"/>
            </a:xfrm>
            <a:custGeom>
              <a:avLst/>
              <a:pathLst>
                <a:path w="65930" h="71564">
                  <a:moveTo>
                    <a:pt x="65930" y="71564"/>
                  </a:moveTo>
                  <a:lnTo>
                    <a:pt x="58022" y="0"/>
                  </a:lnTo>
                  <a:lnTo>
                    <a:pt x="0" y="4263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6523786" y="2468809"/>
              <a:ext cx="96091" cy="853011"/>
            </a:xfrm>
            <a:custGeom>
              <a:avLst/>
              <a:pathLst>
                <a:path w="96091" h="853011">
                  <a:moveTo>
                    <a:pt x="0" y="0"/>
                  </a:moveTo>
                  <a:lnTo>
                    <a:pt x="96091" y="8530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6577124" y="3255829"/>
              <a:ext cx="71547" cy="65991"/>
            </a:xfrm>
            <a:custGeom>
              <a:avLst/>
              <a:pathLst>
                <a:path w="71547" h="65991">
                  <a:moveTo>
                    <a:pt x="0" y="8059"/>
                  </a:moveTo>
                  <a:lnTo>
                    <a:pt x="42753" y="65991"/>
                  </a:lnTo>
                  <a:lnTo>
                    <a:pt x="7154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6016695" y="2193185"/>
              <a:ext cx="507090" cy="275623"/>
            </a:xfrm>
            <a:custGeom>
              <a:avLst/>
              <a:pathLst>
                <a:path w="507090" h="275623">
                  <a:moveTo>
                    <a:pt x="507090" y="27562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6016695" y="2191333"/>
              <a:ext cx="71976" cy="63259"/>
            </a:xfrm>
            <a:custGeom>
              <a:avLst/>
              <a:pathLst>
                <a:path w="71976" h="63259">
                  <a:moveTo>
                    <a:pt x="71976" y="0"/>
                  </a:moveTo>
                  <a:lnTo>
                    <a:pt x="0" y="1852"/>
                  </a:lnTo>
                  <a:lnTo>
                    <a:pt x="37592" y="632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6523786" y="2127026"/>
              <a:ext cx="492361" cy="341782"/>
            </a:xfrm>
            <a:custGeom>
              <a:avLst/>
              <a:pathLst>
                <a:path w="492361" h="341782">
                  <a:moveTo>
                    <a:pt x="0" y="341782"/>
                  </a:moveTo>
                  <a:lnTo>
                    <a:pt x="49236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6944396" y="2127026"/>
              <a:ext cx="71750" cy="65130"/>
            </a:xfrm>
            <a:custGeom>
              <a:avLst/>
              <a:pathLst>
                <a:path w="71750" h="65130">
                  <a:moveTo>
                    <a:pt x="41057" y="65130"/>
                  </a:moveTo>
                  <a:lnTo>
                    <a:pt x="71750" y="0"/>
                  </a:lnTo>
                  <a:lnTo>
                    <a:pt x="0" y="598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6729843" y="1650822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6551386" y="332800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5832400" y="2083312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6903444" y="2017153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5091288" y="1353673"/>
              <a:ext cx="2942196" cy="2235907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5091288" y="1353673"/>
              <a:ext cx="0" cy="2235907"/>
            </a:xfrm>
            <a:custGeom>
              <a:avLst/>
              <a:pathLst>
                <a:path w="0" h="2235907">
                  <a:moveTo>
                    <a:pt x="0" y="223590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895268" y="2998967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918540" y="2418700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918540" y="183843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5053330" y="3049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5053330" y="24688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5053330" y="18885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5091288" y="3589581"/>
              <a:ext cx="2942196" cy="0"/>
            </a:xfrm>
            <a:custGeom>
              <a:avLst/>
              <a:pathLst>
                <a:path w="2942196" h="0">
                  <a:moveTo>
                    <a:pt x="0" y="0"/>
                  </a:moveTo>
                  <a:lnTo>
                    <a:pt x="2942196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5806958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6523786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7240613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7957440" y="3589581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5744825" y="3657905"/>
              <a:ext cx="1242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6484924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7201751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7918578" y="3657905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6089779" y="3870769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4248869" y="2412191"/>
              <a:ext cx="94521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5091288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460720" y="399499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4480299" y="401182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460720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525485" y="4279055"/>
              <a:ext cx="50470" cy="5047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9818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460720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525485" y="4534970"/>
              <a:ext cx="50470" cy="5047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9818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400981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4074577" y="4279055"/>
              <a:ext cx="50470" cy="5047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9818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400981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4074577" y="4534970"/>
              <a:ext cx="50470" cy="5047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9818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4551132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615897" y="4279055"/>
              <a:ext cx="50470" cy="5047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9818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551132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615897" y="4534970"/>
              <a:ext cx="50470" cy="5047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9818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507699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5141763" y="4279055"/>
              <a:ext cx="50470" cy="5047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9818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07699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141763" y="4534970"/>
              <a:ext cx="50470" cy="5047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9818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618318" y="4214290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683083" y="4279055"/>
              <a:ext cx="50470" cy="5047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9818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5618318" y="447020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5683083" y="4534970"/>
              <a:ext cx="50470" cy="5047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9818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716636" y="42541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716636" y="451009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4265728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4265728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807047" y="42541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807047" y="451009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332914" y="425418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332914" y="451009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874233" y="425418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874233" y="451009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2026-07-20T00:49:16Z</dcterms:modified>
  <cp:category/>
</cp:coreProperties>
</file>