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6120000" cy="3276000"/>
            <a:chOff x="914400" y="914400"/>
            <a:chExt cx="6120000" cy="32760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6120000" cy="327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6120000" cy="327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983989" y="983989"/>
              <a:ext cx="2990410" cy="31368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3974400" y="983989"/>
              <a:ext cx="2990410" cy="31368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404926" y="1287054"/>
              <a:ext cx="2442947" cy="181866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t8"/>
            <p:cNvSpPr/>
            <p:nvPr/>
          </p:nvSpPr>
          <p:spPr>
            <a:xfrm>
              <a:off x="1904262" y="247347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9"/>
            <p:cNvSpPr/>
            <p:nvPr/>
          </p:nvSpPr>
          <p:spPr>
            <a:xfrm>
              <a:off x="1941729" y="263175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0"/>
            <p:cNvSpPr/>
            <p:nvPr/>
          </p:nvSpPr>
          <p:spPr>
            <a:xfrm>
              <a:off x="1803955" y="234320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1"/>
            <p:cNvSpPr/>
            <p:nvPr/>
          </p:nvSpPr>
          <p:spPr>
            <a:xfrm>
              <a:off x="1987062" y="233675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2"/>
            <p:cNvSpPr/>
            <p:nvPr/>
          </p:nvSpPr>
          <p:spPr>
            <a:xfrm>
              <a:off x="1872544" y="234760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3"/>
            <p:cNvSpPr/>
            <p:nvPr/>
          </p:nvSpPr>
          <p:spPr>
            <a:xfrm>
              <a:off x="1773769" y="240180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4"/>
            <p:cNvSpPr/>
            <p:nvPr/>
          </p:nvSpPr>
          <p:spPr>
            <a:xfrm>
              <a:off x="1763461" y="230254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5"/>
            <p:cNvSpPr/>
            <p:nvPr/>
          </p:nvSpPr>
          <p:spPr>
            <a:xfrm>
              <a:off x="2012231" y="234737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6"/>
            <p:cNvSpPr/>
            <p:nvPr/>
          </p:nvSpPr>
          <p:spPr>
            <a:xfrm>
              <a:off x="1952041" y="230507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7"/>
            <p:cNvSpPr/>
            <p:nvPr/>
          </p:nvSpPr>
          <p:spPr>
            <a:xfrm>
              <a:off x="1976737" y="232200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8"/>
            <p:cNvSpPr/>
            <p:nvPr/>
          </p:nvSpPr>
          <p:spPr>
            <a:xfrm>
              <a:off x="1963620" y="219867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9"/>
            <p:cNvSpPr/>
            <p:nvPr/>
          </p:nvSpPr>
          <p:spPr>
            <a:xfrm>
              <a:off x="1881721" y="229324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1878034" y="213785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1837387" y="219246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1929576" y="229893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1843378" y="220362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1788133" y="217582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1757607" y="228888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1977065" y="232227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1864718" y="236359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1826962" y="225015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1938003" y="227340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1761044" y="253679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1905956" y="232720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1973568" y="250478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2079574" y="249842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2008369" y="240712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1885642" y="240209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2036597" y="244518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1982104" y="243925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1892519" y="239873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2027774" y="254027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2163916" y="245766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2127506" y="233469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2032879" y="217018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2036072" y="224649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1935461" y="223846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1654389" y="241961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1916072" y="243149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1847623" y="230947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1891206" y="235975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1959181" y="241161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1937909" y="245602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1680885" y="196441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2091996" y="216379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2247398" y="252180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2257177" y="251284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2187685" y="257338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2009969" y="228974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1948109" y="230956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2148233" y="233668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2039676" y="255820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2079892" y="251718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1886697" y="243366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2097242" y="236364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2028886" y="238692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2008463" y="246930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2043430" y="234898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2247708" y="241699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7"/>
            <p:cNvSpPr/>
            <p:nvPr/>
          </p:nvSpPr>
          <p:spPr>
            <a:xfrm>
              <a:off x="1987170" y="237428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8"/>
            <p:cNvSpPr/>
            <p:nvPr/>
          </p:nvSpPr>
          <p:spPr>
            <a:xfrm>
              <a:off x="2012175" y="250201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9"/>
            <p:cNvSpPr/>
            <p:nvPr/>
          </p:nvSpPr>
          <p:spPr>
            <a:xfrm>
              <a:off x="1764541" y="220509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2138669" y="245544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1774679" y="236301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1931453" y="238574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3"/>
            <p:cNvSpPr/>
            <p:nvPr/>
          </p:nvSpPr>
          <p:spPr>
            <a:xfrm>
              <a:off x="1931161" y="224736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4"/>
            <p:cNvSpPr/>
            <p:nvPr/>
          </p:nvSpPr>
          <p:spPr>
            <a:xfrm>
              <a:off x="2164496" y="255145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5"/>
            <p:cNvSpPr/>
            <p:nvPr/>
          </p:nvSpPr>
          <p:spPr>
            <a:xfrm>
              <a:off x="2150421" y="225083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6"/>
            <p:cNvSpPr/>
            <p:nvPr/>
          </p:nvSpPr>
          <p:spPr>
            <a:xfrm>
              <a:off x="2238941" y="273026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7"/>
            <p:cNvSpPr/>
            <p:nvPr/>
          </p:nvSpPr>
          <p:spPr>
            <a:xfrm>
              <a:off x="2072616" y="260256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8"/>
            <p:cNvSpPr/>
            <p:nvPr/>
          </p:nvSpPr>
          <p:spPr>
            <a:xfrm>
              <a:off x="2264824" y="2605895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2183782" y="232918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2041180" y="2485755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2169311" y="2511270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2168219" y="2496121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1861916" y="217930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4"/>
            <p:cNvSpPr/>
            <p:nvPr/>
          </p:nvSpPr>
          <p:spPr>
            <a:xfrm>
              <a:off x="2304482" y="2635610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5"/>
            <p:cNvSpPr/>
            <p:nvPr/>
          </p:nvSpPr>
          <p:spPr>
            <a:xfrm>
              <a:off x="2068081" y="228720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6"/>
            <p:cNvSpPr/>
            <p:nvPr/>
          </p:nvSpPr>
          <p:spPr>
            <a:xfrm>
              <a:off x="2100750" y="2258685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7"/>
            <p:cNvSpPr/>
            <p:nvPr/>
          </p:nvSpPr>
          <p:spPr>
            <a:xfrm>
              <a:off x="2140426" y="234521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8"/>
            <p:cNvSpPr/>
            <p:nvPr/>
          </p:nvSpPr>
          <p:spPr>
            <a:xfrm>
              <a:off x="2035746" y="245250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89"/>
            <p:cNvSpPr/>
            <p:nvPr/>
          </p:nvSpPr>
          <p:spPr>
            <a:xfrm>
              <a:off x="2288696" y="239254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0"/>
            <p:cNvSpPr/>
            <p:nvPr/>
          </p:nvSpPr>
          <p:spPr>
            <a:xfrm>
              <a:off x="2215467" y="232338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1"/>
            <p:cNvSpPr/>
            <p:nvPr/>
          </p:nvSpPr>
          <p:spPr>
            <a:xfrm>
              <a:off x="2189700" y="242837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2"/>
            <p:cNvSpPr/>
            <p:nvPr/>
          </p:nvSpPr>
          <p:spPr>
            <a:xfrm>
              <a:off x="1954168" y="2290845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3"/>
            <p:cNvSpPr/>
            <p:nvPr/>
          </p:nvSpPr>
          <p:spPr>
            <a:xfrm>
              <a:off x="2037968" y="248510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4"/>
            <p:cNvSpPr/>
            <p:nvPr/>
          </p:nvSpPr>
          <p:spPr>
            <a:xfrm>
              <a:off x="2160519" y="227416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5"/>
            <p:cNvSpPr/>
            <p:nvPr/>
          </p:nvSpPr>
          <p:spPr>
            <a:xfrm>
              <a:off x="2054886" y="2395060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6"/>
            <p:cNvSpPr/>
            <p:nvPr/>
          </p:nvSpPr>
          <p:spPr>
            <a:xfrm>
              <a:off x="2129219" y="2426141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7"/>
            <p:cNvSpPr/>
            <p:nvPr/>
          </p:nvSpPr>
          <p:spPr>
            <a:xfrm>
              <a:off x="2023650" y="227017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8"/>
            <p:cNvSpPr/>
            <p:nvPr/>
          </p:nvSpPr>
          <p:spPr>
            <a:xfrm>
              <a:off x="2168839" y="2417411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9"/>
            <p:cNvSpPr/>
            <p:nvPr/>
          </p:nvSpPr>
          <p:spPr>
            <a:xfrm>
              <a:off x="2050452" y="2266071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0"/>
            <p:cNvSpPr/>
            <p:nvPr/>
          </p:nvSpPr>
          <p:spPr>
            <a:xfrm>
              <a:off x="2190437" y="231321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1"/>
            <p:cNvSpPr/>
            <p:nvPr/>
          </p:nvSpPr>
          <p:spPr>
            <a:xfrm>
              <a:off x="2213042" y="266243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2"/>
            <p:cNvSpPr/>
            <p:nvPr/>
          </p:nvSpPr>
          <p:spPr>
            <a:xfrm>
              <a:off x="2121970" y="250462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3"/>
            <p:cNvSpPr/>
            <p:nvPr/>
          </p:nvSpPr>
          <p:spPr>
            <a:xfrm>
              <a:off x="2093255" y="242724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4"/>
            <p:cNvSpPr/>
            <p:nvPr/>
          </p:nvSpPr>
          <p:spPr>
            <a:xfrm>
              <a:off x="2159664" y="236361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5"/>
            <p:cNvSpPr/>
            <p:nvPr/>
          </p:nvSpPr>
          <p:spPr>
            <a:xfrm>
              <a:off x="2012055" y="211611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6"/>
            <p:cNvSpPr/>
            <p:nvPr/>
          </p:nvSpPr>
          <p:spPr>
            <a:xfrm>
              <a:off x="2068013" y="2045747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7"/>
            <p:cNvSpPr/>
            <p:nvPr/>
          </p:nvSpPr>
          <p:spPr>
            <a:xfrm>
              <a:off x="2094378" y="2489290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8"/>
            <p:cNvSpPr/>
            <p:nvPr/>
          </p:nvSpPr>
          <p:spPr>
            <a:xfrm>
              <a:off x="2362992" y="235777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09"/>
            <p:cNvSpPr/>
            <p:nvPr/>
          </p:nvSpPr>
          <p:spPr>
            <a:xfrm>
              <a:off x="2174679" y="2179581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0"/>
            <p:cNvSpPr/>
            <p:nvPr/>
          </p:nvSpPr>
          <p:spPr>
            <a:xfrm>
              <a:off x="1958391" y="231452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1"/>
            <p:cNvSpPr/>
            <p:nvPr/>
          </p:nvSpPr>
          <p:spPr>
            <a:xfrm>
              <a:off x="2080041" y="216470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2"/>
            <p:cNvSpPr/>
            <p:nvPr/>
          </p:nvSpPr>
          <p:spPr>
            <a:xfrm>
              <a:off x="2082775" y="228648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3"/>
            <p:cNvSpPr/>
            <p:nvPr/>
          </p:nvSpPr>
          <p:spPr>
            <a:xfrm>
              <a:off x="2063604" y="2240395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4"/>
            <p:cNvSpPr/>
            <p:nvPr/>
          </p:nvSpPr>
          <p:spPr>
            <a:xfrm>
              <a:off x="2059595" y="2252285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5"/>
            <p:cNvSpPr/>
            <p:nvPr/>
          </p:nvSpPr>
          <p:spPr>
            <a:xfrm>
              <a:off x="2086155" y="229958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6"/>
            <p:cNvSpPr/>
            <p:nvPr/>
          </p:nvSpPr>
          <p:spPr>
            <a:xfrm>
              <a:off x="2002468" y="2346955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7"/>
            <p:cNvSpPr/>
            <p:nvPr/>
          </p:nvSpPr>
          <p:spPr>
            <a:xfrm>
              <a:off x="1956567" y="221399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8"/>
            <p:cNvSpPr/>
            <p:nvPr/>
          </p:nvSpPr>
          <p:spPr>
            <a:xfrm>
              <a:off x="1914279" y="238721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19"/>
            <p:cNvSpPr/>
            <p:nvPr/>
          </p:nvSpPr>
          <p:spPr>
            <a:xfrm>
              <a:off x="1918140" y="225040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0"/>
            <p:cNvSpPr/>
            <p:nvPr/>
          </p:nvSpPr>
          <p:spPr>
            <a:xfrm>
              <a:off x="2045990" y="222300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1"/>
            <p:cNvSpPr/>
            <p:nvPr/>
          </p:nvSpPr>
          <p:spPr>
            <a:xfrm>
              <a:off x="1960795" y="216866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2"/>
            <p:cNvSpPr/>
            <p:nvPr/>
          </p:nvSpPr>
          <p:spPr>
            <a:xfrm>
              <a:off x="1965520" y="230379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3"/>
            <p:cNvSpPr/>
            <p:nvPr/>
          </p:nvSpPr>
          <p:spPr>
            <a:xfrm>
              <a:off x="2070052" y="2255401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4"/>
            <p:cNvSpPr/>
            <p:nvPr/>
          </p:nvSpPr>
          <p:spPr>
            <a:xfrm>
              <a:off x="2106355" y="230391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5"/>
            <p:cNvSpPr/>
            <p:nvPr/>
          </p:nvSpPr>
          <p:spPr>
            <a:xfrm>
              <a:off x="2229049" y="226300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6"/>
            <p:cNvSpPr/>
            <p:nvPr/>
          </p:nvSpPr>
          <p:spPr>
            <a:xfrm>
              <a:off x="2320730" y="234765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7"/>
            <p:cNvSpPr/>
            <p:nvPr/>
          </p:nvSpPr>
          <p:spPr>
            <a:xfrm>
              <a:off x="2275427" y="220667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8"/>
            <p:cNvSpPr/>
            <p:nvPr/>
          </p:nvSpPr>
          <p:spPr>
            <a:xfrm>
              <a:off x="2047822" y="234789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29"/>
            <p:cNvSpPr/>
            <p:nvPr/>
          </p:nvSpPr>
          <p:spPr>
            <a:xfrm>
              <a:off x="2096032" y="226619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0"/>
            <p:cNvSpPr/>
            <p:nvPr/>
          </p:nvSpPr>
          <p:spPr>
            <a:xfrm>
              <a:off x="2123752" y="236730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1"/>
            <p:cNvSpPr/>
            <p:nvPr/>
          </p:nvSpPr>
          <p:spPr>
            <a:xfrm>
              <a:off x="2057995" y="2410957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2"/>
            <p:cNvSpPr/>
            <p:nvPr/>
          </p:nvSpPr>
          <p:spPr>
            <a:xfrm>
              <a:off x="2023339" y="2284935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3"/>
            <p:cNvSpPr/>
            <p:nvPr/>
          </p:nvSpPr>
          <p:spPr>
            <a:xfrm>
              <a:off x="2021648" y="233975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4"/>
            <p:cNvSpPr/>
            <p:nvPr/>
          </p:nvSpPr>
          <p:spPr>
            <a:xfrm>
              <a:off x="2045846" y="238757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5"/>
            <p:cNvSpPr/>
            <p:nvPr/>
          </p:nvSpPr>
          <p:spPr>
            <a:xfrm>
              <a:off x="2176327" y="229021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6"/>
            <p:cNvSpPr/>
            <p:nvPr/>
          </p:nvSpPr>
          <p:spPr>
            <a:xfrm>
              <a:off x="2187015" y="2371017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7"/>
            <p:cNvSpPr/>
            <p:nvPr/>
          </p:nvSpPr>
          <p:spPr>
            <a:xfrm>
              <a:off x="2118805" y="2686745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8"/>
            <p:cNvSpPr/>
            <p:nvPr/>
          </p:nvSpPr>
          <p:spPr>
            <a:xfrm>
              <a:off x="2288351" y="231830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39"/>
            <p:cNvSpPr/>
            <p:nvPr/>
          </p:nvSpPr>
          <p:spPr>
            <a:xfrm>
              <a:off x="2096948" y="240441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0"/>
            <p:cNvSpPr/>
            <p:nvPr/>
          </p:nvSpPr>
          <p:spPr>
            <a:xfrm>
              <a:off x="2100847" y="2563500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1"/>
            <p:cNvSpPr/>
            <p:nvPr/>
          </p:nvSpPr>
          <p:spPr>
            <a:xfrm>
              <a:off x="2206793" y="2529701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2"/>
            <p:cNvSpPr/>
            <p:nvPr/>
          </p:nvSpPr>
          <p:spPr>
            <a:xfrm>
              <a:off x="2123797" y="226572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3"/>
            <p:cNvSpPr/>
            <p:nvPr/>
          </p:nvSpPr>
          <p:spPr>
            <a:xfrm>
              <a:off x="2118700" y="246431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4"/>
            <p:cNvSpPr/>
            <p:nvPr/>
          </p:nvSpPr>
          <p:spPr>
            <a:xfrm>
              <a:off x="2056213" y="2470927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5"/>
            <p:cNvSpPr/>
            <p:nvPr/>
          </p:nvSpPr>
          <p:spPr>
            <a:xfrm>
              <a:off x="2427050" y="2399337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6"/>
            <p:cNvSpPr/>
            <p:nvPr/>
          </p:nvSpPr>
          <p:spPr>
            <a:xfrm>
              <a:off x="2332650" y="2566145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7"/>
            <p:cNvSpPr/>
            <p:nvPr/>
          </p:nvSpPr>
          <p:spPr>
            <a:xfrm>
              <a:off x="2565633" y="2514839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8"/>
            <p:cNvSpPr/>
            <p:nvPr/>
          </p:nvSpPr>
          <p:spPr>
            <a:xfrm>
              <a:off x="2736579" y="2676946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49"/>
            <p:cNvSpPr/>
            <p:nvPr/>
          </p:nvSpPr>
          <p:spPr>
            <a:xfrm>
              <a:off x="2504704" y="2569993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0"/>
            <p:cNvSpPr/>
            <p:nvPr/>
          </p:nvSpPr>
          <p:spPr>
            <a:xfrm>
              <a:off x="2663472" y="2683712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1"/>
            <p:cNvSpPr/>
            <p:nvPr/>
          </p:nvSpPr>
          <p:spPr>
            <a:xfrm>
              <a:off x="2597456" y="2573930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2"/>
            <p:cNvSpPr/>
            <p:nvPr/>
          </p:nvSpPr>
          <p:spPr>
            <a:xfrm>
              <a:off x="2555355" y="2756430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3"/>
            <p:cNvSpPr/>
            <p:nvPr/>
          </p:nvSpPr>
          <p:spPr>
            <a:xfrm>
              <a:off x="2475847" y="2653364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4"/>
            <p:cNvSpPr/>
            <p:nvPr/>
          </p:nvSpPr>
          <p:spPr>
            <a:xfrm>
              <a:off x="2392369" y="2702870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5"/>
            <p:cNvSpPr/>
            <p:nvPr/>
          </p:nvSpPr>
          <p:spPr>
            <a:xfrm>
              <a:off x="2547208" y="2775460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6"/>
            <p:cNvSpPr/>
            <p:nvPr/>
          </p:nvSpPr>
          <p:spPr>
            <a:xfrm>
              <a:off x="2400154" y="2604547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7"/>
            <p:cNvSpPr/>
            <p:nvPr/>
          </p:nvSpPr>
          <p:spPr>
            <a:xfrm>
              <a:off x="2646350" y="234259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8"/>
            <p:cNvSpPr/>
            <p:nvPr/>
          </p:nvSpPr>
          <p:spPr>
            <a:xfrm>
              <a:off x="2718071" y="215266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59"/>
            <p:cNvSpPr/>
            <p:nvPr/>
          </p:nvSpPr>
          <p:spPr>
            <a:xfrm>
              <a:off x="2853246" y="232886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0"/>
            <p:cNvSpPr/>
            <p:nvPr/>
          </p:nvSpPr>
          <p:spPr>
            <a:xfrm>
              <a:off x="2868671" y="234813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1"/>
            <p:cNvSpPr/>
            <p:nvPr/>
          </p:nvSpPr>
          <p:spPr>
            <a:xfrm>
              <a:off x="2636226" y="240108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2"/>
            <p:cNvSpPr/>
            <p:nvPr/>
          </p:nvSpPr>
          <p:spPr>
            <a:xfrm>
              <a:off x="2819864" y="229531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3"/>
            <p:cNvSpPr/>
            <p:nvPr/>
          </p:nvSpPr>
          <p:spPr>
            <a:xfrm>
              <a:off x="2618568" y="225681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4"/>
            <p:cNvSpPr/>
            <p:nvPr/>
          </p:nvSpPr>
          <p:spPr>
            <a:xfrm>
              <a:off x="2780388" y="225791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5"/>
            <p:cNvSpPr/>
            <p:nvPr/>
          </p:nvSpPr>
          <p:spPr>
            <a:xfrm>
              <a:off x="2606230" y="215804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6"/>
            <p:cNvSpPr/>
            <p:nvPr/>
          </p:nvSpPr>
          <p:spPr>
            <a:xfrm>
              <a:off x="2603166" y="234001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7"/>
            <p:cNvSpPr/>
            <p:nvPr/>
          </p:nvSpPr>
          <p:spPr>
            <a:xfrm>
              <a:off x="2623865" y="219896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8"/>
            <p:cNvSpPr/>
            <p:nvPr/>
          </p:nvSpPr>
          <p:spPr>
            <a:xfrm>
              <a:off x="2874438" y="212409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69"/>
            <p:cNvSpPr/>
            <p:nvPr/>
          </p:nvSpPr>
          <p:spPr>
            <a:xfrm>
              <a:off x="2840073" y="224884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0"/>
            <p:cNvSpPr/>
            <p:nvPr/>
          </p:nvSpPr>
          <p:spPr>
            <a:xfrm>
              <a:off x="2830451" y="215936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1"/>
            <p:cNvSpPr/>
            <p:nvPr/>
          </p:nvSpPr>
          <p:spPr>
            <a:xfrm>
              <a:off x="2736988" y="239187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2"/>
            <p:cNvSpPr/>
            <p:nvPr/>
          </p:nvSpPr>
          <p:spPr>
            <a:xfrm>
              <a:off x="2820922" y="218382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3"/>
            <p:cNvSpPr/>
            <p:nvPr/>
          </p:nvSpPr>
          <p:spPr>
            <a:xfrm>
              <a:off x="2959308" y="227154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4"/>
            <p:cNvSpPr/>
            <p:nvPr/>
          </p:nvSpPr>
          <p:spPr>
            <a:xfrm>
              <a:off x="2837164" y="225281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5"/>
            <p:cNvSpPr/>
            <p:nvPr/>
          </p:nvSpPr>
          <p:spPr>
            <a:xfrm>
              <a:off x="2777784" y="236048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6"/>
            <p:cNvSpPr/>
            <p:nvPr/>
          </p:nvSpPr>
          <p:spPr>
            <a:xfrm>
              <a:off x="2788190" y="238930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7"/>
            <p:cNvSpPr/>
            <p:nvPr/>
          </p:nvSpPr>
          <p:spPr>
            <a:xfrm>
              <a:off x="2859239" y="249531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8"/>
            <p:cNvSpPr/>
            <p:nvPr/>
          </p:nvSpPr>
          <p:spPr>
            <a:xfrm>
              <a:off x="2888754" y="228673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79"/>
            <p:cNvSpPr/>
            <p:nvPr/>
          </p:nvSpPr>
          <p:spPr>
            <a:xfrm>
              <a:off x="2657156" y="228380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0"/>
            <p:cNvSpPr/>
            <p:nvPr/>
          </p:nvSpPr>
          <p:spPr>
            <a:xfrm>
              <a:off x="2902688" y="236245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1"/>
            <p:cNvSpPr/>
            <p:nvPr/>
          </p:nvSpPr>
          <p:spPr>
            <a:xfrm>
              <a:off x="2647913" y="221427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2"/>
            <p:cNvSpPr/>
            <p:nvPr/>
          </p:nvSpPr>
          <p:spPr>
            <a:xfrm>
              <a:off x="2880853" y="213515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3"/>
            <p:cNvSpPr/>
            <p:nvPr/>
          </p:nvSpPr>
          <p:spPr>
            <a:xfrm>
              <a:off x="2819967" y="229706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4"/>
            <p:cNvSpPr/>
            <p:nvPr/>
          </p:nvSpPr>
          <p:spPr>
            <a:xfrm>
              <a:off x="2791235" y="224110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5"/>
            <p:cNvSpPr/>
            <p:nvPr/>
          </p:nvSpPr>
          <p:spPr>
            <a:xfrm>
              <a:off x="2742606" y="217763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6"/>
            <p:cNvSpPr/>
            <p:nvPr/>
          </p:nvSpPr>
          <p:spPr>
            <a:xfrm>
              <a:off x="2694924" y="245089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7"/>
            <p:cNvSpPr/>
            <p:nvPr/>
          </p:nvSpPr>
          <p:spPr>
            <a:xfrm>
              <a:off x="2792155" y="223683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8"/>
            <p:cNvSpPr/>
            <p:nvPr/>
          </p:nvSpPr>
          <p:spPr>
            <a:xfrm>
              <a:off x="2669752" y="234045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89"/>
            <p:cNvSpPr/>
            <p:nvPr/>
          </p:nvSpPr>
          <p:spPr>
            <a:xfrm>
              <a:off x="2675019" y="249552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0"/>
            <p:cNvSpPr/>
            <p:nvPr/>
          </p:nvSpPr>
          <p:spPr>
            <a:xfrm>
              <a:off x="2749136" y="228641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1"/>
            <p:cNvSpPr/>
            <p:nvPr/>
          </p:nvSpPr>
          <p:spPr>
            <a:xfrm>
              <a:off x="2775083" y="212009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2"/>
            <p:cNvSpPr/>
            <p:nvPr/>
          </p:nvSpPr>
          <p:spPr>
            <a:xfrm>
              <a:off x="2519530" y="224736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3"/>
            <p:cNvSpPr/>
            <p:nvPr/>
          </p:nvSpPr>
          <p:spPr>
            <a:xfrm>
              <a:off x="2772774" y="241828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4"/>
            <p:cNvSpPr/>
            <p:nvPr/>
          </p:nvSpPr>
          <p:spPr>
            <a:xfrm>
              <a:off x="2586594" y="236834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5"/>
            <p:cNvSpPr/>
            <p:nvPr/>
          </p:nvSpPr>
          <p:spPr>
            <a:xfrm>
              <a:off x="2695133" y="231097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6"/>
            <p:cNvSpPr/>
            <p:nvPr/>
          </p:nvSpPr>
          <p:spPr>
            <a:xfrm>
              <a:off x="2608738" y="224792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7"/>
            <p:cNvSpPr/>
            <p:nvPr/>
          </p:nvSpPr>
          <p:spPr>
            <a:xfrm>
              <a:off x="2767342" y="237141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8"/>
            <p:cNvSpPr/>
            <p:nvPr/>
          </p:nvSpPr>
          <p:spPr>
            <a:xfrm>
              <a:off x="2839201" y="232269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199"/>
            <p:cNvSpPr/>
            <p:nvPr/>
          </p:nvSpPr>
          <p:spPr>
            <a:xfrm>
              <a:off x="2531860" y="220246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0"/>
            <p:cNvSpPr/>
            <p:nvPr/>
          </p:nvSpPr>
          <p:spPr>
            <a:xfrm>
              <a:off x="2890321" y="236675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1"/>
            <p:cNvSpPr/>
            <p:nvPr/>
          </p:nvSpPr>
          <p:spPr>
            <a:xfrm>
              <a:off x="3021798" y="235828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2"/>
            <p:cNvSpPr/>
            <p:nvPr/>
          </p:nvSpPr>
          <p:spPr>
            <a:xfrm>
              <a:off x="2880710" y="224839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3"/>
            <p:cNvSpPr/>
            <p:nvPr/>
          </p:nvSpPr>
          <p:spPr>
            <a:xfrm>
              <a:off x="2838709" y="235296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4"/>
            <p:cNvSpPr/>
            <p:nvPr/>
          </p:nvSpPr>
          <p:spPr>
            <a:xfrm>
              <a:off x="2541101" y="232258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5"/>
            <p:cNvSpPr/>
            <p:nvPr/>
          </p:nvSpPr>
          <p:spPr>
            <a:xfrm>
              <a:off x="2634728" y="241394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6"/>
            <p:cNvSpPr/>
            <p:nvPr/>
          </p:nvSpPr>
          <p:spPr>
            <a:xfrm>
              <a:off x="2663394" y="223383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7"/>
            <p:cNvSpPr/>
            <p:nvPr/>
          </p:nvSpPr>
          <p:spPr>
            <a:xfrm>
              <a:off x="3011152" y="223278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8"/>
            <p:cNvSpPr/>
            <p:nvPr/>
          </p:nvSpPr>
          <p:spPr>
            <a:xfrm>
              <a:off x="2633174" y="210534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09"/>
            <p:cNvSpPr/>
            <p:nvPr/>
          </p:nvSpPr>
          <p:spPr>
            <a:xfrm>
              <a:off x="2640517" y="226267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0"/>
            <p:cNvSpPr/>
            <p:nvPr/>
          </p:nvSpPr>
          <p:spPr>
            <a:xfrm>
              <a:off x="2681265" y="230321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1"/>
            <p:cNvSpPr/>
            <p:nvPr/>
          </p:nvSpPr>
          <p:spPr>
            <a:xfrm>
              <a:off x="2869715" y="217113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2"/>
            <p:cNvSpPr/>
            <p:nvPr/>
          </p:nvSpPr>
          <p:spPr>
            <a:xfrm>
              <a:off x="2799327" y="251220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3"/>
            <p:cNvSpPr/>
            <p:nvPr/>
          </p:nvSpPr>
          <p:spPr>
            <a:xfrm>
              <a:off x="2872826" y="222759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4"/>
            <p:cNvSpPr/>
            <p:nvPr/>
          </p:nvSpPr>
          <p:spPr>
            <a:xfrm>
              <a:off x="2628720" y="240060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5"/>
            <p:cNvSpPr/>
            <p:nvPr/>
          </p:nvSpPr>
          <p:spPr>
            <a:xfrm>
              <a:off x="2706213" y="242058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6"/>
            <p:cNvSpPr/>
            <p:nvPr/>
          </p:nvSpPr>
          <p:spPr>
            <a:xfrm>
              <a:off x="2945481" y="248085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7"/>
            <p:cNvSpPr/>
            <p:nvPr/>
          </p:nvSpPr>
          <p:spPr>
            <a:xfrm>
              <a:off x="2639716" y="241636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8"/>
            <p:cNvSpPr/>
            <p:nvPr/>
          </p:nvSpPr>
          <p:spPr>
            <a:xfrm>
              <a:off x="2636331" y="235551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19"/>
            <p:cNvSpPr/>
            <p:nvPr/>
          </p:nvSpPr>
          <p:spPr>
            <a:xfrm>
              <a:off x="2864578" y="223005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0"/>
            <p:cNvSpPr/>
            <p:nvPr/>
          </p:nvSpPr>
          <p:spPr>
            <a:xfrm>
              <a:off x="2873381" y="220948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1"/>
            <p:cNvSpPr/>
            <p:nvPr/>
          </p:nvSpPr>
          <p:spPr>
            <a:xfrm>
              <a:off x="2622920" y="230704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2"/>
            <p:cNvSpPr/>
            <p:nvPr/>
          </p:nvSpPr>
          <p:spPr>
            <a:xfrm>
              <a:off x="2903634" y="234757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3"/>
            <p:cNvSpPr/>
            <p:nvPr/>
          </p:nvSpPr>
          <p:spPr>
            <a:xfrm>
              <a:off x="2704737" y="233881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4"/>
            <p:cNvSpPr/>
            <p:nvPr/>
          </p:nvSpPr>
          <p:spPr>
            <a:xfrm>
              <a:off x="2935264" y="239357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5"/>
            <p:cNvSpPr/>
            <p:nvPr/>
          </p:nvSpPr>
          <p:spPr>
            <a:xfrm>
              <a:off x="2724791" y="244004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6"/>
            <p:cNvSpPr/>
            <p:nvPr/>
          </p:nvSpPr>
          <p:spPr>
            <a:xfrm>
              <a:off x="2875477" y="217901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7"/>
            <p:cNvSpPr/>
            <p:nvPr/>
          </p:nvSpPr>
          <p:spPr>
            <a:xfrm>
              <a:off x="2540590" y="229996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8"/>
            <p:cNvSpPr/>
            <p:nvPr/>
          </p:nvSpPr>
          <p:spPr>
            <a:xfrm>
              <a:off x="2536098" y="231252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29"/>
            <p:cNvSpPr/>
            <p:nvPr/>
          </p:nvSpPr>
          <p:spPr>
            <a:xfrm>
              <a:off x="2461675" y="234968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0"/>
            <p:cNvSpPr/>
            <p:nvPr/>
          </p:nvSpPr>
          <p:spPr>
            <a:xfrm>
              <a:off x="2829443" y="231405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1"/>
            <p:cNvSpPr/>
            <p:nvPr/>
          </p:nvSpPr>
          <p:spPr>
            <a:xfrm>
              <a:off x="2854921" y="236450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2"/>
            <p:cNvSpPr/>
            <p:nvPr/>
          </p:nvSpPr>
          <p:spPr>
            <a:xfrm>
              <a:off x="2563920" y="237766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3"/>
            <p:cNvSpPr/>
            <p:nvPr/>
          </p:nvSpPr>
          <p:spPr>
            <a:xfrm>
              <a:off x="2648799" y="223961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4"/>
            <p:cNvSpPr/>
            <p:nvPr/>
          </p:nvSpPr>
          <p:spPr>
            <a:xfrm>
              <a:off x="2628820" y="229731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5"/>
            <p:cNvSpPr/>
            <p:nvPr/>
          </p:nvSpPr>
          <p:spPr>
            <a:xfrm>
              <a:off x="2715871" y="238871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6"/>
            <p:cNvSpPr/>
            <p:nvPr/>
          </p:nvSpPr>
          <p:spPr>
            <a:xfrm>
              <a:off x="2818751" y="233021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7"/>
            <p:cNvSpPr/>
            <p:nvPr/>
          </p:nvSpPr>
          <p:spPr>
            <a:xfrm>
              <a:off x="2762959" y="237341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8"/>
            <p:cNvSpPr/>
            <p:nvPr/>
          </p:nvSpPr>
          <p:spPr>
            <a:xfrm>
              <a:off x="3475199" y="221028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39"/>
            <p:cNvSpPr/>
            <p:nvPr/>
          </p:nvSpPr>
          <p:spPr>
            <a:xfrm>
              <a:off x="2709182" y="210020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0"/>
            <p:cNvSpPr/>
            <p:nvPr/>
          </p:nvSpPr>
          <p:spPr>
            <a:xfrm>
              <a:off x="2891477" y="243185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1"/>
            <p:cNvSpPr/>
            <p:nvPr/>
          </p:nvSpPr>
          <p:spPr>
            <a:xfrm>
              <a:off x="2752003" y="211731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2"/>
            <p:cNvSpPr/>
            <p:nvPr/>
          </p:nvSpPr>
          <p:spPr>
            <a:xfrm>
              <a:off x="2741442" y="233419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3"/>
            <p:cNvSpPr/>
            <p:nvPr/>
          </p:nvSpPr>
          <p:spPr>
            <a:xfrm>
              <a:off x="2759547" y="219552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4"/>
            <p:cNvSpPr/>
            <p:nvPr/>
          </p:nvSpPr>
          <p:spPr>
            <a:xfrm>
              <a:off x="2810870" y="240753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5"/>
            <p:cNvSpPr/>
            <p:nvPr/>
          </p:nvSpPr>
          <p:spPr>
            <a:xfrm>
              <a:off x="2868596" y="235248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6"/>
            <p:cNvSpPr/>
            <p:nvPr/>
          </p:nvSpPr>
          <p:spPr>
            <a:xfrm>
              <a:off x="2897830" y="236493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7"/>
            <p:cNvSpPr/>
            <p:nvPr/>
          </p:nvSpPr>
          <p:spPr>
            <a:xfrm>
              <a:off x="2694323" y="225896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8"/>
            <p:cNvSpPr/>
            <p:nvPr/>
          </p:nvSpPr>
          <p:spPr>
            <a:xfrm>
              <a:off x="3024490" y="201585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49"/>
            <p:cNvSpPr/>
            <p:nvPr/>
          </p:nvSpPr>
          <p:spPr>
            <a:xfrm>
              <a:off x="2979428" y="181060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0"/>
            <p:cNvSpPr/>
            <p:nvPr/>
          </p:nvSpPr>
          <p:spPr>
            <a:xfrm>
              <a:off x="3133497" y="201116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1"/>
            <p:cNvSpPr/>
            <p:nvPr/>
          </p:nvSpPr>
          <p:spPr>
            <a:xfrm>
              <a:off x="3324120" y="184221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2"/>
            <p:cNvSpPr/>
            <p:nvPr/>
          </p:nvSpPr>
          <p:spPr>
            <a:xfrm>
              <a:off x="3320744" y="178145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3"/>
            <p:cNvSpPr/>
            <p:nvPr/>
          </p:nvSpPr>
          <p:spPr>
            <a:xfrm>
              <a:off x="3115809" y="213809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4"/>
            <p:cNvSpPr/>
            <p:nvPr/>
          </p:nvSpPr>
          <p:spPr>
            <a:xfrm>
              <a:off x="2924213" y="193261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5"/>
            <p:cNvSpPr/>
            <p:nvPr/>
          </p:nvSpPr>
          <p:spPr>
            <a:xfrm>
              <a:off x="2946298" y="202465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6"/>
            <p:cNvSpPr/>
            <p:nvPr/>
          </p:nvSpPr>
          <p:spPr>
            <a:xfrm>
              <a:off x="2986732" y="204541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7"/>
            <p:cNvSpPr/>
            <p:nvPr/>
          </p:nvSpPr>
          <p:spPr>
            <a:xfrm>
              <a:off x="3181247" y="207749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8"/>
            <p:cNvSpPr/>
            <p:nvPr/>
          </p:nvSpPr>
          <p:spPr>
            <a:xfrm>
              <a:off x="3017960" y="208258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59"/>
            <p:cNvSpPr/>
            <p:nvPr/>
          </p:nvSpPr>
          <p:spPr>
            <a:xfrm>
              <a:off x="2968224" y="201352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0"/>
            <p:cNvSpPr/>
            <p:nvPr/>
          </p:nvSpPr>
          <p:spPr>
            <a:xfrm>
              <a:off x="3075255" y="205232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1"/>
            <p:cNvSpPr/>
            <p:nvPr/>
          </p:nvSpPr>
          <p:spPr>
            <a:xfrm>
              <a:off x="3187553" y="206445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2"/>
            <p:cNvSpPr/>
            <p:nvPr/>
          </p:nvSpPr>
          <p:spPr>
            <a:xfrm>
              <a:off x="2863088" y="206950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3"/>
            <p:cNvSpPr/>
            <p:nvPr/>
          </p:nvSpPr>
          <p:spPr>
            <a:xfrm>
              <a:off x="3197289" y="208995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4"/>
            <p:cNvSpPr/>
            <p:nvPr/>
          </p:nvSpPr>
          <p:spPr>
            <a:xfrm>
              <a:off x="2858307" y="204903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5"/>
            <p:cNvSpPr/>
            <p:nvPr/>
          </p:nvSpPr>
          <p:spPr>
            <a:xfrm>
              <a:off x="3342548" y="218841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6"/>
            <p:cNvSpPr/>
            <p:nvPr/>
          </p:nvSpPr>
          <p:spPr>
            <a:xfrm>
              <a:off x="3045313" y="199054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7"/>
            <p:cNvSpPr/>
            <p:nvPr/>
          </p:nvSpPr>
          <p:spPr>
            <a:xfrm>
              <a:off x="3163770" y="185425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8"/>
            <p:cNvSpPr/>
            <p:nvPr/>
          </p:nvSpPr>
          <p:spPr>
            <a:xfrm>
              <a:off x="3242113" y="183345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69"/>
            <p:cNvSpPr/>
            <p:nvPr/>
          </p:nvSpPr>
          <p:spPr>
            <a:xfrm>
              <a:off x="2890066" y="218394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0"/>
            <p:cNvSpPr/>
            <p:nvPr/>
          </p:nvSpPr>
          <p:spPr>
            <a:xfrm>
              <a:off x="3012745" y="194331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1"/>
            <p:cNvSpPr/>
            <p:nvPr/>
          </p:nvSpPr>
          <p:spPr>
            <a:xfrm>
              <a:off x="2993851" y="217686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2"/>
            <p:cNvSpPr/>
            <p:nvPr/>
          </p:nvSpPr>
          <p:spPr>
            <a:xfrm>
              <a:off x="2871820" y="237945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3"/>
            <p:cNvSpPr/>
            <p:nvPr/>
          </p:nvSpPr>
          <p:spPr>
            <a:xfrm>
              <a:off x="2956925" y="198514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4"/>
            <p:cNvSpPr/>
            <p:nvPr/>
          </p:nvSpPr>
          <p:spPr>
            <a:xfrm>
              <a:off x="2759173" y="200703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5"/>
            <p:cNvSpPr/>
            <p:nvPr/>
          </p:nvSpPr>
          <p:spPr>
            <a:xfrm>
              <a:off x="2775960" y="211340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6"/>
            <p:cNvSpPr/>
            <p:nvPr/>
          </p:nvSpPr>
          <p:spPr>
            <a:xfrm>
              <a:off x="3165370" y="188999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7"/>
            <p:cNvSpPr/>
            <p:nvPr/>
          </p:nvSpPr>
          <p:spPr>
            <a:xfrm>
              <a:off x="3039466" y="201420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8"/>
            <p:cNvSpPr/>
            <p:nvPr/>
          </p:nvSpPr>
          <p:spPr>
            <a:xfrm>
              <a:off x="2727732" y="200575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79"/>
            <p:cNvSpPr/>
            <p:nvPr/>
          </p:nvSpPr>
          <p:spPr>
            <a:xfrm>
              <a:off x="2842042" y="200671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0"/>
            <p:cNvSpPr/>
            <p:nvPr/>
          </p:nvSpPr>
          <p:spPr>
            <a:xfrm>
              <a:off x="3251496" y="199460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1"/>
            <p:cNvSpPr/>
            <p:nvPr/>
          </p:nvSpPr>
          <p:spPr>
            <a:xfrm>
              <a:off x="3294801" y="191011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2"/>
            <p:cNvSpPr/>
            <p:nvPr/>
          </p:nvSpPr>
          <p:spPr>
            <a:xfrm>
              <a:off x="2980800" y="180080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3"/>
            <p:cNvSpPr/>
            <p:nvPr/>
          </p:nvSpPr>
          <p:spPr>
            <a:xfrm>
              <a:off x="3140497" y="183081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4"/>
            <p:cNvSpPr/>
            <p:nvPr/>
          </p:nvSpPr>
          <p:spPr>
            <a:xfrm>
              <a:off x="3058067" y="170172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5"/>
            <p:cNvSpPr/>
            <p:nvPr/>
          </p:nvSpPr>
          <p:spPr>
            <a:xfrm>
              <a:off x="2940770" y="187307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6"/>
            <p:cNvSpPr/>
            <p:nvPr/>
          </p:nvSpPr>
          <p:spPr>
            <a:xfrm>
              <a:off x="3005117" y="200457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7"/>
            <p:cNvSpPr/>
            <p:nvPr/>
          </p:nvSpPr>
          <p:spPr>
            <a:xfrm>
              <a:off x="2937101" y="187040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8"/>
            <p:cNvSpPr/>
            <p:nvPr/>
          </p:nvSpPr>
          <p:spPr>
            <a:xfrm>
              <a:off x="3162375" y="179634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89"/>
            <p:cNvSpPr/>
            <p:nvPr/>
          </p:nvSpPr>
          <p:spPr>
            <a:xfrm>
              <a:off x="2973868" y="183757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0"/>
            <p:cNvSpPr/>
            <p:nvPr/>
          </p:nvSpPr>
          <p:spPr>
            <a:xfrm>
              <a:off x="3065259" y="194729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1"/>
            <p:cNvSpPr/>
            <p:nvPr/>
          </p:nvSpPr>
          <p:spPr>
            <a:xfrm>
              <a:off x="3226506" y="205673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2"/>
            <p:cNvSpPr/>
            <p:nvPr/>
          </p:nvSpPr>
          <p:spPr>
            <a:xfrm>
              <a:off x="2995959" y="217416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3"/>
            <p:cNvSpPr/>
            <p:nvPr/>
          </p:nvSpPr>
          <p:spPr>
            <a:xfrm>
              <a:off x="3035035" y="197168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4"/>
            <p:cNvSpPr/>
            <p:nvPr/>
          </p:nvSpPr>
          <p:spPr>
            <a:xfrm>
              <a:off x="2890293" y="197826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5"/>
            <p:cNvSpPr/>
            <p:nvPr/>
          </p:nvSpPr>
          <p:spPr>
            <a:xfrm>
              <a:off x="2924220" y="183673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6"/>
            <p:cNvSpPr/>
            <p:nvPr/>
          </p:nvSpPr>
          <p:spPr>
            <a:xfrm>
              <a:off x="3113126" y="218769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7"/>
            <p:cNvSpPr/>
            <p:nvPr/>
          </p:nvSpPr>
          <p:spPr>
            <a:xfrm>
              <a:off x="3141148" y="182830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8"/>
            <p:cNvSpPr/>
            <p:nvPr/>
          </p:nvSpPr>
          <p:spPr>
            <a:xfrm>
              <a:off x="3220057" y="222602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299"/>
            <p:cNvSpPr/>
            <p:nvPr/>
          </p:nvSpPr>
          <p:spPr>
            <a:xfrm>
              <a:off x="2951096" y="192242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0"/>
            <p:cNvSpPr/>
            <p:nvPr/>
          </p:nvSpPr>
          <p:spPr>
            <a:xfrm>
              <a:off x="3208072" y="205792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1"/>
            <p:cNvSpPr/>
            <p:nvPr/>
          </p:nvSpPr>
          <p:spPr>
            <a:xfrm>
              <a:off x="3213012" y="201222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2"/>
            <p:cNvSpPr/>
            <p:nvPr/>
          </p:nvSpPr>
          <p:spPr>
            <a:xfrm>
              <a:off x="3361652" y="227061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3"/>
            <p:cNvSpPr/>
            <p:nvPr/>
          </p:nvSpPr>
          <p:spPr>
            <a:xfrm>
              <a:off x="3033807" y="175617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4"/>
            <p:cNvSpPr/>
            <p:nvPr/>
          </p:nvSpPr>
          <p:spPr>
            <a:xfrm>
              <a:off x="2985927" y="191115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5"/>
            <p:cNvSpPr/>
            <p:nvPr/>
          </p:nvSpPr>
          <p:spPr>
            <a:xfrm>
              <a:off x="3046701" y="205380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6"/>
            <p:cNvSpPr/>
            <p:nvPr/>
          </p:nvSpPr>
          <p:spPr>
            <a:xfrm>
              <a:off x="3058617" y="174260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7"/>
            <p:cNvSpPr/>
            <p:nvPr/>
          </p:nvSpPr>
          <p:spPr>
            <a:xfrm>
              <a:off x="2998870" y="201050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8"/>
            <p:cNvSpPr/>
            <p:nvPr/>
          </p:nvSpPr>
          <p:spPr>
            <a:xfrm>
              <a:off x="2869368" y="190699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09"/>
            <p:cNvSpPr/>
            <p:nvPr/>
          </p:nvSpPr>
          <p:spPr>
            <a:xfrm>
              <a:off x="3009366" y="197974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0"/>
            <p:cNvSpPr/>
            <p:nvPr/>
          </p:nvSpPr>
          <p:spPr>
            <a:xfrm>
              <a:off x="3055446" y="188102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1"/>
            <p:cNvSpPr/>
            <p:nvPr/>
          </p:nvSpPr>
          <p:spPr>
            <a:xfrm>
              <a:off x="3022753" y="190056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2"/>
            <p:cNvSpPr/>
            <p:nvPr/>
          </p:nvSpPr>
          <p:spPr>
            <a:xfrm>
              <a:off x="2934051" y="198156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3"/>
            <p:cNvSpPr/>
            <p:nvPr/>
          </p:nvSpPr>
          <p:spPr>
            <a:xfrm>
              <a:off x="3141896" y="191575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4"/>
            <p:cNvSpPr/>
            <p:nvPr/>
          </p:nvSpPr>
          <p:spPr>
            <a:xfrm>
              <a:off x="3127698" y="178632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5"/>
            <p:cNvSpPr/>
            <p:nvPr/>
          </p:nvSpPr>
          <p:spPr>
            <a:xfrm>
              <a:off x="3097247" y="194095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6"/>
            <p:cNvSpPr/>
            <p:nvPr/>
          </p:nvSpPr>
          <p:spPr>
            <a:xfrm>
              <a:off x="2979526" y="201221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7"/>
            <p:cNvSpPr/>
            <p:nvPr/>
          </p:nvSpPr>
          <p:spPr>
            <a:xfrm>
              <a:off x="2297389" y="258197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8"/>
            <p:cNvSpPr/>
            <p:nvPr/>
          </p:nvSpPr>
          <p:spPr>
            <a:xfrm>
              <a:off x="2213968" y="259901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19"/>
            <p:cNvSpPr/>
            <p:nvPr/>
          </p:nvSpPr>
          <p:spPr>
            <a:xfrm>
              <a:off x="2232574" y="247356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0"/>
            <p:cNvSpPr/>
            <p:nvPr/>
          </p:nvSpPr>
          <p:spPr>
            <a:xfrm>
              <a:off x="2389290" y="240994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1"/>
            <p:cNvSpPr/>
            <p:nvPr/>
          </p:nvSpPr>
          <p:spPr>
            <a:xfrm>
              <a:off x="2187950" y="234308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2"/>
            <p:cNvSpPr/>
            <p:nvPr/>
          </p:nvSpPr>
          <p:spPr>
            <a:xfrm>
              <a:off x="2521550" y="249872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3"/>
            <p:cNvSpPr/>
            <p:nvPr/>
          </p:nvSpPr>
          <p:spPr>
            <a:xfrm>
              <a:off x="2423985" y="241730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4"/>
            <p:cNvSpPr/>
            <p:nvPr/>
          </p:nvSpPr>
          <p:spPr>
            <a:xfrm>
              <a:off x="2228706" y="258224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5"/>
            <p:cNvSpPr/>
            <p:nvPr/>
          </p:nvSpPr>
          <p:spPr>
            <a:xfrm>
              <a:off x="2424272" y="262161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6"/>
            <p:cNvSpPr/>
            <p:nvPr/>
          </p:nvSpPr>
          <p:spPr>
            <a:xfrm>
              <a:off x="2030432" y="268443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7"/>
            <p:cNvSpPr/>
            <p:nvPr/>
          </p:nvSpPr>
          <p:spPr>
            <a:xfrm>
              <a:off x="2096987" y="247971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8"/>
            <p:cNvSpPr/>
            <p:nvPr/>
          </p:nvSpPr>
          <p:spPr>
            <a:xfrm>
              <a:off x="2005613" y="247730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29"/>
            <p:cNvSpPr/>
            <p:nvPr/>
          </p:nvSpPr>
          <p:spPr>
            <a:xfrm>
              <a:off x="2088793" y="258439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0"/>
            <p:cNvSpPr/>
            <p:nvPr/>
          </p:nvSpPr>
          <p:spPr>
            <a:xfrm>
              <a:off x="2075958" y="259474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1"/>
            <p:cNvSpPr/>
            <p:nvPr/>
          </p:nvSpPr>
          <p:spPr>
            <a:xfrm>
              <a:off x="2059938" y="248138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2"/>
            <p:cNvSpPr/>
            <p:nvPr/>
          </p:nvSpPr>
          <p:spPr>
            <a:xfrm>
              <a:off x="2153741" y="251844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3"/>
            <p:cNvSpPr/>
            <p:nvPr/>
          </p:nvSpPr>
          <p:spPr>
            <a:xfrm>
              <a:off x="2036345" y="253846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4"/>
            <p:cNvSpPr/>
            <p:nvPr/>
          </p:nvSpPr>
          <p:spPr>
            <a:xfrm>
              <a:off x="1905329" y="254264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5"/>
            <p:cNvSpPr/>
            <p:nvPr/>
          </p:nvSpPr>
          <p:spPr>
            <a:xfrm>
              <a:off x="1564658" y="242343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6"/>
            <p:cNvSpPr/>
            <p:nvPr/>
          </p:nvSpPr>
          <p:spPr>
            <a:xfrm>
              <a:off x="1678437" y="251560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7"/>
            <p:cNvSpPr/>
            <p:nvPr/>
          </p:nvSpPr>
          <p:spPr>
            <a:xfrm>
              <a:off x="1954102" y="271183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8"/>
            <p:cNvSpPr/>
            <p:nvPr/>
          </p:nvSpPr>
          <p:spPr>
            <a:xfrm>
              <a:off x="2103272" y="267811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39"/>
            <p:cNvSpPr/>
            <p:nvPr/>
          </p:nvSpPr>
          <p:spPr>
            <a:xfrm>
              <a:off x="2053136" y="247020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0"/>
            <p:cNvSpPr/>
            <p:nvPr/>
          </p:nvSpPr>
          <p:spPr>
            <a:xfrm>
              <a:off x="1882800" y="238815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1"/>
            <p:cNvSpPr/>
            <p:nvPr/>
          </p:nvSpPr>
          <p:spPr>
            <a:xfrm>
              <a:off x="2217685" y="246449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2"/>
            <p:cNvSpPr/>
            <p:nvPr/>
          </p:nvSpPr>
          <p:spPr>
            <a:xfrm>
              <a:off x="1997159" y="270334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3"/>
            <p:cNvSpPr/>
            <p:nvPr/>
          </p:nvSpPr>
          <p:spPr>
            <a:xfrm>
              <a:off x="1904435" y="236742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4"/>
            <p:cNvSpPr/>
            <p:nvPr/>
          </p:nvSpPr>
          <p:spPr>
            <a:xfrm>
              <a:off x="2275518" y="256840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5"/>
            <p:cNvSpPr/>
            <p:nvPr/>
          </p:nvSpPr>
          <p:spPr>
            <a:xfrm>
              <a:off x="2403161" y="262998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6"/>
            <p:cNvSpPr/>
            <p:nvPr/>
          </p:nvSpPr>
          <p:spPr>
            <a:xfrm>
              <a:off x="2006404" y="268438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7"/>
            <p:cNvSpPr/>
            <p:nvPr/>
          </p:nvSpPr>
          <p:spPr>
            <a:xfrm>
              <a:off x="2154902" y="254996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8"/>
            <p:cNvSpPr/>
            <p:nvPr/>
          </p:nvSpPr>
          <p:spPr>
            <a:xfrm>
              <a:off x="1998411" y="256333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49"/>
            <p:cNvSpPr/>
            <p:nvPr/>
          </p:nvSpPr>
          <p:spPr>
            <a:xfrm>
              <a:off x="2025943" y="234197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0"/>
            <p:cNvSpPr/>
            <p:nvPr/>
          </p:nvSpPr>
          <p:spPr>
            <a:xfrm>
              <a:off x="2021595" y="243598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1"/>
            <p:cNvSpPr/>
            <p:nvPr/>
          </p:nvSpPr>
          <p:spPr>
            <a:xfrm>
              <a:off x="2157405" y="252734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2"/>
            <p:cNvSpPr/>
            <p:nvPr/>
          </p:nvSpPr>
          <p:spPr>
            <a:xfrm>
              <a:off x="1948618" y="256581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3"/>
            <p:cNvSpPr/>
            <p:nvPr/>
          </p:nvSpPr>
          <p:spPr>
            <a:xfrm>
              <a:off x="2215277" y="245686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4"/>
            <p:cNvSpPr/>
            <p:nvPr/>
          </p:nvSpPr>
          <p:spPr>
            <a:xfrm>
              <a:off x="2269400" y="240055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5"/>
            <p:cNvSpPr/>
            <p:nvPr/>
          </p:nvSpPr>
          <p:spPr>
            <a:xfrm>
              <a:off x="2286691" y="264691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6"/>
            <p:cNvSpPr/>
            <p:nvPr/>
          </p:nvSpPr>
          <p:spPr>
            <a:xfrm>
              <a:off x="2043766" y="267946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7"/>
            <p:cNvSpPr/>
            <p:nvPr/>
          </p:nvSpPr>
          <p:spPr>
            <a:xfrm>
              <a:off x="2340540" y="250963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8"/>
            <p:cNvSpPr/>
            <p:nvPr/>
          </p:nvSpPr>
          <p:spPr>
            <a:xfrm>
              <a:off x="2048642" y="279044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59"/>
            <p:cNvSpPr/>
            <p:nvPr/>
          </p:nvSpPr>
          <p:spPr>
            <a:xfrm>
              <a:off x="2106748" y="258231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0"/>
            <p:cNvSpPr/>
            <p:nvPr/>
          </p:nvSpPr>
          <p:spPr>
            <a:xfrm>
              <a:off x="1907948" y="277225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1"/>
            <p:cNvSpPr/>
            <p:nvPr/>
          </p:nvSpPr>
          <p:spPr>
            <a:xfrm>
              <a:off x="2109927" y="159277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2"/>
            <p:cNvSpPr/>
            <p:nvPr/>
          </p:nvSpPr>
          <p:spPr>
            <a:xfrm>
              <a:off x="2179721" y="171813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3"/>
            <p:cNvSpPr/>
            <p:nvPr/>
          </p:nvSpPr>
          <p:spPr>
            <a:xfrm>
              <a:off x="1952620" y="187435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4"/>
            <p:cNvSpPr/>
            <p:nvPr/>
          </p:nvSpPr>
          <p:spPr>
            <a:xfrm>
              <a:off x="2018512" y="177962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5"/>
            <p:cNvSpPr/>
            <p:nvPr/>
          </p:nvSpPr>
          <p:spPr>
            <a:xfrm>
              <a:off x="1853941" y="168493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6"/>
            <p:cNvSpPr/>
            <p:nvPr/>
          </p:nvSpPr>
          <p:spPr>
            <a:xfrm>
              <a:off x="2045145" y="174747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7"/>
            <p:cNvSpPr/>
            <p:nvPr/>
          </p:nvSpPr>
          <p:spPr>
            <a:xfrm>
              <a:off x="2150887" y="168579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8"/>
            <p:cNvSpPr/>
            <p:nvPr/>
          </p:nvSpPr>
          <p:spPr>
            <a:xfrm>
              <a:off x="2044821" y="143599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69"/>
            <p:cNvSpPr/>
            <p:nvPr/>
          </p:nvSpPr>
          <p:spPr>
            <a:xfrm>
              <a:off x="2171438" y="159471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0"/>
            <p:cNvSpPr/>
            <p:nvPr/>
          </p:nvSpPr>
          <p:spPr>
            <a:xfrm>
              <a:off x="2106399" y="165283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1"/>
            <p:cNvSpPr/>
            <p:nvPr/>
          </p:nvSpPr>
          <p:spPr>
            <a:xfrm>
              <a:off x="1932097" y="167766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2"/>
            <p:cNvSpPr/>
            <p:nvPr/>
          </p:nvSpPr>
          <p:spPr>
            <a:xfrm>
              <a:off x="1975616" y="171642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3"/>
            <p:cNvSpPr/>
            <p:nvPr/>
          </p:nvSpPr>
          <p:spPr>
            <a:xfrm>
              <a:off x="1997805" y="156419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4"/>
            <p:cNvSpPr/>
            <p:nvPr/>
          </p:nvSpPr>
          <p:spPr>
            <a:xfrm>
              <a:off x="1989558" y="156796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5"/>
            <p:cNvSpPr/>
            <p:nvPr/>
          </p:nvSpPr>
          <p:spPr>
            <a:xfrm>
              <a:off x="1999419" y="160547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6"/>
            <p:cNvSpPr/>
            <p:nvPr/>
          </p:nvSpPr>
          <p:spPr>
            <a:xfrm>
              <a:off x="2064623" y="167913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7"/>
            <p:cNvSpPr/>
            <p:nvPr/>
          </p:nvSpPr>
          <p:spPr>
            <a:xfrm>
              <a:off x="2123730" y="157039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8"/>
            <p:cNvSpPr/>
            <p:nvPr/>
          </p:nvSpPr>
          <p:spPr>
            <a:xfrm>
              <a:off x="2110946" y="143911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79"/>
            <p:cNvSpPr/>
            <p:nvPr/>
          </p:nvSpPr>
          <p:spPr>
            <a:xfrm>
              <a:off x="2133141" y="150955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0"/>
            <p:cNvSpPr/>
            <p:nvPr/>
          </p:nvSpPr>
          <p:spPr>
            <a:xfrm>
              <a:off x="1969283" y="169701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1"/>
            <p:cNvSpPr/>
            <p:nvPr/>
          </p:nvSpPr>
          <p:spPr>
            <a:xfrm>
              <a:off x="2170599" y="191370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2"/>
            <p:cNvSpPr/>
            <p:nvPr/>
          </p:nvSpPr>
          <p:spPr>
            <a:xfrm>
              <a:off x="2000233" y="184318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3"/>
            <p:cNvSpPr/>
            <p:nvPr/>
          </p:nvSpPr>
          <p:spPr>
            <a:xfrm>
              <a:off x="2003632" y="160456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4"/>
            <p:cNvSpPr/>
            <p:nvPr/>
          </p:nvSpPr>
          <p:spPr>
            <a:xfrm>
              <a:off x="2114346" y="163511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5"/>
            <p:cNvSpPr/>
            <p:nvPr/>
          </p:nvSpPr>
          <p:spPr>
            <a:xfrm>
              <a:off x="2111656" y="148972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6"/>
            <p:cNvSpPr/>
            <p:nvPr/>
          </p:nvSpPr>
          <p:spPr>
            <a:xfrm>
              <a:off x="2234987" y="170292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7"/>
            <p:cNvSpPr/>
            <p:nvPr/>
          </p:nvSpPr>
          <p:spPr>
            <a:xfrm>
              <a:off x="2014793" y="173852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8"/>
            <p:cNvSpPr/>
            <p:nvPr/>
          </p:nvSpPr>
          <p:spPr>
            <a:xfrm>
              <a:off x="2315608" y="183942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89"/>
            <p:cNvSpPr/>
            <p:nvPr/>
          </p:nvSpPr>
          <p:spPr>
            <a:xfrm>
              <a:off x="2092254" y="173102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0"/>
            <p:cNvSpPr/>
            <p:nvPr/>
          </p:nvSpPr>
          <p:spPr>
            <a:xfrm>
              <a:off x="2021609" y="171734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1"/>
            <p:cNvSpPr/>
            <p:nvPr/>
          </p:nvSpPr>
          <p:spPr>
            <a:xfrm>
              <a:off x="1929889" y="182720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2"/>
            <p:cNvSpPr/>
            <p:nvPr/>
          </p:nvSpPr>
          <p:spPr>
            <a:xfrm>
              <a:off x="2134746" y="168983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3"/>
            <p:cNvSpPr/>
            <p:nvPr/>
          </p:nvSpPr>
          <p:spPr>
            <a:xfrm>
              <a:off x="1941693" y="160131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4"/>
            <p:cNvSpPr/>
            <p:nvPr/>
          </p:nvSpPr>
          <p:spPr>
            <a:xfrm>
              <a:off x="1888447" y="179580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5"/>
            <p:cNvSpPr/>
            <p:nvPr/>
          </p:nvSpPr>
          <p:spPr>
            <a:xfrm>
              <a:off x="2104415" y="160997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6"/>
            <p:cNvSpPr/>
            <p:nvPr/>
          </p:nvSpPr>
          <p:spPr>
            <a:xfrm>
              <a:off x="1980375" y="196079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7"/>
            <p:cNvSpPr/>
            <p:nvPr/>
          </p:nvSpPr>
          <p:spPr>
            <a:xfrm>
              <a:off x="2001315" y="162762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8"/>
            <p:cNvSpPr/>
            <p:nvPr/>
          </p:nvSpPr>
          <p:spPr>
            <a:xfrm>
              <a:off x="1856181" y="172269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399"/>
            <p:cNvSpPr/>
            <p:nvPr/>
          </p:nvSpPr>
          <p:spPr>
            <a:xfrm>
              <a:off x="2201328" y="167718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0"/>
            <p:cNvSpPr/>
            <p:nvPr/>
          </p:nvSpPr>
          <p:spPr>
            <a:xfrm>
              <a:off x="2297826" y="169060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1"/>
            <p:cNvSpPr/>
            <p:nvPr/>
          </p:nvSpPr>
          <p:spPr>
            <a:xfrm>
              <a:off x="2169962" y="158788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2"/>
            <p:cNvSpPr/>
            <p:nvPr/>
          </p:nvSpPr>
          <p:spPr>
            <a:xfrm>
              <a:off x="2099644" y="158575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3"/>
            <p:cNvSpPr/>
            <p:nvPr/>
          </p:nvSpPr>
          <p:spPr>
            <a:xfrm>
              <a:off x="2160600" y="168299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4"/>
            <p:cNvSpPr/>
            <p:nvPr/>
          </p:nvSpPr>
          <p:spPr>
            <a:xfrm>
              <a:off x="2185421" y="164038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5"/>
            <p:cNvSpPr/>
            <p:nvPr/>
          </p:nvSpPr>
          <p:spPr>
            <a:xfrm>
              <a:off x="2507272" y="167535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6"/>
            <p:cNvSpPr/>
            <p:nvPr/>
          </p:nvSpPr>
          <p:spPr>
            <a:xfrm>
              <a:off x="2176496" y="175622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7"/>
            <p:cNvSpPr/>
            <p:nvPr/>
          </p:nvSpPr>
          <p:spPr>
            <a:xfrm>
              <a:off x="1950031" y="182282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8"/>
            <p:cNvSpPr/>
            <p:nvPr/>
          </p:nvSpPr>
          <p:spPr>
            <a:xfrm>
              <a:off x="2113600" y="164100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09"/>
            <p:cNvSpPr/>
            <p:nvPr/>
          </p:nvSpPr>
          <p:spPr>
            <a:xfrm>
              <a:off x="2191782" y="168719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0"/>
            <p:cNvSpPr/>
            <p:nvPr/>
          </p:nvSpPr>
          <p:spPr>
            <a:xfrm>
              <a:off x="2063016" y="159398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1"/>
            <p:cNvSpPr/>
            <p:nvPr/>
          </p:nvSpPr>
          <p:spPr>
            <a:xfrm>
              <a:off x="2167199" y="165482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2"/>
            <p:cNvSpPr/>
            <p:nvPr/>
          </p:nvSpPr>
          <p:spPr>
            <a:xfrm>
              <a:off x="1923900" y="181657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3"/>
            <p:cNvSpPr/>
            <p:nvPr/>
          </p:nvSpPr>
          <p:spPr>
            <a:xfrm>
              <a:off x="2073280" y="167881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4"/>
            <p:cNvSpPr/>
            <p:nvPr/>
          </p:nvSpPr>
          <p:spPr>
            <a:xfrm>
              <a:off x="1929894" y="174536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5"/>
            <p:cNvSpPr/>
            <p:nvPr/>
          </p:nvSpPr>
          <p:spPr>
            <a:xfrm>
              <a:off x="1882516" y="185748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6"/>
            <p:cNvSpPr/>
            <p:nvPr/>
          </p:nvSpPr>
          <p:spPr>
            <a:xfrm>
              <a:off x="2037235" y="163201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7"/>
            <p:cNvSpPr/>
            <p:nvPr/>
          </p:nvSpPr>
          <p:spPr>
            <a:xfrm>
              <a:off x="1934150" y="179654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8"/>
            <p:cNvSpPr/>
            <p:nvPr/>
          </p:nvSpPr>
          <p:spPr>
            <a:xfrm>
              <a:off x="1921499" y="185716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19"/>
            <p:cNvSpPr/>
            <p:nvPr/>
          </p:nvSpPr>
          <p:spPr>
            <a:xfrm>
              <a:off x="1936330" y="164356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0"/>
            <p:cNvSpPr/>
            <p:nvPr/>
          </p:nvSpPr>
          <p:spPr>
            <a:xfrm>
              <a:off x="1899929" y="166124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1"/>
            <p:cNvSpPr/>
            <p:nvPr/>
          </p:nvSpPr>
          <p:spPr>
            <a:xfrm>
              <a:off x="2071174" y="172299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2"/>
            <p:cNvSpPr/>
            <p:nvPr/>
          </p:nvSpPr>
          <p:spPr>
            <a:xfrm>
              <a:off x="2137130" y="170436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3"/>
            <p:cNvSpPr/>
            <p:nvPr/>
          </p:nvSpPr>
          <p:spPr>
            <a:xfrm>
              <a:off x="2205126" y="153176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4"/>
            <p:cNvSpPr/>
            <p:nvPr/>
          </p:nvSpPr>
          <p:spPr>
            <a:xfrm>
              <a:off x="2242346" y="161913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5"/>
            <p:cNvSpPr/>
            <p:nvPr/>
          </p:nvSpPr>
          <p:spPr>
            <a:xfrm>
              <a:off x="2264888" y="165168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6"/>
            <p:cNvSpPr/>
            <p:nvPr/>
          </p:nvSpPr>
          <p:spPr>
            <a:xfrm>
              <a:off x="2128638" y="162467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7"/>
            <p:cNvSpPr/>
            <p:nvPr/>
          </p:nvSpPr>
          <p:spPr>
            <a:xfrm>
              <a:off x="2118670" y="176265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8"/>
            <p:cNvSpPr/>
            <p:nvPr/>
          </p:nvSpPr>
          <p:spPr>
            <a:xfrm>
              <a:off x="2254387" y="162930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29"/>
            <p:cNvSpPr/>
            <p:nvPr/>
          </p:nvSpPr>
          <p:spPr>
            <a:xfrm>
              <a:off x="2148313" y="185792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0"/>
            <p:cNvSpPr/>
            <p:nvPr/>
          </p:nvSpPr>
          <p:spPr>
            <a:xfrm>
              <a:off x="2163354" y="134571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1"/>
            <p:cNvSpPr/>
            <p:nvPr/>
          </p:nvSpPr>
          <p:spPr>
            <a:xfrm>
              <a:off x="1898637" y="171262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2"/>
            <p:cNvSpPr/>
            <p:nvPr/>
          </p:nvSpPr>
          <p:spPr>
            <a:xfrm>
              <a:off x="2072997" y="158460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3"/>
            <p:cNvSpPr/>
            <p:nvPr/>
          </p:nvSpPr>
          <p:spPr>
            <a:xfrm>
              <a:off x="2011296" y="176604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4"/>
            <p:cNvSpPr/>
            <p:nvPr/>
          </p:nvSpPr>
          <p:spPr>
            <a:xfrm>
              <a:off x="2134838" y="163445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5"/>
            <p:cNvSpPr/>
            <p:nvPr/>
          </p:nvSpPr>
          <p:spPr>
            <a:xfrm>
              <a:off x="2083927" y="160834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6"/>
            <p:cNvSpPr/>
            <p:nvPr/>
          </p:nvSpPr>
          <p:spPr>
            <a:xfrm>
              <a:off x="2081001" y="153687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7"/>
            <p:cNvSpPr/>
            <p:nvPr/>
          </p:nvSpPr>
          <p:spPr>
            <a:xfrm>
              <a:off x="2003737" y="160457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8"/>
            <p:cNvSpPr/>
            <p:nvPr/>
          </p:nvSpPr>
          <p:spPr>
            <a:xfrm>
              <a:off x="2170059" y="178728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39"/>
            <p:cNvSpPr/>
            <p:nvPr/>
          </p:nvSpPr>
          <p:spPr>
            <a:xfrm>
              <a:off x="1990279" y="170196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0"/>
            <p:cNvSpPr/>
            <p:nvPr/>
          </p:nvSpPr>
          <p:spPr>
            <a:xfrm>
              <a:off x="2052644" y="154608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1"/>
            <p:cNvSpPr/>
            <p:nvPr/>
          </p:nvSpPr>
          <p:spPr>
            <a:xfrm>
              <a:off x="2213953" y="164138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2"/>
            <p:cNvSpPr/>
            <p:nvPr/>
          </p:nvSpPr>
          <p:spPr>
            <a:xfrm>
              <a:off x="2266633" y="174941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3"/>
            <p:cNvSpPr/>
            <p:nvPr/>
          </p:nvSpPr>
          <p:spPr>
            <a:xfrm>
              <a:off x="1785942" y="175721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4"/>
            <p:cNvSpPr/>
            <p:nvPr/>
          </p:nvSpPr>
          <p:spPr>
            <a:xfrm>
              <a:off x="1849928" y="174939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5"/>
            <p:cNvSpPr/>
            <p:nvPr/>
          </p:nvSpPr>
          <p:spPr>
            <a:xfrm>
              <a:off x="1855323" y="162993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6"/>
            <p:cNvSpPr/>
            <p:nvPr/>
          </p:nvSpPr>
          <p:spPr>
            <a:xfrm>
              <a:off x="1679090" y="174361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7"/>
            <p:cNvSpPr/>
            <p:nvPr/>
          </p:nvSpPr>
          <p:spPr>
            <a:xfrm>
              <a:off x="1944076" y="176334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8"/>
            <p:cNvSpPr/>
            <p:nvPr/>
          </p:nvSpPr>
          <p:spPr>
            <a:xfrm>
              <a:off x="1974973" y="162916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49"/>
            <p:cNvSpPr/>
            <p:nvPr/>
          </p:nvSpPr>
          <p:spPr>
            <a:xfrm>
              <a:off x="2004007" y="189741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0"/>
            <p:cNvSpPr/>
            <p:nvPr/>
          </p:nvSpPr>
          <p:spPr>
            <a:xfrm>
              <a:off x="2114398" y="155950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1"/>
            <p:cNvSpPr/>
            <p:nvPr/>
          </p:nvSpPr>
          <p:spPr>
            <a:xfrm>
              <a:off x="2103621" y="2780778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2"/>
            <p:cNvSpPr/>
            <p:nvPr/>
          </p:nvSpPr>
          <p:spPr>
            <a:xfrm>
              <a:off x="2176747" y="2813106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3"/>
            <p:cNvSpPr/>
            <p:nvPr/>
          </p:nvSpPr>
          <p:spPr>
            <a:xfrm>
              <a:off x="2177015" y="278066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4"/>
            <p:cNvSpPr/>
            <p:nvPr/>
          </p:nvSpPr>
          <p:spPr>
            <a:xfrm>
              <a:off x="2111313" y="2835046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5"/>
            <p:cNvSpPr/>
            <p:nvPr/>
          </p:nvSpPr>
          <p:spPr>
            <a:xfrm>
              <a:off x="2431425" y="2792234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6"/>
            <p:cNvSpPr/>
            <p:nvPr/>
          </p:nvSpPr>
          <p:spPr>
            <a:xfrm>
              <a:off x="2204787" y="266246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7"/>
            <p:cNvSpPr/>
            <p:nvPr/>
          </p:nvSpPr>
          <p:spPr>
            <a:xfrm>
              <a:off x="1972928" y="2776386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8"/>
            <p:cNvSpPr/>
            <p:nvPr/>
          </p:nvSpPr>
          <p:spPr>
            <a:xfrm>
              <a:off x="2078616" y="2749524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59"/>
            <p:cNvSpPr/>
            <p:nvPr/>
          </p:nvSpPr>
          <p:spPr>
            <a:xfrm>
              <a:off x="2083308" y="281631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0"/>
            <p:cNvSpPr/>
            <p:nvPr/>
          </p:nvSpPr>
          <p:spPr>
            <a:xfrm>
              <a:off x="2130476" y="2853018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1"/>
            <p:cNvSpPr/>
            <p:nvPr/>
          </p:nvSpPr>
          <p:spPr>
            <a:xfrm>
              <a:off x="1985634" y="2697156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2"/>
            <p:cNvSpPr/>
            <p:nvPr/>
          </p:nvSpPr>
          <p:spPr>
            <a:xfrm>
              <a:off x="2093015" y="277113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3"/>
            <p:cNvSpPr/>
            <p:nvPr/>
          </p:nvSpPr>
          <p:spPr>
            <a:xfrm>
              <a:off x="2278354" y="2720982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4"/>
            <p:cNvSpPr/>
            <p:nvPr/>
          </p:nvSpPr>
          <p:spPr>
            <a:xfrm>
              <a:off x="2196445" y="271342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5"/>
            <p:cNvSpPr/>
            <p:nvPr/>
          </p:nvSpPr>
          <p:spPr>
            <a:xfrm>
              <a:off x="2105165" y="2645256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6"/>
            <p:cNvSpPr/>
            <p:nvPr/>
          </p:nvSpPr>
          <p:spPr>
            <a:xfrm>
              <a:off x="1915925" y="2531942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7"/>
            <p:cNvSpPr/>
            <p:nvPr/>
          </p:nvSpPr>
          <p:spPr>
            <a:xfrm>
              <a:off x="1881864" y="262154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8"/>
            <p:cNvSpPr/>
            <p:nvPr/>
          </p:nvSpPr>
          <p:spPr>
            <a:xfrm>
              <a:off x="1974707" y="273516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69"/>
            <p:cNvSpPr/>
            <p:nvPr/>
          </p:nvSpPr>
          <p:spPr>
            <a:xfrm>
              <a:off x="1886745" y="2714076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0"/>
            <p:cNvSpPr/>
            <p:nvPr/>
          </p:nvSpPr>
          <p:spPr>
            <a:xfrm>
              <a:off x="1991502" y="243164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1"/>
            <p:cNvSpPr/>
            <p:nvPr/>
          </p:nvSpPr>
          <p:spPr>
            <a:xfrm>
              <a:off x="2058425" y="261879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2"/>
            <p:cNvSpPr/>
            <p:nvPr/>
          </p:nvSpPr>
          <p:spPr>
            <a:xfrm>
              <a:off x="2135456" y="2827954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3"/>
            <p:cNvSpPr/>
            <p:nvPr/>
          </p:nvSpPr>
          <p:spPr>
            <a:xfrm>
              <a:off x="2094514" y="274352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4"/>
            <p:cNvSpPr/>
            <p:nvPr/>
          </p:nvSpPr>
          <p:spPr>
            <a:xfrm>
              <a:off x="2022701" y="274658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5"/>
            <p:cNvSpPr/>
            <p:nvPr/>
          </p:nvSpPr>
          <p:spPr>
            <a:xfrm>
              <a:off x="2249872" y="261460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6"/>
            <p:cNvSpPr/>
            <p:nvPr/>
          </p:nvSpPr>
          <p:spPr>
            <a:xfrm>
              <a:off x="2224168" y="236524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7"/>
            <p:cNvSpPr/>
            <p:nvPr/>
          </p:nvSpPr>
          <p:spPr>
            <a:xfrm>
              <a:off x="2547879" y="274345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8"/>
            <p:cNvSpPr/>
            <p:nvPr/>
          </p:nvSpPr>
          <p:spPr>
            <a:xfrm>
              <a:off x="2230234" y="247782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79"/>
            <p:cNvSpPr/>
            <p:nvPr/>
          </p:nvSpPr>
          <p:spPr>
            <a:xfrm>
              <a:off x="2349566" y="2349189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0"/>
            <p:cNvSpPr/>
            <p:nvPr/>
          </p:nvSpPr>
          <p:spPr>
            <a:xfrm>
              <a:off x="2606113" y="253699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1"/>
            <p:cNvSpPr/>
            <p:nvPr/>
          </p:nvSpPr>
          <p:spPr>
            <a:xfrm>
              <a:off x="2419282" y="244536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2"/>
            <p:cNvSpPr/>
            <p:nvPr/>
          </p:nvSpPr>
          <p:spPr>
            <a:xfrm>
              <a:off x="2399399" y="234166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3"/>
            <p:cNvSpPr/>
            <p:nvPr/>
          </p:nvSpPr>
          <p:spPr>
            <a:xfrm>
              <a:off x="2367684" y="2361469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4"/>
            <p:cNvSpPr/>
            <p:nvPr/>
          </p:nvSpPr>
          <p:spPr>
            <a:xfrm>
              <a:off x="2551249" y="230299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5"/>
            <p:cNvSpPr/>
            <p:nvPr/>
          </p:nvSpPr>
          <p:spPr>
            <a:xfrm>
              <a:off x="2371942" y="241375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6"/>
            <p:cNvSpPr/>
            <p:nvPr/>
          </p:nvSpPr>
          <p:spPr>
            <a:xfrm>
              <a:off x="2587521" y="269359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7"/>
            <p:cNvSpPr/>
            <p:nvPr/>
          </p:nvSpPr>
          <p:spPr>
            <a:xfrm>
              <a:off x="2622237" y="228863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8"/>
            <p:cNvSpPr/>
            <p:nvPr/>
          </p:nvSpPr>
          <p:spPr>
            <a:xfrm>
              <a:off x="2477608" y="233232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89"/>
            <p:cNvSpPr/>
            <p:nvPr/>
          </p:nvSpPr>
          <p:spPr>
            <a:xfrm>
              <a:off x="2296933" y="260941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0"/>
            <p:cNvSpPr/>
            <p:nvPr/>
          </p:nvSpPr>
          <p:spPr>
            <a:xfrm>
              <a:off x="2659698" y="274806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1"/>
            <p:cNvSpPr/>
            <p:nvPr/>
          </p:nvSpPr>
          <p:spPr>
            <a:xfrm>
              <a:off x="2730572" y="241877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2"/>
            <p:cNvSpPr/>
            <p:nvPr/>
          </p:nvSpPr>
          <p:spPr>
            <a:xfrm>
              <a:off x="2662408" y="237620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3"/>
            <p:cNvSpPr/>
            <p:nvPr/>
          </p:nvSpPr>
          <p:spPr>
            <a:xfrm>
              <a:off x="2602423" y="263923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4"/>
            <p:cNvSpPr/>
            <p:nvPr/>
          </p:nvSpPr>
          <p:spPr>
            <a:xfrm>
              <a:off x="2573346" y="223394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5"/>
            <p:cNvSpPr/>
            <p:nvPr/>
          </p:nvSpPr>
          <p:spPr>
            <a:xfrm>
              <a:off x="2506071" y="266008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6"/>
            <p:cNvSpPr/>
            <p:nvPr/>
          </p:nvSpPr>
          <p:spPr>
            <a:xfrm>
              <a:off x="2383213" y="255571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7"/>
            <p:cNvSpPr/>
            <p:nvPr/>
          </p:nvSpPr>
          <p:spPr>
            <a:xfrm>
              <a:off x="2688556" y="243885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8"/>
            <p:cNvSpPr/>
            <p:nvPr/>
          </p:nvSpPr>
          <p:spPr>
            <a:xfrm>
              <a:off x="2427040" y="253932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499"/>
            <p:cNvSpPr/>
            <p:nvPr/>
          </p:nvSpPr>
          <p:spPr>
            <a:xfrm>
              <a:off x="2552272" y="2653239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0"/>
            <p:cNvSpPr/>
            <p:nvPr/>
          </p:nvSpPr>
          <p:spPr>
            <a:xfrm>
              <a:off x="2724122" y="246369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1"/>
            <p:cNvSpPr/>
            <p:nvPr/>
          </p:nvSpPr>
          <p:spPr>
            <a:xfrm>
              <a:off x="2559759" y="240820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2"/>
            <p:cNvSpPr/>
            <p:nvPr/>
          </p:nvSpPr>
          <p:spPr>
            <a:xfrm>
              <a:off x="2184018" y="226914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3"/>
            <p:cNvSpPr/>
            <p:nvPr/>
          </p:nvSpPr>
          <p:spPr>
            <a:xfrm>
              <a:off x="2435599" y="247293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4"/>
            <p:cNvSpPr/>
            <p:nvPr/>
          </p:nvSpPr>
          <p:spPr>
            <a:xfrm>
              <a:off x="2499641" y="266809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5"/>
            <p:cNvSpPr/>
            <p:nvPr/>
          </p:nvSpPr>
          <p:spPr>
            <a:xfrm>
              <a:off x="2220717" y="238936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6"/>
            <p:cNvSpPr/>
            <p:nvPr/>
          </p:nvSpPr>
          <p:spPr>
            <a:xfrm>
              <a:off x="2652274" y="237838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7"/>
            <p:cNvSpPr/>
            <p:nvPr/>
          </p:nvSpPr>
          <p:spPr>
            <a:xfrm>
              <a:off x="2551681" y="269220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8"/>
            <p:cNvSpPr/>
            <p:nvPr/>
          </p:nvSpPr>
          <p:spPr>
            <a:xfrm>
              <a:off x="2443266" y="262664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09"/>
            <p:cNvSpPr/>
            <p:nvPr/>
          </p:nvSpPr>
          <p:spPr>
            <a:xfrm>
              <a:off x="2549726" y="246061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0"/>
            <p:cNvSpPr/>
            <p:nvPr/>
          </p:nvSpPr>
          <p:spPr>
            <a:xfrm>
              <a:off x="2453628" y="255792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1"/>
            <p:cNvSpPr/>
            <p:nvPr/>
          </p:nvSpPr>
          <p:spPr>
            <a:xfrm>
              <a:off x="2565445" y="247081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2"/>
            <p:cNvSpPr/>
            <p:nvPr/>
          </p:nvSpPr>
          <p:spPr>
            <a:xfrm>
              <a:off x="2317890" y="250959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3"/>
            <p:cNvSpPr/>
            <p:nvPr/>
          </p:nvSpPr>
          <p:spPr>
            <a:xfrm>
              <a:off x="2676615" y="251095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4"/>
            <p:cNvSpPr/>
            <p:nvPr/>
          </p:nvSpPr>
          <p:spPr>
            <a:xfrm>
              <a:off x="2535260" y="251794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5"/>
            <p:cNvSpPr/>
            <p:nvPr/>
          </p:nvSpPr>
          <p:spPr>
            <a:xfrm>
              <a:off x="2582077" y="2461169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6"/>
            <p:cNvSpPr/>
            <p:nvPr/>
          </p:nvSpPr>
          <p:spPr>
            <a:xfrm>
              <a:off x="2650519" y="261409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7"/>
            <p:cNvSpPr/>
            <p:nvPr/>
          </p:nvSpPr>
          <p:spPr>
            <a:xfrm>
              <a:off x="2437349" y="2660489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8"/>
            <p:cNvSpPr/>
            <p:nvPr/>
          </p:nvSpPr>
          <p:spPr>
            <a:xfrm>
              <a:off x="2660755" y="268292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19"/>
            <p:cNvSpPr/>
            <p:nvPr/>
          </p:nvSpPr>
          <p:spPr>
            <a:xfrm>
              <a:off x="2663569" y="257172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0"/>
            <p:cNvSpPr/>
            <p:nvPr/>
          </p:nvSpPr>
          <p:spPr>
            <a:xfrm>
              <a:off x="2027719" y="151752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1"/>
            <p:cNvSpPr/>
            <p:nvPr/>
          </p:nvSpPr>
          <p:spPr>
            <a:xfrm>
              <a:off x="1956847" y="2421766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2"/>
            <p:cNvSpPr/>
            <p:nvPr/>
          </p:nvSpPr>
          <p:spPr>
            <a:xfrm>
              <a:off x="2060822" y="159686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3"/>
            <p:cNvSpPr/>
            <p:nvPr/>
          </p:nvSpPr>
          <p:spPr>
            <a:xfrm>
              <a:off x="2216604" y="181273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4"/>
            <p:cNvSpPr/>
            <p:nvPr/>
          </p:nvSpPr>
          <p:spPr>
            <a:xfrm>
              <a:off x="2109224" y="175836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5"/>
            <p:cNvSpPr/>
            <p:nvPr/>
          </p:nvSpPr>
          <p:spPr>
            <a:xfrm>
              <a:off x="1971820" y="167201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6"/>
            <p:cNvSpPr/>
            <p:nvPr/>
          </p:nvSpPr>
          <p:spPr>
            <a:xfrm>
              <a:off x="1989087" y="176971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7"/>
            <p:cNvSpPr/>
            <p:nvPr/>
          </p:nvSpPr>
          <p:spPr>
            <a:xfrm>
              <a:off x="1963095" y="173608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8"/>
            <p:cNvSpPr/>
            <p:nvPr/>
          </p:nvSpPr>
          <p:spPr>
            <a:xfrm>
              <a:off x="1923728" y="143981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29"/>
            <p:cNvSpPr/>
            <p:nvPr/>
          </p:nvSpPr>
          <p:spPr>
            <a:xfrm>
              <a:off x="1918119" y="189974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0"/>
            <p:cNvSpPr/>
            <p:nvPr/>
          </p:nvSpPr>
          <p:spPr>
            <a:xfrm>
              <a:off x="2062294" y="169412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1"/>
            <p:cNvSpPr/>
            <p:nvPr/>
          </p:nvSpPr>
          <p:spPr>
            <a:xfrm>
              <a:off x="1778160" y="175778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2"/>
            <p:cNvSpPr/>
            <p:nvPr/>
          </p:nvSpPr>
          <p:spPr>
            <a:xfrm>
              <a:off x="1835879" y="167747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3"/>
            <p:cNvSpPr/>
            <p:nvPr/>
          </p:nvSpPr>
          <p:spPr>
            <a:xfrm>
              <a:off x="2009318" y="229525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4"/>
            <p:cNvSpPr/>
            <p:nvPr/>
          </p:nvSpPr>
          <p:spPr>
            <a:xfrm>
              <a:off x="1915676" y="156071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5"/>
            <p:cNvSpPr/>
            <p:nvPr/>
          </p:nvSpPr>
          <p:spPr>
            <a:xfrm>
              <a:off x="2056319" y="156306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6"/>
            <p:cNvSpPr/>
            <p:nvPr/>
          </p:nvSpPr>
          <p:spPr>
            <a:xfrm>
              <a:off x="1941631" y="188889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7"/>
            <p:cNvSpPr/>
            <p:nvPr/>
          </p:nvSpPr>
          <p:spPr>
            <a:xfrm>
              <a:off x="1677742" y="2172172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8"/>
            <p:cNvSpPr/>
            <p:nvPr/>
          </p:nvSpPr>
          <p:spPr>
            <a:xfrm>
              <a:off x="1944261" y="166596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39"/>
            <p:cNvSpPr/>
            <p:nvPr/>
          </p:nvSpPr>
          <p:spPr>
            <a:xfrm>
              <a:off x="1973695" y="228510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0"/>
            <p:cNvSpPr/>
            <p:nvPr/>
          </p:nvSpPr>
          <p:spPr>
            <a:xfrm>
              <a:off x="1853405" y="161501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1"/>
            <p:cNvSpPr/>
            <p:nvPr/>
          </p:nvSpPr>
          <p:spPr>
            <a:xfrm>
              <a:off x="1976622" y="2244110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2"/>
            <p:cNvSpPr/>
            <p:nvPr/>
          </p:nvSpPr>
          <p:spPr>
            <a:xfrm>
              <a:off x="1810923" y="160228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3"/>
            <p:cNvSpPr/>
            <p:nvPr/>
          </p:nvSpPr>
          <p:spPr>
            <a:xfrm>
              <a:off x="2057022" y="2612500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4"/>
            <p:cNvSpPr/>
            <p:nvPr/>
          </p:nvSpPr>
          <p:spPr>
            <a:xfrm>
              <a:off x="1982262" y="170706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5"/>
            <p:cNvSpPr/>
            <p:nvPr/>
          </p:nvSpPr>
          <p:spPr>
            <a:xfrm>
              <a:off x="1969623" y="176135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6"/>
            <p:cNvSpPr/>
            <p:nvPr/>
          </p:nvSpPr>
          <p:spPr>
            <a:xfrm>
              <a:off x="2114747" y="2785947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7"/>
            <p:cNvSpPr/>
            <p:nvPr/>
          </p:nvSpPr>
          <p:spPr>
            <a:xfrm>
              <a:off x="1994838" y="171320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8"/>
            <p:cNvSpPr/>
            <p:nvPr/>
          </p:nvSpPr>
          <p:spPr>
            <a:xfrm>
              <a:off x="2087894" y="271616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49"/>
            <p:cNvSpPr/>
            <p:nvPr/>
          </p:nvSpPr>
          <p:spPr>
            <a:xfrm>
              <a:off x="1984957" y="167267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0"/>
            <p:cNvSpPr/>
            <p:nvPr/>
          </p:nvSpPr>
          <p:spPr>
            <a:xfrm>
              <a:off x="2013430" y="178848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1"/>
            <p:cNvSpPr/>
            <p:nvPr/>
          </p:nvSpPr>
          <p:spPr>
            <a:xfrm>
              <a:off x="2139653" y="258995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2"/>
            <p:cNvSpPr/>
            <p:nvPr/>
          </p:nvSpPr>
          <p:spPr>
            <a:xfrm>
              <a:off x="1882361" y="166860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3"/>
            <p:cNvSpPr/>
            <p:nvPr/>
          </p:nvSpPr>
          <p:spPr>
            <a:xfrm>
              <a:off x="2072595" y="165850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4"/>
            <p:cNvSpPr/>
            <p:nvPr/>
          </p:nvSpPr>
          <p:spPr>
            <a:xfrm>
              <a:off x="1992840" y="223554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5"/>
            <p:cNvSpPr/>
            <p:nvPr/>
          </p:nvSpPr>
          <p:spPr>
            <a:xfrm>
              <a:off x="1950347" y="170665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6"/>
            <p:cNvSpPr/>
            <p:nvPr/>
          </p:nvSpPr>
          <p:spPr>
            <a:xfrm>
              <a:off x="1927316" y="167532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7"/>
            <p:cNvSpPr/>
            <p:nvPr/>
          </p:nvSpPr>
          <p:spPr>
            <a:xfrm>
              <a:off x="1911555" y="162453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8"/>
            <p:cNvSpPr/>
            <p:nvPr/>
          </p:nvSpPr>
          <p:spPr>
            <a:xfrm>
              <a:off x="1948458" y="2228988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59"/>
            <p:cNvSpPr/>
            <p:nvPr/>
          </p:nvSpPr>
          <p:spPr>
            <a:xfrm>
              <a:off x="2071495" y="172719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0"/>
            <p:cNvSpPr/>
            <p:nvPr/>
          </p:nvSpPr>
          <p:spPr>
            <a:xfrm>
              <a:off x="2023500" y="178497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1"/>
            <p:cNvSpPr/>
            <p:nvPr/>
          </p:nvSpPr>
          <p:spPr>
            <a:xfrm>
              <a:off x="2081885" y="169203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2"/>
            <p:cNvSpPr/>
            <p:nvPr/>
          </p:nvSpPr>
          <p:spPr>
            <a:xfrm>
              <a:off x="2123332" y="193553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3"/>
            <p:cNvSpPr/>
            <p:nvPr/>
          </p:nvSpPr>
          <p:spPr>
            <a:xfrm>
              <a:off x="2031594" y="175390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4"/>
            <p:cNvSpPr/>
            <p:nvPr/>
          </p:nvSpPr>
          <p:spPr>
            <a:xfrm>
              <a:off x="2139076" y="194509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5"/>
            <p:cNvSpPr/>
            <p:nvPr/>
          </p:nvSpPr>
          <p:spPr>
            <a:xfrm>
              <a:off x="2105713" y="179511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6"/>
            <p:cNvSpPr/>
            <p:nvPr/>
          </p:nvSpPr>
          <p:spPr>
            <a:xfrm>
              <a:off x="1899977" y="166110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7"/>
            <p:cNvSpPr/>
            <p:nvPr/>
          </p:nvSpPr>
          <p:spPr>
            <a:xfrm>
              <a:off x="1964985" y="157611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8"/>
            <p:cNvSpPr/>
            <p:nvPr/>
          </p:nvSpPr>
          <p:spPr>
            <a:xfrm>
              <a:off x="1811522" y="247009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69"/>
            <p:cNvSpPr/>
            <p:nvPr/>
          </p:nvSpPr>
          <p:spPr>
            <a:xfrm>
              <a:off x="1909191" y="170454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0"/>
            <p:cNvSpPr/>
            <p:nvPr/>
          </p:nvSpPr>
          <p:spPr>
            <a:xfrm>
              <a:off x="2225063" y="270122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1"/>
            <p:cNvSpPr/>
            <p:nvPr/>
          </p:nvSpPr>
          <p:spPr>
            <a:xfrm>
              <a:off x="1895256" y="157520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2"/>
            <p:cNvSpPr/>
            <p:nvPr/>
          </p:nvSpPr>
          <p:spPr>
            <a:xfrm>
              <a:off x="2154287" y="186130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3"/>
            <p:cNvSpPr/>
            <p:nvPr/>
          </p:nvSpPr>
          <p:spPr>
            <a:xfrm>
              <a:off x="2355918" y="250650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4"/>
            <p:cNvSpPr/>
            <p:nvPr/>
          </p:nvSpPr>
          <p:spPr>
            <a:xfrm>
              <a:off x="2033816" y="165888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5"/>
            <p:cNvSpPr/>
            <p:nvPr/>
          </p:nvSpPr>
          <p:spPr>
            <a:xfrm>
              <a:off x="2281087" y="271905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6"/>
            <p:cNvSpPr/>
            <p:nvPr/>
          </p:nvSpPr>
          <p:spPr>
            <a:xfrm>
              <a:off x="1936606" y="184699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7"/>
            <p:cNvSpPr/>
            <p:nvPr/>
          </p:nvSpPr>
          <p:spPr>
            <a:xfrm>
              <a:off x="2197121" y="268943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8"/>
            <p:cNvSpPr/>
            <p:nvPr/>
          </p:nvSpPr>
          <p:spPr>
            <a:xfrm>
              <a:off x="2641484" y="224267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79"/>
            <p:cNvSpPr/>
            <p:nvPr/>
          </p:nvSpPr>
          <p:spPr>
            <a:xfrm>
              <a:off x="2091831" y="166215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0"/>
            <p:cNvSpPr/>
            <p:nvPr/>
          </p:nvSpPr>
          <p:spPr>
            <a:xfrm>
              <a:off x="1951334" y="175541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1"/>
            <p:cNvSpPr/>
            <p:nvPr/>
          </p:nvSpPr>
          <p:spPr>
            <a:xfrm>
              <a:off x="2898256" y="199163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2"/>
            <p:cNvSpPr/>
            <p:nvPr/>
          </p:nvSpPr>
          <p:spPr>
            <a:xfrm>
              <a:off x="1901272" y="162712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3"/>
            <p:cNvSpPr/>
            <p:nvPr/>
          </p:nvSpPr>
          <p:spPr>
            <a:xfrm>
              <a:off x="2257195" y="251515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4"/>
            <p:cNvSpPr/>
            <p:nvPr/>
          </p:nvSpPr>
          <p:spPr>
            <a:xfrm>
              <a:off x="1992202" y="188600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5"/>
            <p:cNvSpPr/>
            <p:nvPr/>
          </p:nvSpPr>
          <p:spPr>
            <a:xfrm>
              <a:off x="1981543" y="270923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6"/>
            <p:cNvSpPr/>
            <p:nvPr/>
          </p:nvSpPr>
          <p:spPr>
            <a:xfrm>
              <a:off x="2055335" y="166974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7"/>
            <p:cNvSpPr/>
            <p:nvPr/>
          </p:nvSpPr>
          <p:spPr>
            <a:xfrm>
              <a:off x="1944901" y="265417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8"/>
            <p:cNvSpPr/>
            <p:nvPr/>
          </p:nvSpPr>
          <p:spPr>
            <a:xfrm>
              <a:off x="2098369" y="179018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89"/>
            <p:cNvSpPr/>
            <p:nvPr/>
          </p:nvSpPr>
          <p:spPr>
            <a:xfrm>
              <a:off x="2153252" y="263594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0"/>
            <p:cNvSpPr/>
            <p:nvPr/>
          </p:nvSpPr>
          <p:spPr>
            <a:xfrm>
              <a:off x="2061880" y="169124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1"/>
            <p:cNvSpPr/>
            <p:nvPr/>
          </p:nvSpPr>
          <p:spPr>
            <a:xfrm>
              <a:off x="2310277" y="251526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2"/>
            <p:cNvSpPr/>
            <p:nvPr/>
          </p:nvSpPr>
          <p:spPr>
            <a:xfrm>
              <a:off x="1996779" y="187690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3"/>
            <p:cNvSpPr/>
            <p:nvPr/>
          </p:nvSpPr>
          <p:spPr>
            <a:xfrm>
              <a:off x="2020723" y="260262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4"/>
            <p:cNvSpPr/>
            <p:nvPr/>
          </p:nvSpPr>
          <p:spPr>
            <a:xfrm>
              <a:off x="1815520" y="259162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5"/>
            <p:cNvSpPr/>
            <p:nvPr/>
          </p:nvSpPr>
          <p:spPr>
            <a:xfrm>
              <a:off x="2080242" y="165805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6"/>
            <p:cNvSpPr/>
            <p:nvPr/>
          </p:nvSpPr>
          <p:spPr>
            <a:xfrm>
              <a:off x="1919199" y="288193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7"/>
            <p:cNvSpPr/>
            <p:nvPr/>
          </p:nvSpPr>
          <p:spPr>
            <a:xfrm>
              <a:off x="1833067" y="175095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8"/>
            <p:cNvSpPr/>
            <p:nvPr/>
          </p:nvSpPr>
          <p:spPr>
            <a:xfrm>
              <a:off x="1819041" y="280754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599"/>
            <p:cNvSpPr/>
            <p:nvPr/>
          </p:nvSpPr>
          <p:spPr>
            <a:xfrm>
              <a:off x="2168841" y="162875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0"/>
            <p:cNvSpPr/>
            <p:nvPr/>
          </p:nvSpPr>
          <p:spPr>
            <a:xfrm>
              <a:off x="1927921" y="256095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1"/>
            <p:cNvSpPr/>
            <p:nvPr/>
          </p:nvSpPr>
          <p:spPr>
            <a:xfrm>
              <a:off x="2168921" y="173595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2"/>
            <p:cNvSpPr/>
            <p:nvPr/>
          </p:nvSpPr>
          <p:spPr>
            <a:xfrm>
              <a:off x="1842784" y="181912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3"/>
            <p:cNvSpPr/>
            <p:nvPr/>
          </p:nvSpPr>
          <p:spPr>
            <a:xfrm>
              <a:off x="2142413" y="193868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4"/>
            <p:cNvSpPr/>
            <p:nvPr/>
          </p:nvSpPr>
          <p:spPr>
            <a:xfrm>
              <a:off x="1984453" y="176425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5"/>
            <p:cNvSpPr/>
            <p:nvPr/>
          </p:nvSpPr>
          <p:spPr>
            <a:xfrm>
              <a:off x="1900615" y="288263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6"/>
            <p:cNvSpPr/>
            <p:nvPr/>
          </p:nvSpPr>
          <p:spPr>
            <a:xfrm>
              <a:off x="2000072" y="194569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7"/>
            <p:cNvSpPr/>
            <p:nvPr/>
          </p:nvSpPr>
          <p:spPr>
            <a:xfrm>
              <a:off x="1835520" y="248027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8"/>
            <p:cNvSpPr/>
            <p:nvPr/>
          </p:nvSpPr>
          <p:spPr>
            <a:xfrm>
              <a:off x="1966669" y="196715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09"/>
            <p:cNvSpPr/>
            <p:nvPr/>
          </p:nvSpPr>
          <p:spPr>
            <a:xfrm>
              <a:off x="1752967" y="173459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0"/>
            <p:cNvSpPr/>
            <p:nvPr/>
          </p:nvSpPr>
          <p:spPr>
            <a:xfrm>
              <a:off x="1903478" y="274317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1"/>
            <p:cNvSpPr/>
            <p:nvPr/>
          </p:nvSpPr>
          <p:spPr>
            <a:xfrm>
              <a:off x="2016567" y="191856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2"/>
            <p:cNvSpPr/>
            <p:nvPr/>
          </p:nvSpPr>
          <p:spPr>
            <a:xfrm>
              <a:off x="2024448" y="264563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3"/>
            <p:cNvSpPr/>
            <p:nvPr/>
          </p:nvSpPr>
          <p:spPr>
            <a:xfrm>
              <a:off x="1966706" y="161317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4"/>
            <p:cNvSpPr/>
            <p:nvPr/>
          </p:nvSpPr>
          <p:spPr>
            <a:xfrm>
              <a:off x="2041762" y="265223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5"/>
            <p:cNvSpPr/>
            <p:nvPr/>
          </p:nvSpPr>
          <p:spPr>
            <a:xfrm>
              <a:off x="2046534" y="158239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6"/>
            <p:cNvSpPr/>
            <p:nvPr/>
          </p:nvSpPr>
          <p:spPr>
            <a:xfrm>
              <a:off x="2089239" y="262225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7"/>
            <p:cNvSpPr/>
            <p:nvPr/>
          </p:nvSpPr>
          <p:spPr>
            <a:xfrm>
              <a:off x="2049304" y="154037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8"/>
            <p:cNvSpPr/>
            <p:nvPr/>
          </p:nvSpPr>
          <p:spPr>
            <a:xfrm>
              <a:off x="2037513" y="173788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19"/>
            <p:cNvSpPr/>
            <p:nvPr/>
          </p:nvSpPr>
          <p:spPr>
            <a:xfrm>
              <a:off x="1960928" y="254302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0"/>
            <p:cNvSpPr/>
            <p:nvPr/>
          </p:nvSpPr>
          <p:spPr>
            <a:xfrm>
              <a:off x="1915279" y="170279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1"/>
            <p:cNvSpPr/>
            <p:nvPr/>
          </p:nvSpPr>
          <p:spPr>
            <a:xfrm>
              <a:off x="1902461" y="229473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2"/>
            <p:cNvSpPr/>
            <p:nvPr/>
          </p:nvSpPr>
          <p:spPr>
            <a:xfrm>
              <a:off x="1927965" y="160865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3"/>
            <p:cNvSpPr/>
            <p:nvPr/>
          </p:nvSpPr>
          <p:spPr>
            <a:xfrm>
              <a:off x="1942556" y="250189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4"/>
            <p:cNvSpPr/>
            <p:nvPr/>
          </p:nvSpPr>
          <p:spPr>
            <a:xfrm>
              <a:off x="2111223" y="173411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5"/>
            <p:cNvSpPr/>
            <p:nvPr/>
          </p:nvSpPr>
          <p:spPr>
            <a:xfrm>
              <a:off x="1997326" y="182983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6"/>
            <p:cNvSpPr/>
            <p:nvPr/>
          </p:nvSpPr>
          <p:spPr>
            <a:xfrm>
              <a:off x="2178076" y="205298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7"/>
            <p:cNvSpPr/>
            <p:nvPr/>
          </p:nvSpPr>
          <p:spPr>
            <a:xfrm>
              <a:off x="1923573" y="196999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8"/>
            <p:cNvSpPr/>
            <p:nvPr/>
          </p:nvSpPr>
          <p:spPr>
            <a:xfrm>
              <a:off x="1950928" y="203691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29"/>
            <p:cNvSpPr/>
            <p:nvPr/>
          </p:nvSpPr>
          <p:spPr>
            <a:xfrm>
              <a:off x="1944501" y="185729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0"/>
            <p:cNvSpPr/>
            <p:nvPr/>
          </p:nvSpPr>
          <p:spPr>
            <a:xfrm>
              <a:off x="1999573" y="268590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1"/>
            <p:cNvSpPr/>
            <p:nvPr/>
          </p:nvSpPr>
          <p:spPr>
            <a:xfrm>
              <a:off x="2066348" y="140202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2"/>
            <p:cNvSpPr/>
            <p:nvPr/>
          </p:nvSpPr>
          <p:spPr>
            <a:xfrm>
              <a:off x="2274321" y="259852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3"/>
            <p:cNvSpPr/>
            <p:nvPr/>
          </p:nvSpPr>
          <p:spPr>
            <a:xfrm>
              <a:off x="2054474" y="264424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4"/>
            <p:cNvSpPr/>
            <p:nvPr/>
          </p:nvSpPr>
          <p:spPr>
            <a:xfrm>
              <a:off x="2006324" y="160455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5"/>
            <p:cNvSpPr/>
            <p:nvPr/>
          </p:nvSpPr>
          <p:spPr>
            <a:xfrm>
              <a:off x="2172588" y="274482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6"/>
            <p:cNvSpPr/>
            <p:nvPr/>
          </p:nvSpPr>
          <p:spPr>
            <a:xfrm>
              <a:off x="1863529" y="170539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7"/>
            <p:cNvSpPr/>
            <p:nvPr/>
          </p:nvSpPr>
          <p:spPr>
            <a:xfrm>
              <a:off x="1937615" y="252554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8"/>
            <p:cNvSpPr/>
            <p:nvPr/>
          </p:nvSpPr>
          <p:spPr>
            <a:xfrm>
              <a:off x="1858220" y="147555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39"/>
            <p:cNvSpPr/>
            <p:nvPr/>
          </p:nvSpPr>
          <p:spPr>
            <a:xfrm>
              <a:off x="1669461" y="247567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0"/>
            <p:cNvSpPr/>
            <p:nvPr/>
          </p:nvSpPr>
          <p:spPr>
            <a:xfrm>
              <a:off x="1713670" y="168949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1"/>
            <p:cNvSpPr/>
            <p:nvPr/>
          </p:nvSpPr>
          <p:spPr>
            <a:xfrm>
              <a:off x="1532685" y="256360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2"/>
            <p:cNvSpPr/>
            <p:nvPr/>
          </p:nvSpPr>
          <p:spPr>
            <a:xfrm>
              <a:off x="1783105" y="152029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3"/>
            <p:cNvSpPr/>
            <p:nvPr/>
          </p:nvSpPr>
          <p:spPr>
            <a:xfrm>
              <a:off x="1491962" y="241421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4"/>
            <p:cNvSpPr/>
            <p:nvPr/>
          </p:nvSpPr>
          <p:spPr>
            <a:xfrm>
              <a:off x="1967213" y="256354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5"/>
            <p:cNvSpPr/>
            <p:nvPr/>
          </p:nvSpPr>
          <p:spPr>
            <a:xfrm>
              <a:off x="1962400" y="254090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6"/>
            <p:cNvSpPr/>
            <p:nvPr/>
          </p:nvSpPr>
          <p:spPr>
            <a:xfrm>
              <a:off x="1929094" y="239972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7"/>
            <p:cNvSpPr/>
            <p:nvPr/>
          </p:nvSpPr>
          <p:spPr>
            <a:xfrm>
              <a:off x="1923922" y="244841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8"/>
            <p:cNvSpPr/>
            <p:nvPr/>
          </p:nvSpPr>
          <p:spPr>
            <a:xfrm>
              <a:off x="1939448" y="233959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49"/>
            <p:cNvSpPr/>
            <p:nvPr/>
          </p:nvSpPr>
          <p:spPr>
            <a:xfrm>
              <a:off x="1883455" y="233707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0"/>
            <p:cNvSpPr/>
            <p:nvPr/>
          </p:nvSpPr>
          <p:spPr>
            <a:xfrm>
              <a:off x="1848725" y="237840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1"/>
            <p:cNvSpPr/>
            <p:nvPr/>
          </p:nvSpPr>
          <p:spPr>
            <a:xfrm>
              <a:off x="1974487" y="223810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2"/>
            <p:cNvSpPr/>
            <p:nvPr/>
          </p:nvSpPr>
          <p:spPr>
            <a:xfrm>
              <a:off x="1741304" y="235787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3"/>
            <p:cNvSpPr/>
            <p:nvPr/>
          </p:nvSpPr>
          <p:spPr>
            <a:xfrm>
              <a:off x="1760018" y="228489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4"/>
            <p:cNvSpPr/>
            <p:nvPr/>
          </p:nvSpPr>
          <p:spPr>
            <a:xfrm>
              <a:off x="1602916" y="228697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5"/>
            <p:cNvSpPr/>
            <p:nvPr/>
          </p:nvSpPr>
          <p:spPr>
            <a:xfrm>
              <a:off x="2182049" y="231365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6"/>
            <p:cNvSpPr/>
            <p:nvPr/>
          </p:nvSpPr>
          <p:spPr>
            <a:xfrm>
              <a:off x="1772164" y="244810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7"/>
            <p:cNvSpPr/>
            <p:nvPr/>
          </p:nvSpPr>
          <p:spPr>
            <a:xfrm>
              <a:off x="1890052" y="232816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8"/>
            <p:cNvSpPr/>
            <p:nvPr/>
          </p:nvSpPr>
          <p:spPr>
            <a:xfrm>
              <a:off x="1783772" y="228328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59"/>
            <p:cNvSpPr/>
            <p:nvPr/>
          </p:nvSpPr>
          <p:spPr>
            <a:xfrm>
              <a:off x="1901501" y="236205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0"/>
            <p:cNvSpPr/>
            <p:nvPr/>
          </p:nvSpPr>
          <p:spPr>
            <a:xfrm>
              <a:off x="1850646" y="243456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1"/>
            <p:cNvSpPr/>
            <p:nvPr/>
          </p:nvSpPr>
          <p:spPr>
            <a:xfrm>
              <a:off x="1883832" y="212089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2"/>
            <p:cNvSpPr/>
            <p:nvPr/>
          </p:nvSpPr>
          <p:spPr>
            <a:xfrm>
              <a:off x="1696896" y="236955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3"/>
            <p:cNvSpPr/>
            <p:nvPr/>
          </p:nvSpPr>
          <p:spPr>
            <a:xfrm>
              <a:off x="1742244" y="240912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4"/>
            <p:cNvSpPr/>
            <p:nvPr/>
          </p:nvSpPr>
          <p:spPr>
            <a:xfrm>
              <a:off x="1960779" y="227724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5"/>
            <p:cNvSpPr/>
            <p:nvPr/>
          </p:nvSpPr>
          <p:spPr>
            <a:xfrm>
              <a:off x="2011351" y="218300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6"/>
            <p:cNvSpPr/>
            <p:nvPr/>
          </p:nvSpPr>
          <p:spPr>
            <a:xfrm>
              <a:off x="1781648" y="217289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7"/>
            <p:cNvSpPr/>
            <p:nvPr/>
          </p:nvSpPr>
          <p:spPr>
            <a:xfrm>
              <a:off x="2036163" y="252874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8"/>
            <p:cNvSpPr/>
            <p:nvPr/>
          </p:nvSpPr>
          <p:spPr>
            <a:xfrm>
              <a:off x="1884386" y="235533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69"/>
            <p:cNvSpPr/>
            <p:nvPr/>
          </p:nvSpPr>
          <p:spPr>
            <a:xfrm>
              <a:off x="2002158" y="233164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0"/>
            <p:cNvSpPr/>
            <p:nvPr/>
          </p:nvSpPr>
          <p:spPr>
            <a:xfrm>
              <a:off x="1765784" y="213735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1"/>
            <p:cNvSpPr/>
            <p:nvPr/>
          </p:nvSpPr>
          <p:spPr>
            <a:xfrm>
              <a:off x="1889170" y="209515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2"/>
            <p:cNvSpPr/>
            <p:nvPr/>
          </p:nvSpPr>
          <p:spPr>
            <a:xfrm>
              <a:off x="1980065" y="249786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3"/>
            <p:cNvSpPr/>
            <p:nvPr/>
          </p:nvSpPr>
          <p:spPr>
            <a:xfrm>
              <a:off x="2197125" y="172319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4"/>
            <p:cNvSpPr/>
            <p:nvPr/>
          </p:nvSpPr>
          <p:spPr>
            <a:xfrm>
              <a:off x="2148483" y="183768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5"/>
            <p:cNvSpPr/>
            <p:nvPr/>
          </p:nvSpPr>
          <p:spPr>
            <a:xfrm>
              <a:off x="2125754" y="241984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6"/>
            <p:cNvSpPr/>
            <p:nvPr/>
          </p:nvSpPr>
          <p:spPr>
            <a:xfrm>
              <a:off x="2082992" y="143186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7"/>
            <p:cNvSpPr/>
            <p:nvPr/>
          </p:nvSpPr>
          <p:spPr>
            <a:xfrm>
              <a:off x="1919895" y="176057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8"/>
            <p:cNvSpPr/>
            <p:nvPr/>
          </p:nvSpPr>
          <p:spPr>
            <a:xfrm>
              <a:off x="1970969" y="250259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79"/>
            <p:cNvSpPr/>
            <p:nvPr/>
          </p:nvSpPr>
          <p:spPr>
            <a:xfrm>
              <a:off x="1973642" y="219337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0"/>
            <p:cNvSpPr/>
            <p:nvPr/>
          </p:nvSpPr>
          <p:spPr>
            <a:xfrm>
              <a:off x="1959858" y="164908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1"/>
            <p:cNvSpPr/>
            <p:nvPr/>
          </p:nvSpPr>
          <p:spPr>
            <a:xfrm>
              <a:off x="2157169" y="198701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2"/>
            <p:cNvSpPr/>
            <p:nvPr/>
          </p:nvSpPr>
          <p:spPr>
            <a:xfrm>
              <a:off x="2369267" y="179193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3"/>
            <p:cNvSpPr/>
            <p:nvPr/>
          </p:nvSpPr>
          <p:spPr>
            <a:xfrm>
              <a:off x="2239005" y="185640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4"/>
            <p:cNvSpPr/>
            <p:nvPr/>
          </p:nvSpPr>
          <p:spPr>
            <a:xfrm>
              <a:off x="1878956" y="187474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5"/>
            <p:cNvSpPr/>
            <p:nvPr/>
          </p:nvSpPr>
          <p:spPr>
            <a:xfrm>
              <a:off x="2181294" y="154022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6"/>
            <p:cNvSpPr/>
            <p:nvPr/>
          </p:nvSpPr>
          <p:spPr>
            <a:xfrm>
              <a:off x="2238890" y="166397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7"/>
            <p:cNvSpPr/>
            <p:nvPr/>
          </p:nvSpPr>
          <p:spPr>
            <a:xfrm>
              <a:off x="2104136" y="152329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8"/>
            <p:cNvSpPr/>
            <p:nvPr/>
          </p:nvSpPr>
          <p:spPr>
            <a:xfrm>
              <a:off x="1945010" y="247103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89"/>
            <p:cNvSpPr/>
            <p:nvPr/>
          </p:nvSpPr>
          <p:spPr>
            <a:xfrm>
              <a:off x="2172604" y="237710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0"/>
            <p:cNvSpPr/>
            <p:nvPr/>
          </p:nvSpPr>
          <p:spPr>
            <a:xfrm>
              <a:off x="1782710" y="217501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1"/>
            <p:cNvSpPr/>
            <p:nvPr/>
          </p:nvSpPr>
          <p:spPr>
            <a:xfrm>
              <a:off x="2239672" y="153399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2"/>
            <p:cNvSpPr/>
            <p:nvPr/>
          </p:nvSpPr>
          <p:spPr>
            <a:xfrm>
              <a:off x="1825860" y="227621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3"/>
            <p:cNvSpPr/>
            <p:nvPr/>
          </p:nvSpPr>
          <p:spPr>
            <a:xfrm>
              <a:off x="1945055" y="171423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4"/>
            <p:cNvSpPr/>
            <p:nvPr/>
          </p:nvSpPr>
          <p:spPr>
            <a:xfrm>
              <a:off x="2048580" y="168933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5"/>
            <p:cNvSpPr/>
            <p:nvPr/>
          </p:nvSpPr>
          <p:spPr>
            <a:xfrm>
              <a:off x="2084565" y="183757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6"/>
            <p:cNvSpPr/>
            <p:nvPr/>
          </p:nvSpPr>
          <p:spPr>
            <a:xfrm>
              <a:off x="2219987" y="168551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7"/>
            <p:cNvSpPr/>
            <p:nvPr/>
          </p:nvSpPr>
          <p:spPr>
            <a:xfrm>
              <a:off x="2046807" y="170065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8"/>
            <p:cNvSpPr/>
            <p:nvPr/>
          </p:nvSpPr>
          <p:spPr>
            <a:xfrm>
              <a:off x="2038932" y="140861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699"/>
            <p:cNvSpPr/>
            <p:nvPr/>
          </p:nvSpPr>
          <p:spPr>
            <a:xfrm>
              <a:off x="2088587" y="168535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0"/>
            <p:cNvSpPr/>
            <p:nvPr/>
          </p:nvSpPr>
          <p:spPr>
            <a:xfrm>
              <a:off x="2110278" y="149551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1"/>
            <p:cNvSpPr/>
            <p:nvPr/>
          </p:nvSpPr>
          <p:spPr>
            <a:xfrm>
              <a:off x="1895447" y="222053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2"/>
            <p:cNvSpPr/>
            <p:nvPr/>
          </p:nvSpPr>
          <p:spPr>
            <a:xfrm>
              <a:off x="1967199" y="169396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3"/>
            <p:cNvSpPr/>
            <p:nvPr/>
          </p:nvSpPr>
          <p:spPr>
            <a:xfrm>
              <a:off x="2124524" y="237290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4"/>
            <p:cNvSpPr/>
            <p:nvPr/>
          </p:nvSpPr>
          <p:spPr>
            <a:xfrm>
              <a:off x="2051580" y="160466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5"/>
            <p:cNvSpPr/>
            <p:nvPr/>
          </p:nvSpPr>
          <p:spPr>
            <a:xfrm>
              <a:off x="2068215" y="229530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6"/>
            <p:cNvSpPr/>
            <p:nvPr/>
          </p:nvSpPr>
          <p:spPr>
            <a:xfrm>
              <a:off x="2005207" y="160745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7"/>
            <p:cNvSpPr/>
            <p:nvPr/>
          </p:nvSpPr>
          <p:spPr>
            <a:xfrm>
              <a:off x="1952999" y="224217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8"/>
            <p:cNvSpPr/>
            <p:nvPr/>
          </p:nvSpPr>
          <p:spPr>
            <a:xfrm>
              <a:off x="1936759" y="179753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09"/>
            <p:cNvSpPr/>
            <p:nvPr/>
          </p:nvSpPr>
          <p:spPr>
            <a:xfrm>
              <a:off x="2044923" y="237258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0"/>
            <p:cNvSpPr/>
            <p:nvPr/>
          </p:nvSpPr>
          <p:spPr>
            <a:xfrm>
              <a:off x="2056343" y="170880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1"/>
            <p:cNvSpPr/>
            <p:nvPr/>
          </p:nvSpPr>
          <p:spPr>
            <a:xfrm>
              <a:off x="2193072" y="139074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2"/>
            <p:cNvSpPr/>
            <p:nvPr/>
          </p:nvSpPr>
          <p:spPr>
            <a:xfrm>
              <a:off x="2163963" y="164166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3"/>
            <p:cNvSpPr/>
            <p:nvPr/>
          </p:nvSpPr>
          <p:spPr>
            <a:xfrm>
              <a:off x="1998747" y="232462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4"/>
            <p:cNvSpPr/>
            <p:nvPr/>
          </p:nvSpPr>
          <p:spPr>
            <a:xfrm>
              <a:off x="1928467" y="157304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5"/>
            <p:cNvSpPr/>
            <p:nvPr/>
          </p:nvSpPr>
          <p:spPr>
            <a:xfrm>
              <a:off x="2013516" y="164791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6"/>
            <p:cNvSpPr/>
            <p:nvPr/>
          </p:nvSpPr>
          <p:spPr>
            <a:xfrm>
              <a:off x="2011430" y="177571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7"/>
            <p:cNvSpPr/>
            <p:nvPr/>
          </p:nvSpPr>
          <p:spPr>
            <a:xfrm>
              <a:off x="2009130" y="147605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8"/>
            <p:cNvSpPr/>
            <p:nvPr/>
          </p:nvSpPr>
          <p:spPr>
            <a:xfrm>
              <a:off x="1954619" y="217805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19"/>
            <p:cNvSpPr/>
            <p:nvPr/>
          </p:nvSpPr>
          <p:spPr>
            <a:xfrm>
              <a:off x="2026123" y="160535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0"/>
            <p:cNvSpPr/>
            <p:nvPr/>
          </p:nvSpPr>
          <p:spPr>
            <a:xfrm>
              <a:off x="1806083" y="218877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1"/>
            <p:cNvSpPr/>
            <p:nvPr/>
          </p:nvSpPr>
          <p:spPr>
            <a:xfrm>
              <a:off x="2057350" y="177348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2"/>
            <p:cNvSpPr/>
            <p:nvPr/>
          </p:nvSpPr>
          <p:spPr>
            <a:xfrm>
              <a:off x="2139742" y="198224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3"/>
            <p:cNvSpPr/>
            <p:nvPr/>
          </p:nvSpPr>
          <p:spPr>
            <a:xfrm>
              <a:off x="2056192" y="241848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4"/>
            <p:cNvSpPr/>
            <p:nvPr/>
          </p:nvSpPr>
          <p:spPr>
            <a:xfrm>
              <a:off x="2036015" y="185147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5"/>
            <p:cNvSpPr/>
            <p:nvPr/>
          </p:nvSpPr>
          <p:spPr>
            <a:xfrm>
              <a:off x="2092971" y="196292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6"/>
            <p:cNvSpPr/>
            <p:nvPr/>
          </p:nvSpPr>
          <p:spPr>
            <a:xfrm>
              <a:off x="2784744" y="160639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7"/>
            <p:cNvSpPr/>
            <p:nvPr/>
          </p:nvSpPr>
          <p:spPr>
            <a:xfrm>
              <a:off x="2111052" y="170168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8"/>
            <p:cNvSpPr/>
            <p:nvPr/>
          </p:nvSpPr>
          <p:spPr>
            <a:xfrm>
              <a:off x="2177422" y="198830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29"/>
            <p:cNvSpPr/>
            <p:nvPr/>
          </p:nvSpPr>
          <p:spPr>
            <a:xfrm>
              <a:off x="2941063" y="190242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0"/>
            <p:cNvSpPr/>
            <p:nvPr/>
          </p:nvSpPr>
          <p:spPr>
            <a:xfrm>
              <a:off x="2862192" y="165171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1"/>
            <p:cNvSpPr/>
            <p:nvPr/>
          </p:nvSpPr>
          <p:spPr>
            <a:xfrm>
              <a:off x="2064852" y="183885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2"/>
            <p:cNvSpPr/>
            <p:nvPr/>
          </p:nvSpPr>
          <p:spPr>
            <a:xfrm>
              <a:off x="1939375" y="184785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3"/>
            <p:cNvSpPr/>
            <p:nvPr/>
          </p:nvSpPr>
          <p:spPr>
            <a:xfrm>
              <a:off x="3040294" y="194964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4"/>
            <p:cNvSpPr/>
            <p:nvPr/>
          </p:nvSpPr>
          <p:spPr>
            <a:xfrm>
              <a:off x="2116941" y="173886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5"/>
            <p:cNvSpPr/>
            <p:nvPr/>
          </p:nvSpPr>
          <p:spPr>
            <a:xfrm>
              <a:off x="2111720" y="141272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6"/>
            <p:cNvSpPr/>
            <p:nvPr/>
          </p:nvSpPr>
          <p:spPr>
            <a:xfrm>
              <a:off x="2716219" y="209075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7"/>
            <p:cNvSpPr/>
            <p:nvPr/>
          </p:nvSpPr>
          <p:spPr>
            <a:xfrm>
              <a:off x="2158231" y="158096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8"/>
            <p:cNvSpPr/>
            <p:nvPr/>
          </p:nvSpPr>
          <p:spPr>
            <a:xfrm>
              <a:off x="2771840" y="180812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39"/>
            <p:cNvSpPr/>
            <p:nvPr/>
          </p:nvSpPr>
          <p:spPr>
            <a:xfrm>
              <a:off x="2009064" y="165192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0"/>
            <p:cNvSpPr/>
            <p:nvPr/>
          </p:nvSpPr>
          <p:spPr>
            <a:xfrm>
              <a:off x="2564094" y="177140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1"/>
            <p:cNvSpPr/>
            <p:nvPr/>
          </p:nvSpPr>
          <p:spPr>
            <a:xfrm>
              <a:off x="2048285" y="176952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2"/>
            <p:cNvSpPr/>
            <p:nvPr/>
          </p:nvSpPr>
          <p:spPr>
            <a:xfrm>
              <a:off x="2592465" y="186545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3"/>
            <p:cNvSpPr/>
            <p:nvPr/>
          </p:nvSpPr>
          <p:spPr>
            <a:xfrm>
              <a:off x="2179145" y="176406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4"/>
            <p:cNvSpPr/>
            <p:nvPr/>
          </p:nvSpPr>
          <p:spPr>
            <a:xfrm>
              <a:off x="2091669" y="158866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5"/>
            <p:cNvSpPr/>
            <p:nvPr/>
          </p:nvSpPr>
          <p:spPr>
            <a:xfrm>
              <a:off x="2919716" y="220473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6"/>
            <p:cNvSpPr/>
            <p:nvPr/>
          </p:nvSpPr>
          <p:spPr>
            <a:xfrm>
              <a:off x="2935143" y="179366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7"/>
            <p:cNvSpPr/>
            <p:nvPr/>
          </p:nvSpPr>
          <p:spPr>
            <a:xfrm>
              <a:off x="2573265" y="189515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8"/>
            <p:cNvSpPr/>
            <p:nvPr/>
          </p:nvSpPr>
          <p:spPr>
            <a:xfrm>
              <a:off x="1826127" y="193405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49"/>
            <p:cNvSpPr/>
            <p:nvPr/>
          </p:nvSpPr>
          <p:spPr>
            <a:xfrm>
              <a:off x="1796249" y="153271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0"/>
            <p:cNvSpPr/>
            <p:nvPr/>
          </p:nvSpPr>
          <p:spPr>
            <a:xfrm>
              <a:off x="1906922" y="198864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1"/>
            <p:cNvSpPr/>
            <p:nvPr/>
          </p:nvSpPr>
          <p:spPr>
            <a:xfrm>
              <a:off x="2311435" y="208490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2"/>
            <p:cNvSpPr/>
            <p:nvPr/>
          </p:nvSpPr>
          <p:spPr>
            <a:xfrm>
              <a:off x="1710412" y="154375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3"/>
            <p:cNvSpPr/>
            <p:nvPr/>
          </p:nvSpPr>
          <p:spPr>
            <a:xfrm>
              <a:off x="2183024" y="171553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4"/>
            <p:cNvSpPr/>
            <p:nvPr/>
          </p:nvSpPr>
          <p:spPr>
            <a:xfrm>
              <a:off x="2506631" y="188893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5"/>
            <p:cNvSpPr/>
            <p:nvPr/>
          </p:nvSpPr>
          <p:spPr>
            <a:xfrm>
              <a:off x="1998941" y="163680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6"/>
            <p:cNvSpPr/>
            <p:nvPr/>
          </p:nvSpPr>
          <p:spPr>
            <a:xfrm>
              <a:off x="2450658" y="181962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7"/>
            <p:cNvSpPr/>
            <p:nvPr/>
          </p:nvSpPr>
          <p:spPr>
            <a:xfrm>
              <a:off x="1940951" y="194672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8"/>
            <p:cNvSpPr/>
            <p:nvPr/>
          </p:nvSpPr>
          <p:spPr>
            <a:xfrm>
              <a:off x="2503151" y="199726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59"/>
            <p:cNvSpPr/>
            <p:nvPr/>
          </p:nvSpPr>
          <p:spPr>
            <a:xfrm>
              <a:off x="1976301" y="152033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0"/>
            <p:cNvSpPr/>
            <p:nvPr/>
          </p:nvSpPr>
          <p:spPr>
            <a:xfrm>
              <a:off x="2518382" y="199508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1"/>
            <p:cNvSpPr/>
            <p:nvPr/>
          </p:nvSpPr>
          <p:spPr>
            <a:xfrm>
              <a:off x="2843250" y="220086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2"/>
            <p:cNvSpPr/>
            <p:nvPr/>
          </p:nvSpPr>
          <p:spPr>
            <a:xfrm>
              <a:off x="2230394" y="165042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3"/>
            <p:cNvSpPr/>
            <p:nvPr/>
          </p:nvSpPr>
          <p:spPr>
            <a:xfrm>
              <a:off x="2110525" y="203426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4"/>
            <p:cNvSpPr/>
            <p:nvPr/>
          </p:nvSpPr>
          <p:spPr>
            <a:xfrm>
              <a:off x="2133985" y="231206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5"/>
            <p:cNvSpPr/>
            <p:nvPr/>
          </p:nvSpPr>
          <p:spPr>
            <a:xfrm>
              <a:off x="2710808" y="232416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6"/>
            <p:cNvSpPr/>
            <p:nvPr/>
          </p:nvSpPr>
          <p:spPr>
            <a:xfrm>
              <a:off x="2169796" y="179093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7"/>
            <p:cNvSpPr/>
            <p:nvPr/>
          </p:nvSpPr>
          <p:spPr>
            <a:xfrm>
              <a:off x="2724058" y="200003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8"/>
            <p:cNvSpPr/>
            <p:nvPr/>
          </p:nvSpPr>
          <p:spPr>
            <a:xfrm>
              <a:off x="2068169" y="179781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69"/>
            <p:cNvSpPr/>
            <p:nvPr/>
          </p:nvSpPr>
          <p:spPr>
            <a:xfrm>
              <a:off x="3049083" y="205141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0"/>
            <p:cNvSpPr/>
            <p:nvPr/>
          </p:nvSpPr>
          <p:spPr>
            <a:xfrm>
              <a:off x="2150534" y="193880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1"/>
            <p:cNvSpPr/>
            <p:nvPr/>
          </p:nvSpPr>
          <p:spPr>
            <a:xfrm>
              <a:off x="2586871" y="219427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2"/>
            <p:cNvSpPr/>
            <p:nvPr/>
          </p:nvSpPr>
          <p:spPr>
            <a:xfrm>
              <a:off x="2112059" y="163097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3"/>
            <p:cNvSpPr/>
            <p:nvPr/>
          </p:nvSpPr>
          <p:spPr>
            <a:xfrm>
              <a:off x="2582845" y="222123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4"/>
            <p:cNvSpPr/>
            <p:nvPr/>
          </p:nvSpPr>
          <p:spPr>
            <a:xfrm>
              <a:off x="2038669" y="146740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5"/>
            <p:cNvSpPr/>
            <p:nvPr/>
          </p:nvSpPr>
          <p:spPr>
            <a:xfrm>
              <a:off x="1565124" y="165745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6"/>
            <p:cNvSpPr/>
            <p:nvPr/>
          </p:nvSpPr>
          <p:spPr>
            <a:xfrm>
              <a:off x="1565697" y="145556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7"/>
            <p:cNvSpPr/>
            <p:nvPr/>
          </p:nvSpPr>
          <p:spPr>
            <a:xfrm>
              <a:off x="2888315" y="199270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8"/>
            <p:cNvSpPr/>
            <p:nvPr/>
          </p:nvSpPr>
          <p:spPr>
            <a:xfrm>
              <a:off x="3025315" y="176278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79"/>
            <p:cNvSpPr/>
            <p:nvPr/>
          </p:nvSpPr>
          <p:spPr>
            <a:xfrm>
              <a:off x="2783637" y="213782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0"/>
            <p:cNvSpPr/>
            <p:nvPr/>
          </p:nvSpPr>
          <p:spPr>
            <a:xfrm>
              <a:off x="3173128" y="164243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1"/>
            <p:cNvSpPr/>
            <p:nvPr/>
          </p:nvSpPr>
          <p:spPr>
            <a:xfrm>
              <a:off x="2104230" y="207778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2"/>
            <p:cNvSpPr/>
            <p:nvPr/>
          </p:nvSpPr>
          <p:spPr>
            <a:xfrm>
              <a:off x="2298305" y="198654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3"/>
            <p:cNvSpPr/>
            <p:nvPr/>
          </p:nvSpPr>
          <p:spPr>
            <a:xfrm>
              <a:off x="2754451" y="201490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4"/>
            <p:cNvSpPr/>
            <p:nvPr/>
          </p:nvSpPr>
          <p:spPr>
            <a:xfrm>
              <a:off x="2391898" y="189556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5"/>
            <p:cNvSpPr/>
            <p:nvPr/>
          </p:nvSpPr>
          <p:spPr>
            <a:xfrm>
              <a:off x="2429891" y="142466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6"/>
            <p:cNvSpPr/>
            <p:nvPr/>
          </p:nvSpPr>
          <p:spPr>
            <a:xfrm>
              <a:off x="2140654" y="175688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7"/>
            <p:cNvSpPr/>
            <p:nvPr/>
          </p:nvSpPr>
          <p:spPr>
            <a:xfrm>
              <a:off x="2377645" y="197972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8"/>
            <p:cNvSpPr/>
            <p:nvPr/>
          </p:nvSpPr>
          <p:spPr>
            <a:xfrm>
              <a:off x="2247403" y="176829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89"/>
            <p:cNvSpPr/>
            <p:nvPr/>
          </p:nvSpPr>
          <p:spPr>
            <a:xfrm>
              <a:off x="2502415" y="188662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0"/>
            <p:cNvSpPr/>
            <p:nvPr/>
          </p:nvSpPr>
          <p:spPr>
            <a:xfrm>
              <a:off x="2869299" y="174004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1"/>
            <p:cNvSpPr/>
            <p:nvPr/>
          </p:nvSpPr>
          <p:spPr>
            <a:xfrm>
              <a:off x="1925227" y="151041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2"/>
            <p:cNvSpPr/>
            <p:nvPr/>
          </p:nvSpPr>
          <p:spPr>
            <a:xfrm>
              <a:off x="2880459" y="194048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3"/>
            <p:cNvSpPr/>
            <p:nvPr/>
          </p:nvSpPr>
          <p:spPr>
            <a:xfrm>
              <a:off x="1966243" y="189312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4"/>
            <p:cNvSpPr/>
            <p:nvPr/>
          </p:nvSpPr>
          <p:spPr>
            <a:xfrm>
              <a:off x="2828348" y="195570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5"/>
            <p:cNvSpPr/>
            <p:nvPr/>
          </p:nvSpPr>
          <p:spPr>
            <a:xfrm>
              <a:off x="3010613" y="177189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6"/>
            <p:cNvSpPr/>
            <p:nvPr/>
          </p:nvSpPr>
          <p:spPr>
            <a:xfrm>
              <a:off x="2353762" y="223745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7"/>
            <p:cNvSpPr/>
            <p:nvPr/>
          </p:nvSpPr>
          <p:spPr>
            <a:xfrm>
              <a:off x="2005226" y="165320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8"/>
            <p:cNvSpPr/>
            <p:nvPr/>
          </p:nvSpPr>
          <p:spPr>
            <a:xfrm>
              <a:off x="2120868" y="166681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799"/>
            <p:cNvSpPr/>
            <p:nvPr/>
          </p:nvSpPr>
          <p:spPr>
            <a:xfrm>
              <a:off x="2142485" y="171364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0"/>
            <p:cNvSpPr/>
            <p:nvPr/>
          </p:nvSpPr>
          <p:spPr>
            <a:xfrm>
              <a:off x="2073787" y="173768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1"/>
            <p:cNvSpPr/>
            <p:nvPr/>
          </p:nvSpPr>
          <p:spPr>
            <a:xfrm>
              <a:off x="2531860" y="227797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2"/>
            <p:cNvSpPr/>
            <p:nvPr/>
          </p:nvSpPr>
          <p:spPr>
            <a:xfrm>
              <a:off x="2152562" y="188385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3"/>
            <p:cNvSpPr/>
            <p:nvPr/>
          </p:nvSpPr>
          <p:spPr>
            <a:xfrm>
              <a:off x="2167752" y="153425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4"/>
            <p:cNvSpPr/>
            <p:nvPr/>
          </p:nvSpPr>
          <p:spPr>
            <a:xfrm>
              <a:off x="1923549" y="161861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5"/>
            <p:cNvSpPr/>
            <p:nvPr/>
          </p:nvSpPr>
          <p:spPr>
            <a:xfrm>
              <a:off x="2621400" y="227349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6"/>
            <p:cNvSpPr/>
            <p:nvPr/>
          </p:nvSpPr>
          <p:spPr>
            <a:xfrm>
              <a:off x="2163405" y="153570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7"/>
            <p:cNvSpPr/>
            <p:nvPr/>
          </p:nvSpPr>
          <p:spPr>
            <a:xfrm>
              <a:off x="2678773" y="219454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8"/>
            <p:cNvSpPr/>
            <p:nvPr/>
          </p:nvSpPr>
          <p:spPr>
            <a:xfrm>
              <a:off x="2199804" y="167929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09"/>
            <p:cNvSpPr/>
            <p:nvPr/>
          </p:nvSpPr>
          <p:spPr>
            <a:xfrm>
              <a:off x="2061693" y="165962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0"/>
            <p:cNvSpPr/>
            <p:nvPr/>
          </p:nvSpPr>
          <p:spPr>
            <a:xfrm>
              <a:off x="2086381" y="177967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1"/>
            <p:cNvSpPr/>
            <p:nvPr/>
          </p:nvSpPr>
          <p:spPr>
            <a:xfrm>
              <a:off x="2206830" y="164190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2"/>
            <p:cNvSpPr/>
            <p:nvPr/>
          </p:nvSpPr>
          <p:spPr>
            <a:xfrm>
              <a:off x="2123633" y="162431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3"/>
            <p:cNvSpPr/>
            <p:nvPr/>
          </p:nvSpPr>
          <p:spPr>
            <a:xfrm>
              <a:off x="2502887" y="208294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4"/>
            <p:cNvSpPr/>
            <p:nvPr/>
          </p:nvSpPr>
          <p:spPr>
            <a:xfrm>
              <a:off x="2497593" y="210709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5"/>
            <p:cNvSpPr/>
            <p:nvPr/>
          </p:nvSpPr>
          <p:spPr>
            <a:xfrm>
              <a:off x="2458627" y="208750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6"/>
            <p:cNvSpPr/>
            <p:nvPr/>
          </p:nvSpPr>
          <p:spPr>
            <a:xfrm>
              <a:off x="2461141" y="198518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7"/>
            <p:cNvSpPr/>
            <p:nvPr/>
          </p:nvSpPr>
          <p:spPr>
            <a:xfrm>
              <a:off x="2354233" y="176180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8"/>
            <p:cNvSpPr/>
            <p:nvPr/>
          </p:nvSpPr>
          <p:spPr>
            <a:xfrm>
              <a:off x="2137193" y="156214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19"/>
            <p:cNvSpPr/>
            <p:nvPr/>
          </p:nvSpPr>
          <p:spPr>
            <a:xfrm>
              <a:off x="2218802" y="149865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0"/>
            <p:cNvSpPr/>
            <p:nvPr/>
          </p:nvSpPr>
          <p:spPr>
            <a:xfrm>
              <a:off x="2863412" y="233664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1"/>
            <p:cNvSpPr/>
            <p:nvPr/>
          </p:nvSpPr>
          <p:spPr>
            <a:xfrm>
              <a:off x="2106688" y="166807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2"/>
            <p:cNvSpPr/>
            <p:nvPr/>
          </p:nvSpPr>
          <p:spPr>
            <a:xfrm>
              <a:off x="2158545" y="166894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3"/>
            <p:cNvSpPr/>
            <p:nvPr/>
          </p:nvSpPr>
          <p:spPr>
            <a:xfrm>
              <a:off x="2113463" y="158223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4"/>
            <p:cNvSpPr/>
            <p:nvPr/>
          </p:nvSpPr>
          <p:spPr>
            <a:xfrm>
              <a:off x="2107445" y="144258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5"/>
            <p:cNvSpPr/>
            <p:nvPr/>
          </p:nvSpPr>
          <p:spPr>
            <a:xfrm>
              <a:off x="2416773" y="193801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6"/>
            <p:cNvSpPr/>
            <p:nvPr/>
          </p:nvSpPr>
          <p:spPr>
            <a:xfrm>
              <a:off x="2870545" y="238674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7"/>
            <p:cNvSpPr/>
            <p:nvPr/>
          </p:nvSpPr>
          <p:spPr>
            <a:xfrm>
              <a:off x="2313943" y="168708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8"/>
            <p:cNvSpPr/>
            <p:nvPr/>
          </p:nvSpPr>
          <p:spPr>
            <a:xfrm>
              <a:off x="2235234" y="160029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29"/>
            <p:cNvSpPr/>
            <p:nvPr/>
          </p:nvSpPr>
          <p:spPr>
            <a:xfrm>
              <a:off x="2664873" y="219893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0"/>
            <p:cNvSpPr/>
            <p:nvPr/>
          </p:nvSpPr>
          <p:spPr>
            <a:xfrm>
              <a:off x="2202129" y="172128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1"/>
            <p:cNvSpPr/>
            <p:nvPr/>
          </p:nvSpPr>
          <p:spPr>
            <a:xfrm>
              <a:off x="2189205" y="176309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2"/>
            <p:cNvSpPr/>
            <p:nvPr/>
          </p:nvSpPr>
          <p:spPr>
            <a:xfrm>
              <a:off x="2205220" y="192855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3"/>
            <p:cNvSpPr/>
            <p:nvPr/>
          </p:nvSpPr>
          <p:spPr>
            <a:xfrm>
              <a:off x="2357379" y="193894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4"/>
            <p:cNvSpPr/>
            <p:nvPr/>
          </p:nvSpPr>
          <p:spPr>
            <a:xfrm>
              <a:off x="2385306" y="203424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5"/>
            <p:cNvSpPr/>
            <p:nvPr/>
          </p:nvSpPr>
          <p:spPr>
            <a:xfrm>
              <a:off x="2123467" y="152736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6"/>
            <p:cNvSpPr/>
            <p:nvPr/>
          </p:nvSpPr>
          <p:spPr>
            <a:xfrm>
              <a:off x="2104627" y="184432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7"/>
            <p:cNvSpPr/>
            <p:nvPr/>
          </p:nvSpPr>
          <p:spPr>
            <a:xfrm>
              <a:off x="2187791" y="182750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8"/>
            <p:cNvSpPr/>
            <p:nvPr/>
          </p:nvSpPr>
          <p:spPr>
            <a:xfrm>
              <a:off x="1919729" y="172237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39"/>
            <p:cNvSpPr/>
            <p:nvPr/>
          </p:nvSpPr>
          <p:spPr>
            <a:xfrm>
              <a:off x="2359132" y="197313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0"/>
            <p:cNvSpPr/>
            <p:nvPr/>
          </p:nvSpPr>
          <p:spPr>
            <a:xfrm>
              <a:off x="2817465" y="227466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1"/>
            <p:cNvSpPr/>
            <p:nvPr/>
          </p:nvSpPr>
          <p:spPr>
            <a:xfrm>
              <a:off x="2221109" y="169949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2"/>
            <p:cNvSpPr/>
            <p:nvPr/>
          </p:nvSpPr>
          <p:spPr>
            <a:xfrm>
              <a:off x="2141412" y="178424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3"/>
            <p:cNvSpPr/>
            <p:nvPr/>
          </p:nvSpPr>
          <p:spPr>
            <a:xfrm>
              <a:off x="2218555" y="178982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4"/>
            <p:cNvSpPr/>
            <p:nvPr/>
          </p:nvSpPr>
          <p:spPr>
            <a:xfrm>
              <a:off x="2724884" y="219489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5"/>
            <p:cNvSpPr/>
            <p:nvPr/>
          </p:nvSpPr>
          <p:spPr>
            <a:xfrm>
              <a:off x="2316450" y="219619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6"/>
            <p:cNvSpPr/>
            <p:nvPr/>
          </p:nvSpPr>
          <p:spPr>
            <a:xfrm>
              <a:off x="2245982" y="161671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7"/>
            <p:cNvSpPr/>
            <p:nvPr/>
          </p:nvSpPr>
          <p:spPr>
            <a:xfrm>
              <a:off x="2246274" y="201017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8"/>
            <p:cNvSpPr/>
            <p:nvPr/>
          </p:nvSpPr>
          <p:spPr>
            <a:xfrm>
              <a:off x="2596594" y="193411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49"/>
            <p:cNvSpPr/>
            <p:nvPr/>
          </p:nvSpPr>
          <p:spPr>
            <a:xfrm>
              <a:off x="2178103" y="162845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0"/>
            <p:cNvSpPr/>
            <p:nvPr/>
          </p:nvSpPr>
          <p:spPr>
            <a:xfrm>
              <a:off x="2107385" y="168706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1"/>
            <p:cNvSpPr/>
            <p:nvPr/>
          </p:nvSpPr>
          <p:spPr>
            <a:xfrm>
              <a:off x="2280448" y="148904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2"/>
            <p:cNvSpPr/>
            <p:nvPr/>
          </p:nvSpPr>
          <p:spPr>
            <a:xfrm>
              <a:off x="2263984" y="168129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3"/>
            <p:cNvSpPr/>
            <p:nvPr/>
          </p:nvSpPr>
          <p:spPr>
            <a:xfrm>
              <a:off x="2194096" y="176016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4"/>
            <p:cNvSpPr/>
            <p:nvPr/>
          </p:nvSpPr>
          <p:spPr>
            <a:xfrm>
              <a:off x="2295119" y="151178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5"/>
            <p:cNvSpPr/>
            <p:nvPr/>
          </p:nvSpPr>
          <p:spPr>
            <a:xfrm>
              <a:off x="2252108" y="200774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6"/>
            <p:cNvSpPr/>
            <p:nvPr/>
          </p:nvSpPr>
          <p:spPr>
            <a:xfrm>
              <a:off x="2523899" y="196162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7"/>
            <p:cNvSpPr/>
            <p:nvPr/>
          </p:nvSpPr>
          <p:spPr>
            <a:xfrm>
              <a:off x="2995692" y="243146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8"/>
            <p:cNvSpPr/>
            <p:nvPr/>
          </p:nvSpPr>
          <p:spPr>
            <a:xfrm>
              <a:off x="2830612" y="254273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59"/>
            <p:cNvSpPr/>
            <p:nvPr/>
          </p:nvSpPr>
          <p:spPr>
            <a:xfrm>
              <a:off x="2009975" y="231057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0"/>
            <p:cNvSpPr/>
            <p:nvPr/>
          </p:nvSpPr>
          <p:spPr>
            <a:xfrm>
              <a:off x="2744250" y="237026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1"/>
            <p:cNvSpPr/>
            <p:nvPr/>
          </p:nvSpPr>
          <p:spPr>
            <a:xfrm>
              <a:off x="2053592" y="228433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2"/>
            <p:cNvSpPr/>
            <p:nvPr/>
          </p:nvSpPr>
          <p:spPr>
            <a:xfrm>
              <a:off x="2051973" y="242007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3"/>
            <p:cNvSpPr/>
            <p:nvPr/>
          </p:nvSpPr>
          <p:spPr>
            <a:xfrm>
              <a:off x="2238744" y="248408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4"/>
            <p:cNvSpPr/>
            <p:nvPr/>
          </p:nvSpPr>
          <p:spPr>
            <a:xfrm>
              <a:off x="2259067" y="252645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5"/>
            <p:cNvSpPr/>
            <p:nvPr/>
          </p:nvSpPr>
          <p:spPr>
            <a:xfrm>
              <a:off x="2285452" y="225592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6"/>
            <p:cNvSpPr/>
            <p:nvPr/>
          </p:nvSpPr>
          <p:spPr>
            <a:xfrm>
              <a:off x="2343505" y="254865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7"/>
            <p:cNvSpPr/>
            <p:nvPr/>
          </p:nvSpPr>
          <p:spPr>
            <a:xfrm>
              <a:off x="2775347" y="226354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8"/>
            <p:cNvSpPr/>
            <p:nvPr/>
          </p:nvSpPr>
          <p:spPr>
            <a:xfrm>
              <a:off x="2293960" y="255628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69"/>
            <p:cNvSpPr/>
            <p:nvPr/>
          </p:nvSpPr>
          <p:spPr>
            <a:xfrm>
              <a:off x="2577063" y="215536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0"/>
            <p:cNvSpPr/>
            <p:nvPr/>
          </p:nvSpPr>
          <p:spPr>
            <a:xfrm>
              <a:off x="2246375" y="253831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1"/>
            <p:cNvSpPr/>
            <p:nvPr/>
          </p:nvSpPr>
          <p:spPr>
            <a:xfrm>
              <a:off x="2262375" y="269613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2"/>
            <p:cNvSpPr/>
            <p:nvPr/>
          </p:nvSpPr>
          <p:spPr>
            <a:xfrm>
              <a:off x="2619535" y="222539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3"/>
            <p:cNvSpPr/>
            <p:nvPr/>
          </p:nvSpPr>
          <p:spPr>
            <a:xfrm>
              <a:off x="2165333" y="271590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4"/>
            <p:cNvSpPr/>
            <p:nvPr/>
          </p:nvSpPr>
          <p:spPr>
            <a:xfrm>
              <a:off x="2252104" y="238419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5"/>
            <p:cNvSpPr/>
            <p:nvPr/>
          </p:nvSpPr>
          <p:spPr>
            <a:xfrm>
              <a:off x="2746716" y="210211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6"/>
            <p:cNvSpPr/>
            <p:nvPr/>
          </p:nvSpPr>
          <p:spPr>
            <a:xfrm>
              <a:off x="2283457" y="244790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7"/>
            <p:cNvSpPr/>
            <p:nvPr/>
          </p:nvSpPr>
          <p:spPr>
            <a:xfrm>
              <a:off x="2433377" y="231049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8"/>
            <p:cNvSpPr/>
            <p:nvPr/>
          </p:nvSpPr>
          <p:spPr>
            <a:xfrm>
              <a:off x="2866060" y="246914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79"/>
            <p:cNvSpPr/>
            <p:nvPr/>
          </p:nvSpPr>
          <p:spPr>
            <a:xfrm>
              <a:off x="2507860" y="271485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0"/>
            <p:cNvSpPr/>
            <p:nvPr/>
          </p:nvSpPr>
          <p:spPr>
            <a:xfrm>
              <a:off x="2158856" y="240600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1"/>
            <p:cNvSpPr/>
            <p:nvPr/>
          </p:nvSpPr>
          <p:spPr>
            <a:xfrm>
              <a:off x="2682661" y="201727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2"/>
            <p:cNvSpPr/>
            <p:nvPr/>
          </p:nvSpPr>
          <p:spPr>
            <a:xfrm>
              <a:off x="2153755" y="260764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3"/>
            <p:cNvSpPr/>
            <p:nvPr/>
          </p:nvSpPr>
          <p:spPr>
            <a:xfrm>
              <a:off x="2054733" y="260632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4"/>
            <p:cNvSpPr/>
            <p:nvPr/>
          </p:nvSpPr>
          <p:spPr>
            <a:xfrm>
              <a:off x="2156303" y="239840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5"/>
            <p:cNvSpPr/>
            <p:nvPr/>
          </p:nvSpPr>
          <p:spPr>
            <a:xfrm>
              <a:off x="2608770" y="216338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6"/>
            <p:cNvSpPr/>
            <p:nvPr/>
          </p:nvSpPr>
          <p:spPr>
            <a:xfrm>
              <a:off x="2284531" y="237387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7"/>
            <p:cNvSpPr/>
            <p:nvPr/>
          </p:nvSpPr>
          <p:spPr>
            <a:xfrm>
              <a:off x="1996701" y="229379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8"/>
            <p:cNvSpPr/>
            <p:nvPr/>
          </p:nvSpPr>
          <p:spPr>
            <a:xfrm>
              <a:off x="2172562" y="243743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89"/>
            <p:cNvSpPr/>
            <p:nvPr/>
          </p:nvSpPr>
          <p:spPr>
            <a:xfrm>
              <a:off x="2471075" y="208394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0"/>
            <p:cNvSpPr/>
            <p:nvPr/>
          </p:nvSpPr>
          <p:spPr>
            <a:xfrm>
              <a:off x="2123980" y="223654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1"/>
            <p:cNvSpPr/>
            <p:nvPr/>
          </p:nvSpPr>
          <p:spPr>
            <a:xfrm>
              <a:off x="2536730" y="213859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2"/>
            <p:cNvSpPr/>
            <p:nvPr/>
          </p:nvSpPr>
          <p:spPr>
            <a:xfrm>
              <a:off x="2114018" y="219764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3"/>
            <p:cNvSpPr/>
            <p:nvPr/>
          </p:nvSpPr>
          <p:spPr>
            <a:xfrm>
              <a:off x="2651030" y="209389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4"/>
            <p:cNvSpPr/>
            <p:nvPr/>
          </p:nvSpPr>
          <p:spPr>
            <a:xfrm>
              <a:off x="2580802" y="205897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5"/>
            <p:cNvSpPr/>
            <p:nvPr/>
          </p:nvSpPr>
          <p:spPr>
            <a:xfrm>
              <a:off x="2823148" y="229920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6"/>
            <p:cNvSpPr/>
            <p:nvPr/>
          </p:nvSpPr>
          <p:spPr>
            <a:xfrm>
              <a:off x="2167808" y="277302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7"/>
            <p:cNvSpPr/>
            <p:nvPr/>
          </p:nvSpPr>
          <p:spPr>
            <a:xfrm>
              <a:off x="2193532" y="269964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8"/>
            <p:cNvSpPr/>
            <p:nvPr/>
          </p:nvSpPr>
          <p:spPr>
            <a:xfrm>
              <a:off x="2474154" y="226883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899"/>
            <p:cNvSpPr/>
            <p:nvPr/>
          </p:nvSpPr>
          <p:spPr>
            <a:xfrm>
              <a:off x="2355499" y="249726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0"/>
            <p:cNvSpPr/>
            <p:nvPr/>
          </p:nvSpPr>
          <p:spPr>
            <a:xfrm>
              <a:off x="2474130" y="232133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1"/>
            <p:cNvSpPr/>
            <p:nvPr/>
          </p:nvSpPr>
          <p:spPr>
            <a:xfrm>
              <a:off x="2954540" y="241992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2"/>
            <p:cNvSpPr/>
            <p:nvPr/>
          </p:nvSpPr>
          <p:spPr>
            <a:xfrm>
              <a:off x="2868275" y="258411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3"/>
            <p:cNvSpPr/>
            <p:nvPr/>
          </p:nvSpPr>
          <p:spPr>
            <a:xfrm>
              <a:off x="2982494" y="261009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4"/>
            <p:cNvSpPr/>
            <p:nvPr/>
          </p:nvSpPr>
          <p:spPr>
            <a:xfrm>
              <a:off x="2864891" y="247304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5"/>
            <p:cNvSpPr/>
            <p:nvPr/>
          </p:nvSpPr>
          <p:spPr>
            <a:xfrm>
              <a:off x="2537774" y="203559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6"/>
            <p:cNvSpPr/>
            <p:nvPr/>
          </p:nvSpPr>
          <p:spPr>
            <a:xfrm>
              <a:off x="2220280" y="247503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7"/>
            <p:cNvSpPr/>
            <p:nvPr/>
          </p:nvSpPr>
          <p:spPr>
            <a:xfrm>
              <a:off x="2696029" y="202475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8"/>
            <p:cNvSpPr/>
            <p:nvPr/>
          </p:nvSpPr>
          <p:spPr>
            <a:xfrm>
              <a:off x="2459541" y="255469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09"/>
            <p:cNvSpPr/>
            <p:nvPr/>
          </p:nvSpPr>
          <p:spPr>
            <a:xfrm>
              <a:off x="2429276" y="267909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0"/>
            <p:cNvSpPr/>
            <p:nvPr/>
          </p:nvSpPr>
          <p:spPr>
            <a:xfrm>
              <a:off x="2730114" y="233386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1"/>
            <p:cNvSpPr/>
            <p:nvPr/>
          </p:nvSpPr>
          <p:spPr>
            <a:xfrm>
              <a:off x="2586491" y="236641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2"/>
            <p:cNvSpPr/>
            <p:nvPr/>
          </p:nvSpPr>
          <p:spPr>
            <a:xfrm>
              <a:off x="2673306" y="221872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3"/>
            <p:cNvSpPr/>
            <p:nvPr/>
          </p:nvSpPr>
          <p:spPr>
            <a:xfrm>
              <a:off x="2675129" y="240532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4"/>
            <p:cNvSpPr/>
            <p:nvPr/>
          </p:nvSpPr>
          <p:spPr>
            <a:xfrm>
              <a:off x="2308549" y="242491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5"/>
            <p:cNvSpPr/>
            <p:nvPr/>
          </p:nvSpPr>
          <p:spPr>
            <a:xfrm>
              <a:off x="2685065" y="221093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6"/>
            <p:cNvSpPr/>
            <p:nvPr/>
          </p:nvSpPr>
          <p:spPr>
            <a:xfrm>
              <a:off x="2722786" y="214545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7"/>
            <p:cNvSpPr/>
            <p:nvPr/>
          </p:nvSpPr>
          <p:spPr>
            <a:xfrm>
              <a:off x="2475754" y="248665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8"/>
            <p:cNvSpPr/>
            <p:nvPr/>
          </p:nvSpPr>
          <p:spPr>
            <a:xfrm>
              <a:off x="2428586" y="231160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19"/>
            <p:cNvSpPr/>
            <p:nvPr/>
          </p:nvSpPr>
          <p:spPr>
            <a:xfrm>
              <a:off x="2353106" y="238982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0"/>
            <p:cNvSpPr/>
            <p:nvPr/>
          </p:nvSpPr>
          <p:spPr>
            <a:xfrm>
              <a:off x="2695320" y="239250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1"/>
            <p:cNvSpPr/>
            <p:nvPr/>
          </p:nvSpPr>
          <p:spPr>
            <a:xfrm>
              <a:off x="2440786" y="223236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2"/>
            <p:cNvSpPr/>
            <p:nvPr/>
          </p:nvSpPr>
          <p:spPr>
            <a:xfrm>
              <a:off x="2686657" y="248390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3"/>
            <p:cNvSpPr/>
            <p:nvPr/>
          </p:nvSpPr>
          <p:spPr>
            <a:xfrm>
              <a:off x="2746208" y="231054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4"/>
            <p:cNvSpPr/>
            <p:nvPr/>
          </p:nvSpPr>
          <p:spPr>
            <a:xfrm>
              <a:off x="2476438" y="239837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5"/>
            <p:cNvSpPr/>
            <p:nvPr/>
          </p:nvSpPr>
          <p:spPr>
            <a:xfrm>
              <a:off x="2780128" y="236606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6"/>
            <p:cNvSpPr/>
            <p:nvPr/>
          </p:nvSpPr>
          <p:spPr>
            <a:xfrm>
              <a:off x="2962477" y="246394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7"/>
            <p:cNvSpPr/>
            <p:nvPr/>
          </p:nvSpPr>
          <p:spPr>
            <a:xfrm>
              <a:off x="2341832" y="257728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8"/>
            <p:cNvSpPr/>
            <p:nvPr/>
          </p:nvSpPr>
          <p:spPr>
            <a:xfrm>
              <a:off x="2768170" y="241334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29"/>
            <p:cNvSpPr/>
            <p:nvPr/>
          </p:nvSpPr>
          <p:spPr>
            <a:xfrm>
              <a:off x="2564836" y="247993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0"/>
            <p:cNvSpPr/>
            <p:nvPr/>
          </p:nvSpPr>
          <p:spPr>
            <a:xfrm>
              <a:off x="2699293" y="248860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1"/>
            <p:cNvSpPr/>
            <p:nvPr/>
          </p:nvSpPr>
          <p:spPr>
            <a:xfrm>
              <a:off x="2741261" y="239207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2"/>
            <p:cNvSpPr/>
            <p:nvPr/>
          </p:nvSpPr>
          <p:spPr>
            <a:xfrm>
              <a:off x="2896090" y="214605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3"/>
            <p:cNvSpPr/>
            <p:nvPr/>
          </p:nvSpPr>
          <p:spPr>
            <a:xfrm>
              <a:off x="2798304" y="241732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4"/>
            <p:cNvSpPr/>
            <p:nvPr/>
          </p:nvSpPr>
          <p:spPr>
            <a:xfrm>
              <a:off x="3042609" y="216426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5"/>
            <p:cNvSpPr/>
            <p:nvPr/>
          </p:nvSpPr>
          <p:spPr>
            <a:xfrm>
              <a:off x="2655452" y="254865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6"/>
            <p:cNvSpPr/>
            <p:nvPr/>
          </p:nvSpPr>
          <p:spPr>
            <a:xfrm>
              <a:off x="2665640" y="248781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7"/>
            <p:cNvSpPr/>
            <p:nvPr/>
          </p:nvSpPr>
          <p:spPr>
            <a:xfrm>
              <a:off x="2600761" y="235018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8"/>
            <p:cNvSpPr/>
            <p:nvPr/>
          </p:nvSpPr>
          <p:spPr>
            <a:xfrm>
              <a:off x="2774134" y="235039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39"/>
            <p:cNvSpPr/>
            <p:nvPr/>
          </p:nvSpPr>
          <p:spPr>
            <a:xfrm>
              <a:off x="2590636" y="236979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0"/>
            <p:cNvSpPr/>
            <p:nvPr/>
          </p:nvSpPr>
          <p:spPr>
            <a:xfrm>
              <a:off x="2671221" y="241986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1"/>
            <p:cNvSpPr/>
            <p:nvPr/>
          </p:nvSpPr>
          <p:spPr>
            <a:xfrm>
              <a:off x="2429658" y="248638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2"/>
            <p:cNvSpPr/>
            <p:nvPr/>
          </p:nvSpPr>
          <p:spPr>
            <a:xfrm>
              <a:off x="2372147" y="240190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3"/>
            <p:cNvSpPr/>
            <p:nvPr/>
          </p:nvSpPr>
          <p:spPr>
            <a:xfrm>
              <a:off x="2448929" y="243026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4"/>
            <p:cNvSpPr/>
            <p:nvPr/>
          </p:nvSpPr>
          <p:spPr>
            <a:xfrm>
              <a:off x="2699711" y="229454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5"/>
            <p:cNvSpPr/>
            <p:nvPr/>
          </p:nvSpPr>
          <p:spPr>
            <a:xfrm>
              <a:off x="2223426" y="258173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6"/>
            <p:cNvSpPr/>
            <p:nvPr/>
          </p:nvSpPr>
          <p:spPr>
            <a:xfrm>
              <a:off x="2327900" y="246000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7"/>
            <p:cNvSpPr/>
            <p:nvPr/>
          </p:nvSpPr>
          <p:spPr>
            <a:xfrm>
              <a:off x="2361354" y="248928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8"/>
            <p:cNvSpPr/>
            <p:nvPr/>
          </p:nvSpPr>
          <p:spPr>
            <a:xfrm>
              <a:off x="2758677" y="240554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49"/>
            <p:cNvSpPr/>
            <p:nvPr/>
          </p:nvSpPr>
          <p:spPr>
            <a:xfrm>
              <a:off x="2258865" y="236678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0"/>
            <p:cNvSpPr/>
            <p:nvPr/>
          </p:nvSpPr>
          <p:spPr>
            <a:xfrm>
              <a:off x="2667492" y="237186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1"/>
            <p:cNvSpPr/>
            <p:nvPr/>
          </p:nvSpPr>
          <p:spPr>
            <a:xfrm>
              <a:off x="2574749" y="237874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2"/>
            <p:cNvSpPr/>
            <p:nvPr/>
          </p:nvSpPr>
          <p:spPr>
            <a:xfrm>
              <a:off x="2757224" y="237057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3"/>
            <p:cNvSpPr/>
            <p:nvPr/>
          </p:nvSpPr>
          <p:spPr>
            <a:xfrm>
              <a:off x="2751612" y="249477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4"/>
            <p:cNvSpPr/>
            <p:nvPr/>
          </p:nvSpPr>
          <p:spPr>
            <a:xfrm>
              <a:off x="2802256" y="235109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5"/>
            <p:cNvSpPr/>
            <p:nvPr/>
          </p:nvSpPr>
          <p:spPr>
            <a:xfrm>
              <a:off x="2607557" y="243368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6"/>
            <p:cNvSpPr/>
            <p:nvPr/>
          </p:nvSpPr>
          <p:spPr>
            <a:xfrm>
              <a:off x="2238388" y="253270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7"/>
            <p:cNvSpPr/>
            <p:nvPr/>
          </p:nvSpPr>
          <p:spPr>
            <a:xfrm>
              <a:off x="2615531" y="230504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8"/>
            <p:cNvSpPr/>
            <p:nvPr/>
          </p:nvSpPr>
          <p:spPr>
            <a:xfrm>
              <a:off x="2456325" y="240044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59"/>
            <p:cNvSpPr/>
            <p:nvPr/>
          </p:nvSpPr>
          <p:spPr>
            <a:xfrm>
              <a:off x="2740220" y="211521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0"/>
            <p:cNvSpPr/>
            <p:nvPr/>
          </p:nvSpPr>
          <p:spPr>
            <a:xfrm>
              <a:off x="2334070" y="227361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1"/>
            <p:cNvSpPr/>
            <p:nvPr/>
          </p:nvSpPr>
          <p:spPr>
            <a:xfrm>
              <a:off x="2783813" y="249013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2"/>
            <p:cNvSpPr/>
            <p:nvPr/>
          </p:nvSpPr>
          <p:spPr>
            <a:xfrm>
              <a:off x="2790303" y="239671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3"/>
            <p:cNvSpPr/>
            <p:nvPr/>
          </p:nvSpPr>
          <p:spPr>
            <a:xfrm>
              <a:off x="2674765" y="243283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4"/>
            <p:cNvSpPr/>
            <p:nvPr/>
          </p:nvSpPr>
          <p:spPr>
            <a:xfrm>
              <a:off x="2886914" y="214902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5"/>
            <p:cNvSpPr/>
            <p:nvPr/>
          </p:nvSpPr>
          <p:spPr>
            <a:xfrm>
              <a:off x="2590799" y="249403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6"/>
            <p:cNvSpPr/>
            <p:nvPr/>
          </p:nvSpPr>
          <p:spPr>
            <a:xfrm>
              <a:off x="2692855" y="226538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t967"/>
            <p:cNvSpPr/>
            <p:nvPr/>
          </p:nvSpPr>
          <p:spPr>
            <a:xfrm>
              <a:off x="2735152" y="246252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t968"/>
            <p:cNvSpPr/>
            <p:nvPr/>
          </p:nvSpPr>
          <p:spPr>
            <a:xfrm>
              <a:off x="2912011" y="237953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t969"/>
            <p:cNvSpPr/>
            <p:nvPr/>
          </p:nvSpPr>
          <p:spPr>
            <a:xfrm>
              <a:off x="2407637" y="2266489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t970"/>
            <p:cNvSpPr/>
            <p:nvPr/>
          </p:nvSpPr>
          <p:spPr>
            <a:xfrm>
              <a:off x="2801116" y="226822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t971"/>
            <p:cNvSpPr/>
            <p:nvPr/>
          </p:nvSpPr>
          <p:spPr>
            <a:xfrm>
              <a:off x="2666938" y="259809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t972"/>
            <p:cNvSpPr/>
            <p:nvPr/>
          </p:nvSpPr>
          <p:spPr>
            <a:xfrm>
              <a:off x="2807166" y="220347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t973"/>
            <p:cNvSpPr/>
            <p:nvPr/>
          </p:nvSpPr>
          <p:spPr>
            <a:xfrm>
              <a:off x="2762828" y="216795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t974"/>
            <p:cNvSpPr/>
            <p:nvPr/>
          </p:nvSpPr>
          <p:spPr>
            <a:xfrm>
              <a:off x="2756938" y="216662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t975"/>
            <p:cNvSpPr/>
            <p:nvPr/>
          </p:nvSpPr>
          <p:spPr>
            <a:xfrm>
              <a:off x="2731108" y="239096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t976"/>
            <p:cNvSpPr/>
            <p:nvPr/>
          </p:nvSpPr>
          <p:spPr>
            <a:xfrm>
              <a:off x="2667212" y="243031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t977"/>
            <p:cNvSpPr/>
            <p:nvPr/>
          </p:nvSpPr>
          <p:spPr>
            <a:xfrm>
              <a:off x="2801206" y="256839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t978"/>
            <p:cNvSpPr/>
            <p:nvPr/>
          </p:nvSpPr>
          <p:spPr>
            <a:xfrm>
              <a:off x="2824182" y="216687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t979"/>
            <p:cNvSpPr/>
            <p:nvPr/>
          </p:nvSpPr>
          <p:spPr>
            <a:xfrm>
              <a:off x="2940506" y="243001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t980"/>
            <p:cNvSpPr/>
            <p:nvPr/>
          </p:nvSpPr>
          <p:spPr>
            <a:xfrm>
              <a:off x="2596366" y="236940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t981"/>
            <p:cNvSpPr/>
            <p:nvPr/>
          </p:nvSpPr>
          <p:spPr>
            <a:xfrm>
              <a:off x="2802378" y="231457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t982"/>
            <p:cNvSpPr/>
            <p:nvPr/>
          </p:nvSpPr>
          <p:spPr>
            <a:xfrm>
              <a:off x="2684441" y="249722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t983"/>
            <p:cNvSpPr/>
            <p:nvPr/>
          </p:nvSpPr>
          <p:spPr>
            <a:xfrm>
              <a:off x="2468428" y="2306779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t984"/>
            <p:cNvSpPr/>
            <p:nvPr/>
          </p:nvSpPr>
          <p:spPr>
            <a:xfrm>
              <a:off x="2563033" y="231843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t985"/>
            <p:cNvSpPr/>
            <p:nvPr/>
          </p:nvSpPr>
          <p:spPr>
            <a:xfrm>
              <a:off x="2981227" y="251130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t986"/>
            <p:cNvSpPr/>
            <p:nvPr/>
          </p:nvSpPr>
          <p:spPr>
            <a:xfrm>
              <a:off x="2846992" y="242843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t987"/>
            <p:cNvSpPr/>
            <p:nvPr/>
          </p:nvSpPr>
          <p:spPr>
            <a:xfrm>
              <a:off x="2708314" y="255554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t988"/>
            <p:cNvSpPr/>
            <p:nvPr/>
          </p:nvSpPr>
          <p:spPr>
            <a:xfrm>
              <a:off x="2812187" y="254999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t989"/>
            <p:cNvSpPr/>
            <p:nvPr/>
          </p:nvSpPr>
          <p:spPr>
            <a:xfrm>
              <a:off x="2688270" y="223730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t990"/>
            <p:cNvSpPr/>
            <p:nvPr/>
          </p:nvSpPr>
          <p:spPr>
            <a:xfrm>
              <a:off x="2355120" y="252552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t991"/>
            <p:cNvSpPr/>
            <p:nvPr/>
          </p:nvSpPr>
          <p:spPr>
            <a:xfrm>
              <a:off x="2817660" y="229760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t992"/>
            <p:cNvSpPr/>
            <p:nvPr/>
          </p:nvSpPr>
          <p:spPr>
            <a:xfrm>
              <a:off x="2504736" y="211663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t993"/>
            <p:cNvSpPr/>
            <p:nvPr/>
          </p:nvSpPr>
          <p:spPr>
            <a:xfrm>
              <a:off x="2632812" y="230577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t994"/>
            <p:cNvSpPr/>
            <p:nvPr/>
          </p:nvSpPr>
          <p:spPr>
            <a:xfrm>
              <a:off x="2626421" y="257749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t995"/>
            <p:cNvSpPr/>
            <p:nvPr/>
          </p:nvSpPr>
          <p:spPr>
            <a:xfrm>
              <a:off x="2760757" y="232676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t996"/>
            <p:cNvSpPr/>
            <p:nvPr/>
          </p:nvSpPr>
          <p:spPr>
            <a:xfrm>
              <a:off x="2289637" y="252650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t997"/>
            <p:cNvSpPr/>
            <p:nvPr/>
          </p:nvSpPr>
          <p:spPr>
            <a:xfrm>
              <a:off x="2557634" y="2512035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t998"/>
            <p:cNvSpPr/>
            <p:nvPr/>
          </p:nvSpPr>
          <p:spPr>
            <a:xfrm>
              <a:off x="2589217" y="2746323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t999"/>
            <p:cNvSpPr/>
            <p:nvPr/>
          </p:nvSpPr>
          <p:spPr>
            <a:xfrm>
              <a:off x="2540321" y="2737424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t1000"/>
            <p:cNvSpPr/>
            <p:nvPr/>
          </p:nvSpPr>
          <p:spPr>
            <a:xfrm>
              <a:off x="2656262" y="2314151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t1001"/>
            <p:cNvSpPr/>
            <p:nvPr/>
          </p:nvSpPr>
          <p:spPr>
            <a:xfrm>
              <a:off x="2647036" y="254580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t1002"/>
            <p:cNvSpPr/>
            <p:nvPr/>
          </p:nvSpPr>
          <p:spPr>
            <a:xfrm>
              <a:off x="2640137" y="257646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t1003"/>
            <p:cNvSpPr/>
            <p:nvPr/>
          </p:nvSpPr>
          <p:spPr>
            <a:xfrm>
              <a:off x="2682968" y="2294906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t1004"/>
            <p:cNvSpPr/>
            <p:nvPr/>
          </p:nvSpPr>
          <p:spPr>
            <a:xfrm>
              <a:off x="2755312" y="264019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5"/>
            <p:cNvSpPr/>
            <p:nvPr/>
          </p:nvSpPr>
          <p:spPr>
            <a:xfrm>
              <a:off x="2639591" y="263317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6"/>
            <p:cNvSpPr/>
            <p:nvPr/>
          </p:nvSpPr>
          <p:spPr>
            <a:xfrm>
              <a:off x="2814438" y="2500838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7"/>
            <p:cNvSpPr/>
            <p:nvPr/>
          </p:nvSpPr>
          <p:spPr>
            <a:xfrm>
              <a:off x="2372178" y="2607746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8"/>
            <p:cNvSpPr/>
            <p:nvPr/>
          </p:nvSpPr>
          <p:spPr>
            <a:xfrm>
              <a:off x="2572713" y="218334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09"/>
            <p:cNvSpPr/>
            <p:nvPr/>
          </p:nvSpPr>
          <p:spPr>
            <a:xfrm>
              <a:off x="3000568" y="2475852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0"/>
            <p:cNvSpPr/>
            <p:nvPr/>
          </p:nvSpPr>
          <p:spPr>
            <a:xfrm>
              <a:off x="2540948" y="271670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1"/>
            <p:cNvSpPr/>
            <p:nvPr/>
          </p:nvSpPr>
          <p:spPr>
            <a:xfrm>
              <a:off x="2458881" y="2440306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2"/>
            <p:cNvSpPr/>
            <p:nvPr/>
          </p:nvSpPr>
          <p:spPr>
            <a:xfrm>
              <a:off x="2529101" y="261059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3"/>
            <p:cNvSpPr/>
            <p:nvPr/>
          </p:nvSpPr>
          <p:spPr>
            <a:xfrm>
              <a:off x="2481369" y="2613459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4"/>
            <p:cNvSpPr/>
            <p:nvPr/>
          </p:nvSpPr>
          <p:spPr>
            <a:xfrm>
              <a:off x="2248080" y="239154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5"/>
            <p:cNvSpPr/>
            <p:nvPr/>
          </p:nvSpPr>
          <p:spPr>
            <a:xfrm>
              <a:off x="2403954" y="227916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6"/>
            <p:cNvSpPr/>
            <p:nvPr/>
          </p:nvSpPr>
          <p:spPr>
            <a:xfrm>
              <a:off x="2642073" y="2523609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7"/>
            <p:cNvSpPr/>
            <p:nvPr/>
          </p:nvSpPr>
          <p:spPr>
            <a:xfrm>
              <a:off x="2426138" y="245978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8"/>
            <p:cNvSpPr/>
            <p:nvPr/>
          </p:nvSpPr>
          <p:spPr>
            <a:xfrm>
              <a:off x="2430951" y="271996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19"/>
            <p:cNvSpPr/>
            <p:nvPr/>
          </p:nvSpPr>
          <p:spPr>
            <a:xfrm>
              <a:off x="2873929" y="245253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0"/>
            <p:cNvSpPr/>
            <p:nvPr/>
          </p:nvSpPr>
          <p:spPr>
            <a:xfrm>
              <a:off x="3106294" y="2773181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1"/>
            <p:cNvSpPr/>
            <p:nvPr/>
          </p:nvSpPr>
          <p:spPr>
            <a:xfrm>
              <a:off x="2107164" y="228191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2"/>
            <p:cNvSpPr/>
            <p:nvPr/>
          </p:nvSpPr>
          <p:spPr>
            <a:xfrm>
              <a:off x="2419550" y="2671085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3"/>
            <p:cNvSpPr/>
            <p:nvPr/>
          </p:nvSpPr>
          <p:spPr>
            <a:xfrm>
              <a:off x="2414454" y="252647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4"/>
            <p:cNvSpPr/>
            <p:nvPr/>
          </p:nvSpPr>
          <p:spPr>
            <a:xfrm>
              <a:off x="2443519" y="2457806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5"/>
            <p:cNvSpPr/>
            <p:nvPr/>
          </p:nvSpPr>
          <p:spPr>
            <a:xfrm>
              <a:off x="2504628" y="2414869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6"/>
            <p:cNvSpPr/>
            <p:nvPr/>
          </p:nvSpPr>
          <p:spPr>
            <a:xfrm>
              <a:off x="2471305" y="255925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7"/>
            <p:cNvSpPr/>
            <p:nvPr/>
          </p:nvSpPr>
          <p:spPr>
            <a:xfrm>
              <a:off x="2364072" y="2435129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8"/>
            <p:cNvSpPr/>
            <p:nvPr/>
          </p:nvSpPr>
          <p:spPr>
            <a:xfrm>
              <a:off x="2383574" y="2486277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t1029"/>
            <p:cNvSpPr/>
            <p:nvPr/>
          </p:nvSpPr>
          <p:spPr>
            <a:xfrm>
              <a:off x="2197508" y="2353922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t1030"/>
            <p:cNvSpPr/>
            <p:nvPr/>
          </p:nvSpPr>
          <p:spPr>
            <a:xfrm>
              <a:off x="2426414" y="215913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t1031"/>
            <p:cNvSpPr/>
            <p:nvPr/>
          </p:nvSpPr>
          <p:spPr>
            <a:xfrm>
              <a:off x="2497282" y="2077016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t1032"/>
            <p:cNvSpPr/>
            <p:nvPr/>
          </p:nvSpPr>
          <p:spPr>
            <a:xfrm>
              <a:off x="2395163" y="250971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t1033"/>
            <p:cNvSpPr/>
            <p:nvPr/>
          </p:nvSpPr>
          <p:spPr>
            <a:xfrm>
              <a:off x="2220236" y="2385369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t1034"/>
            <p:cNvSpPr/>
            <p:nvPr/>
          </p:nvSpPr>
          <p:spPr>
            <a:xfrm>
              <a:off x="2072490" y="146721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t1035"/>
            <p:cNvSpPr/>
            <p:nvPr/>
          </p:nvSpPr>
          <p:spPr>
            <a:xfrm>
              <a:off x="1815840" y="218386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t1036"/>
            <p:cNvSpPr/>
            <p:nvPr/>
          </p:nvSpPr>
          <p:spPr>
            <a:xfrm>
              <a:off x="1971312" y="154310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t1037"/>
            <p:cNvSpPr/>
            <p:nvPr/>
          </p:nvSpPr>
          <p:spPr>
            <a:xfrm>
              <a:off x="2038081" y="2586092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t1038"/>
            <p:cNvSpPr/>
            <p:nvPr/>
          </p:nvSpPr>
          <p:spPr>
            <a:xfrm>
              <a:off x="1841492" y="2094320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t1039"/>
            <p:cNvSpPr/>
            <p:nvPr/>
          </p:nvSpPr>
          <p:spPr>
            <a:xfrm>
              <a:off x="2003758" y="147095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t1040"/>
            <p:cNvSpPr/>
            <p:nvPr/>
          </p:nvSpPr>
          <p:spPr>
            <a:xfrm>
              <a:off x="1961314" y="215623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t1041"/>
            <p:cNvSpPr/>
            <p:nvPr/>
          </p:nvSpPr>
          <p:spPr>
            <a:xfrm>
              <a:off x="2161201" y="243649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t1042"/>
            <p:cNvSpPr/>
            <p:nvPr/>
          </p:nvSpPr>
          <p:spPr>
            <a:xfrm>
              <a:off x="1939513" y="161896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t1043"/>
            <p:cNvSpPr/>
            <p:nvPr/>
          </p:nvSpPr>
          <p:spPr>
            <a:xfrm>
              <a:off x="2310730" y="246506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t1044"/>
            <p:cNvSpPr/>
            <p:nvPr/>
          </p:nvSpPr>
          <p:spPr>
            <a:xfrm>
              <a:off x="1930465" y="220856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t1045"/>
            <p:cNvSpPr/>
            <p:nvPr/>
          </p:nvSpPr>
          <p:spPr>
            <a:xfrm>
              <a:off x="2010523" y="171106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t1046"/>
            <p:cNvSpPr/>
            <p:nvPr/>
          </p:nvSpPr>
          <p:spPr>
            <a:xfrm>
              <a:off x="2112122" y="154287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t1047"/>
            <p:cNvSpPr/>
            <p:nvPr/>
          </p:nvSpPr>
          <p:spPr>
            <a:xfrm>
              <a:off x="1801861" y="2403302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t1048"/>
            <p:cNvSpPr/>
            <p:nvPr/>
          </p:nvSpPr>
          <p:spPr>
            <a:xfrm>
              <a:off x="2120267" y="234593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t1049"/>
            <p:cNvSpPr/>
            <p:nvPr/>
          </p:nvSpPr>
          <p:spPr>
            <a:xfrm>
              <a:off x="2110466" y="226241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t1050"/>
            <p:cNvSpPr/>
            <p:nvPr/>
          </p:nvSpPr>
          <p:spPr>
            <a:xfrm>
              <a:off x="2046632" y="242980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t1051"/>
            <p:cNvSpPr/>
            <p:nvPr/>
          </p:nvSpPr>
          <p:spPr>
            <a:xfrm>
              <a:off x="1928574" y="157939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t1052"/>
            <p:cNvSpPr/>
            <p:nvPr/>
          </p:nvSpPr>
          <p:spPr>
            <a:xfrm>
              <a:off x="2029705" y="252494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t1053"/>
            <p:cNvSpPr/>
            <p:nvPr/>
          </p:nvSpPr>
          <p:spPr>
            <a:xfrm>
              <a:off x="1958847" y="171379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t1054"/>
            <p:cNvSpPr/>
            <p:nvPr/>
          </p:nvSpPr>
          <p:spPr>
            <a:xfrm>
              <a:off x="1923831" y="248157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t1055"/>
            <p:cNvSpPr/>
            <p:nvPr/>
          </p:nvSpPr>
          <p:spPr>
            <a:xfrm>
              <a:off x="2095982" y="262907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t1056"/>
            <p:cNvSpPr/>
            <p:nvPr/>
          </p:nvSpPr>
          <p:spPr>
            <a:xfrm>
              <a:off x="1997541" y="234325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t1057"/>
            <p:cNvSpPr/>
            <p:nvPr/>
          </p:nvSpPr>
          <p:spPr>
            <a:xfrm>
              <a:off x="2175002" y="178641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t1058"/>
            <p:cNvSpPr/>
            <p:nvPr/>
          </p:nvSpPr>
          <p:spPr>
            <a:xfrm>
              <a:off x="2091807" y="262816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t1059"/>
            <p:cNvSpPr/>
            <p:nvPr/>
          </p:nvSpPr>
          <p:spPr>
            <a:xfrm>
              <a:off x="2223473" y="281630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t1060"/>
            <p:cNvSpPr/>
            <p:nvPr/>
          </p:nvSpPr>
          <p:spPr>
            <a:xfrm>
              <a:off x="1977225" y="169683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t1061"/>
            <p:cNvSpPr/>
            <p:nvPr/>
          </p:nvSpPr>
          <p:spPr>
            <a:xfrm>
              <a:off x="1925226" y="2159927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t1062"/>
            <p:cNvSpPr/>
            <p:nvPr/>
          </p:nvSpPr>
          <p:spPr>
            <a:xfrm>
              <a:off x="2183306" y="265450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t1063"/>
            <p:cNvSpPr/>
            <p:nvPr/>
          </p:nvSpPr>
          <p:spPr>
            <a:xfrm>
              <a:off x="2248340" y="164312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t1064"/>
            <p:cNvSpPr/>
            <p:nvPr/>
          </p:nvSpPr>
          <p:spPr>
            <a:xfrm>
              <a:off x="2131118" y="226839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t1065"/>
            <p:cNvSpPr/>
            <p:nvPr/>
          </p:nvSpPr>
          <p:spPr>
            <a:xfrm>
              <a:off x="2402669" y="274440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t1066"/>
            <p:cNvSpPr/>
            <p:nvPr/>
          </p:nvSpPr>
          <p:spPr>
            <a:xfrm>
              <a:off x="1994305" y="154454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t1067"/>
            <p:cNvSpPr/>
            <p:nvPr/>
          </p:nvSpPr>
          <p:spPr>
            <a:xfrm>
              <a:off x="1918952" y="2405235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t1068"/>
            <p:cNvSpPr/>
            <p:nvPr/>
          </p:nvSpPr>
          <p:spPr>
            <a:xfrm>
              <a:off x="2089761" y="235185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t1069"/>
            <p:cNvSpPr/>
            <p:nvPr/>
          </p:nvSpPr>
          <p:spPr>
            <a:xfrm>
              <a:off x="2030550" y="233389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t1070"/>
            <p:cNvSpPr/>
            <p:nvPr/>
          </p:nvSpPr>
          <p:spPr>
            <a:xfrm>
              <a:off x="2059988" y="233438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t1071"/>
            <p:cNvSpPr/>
            <p:nvPr/>
          </p:nvSpPr>
          <p:spPr>
            <a:xfrm>
              <a:off x="2085469" y="232553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t1072"/>
            <p:cNvSpPr/>
            <p:nvPr/>
          </p:nvSpPr>
          <p:spPr>
            <a:xfrm>
              <a:off x="2060330" y="271463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t1073"/>
            <p:cNvSpPr/>
            <p:nvPr/>
          </p:nvSpPr>
          <p:spPr>
            <a:xfrm>
              <a:off x="2222604" y="170330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t1074"/>
            <p:cNvSpPr/>
            <p:nvPr/>
          </p:nvSpPr>
          <p:spPr>
            <a:xfrm>
              <a:off x="2115423" y="270945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t1075"/>
            <p:cNvSpPr/>
            <p:nvPr/>
          </p:nvSpPr>
          <p:spPr>
            <a:xfrm>
              <a:off x="2077093" y="221731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t1076"/>
            <p:cNvSpPr/>
            <p:nvPr/>
          </p:nvSpPr>
          <p:spPr>
            <a:xfrm>
              <a:off x="2116887" y="270377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t1077"/>
            <p:cNvSpPr/>
            <p:nvPr/>
          </p:nvSpPr>
          <p:spPr>
            <a:xfrm>
              <a:off x="1909936" y="2520807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t1078"/>
            <p:cNvSpPr/>
            <p:nvPr/>
          </p:nvSpPr>
          <p:spPr>
            <a:xfrm>
              <a:off x="2269241" y="236766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t1079"/>
            <p:cNvSpPr/>
            <p:nvPr/>
          </p:nvSpPr>
          <p:spPr>
            <a:xfrm>
              <a:off x="2271764" y="264474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t1080"/>
            <p:cNvSpPr/>
            <p:nvPr/>
          </p:nvSpPr>
          <p:spPr>
            <a:xfrm>
              <a:off x="2212089" y="259310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t1081"/>
            <p:cNvSpPr/>
            <p:nvPr/>
          </p:nvSpPr>
          <p:spPr>
            <a:xfrm>
              <a:off x="2036251" y="187917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t1082"/>
            <p:cNvSpPr/>
            <p:nvPr/>
          </p:nvSpPr>
          <p:spPr>
            <a:xfrm>
              <a:off x="2017318" y="269151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t1083"/>
            <p:cNvSpPr/>
            <p:nvPr/>
          </p:nvSpPr>
          <p:spPr>
            <a:xfrm>
              <a:off x="2134374" y="139799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t1084"/>
            <p:cNvSpPr/>
            <p:nvPr/>
          </p:nvSpPr>
          <p:spPr>
            <a:xfrm>
              <a:off x="2282520" y="165552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t1085"/>
            <p:cNvSpPr/>
            <p:nvPr/>
          </p:nvSpPr>
          <p:spPr>
            <a:xfrm>
              <a:off x="1997679" y="216241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t1086"/>
            <p:cNvSpPr/>
            <p:nvPr/>
          </p:nvSpPr>
          <p:spPr>
            <a:xfrm>
              <a:off x="2302601" y="264779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t1087"/>
            <p:cNvSpPr/>
            <p:nvPr/>
          </p:nvSpPr>
          <p:spPr>
            <a:xfrm>
              <a:off x="2081974" y="188465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t1088"/>
            <p:cNvSpPr/>
            <p:nvPr/>
          </p:nvSpPr>
          <p:spPr>
            <a:xfrm>
              <a:off x="2228700" y="268724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t1089"/>
            <p:cNvSpPr/>
            <p:nvPr/>
          </p:nvSpPr>
          <p:spPr>
            <a:xfrm>
              <a:off x="2177054" y="185325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t1090"/>
            <p:cNvSpPr/>
            <p:nvPr/>
          </p:nvSpPr>
          <p:spPr>
            <a:xfrm>
              <a:off x="2366576" y="262634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t1091"/>
            <p:cNvSpPr/>
            <p:nvPr/>
          </p:nvSpPr>
          <p:spPr>
            <a:xfrm>
              <a:off x="2184770" y="2437360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t1092"/>
            <p:cNvSpPr/>
            <p:nvPr/>
          </p:nvSpPr>
          <p:spPr>
            <a:xfrm>
              <a:off x="2220721" y="182845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t1093"/>
            <p:cNvSpPr/>
            <p:nvPr/>
          </p:nvSpPr>
          <p:spPr>
            <a:xfrm>
              <a:off x="2219549" y="257058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t1094"/>
            <p:cNvSpPr/>
            <p:nvPr/>
          </p:nvSpPr>
          <p:spPr>
            <a:xfrm>
              <a:off x="2073971" y="191219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t1095"/>
            <p:cNvSpPr/>
            <p:nvPr/>
          </p:nvSpPr>
          <p:spPr>
            <a:xfrm>
              <a:off x="2046657" y="179130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t1096"/>
            <p:cNvSpPr/>
            <p:nvPr/>
          </p:nvSpPr>
          <p:spPr>
            <a:xfrm>
              <a:off x="2109678" y="175582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t1097"/>
            <p:cNvSpPr/>
            <p:nvPr/>
          </p:nvSpPr>
          <p:spPr>
            <a:xfrm>
              <a:off x="2016869" y="180473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t1098"/>
            <p:cNvSpPr/>
            <p:nvPr/>
          </p:nvSpPr>
          <p:spPr>
            <a:xfrm>
              <a:off x="2052275" y="167180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t1099"/>
            <p:cNvSpPr/>
            <p:nvPr/>
          </p:nvSpPr>
          <p:spPr>
            <a:xfrm>
              <a:off x="2301632" y="248220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t1100"/>
            <p:cNvSpPr/>
            <p:nvPr/>
          </p:nvSpPr>
          <p:spPr>
            <a:xfrm>
              <a:off x="1989858" y="162331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t1101"/>
            <p:cNvSpPr/>
            <p:nvPr/>
          </p:nvSpPr>
          <p:spPr>
            <a:xfrm>
              <a:off x="2259126" y="231562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t1102"/>
            <p:cNvSpPr/>
            <p:nvPr/>
          </p:nvSpPr>
          <p:spPr>
            <a:xfrm>
              <a:off x="2060802" y="175428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t1103"/>
            <p:cNvSpPr/>
            <p:nvPr/>
          </p:nvSpPr>
          <p:spPr>
            <a:xfrm>
              <a:off x="2092664" y="266035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t1104"/>
            <p:cNvSpPr/>
            <p:nvPr/>
          </p:nvSpPr>
          <p:spPr>
            <a:xfrm>
              <a:off x="2343729" y="264961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t1105"/>
            <p:cNvSpPr/>
            <p:nvPr/>
          </p:nvSpPr>
          <p:spPr>
            <a:xfrm>
              <a:off x="2497471" y="262336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t1106"/>
            <p:cNvSpPr/>
            <p:nvPr/>
          </p:nvSpPr>
          <p:spPr>
            <a:xfrm>
              <a:off x="2091476" y="268690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t1107"/>
            <p:cNvSpPr/>
            <p:nvPr/>
          </p:nvSpPr>
          <p:spPr>
            <a:xfrm>
              <a:off x="1940148" y="227518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t1108"/>
            <p:cNvSpPr/>
            <p:nvPr/>
          </p:nvSpPr>
          <p:spPr>
            <a:xfrm>
              <a:off x="2083992" y="147373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t1109"/>
            <p:cNvSpPr/>
            <p:nvPr/>
          </p:nvSpPr>
          <p:spPr>
            <a:xfrm>
              <a:off x="2110834" y="165359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t1110"/>
            <p:cNvSpPr/>
            <p:nvPr/>
          </p:nvSpPr>
          <p:spPr>
            <a:xfrm>
              <a:off x="1911570" y="218204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t1111"/>
            <p:cNvSpPr/>
            <p:nvPr/>
          </p:nvSpPr>
          <p:spPr>
            <a:xfrm>
              <a:off x="2434319" y="276657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t1112"/>
            <p:cNvSpPr/>
            <p:nvPr/>
          </p:nvSpPr>
          <p:spPr>
            <a:xfrm>
              <a:off x="2051039" y="171479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t1113"/>
            <p:cNvSpPr/>
            <p:nvPr/>
          </p:nvSpPr>
          <p:spPr>
            <a:xfrm>
              <a:off x="2094399" y="173887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t1114"/>
            <p:cNvSpPr/>
            <p:nvPr/>
          </p:nvSpPr>
          <p:spPr>
            <a:xfrm>
              <a:off x="2093467" y="247896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t1115"/>
            <p:cNvSpPr/>
            <p:nvPr/>
          </p:nvSpPr>
          <p:spPr>
            <a:xfrm>
              <a:off x="2187375" y="268668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t1116"/>
            <p:cNvSpPr/>
            <p:nvPr/>
          </p:nvSpPr>
          <p:spPr>
            <a:xfrm>
              <a:off x="2384696" y="254111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t1117"/>
            <p:cNvSpPr/>
            <p:nvPr/>
          </p:nvSpPr>
          <p:spPr>
            <a:xfrm>
              <a:off x="2531919" y="270945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t1118"/>
            <p:cNvSpPr/>
            <p:nvPr/>
          </p:nvSpPr>
          <p:spPr>
            <a:xfrm>
              <a:off x="1900803" y="168948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t1119"/>
            <p:cNvSpPr/>
            <p:nvPr/>
          </p:nvSpPr>
          <p:spPr>
            <a:xfrm>
              <a:off x="1956624" y="231920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t1120"/>
            <p:cNvSpPr/>
            <p:nvPr/>
          </p:nvSpPr>
          <p:spPr>
            <a:xfrm>
              <a:off x="2116857" y="247162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t1121"/>
            <p:cNvSpPr/>
            <p:nvPr/>
          </p:nvSpPr>
          <p:spPr>
            <a:xfrm>
              <a:off x="2311807" y="270530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t1122"/>
            <p:cNvSpPr/>
            <p:nvPr/>
          </p:nvSpPr>
          <p:spPr>
            <a:xfrm>
              <a:off x="2044849" y="235010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t1123"/>
            <p:cNvSpPr/>
            <p:nvPr/>
          </p:nvSpPr>
          <p:spPr>
            <a:xfrm>
              <a:off x="2000451" y="173573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t1124"/>
            <p:cNvSpPr/>
            <p:nvPr/>
          </p:nvSpPr>
          <p:spPr>
            <a:xfrm>
              <a:off x="1936345" y="161316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t1125"/>
            <p:cNvSpPr/>
            <p:nvPr/>
          </p:nvSpPr>
          <p:spPr>
            <a:xfrm>
              <a:off x="2110676" y="175700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6"/>
            <p:cNvSpPr/>
            <p:nvPr/>
          </p:nvSpPr>
          <p:spPr>
            <a:xfrm>
              <a:off x="2167999" y="266516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7"/>
            <p:cNvSpPr/>
            <p:nvPr/>
          </p:nvSpPr>
          <p:spPr>
            <a:xfrm>
              <a:off x="2150536" y="255577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8"/>
            <p:cNvSpPr/>
            <p:nvPr/>
          </p:nvSpPr>
          <p:spPr>
            <a:xfrm>
              <a:off x="2250707" y="292457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29"/>
            <p:cNvSpPr/>
            <p:nvPr/>
          </p:nvSpPr>
          <p:spPr>
            <a:xfrm>
              <a:off x="2178760" y="166576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0"/>
            <p:cNvSpPr/>
            <p:nvPr/>
          </p:nvSpPr>
          <p:spPr>
            <a:xfrm>
              <a:off x="2083948" y="261187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1"/>
            <p:cNvSpPr/>
            <p:nvPr/>
          </p:nvSpPr>
          <p:spPr>
            <a:xfrm>
              <a:off x="2623829" y="251179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2"/>
            <p:cNvSpPr/>
            <p:nvPr/>
          </p:nvSpPr>
          <p:spPr>
            <a:xfrm>
              <a:off x="2188490" y="2321521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3"/>
            <p:cNvSpPr/>
            <p:nvPr/>
          </p:nvSpPr>
          <p:spPr>
            <a:xfrm>
              <a:off x="2085636" y="2551208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4"/>
            <p:cNvSpPr/>
            <p:nvPr/>
          </p:nvSpPr>
          <p:spPr>
            <a:xfrm>
              <a:off x="2130684" y="186006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5"/>
            <p:cNvSpPr/>
            <p:nvPr/>
          </p:nvSpPr>
          <p:spPr>
            <a:xfrm>
              <a:off x="2109907" y="166176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6"/>
            <p:cNvSpPr/>
            <p:nvPr/>
          </p:nvSpPr>
          <p:spPr>
            <a:xfrm>
              <a:off x="2133411" y="149900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7"/>
            <p:cNvSpPr/>
            <p:nvPr/>
          </p:nvSpPr>
          <p:spPr>
            <a:xfrm>
              <a:off x="2165405" y="197117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8"/>
            <p:cNvSpPr/>
            <p:nvPr/>
          </p:nvSpPr>
          <p:spPr>
            <a:xfrm>
              <a:off x="2144427" y="198576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39"/>
            <p:cNvSpPr/>
            <p:nvPr/>
          </p:nvSpPr>
          <p:spPr>
            <a:xfrm>
              <a:off x="2144302" y="178895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0"/>
            <p:cNvSpPr/>
            <p:nvPr/>
          </p:nvSpPr>
          <p:spPr>
            <a:xfrm>
              <a:off x="2107155" y="210658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1"/>
            <p:cNvSpPr/>
            <p:nvPr/>
          </p:nvSpPr>
          <p:spPr>
            <a:xfrm>
              <a:off x="1944300" y="248816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2"/>
            <p:cNvSpPr/>
            <p:nvPr/>
          </p:nvSpPr>
          <p:spPr>
            <a:xfrm>
              <a:off x="2225160" y="244472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3"/>
            <p:cNvSpPr/>
            <p:nvPr/>
          </p:nvSpPr>
          <p:spPr>
            <a:xfrm>
              <a:off x="1975602" y="228082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4"/>
            <p:cNvSpPr/>
            <p:nvPr/>
          </p:nvSpPr>
          <p:spPr>
            <a:xfrm>
              <a:off x="2089668" y="167367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5"/>
            <p:cNvSpPr/>
            <p:nvPr/>
          </p:nvSpPr>
          <p:spPr>
            <a:xfrm>
              <a:off x="1925022" y="241158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6"/>
            <p:cNvSpPr/>
            <p:nvPr/>
          </p:nvSpPr>
          <p:spPr>
            <a:xfrm>
              <a:off x="2021547" y="167881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7"/>
            <p:cNvSpPr/>
            <p:nvPr/>
          </p:nvSpPr>
          <p:spPr>
            <a:xfrm>
              <a:off x="2151491" y="239199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8"/>
            <p:cNvSpPr/>
            <p:nvPr/>
          </p:nvSpPr>
          <p:spPr>
            <a:xfrm>
              <a:off x="1991690" y="155214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49"/>
            <p:cNvSpPr/>
            <p:nvPr/>
          </p:nvSpPr>
          <p:spPr>
            <a:xfrm>
              <a:off x="2273104" y="260562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0"/>
            <p:cNvSpPr/>
            <p:nvPr/>
          </p:nvSpPr>
          <p:spPr>
            <a:xfrm>
              <a:off x="2051453" y="174033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1"/>
            <p:cNvSpPr/>
            <p:nvPr/>
          </p:nvSpPr>
          <p:spPr>
            <a:xfrm>
              <a:off x="2071433" y="247388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2"/>
            <p:cNvSpPr/>
            <p:nvPr/>
          </p:nvSpPr>
          <p:spPr>
            <a:xfrm>
              <a:off x="2425144" y="283112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3"/>
            <p:cNvSpPr/>
            <p:nvPr/>
          </p:nvSpPr>
          <p:spPr>
            <a:xfrm>
              <a:off x="1959519" y="195481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4"/>
            <p:cNvSpPr/>
            <p:nvPr/>
          </p:nvSpPr>
          <p:spPr>
            <a:xfrm>
              <a:off x="2028218" y="207016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5"/>
            <p:cNvSpPr/>
            <p:nvPr/>
          </p:nvSpPr>
          <p:spPr>
            <a:xfrm>
              <a:off x="2114484" y="215598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6"/>
            <p:cNvSpPr/>
            <p:nvPr/>
          </p:nvSpPr>
          <p:spPr>
            <a:xfrm>
              <a:off x="2071165" y="179757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7"/>
            <p:cNvSpPr/>
            <p:nvPr/>
          </p:nvSpPr>
          <p:spPr>
            <a:xfrm>
              <a:off x="1960560" y="246082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8"/>
            <p:cNvSpPr/>
            <p:nvPr/>
          </p:nvSpPr>
          <p:spPr>
            <a:xfrm>
              <a:off x="2148352" y="176813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59"/>
            <p:cNvSpPr/>
            <p:nvPr/>
          </p:nvSpPr>
          <p:spPr>
            <a:xfrm>
              <a:off x="1985165" y="189451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0"/>
            <p:cNvSpPr/>
            <p:nvPr/>
          </p:nvSpPr>
          <p:spPr>
            <a:xfrm>
              <a:off x="2049646" y="172985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1"/>
            <p:cNvSpPr/>
            <p:nvPr/>
          </p:nvSpPr>
          <p:spPr>
            <a:xfrm>
              <a:off x="2138956" y="219622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2"/>
            <p:cNvSpPr/>
            <p:nvPr/>
          </p:nvSpPr>
          <p:spPr>
            <a:xfrm>
              <a:off x="2128024" y="177583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3"/>
            <p:cNvSpPr/>
            <p:nvPr/>
          </p:nvSpPr>
          <p:spPr>
            <a:xfrm>
              <a:off x="2159906" y="202603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4"/>
            <p:cNvSpPr/>
            <p:nvPr/>
          </p:nvSpPr>
          <p:spPr>
            <a:xfrm>
              <a:off x="2132576" y="197267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5"/>
            <p:cNvSpPr/>
            <p:nvPr/>
          </p:nvSpPr>
          <p:spPr>
            <a:xfrm>
              <a:off x="2195300" y="256648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6"/>
            <p:cNvSpPr/>
            <p:nvPr/>
          </p:nvSpPr>
          <p:spPr>
            <a:xfrm>
              <a:off x="2905207" y="208412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7"/>
            <p:cNvSpPr/>
            <p:nvPr/>
          </p:nvSpPr>
          <p:spPr>
            <a:xfrm>
              <a:off x="2065859" y="165558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8"/>
            <p:cNvSpPr/>
            <p:nvPr/>
          </p:nvSpPr>
          <p:spPr>
            <a:xfrm>
              <a:off x="2163303" y="225926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69"/>
            <p:cNvSpPr/>
            <p:nvPr/>
          </p:nvSpPr>
          <p:spPr>
            <a:xfrm>
              <a:off x="2224384" y="252392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0"/>
            <p:cNvSpPr/>
            <p:nvPr/>
          </p:nvSpPr>
          <p:spPr>
            <a:xfrm>
              <a:off x="2065764" y="230078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1"/>
            <p:cNvSpPr/>
            <p:nvPr/>
          </p:nvSpPr>
          <p:spPr>
            <a:xfrm>
              <a:off x="2131808" y="158569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2"/>
            <p:cNvSpPr/>
            <p:nvPr/>
          </p:nvSpPr>
          <p:spPr>
            <a:xfrm>
              <a:off x="2049760" y="240751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3"/>
            <p:cNvSpPr/>
            <p:nvPr/>
          </p:nvSpPr>
          <p:spPr>
            <a:xfrm>
              <a:off x="2047660" y="162675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4"/>
            <p:cNvSpPr/>
            <p:nvPr/>
          </p:nvSpPr>
          <p:spPr>
            <a:xfrm>
              <a:off x="1924536" y="242214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5"/>
            <p:cNvSpPr/>
            <p:nvPr/>
          </p:nvSpPr>
          <p:spPr>
            <a:xfrm>
              <a:off x="2026228" y="173380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6"/>
            <p:cNvSpPr/>
            <p:nvPr/>
          </p:nvSpPr>
          <p:spPr>
            <a:xfrm>
              <a:off x="2055369" y="224076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7"/>
            <p:cNvSpPr/>
            <p:nvPr/>
          </p:nvSpPr>
          <p:spPr>
            <a:xfrm>
              <a:off x="1984870" y="236022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8"/>
            <p:cNvSpPr/>
            <p:nvPr/>
          </p:nvSpPr>
          <p:spPr>
            <a:xfrm>
              <a:off x="2187459" y="177417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79"/>
            <p:cNvSpPr/>
            <p:nvPr/>
          </p:nvSpPr>
          <p:spPr>
            <a:xfrm>
              <a:off x="2067979" y="173444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0"/>
            <p:cNvSpPr/>
            <p:nvPr/>
          </p:nvSpPr>
          <p:spPr>
            <a:xfrm>
              <a:off x="2057114" y="169673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1"/>
            <p:cNvSpPr/>
            <p:nvPr/>
          </p:nvSpPr>
          <p:spPr>
            <a:xfrm>
              <a:off x="2027031" y="252883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2"/>
            <p:cNvSpPr/>
            <p:nvPr/>
          </p:nvSpPr>
          <p:spPr>
            <a:xfrm>
              <a:off x="2143058" y="172731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3"/>
            <p:cNvSpPr/>
            <p:nvPr/>
          </p:nvSpPr>
          <p:spPr>
            <a:xfrm>
              <a:off x="2043971" y="160547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4"/>
            <p:cNvSpPr/>
            <p:nvPr/>
          </p:nvSpPr>
          <p:spPr>
            <a:xfrm>
              <a:off x="2062251" y="228360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5"/>
            <p:cNvSpPr/>
            <p:nvPr/>
          </p:nvSpPr>
          <p:spPr>
            <a:xfrm>
              <a:off x="2007294" y="153369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6"/>
            <p:cNvSpPr/>
            <p:nvPr/>
          </p:nvSpPr>
          <p:spPr>
            <a:xfrm>
              <a:off x="1991677" y="229104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7"/>
            <p:cNvSpPr/>
            <p:nvPr/>
          </p:nvSpPr>
          <p:spPr>
            <a:xfrm>
              <a:off x="1965742" y="215725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8"/>
            <p:cNvSpPr/>
            <p:nvPr/>
          </p:nvSpPr>
          <p:spPr>
            <a:xfrm>
              <a:off x="2228541" y="172793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89"/>
            <p:cNvSpPr/>
            <p:nvPr/>
          </p:nvSpPr>
          <p:spPr>
            <a:xfrm>
              <a:off x="2610505" y="211640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0"/>
            <p:cNvSpPr/>
            <p:nvPr/>
          </p:nvSpPr>
          <p:spPr>
            <a:xfrm>
              <a:off x="2076048" y="224276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1"/>
            <p:cNvSpPr/>
            <p:nvPr/>
          </p:nvSpPr>
          <p:spPr>
            <a:xfrm>
              <a:off x="2079974" y="174327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2"/>
            <p:cNvSpPr/>
            <p:nvPr/>
          </p:nvSpPr>
          <p:spPr>
            <a:xfrm>
              <a:off x="2203671" y="166847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3"/>
            <p:cNvSpPr/>
            <p:nvPr/>
          </p:nvSpPr>
          <p:spPr>
            <a:xfrm>
              <a:off x="2092411" y="171300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4"/>
            <p:cNvSpPr/>
            <p:nvPr/>
          </p:nvSpPr>
          <p:spPr>
            <a:xfrm>
              <a:off x="2050453" y="196203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5"/>
            <p:cNvSpPr/>
            <p:nvPr/>
          </p:nvSpPr>
          <p:spPr>
            <a:xfrm>
              <a:off x="1972792" y="221558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6"/>
            <p:cNvSpPr/>
            <p:nvPr/>
          </p:nvSpPr>
          <p:spPr>
            <a:xfrm>
              <a:off x="2086739" y="179859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7"/>
            <p:cNvSpPr/>
            <p:nvPr/>
          </p:nvSpPr>
          <p:spPr>
            <a:xfrm>
              <a:off x="2418895" y="233087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8"/>
            <p:cNvSpPr/>
            <p:nvPr/>
          </p:nvSpPr>
          <p:spPr>
            <a:xfrm>
              <a:off x="1947821" y="239194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199"/>
            <p:cNvSpPr/>
            <p:nvPr/>
          </p:nvSpPr>
          <p:spPr>
            <a:xfrm>
              <a:off x="2017899" y="167783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0"/>
            <p:cNvSpPr/>
            <p:nvPr/>
          </p:nvSpPr>
          <p:spPr>
            <a:xfrm>
              <a:off x="2092901" y="237361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1"/>
            <p:cNvSpPr/>
            <p:nvPr/>
          </p:nvSpPr>
          <p:spPr>
            <a:xfrm>
              <a:off x="1717674" y="274623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2"/>
            <p:cNvSpPr/>
            <p:nvPr/>
          </p:nvSpPr>
          <p:spPr>
            <a:xfrm>
              <a:off x="2090557" y="247915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3"/>
            <p:cNvSpPr/>
            <p:nvPr/>
          </p:nvSpPr>
          <p:spPr>
            <a:xfrm>
              <a:off x="2078332" y="166341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4"/>
            <p:cNvSpPr/>
            <p:nvPr/>
          </p:nvSpPr>
          <p:spPr>
            <a:xfrm>
              <a:off x="1965662" y="243021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5"/>
            <p:cNvSpPr/>
            <p:nvPr/>
          </p:nvSpPr>
          <p:spPr>
            <a:xfrm>
              <a:off x="2215623" y="176709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6"/>
            <p:cNvSpPr/>
            <p:nvPr/>
          </p:nvSpPr>
          <p:spPr>
            <a:xfrm>
              <a:off x="1924503" y="228699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7"/>
            <p:cNvSpPr/>
            <p:nvPr/>
          </p:nvSpPr>
          <p:spPr>
            <a:xfrm>
              <a:off x="2214767" y="230763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8"/>
            <p:cNvSpPr/>
            <p:nvPr/>
          </p:nvSpPr>
          <p:spPr>
            <a:xfrm>
              <a:off x="2121364" y="196552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09"/>
            <p:cNvSpPr/>
            <p:nvPr/>
          </p:nvSpPr>
          <p:spPr>
            <a:xfrm>
              <a:off x="2003541" y="228314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0"/>
            <p:cNvSpPr/>
            <p:nvPr/>
          </p:nvSpPr>
          <p:spPr>
            <a:xfrm>
              <a:off x="2127284" y="222817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1"/>
            <p:cNvSpPr/>
            <p:nvPr/>
          </p:nvSpPr>
          <p:spPr>
            <a:xfrm>
              <a:off x="2029509" y="175527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2"/>
            <p:cNvSpPr/>
            <p:nvPr/>
          </p:nvSpPr>
          <p:spPr>
            <a:xfrm>
              <a:off x="2098321" y="217421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3"/>
            <p:cNvSpPr/>
            <p:nvPr/>
          </p:nvSpPr>
          <p:spPr>
            <a:xfrm>
              <a:off x="2223580" y="178925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4"/>
            <p:cNvSpPr/>
            <p:nvPr/>
          </p:nvSpPr>
          <p:spPr>
            <a:xfrm>
              <a:off x="2483103" y="260216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5"/>
            <p:cNvSpPr/>
            <p:nvPr/>
          </p:nvSpPr>
          <p:spPr>
            <a:xfrm>
              <a:off x="2372045" y="181697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6"/>
            <p:cNvSpPr/>
            <p:nvPr/>
          </p:nvSpPr>
          <p:spPr>
            <a:xfrm>
              <a:off x="2054292" y="256041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7"/>
            <p:cNvSpPr/>
            <p:nvPr/>
          </p:nvSpPr>
          <p:spPr>
            <a:xfrm>
              <a:off x="2221464" y="245388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8"/>
            <p:cNvSpPr/>
            <p:nvPr/>
          </p:nvSpPr>
          <p:spPr>
            <a:xfrm>
              <a:off x="1812361" y="175241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19"/>
            <p:cNvSpPr/>
            <p:nvPr/>
          </p:nvSpPr>
          <p:spPr>
            <a:xfrm>
              <a:off x="2154543" y="163449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0"/>
            <p:cNvSpPr/>
            <p:nvPr/>
          </p:nvSpPr>
          <p:spPr>
            <a:xfrm>
              <a:off x="1981881" y="225052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1"/>
            <p:cNvSpPr/>
            <p:nvPr/>
          </p:nvSpPr>
          <p:spPr>
            <a:xfrm>
              <a:off x="2060055" y="162200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2"/>
            <p:cNvSpPr/>
            <p:nvPr/>
          </p:nvSpPr>
          <p:spPr>
            <a:xfrm>
              <a:off x="1861668" y="233878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3"/>
            <p:cNvSpPr/>
            <p:nvPr/>
          </p:nvSpPr>
          <p:spPr>
            <a:xfrm>
              <a:off x="2202746" y="158918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4"/>
            <p:cNvSpPr/>
            <p:nvPr/>
          </p:nvSpPr>
          <p:spPr>
            <a:xfrm>
              <a:off x="2310790" y="142742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5"/>
            <p:cNvSpPr/>
            <p:nvPr/>
          </p:nvSpPr>
          <p:spPr>
            <a:xfrm>
              <a:off x="2230074" y="252698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6"/>
            <p:cNvSpPr/>
            <p:nvPr/>
          </p:nvSpPr>
          <p:spPr>
            <a:xfrm>
              <a:off x="2226959" y="249264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7"/>
            <p:cNvSpPr/>
            <p:nvPr/>
          </p:nvSpPr>
          <p:spPr>
            <a:xfrm>
              <a:off x="2214242" y="187299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8"/>
            <p:cNvSpPr/>
            <p:nvPr/>
          </p:nvSpPr>
          <p:spPr>
            <a:xfrm>
              <a:off x="2249260" y="215924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29"/>
            <p:cNvSpPr/>
            <p:nvPr/>
          </p:nvSpPr>
          <p:spPr>
            <a:xfrm>
              <a:off x="2825021" y="204971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0"/>
            <p:cNvSpPr/>
            <p:nvPr/>
          </p:nvSpPr>
          <p:spPr>
            <a:xfrm>
              <a:off x="3238340" y="178540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t1231"/>
            <p:cNvSpPr/>
            <p:nvPr/>
          </p:nvSpPr>
          <p:spPr>
            <a:xfrm>
              <a:off x="2634859" y="236000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t1232"/>
            <p:cNvSpPr/>
            <p:nvPr/>
          </p:nvSpPr>
          <p:spPr>
            <a:xfrm>
              <a:off x="2578787" y="144728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t1233"/>
            <p:cNvSpPr/>
            <p:nvPr/>
          </p:nvSpPr>
          <p:spPr>
            <a:xfrm>
              <a:off x="2486005" y="158621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t1234"/>
            <p:cNvSpPr/>
            <p:nvPr/>
          </p:nvSpPr>
          <p:spPr>
            <a:xfrm>
              <a:off x="2507315" y="232716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t1235"/>
            <p:cNvSpPr/>
            <p:nvPr/>
          </p:nvSpPr>
          <p:spPr>
            <a:xfrm>
              <a:off x="2085393" y="152596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t1236"/>
            <p:cNvSpPr/>
            <p:nvPr/>
          </p:nvSpPr>
          <p:spPr>
            <a:xfrm>
              <a:off x="2062472" y="247013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t1237"/>
            <p:cNvSpPr/>
            <p:nvPr/>
          </p:nvSpPr>
          <p:spPr>
            <a:xfrm>
              <a:off x="2618514" y="225075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t1238"/>
            <p:cNvSpPr/>
            <p:nvPr/>
          </p:nvSpPr>
          <p:spPr>
            <a:xfrm>
              <a:off x="2205020" y="251173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t1239"/>
            <p:cNvSpPr/>
            <p:nvPr/>
          </p:nvSpPr>
          <p:spPr>
            <a:xfrm>
              <a:off x="2054865" y="178846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t1240"/>
            <p:cNvSpPr/>
            <p:nvPr/>
          </p:nvSpPr>
          <p:spPr>
            <a:xfrm>
              <a:off x="2341781" y="196459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t1241"/>
            <p:cNvSpPr/>
            <p:nvPr/>
          </p:nvSpPr>
          <p:spPr>
            <a:xfrm>
              <a:off x="2148597" y="259820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t1242"/>
            <p:cNvSpPr/>
            <p:nvPr/>
          </p:nvSpPr>
          <p:spPr>
            <a:xfrm>
              <a:off x="2175635" y="244465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t1243"/>
            <p:cNvSpPr/>
            <p:nvPr/>
          </p:nvSpPr>
          <p:spPr>
            <a:xfrm>
              <a:off x="2677233" y="180027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t1244"/>
            <p:cNvSpPr/>
            <p:nvPr/>
          </p:nvSpPr>
          <p:spPr>
            <a:xfrm>
              <a:off x="2665875" y="236020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t1245"/>
            <p:cNvSpPr/>
            <p:nvPr/>
          </p:nvSpPr>
          <p:spPr>
            <a:xfrm>
              <a:off x="3262015" y="181858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t1246"/>
            <p:cNvSpPr/>
            <p:nvPr/>
          </p:nvSpPr>
          <p:spPr>
            <a:xfrm>
              <a:off x="2643021" y="170073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t1247"/>
            <p:cNvSpPr/>
            <p:nvPr/>
          </p:nvSpPr>
          <p:spPr>
            <a:xfrm>
              <a:off x="2709971" y="234281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t1248"/>
            <p:cNvSpPr/>
            <p:nvPr/>
          </p:nvSpPr>
          <p:spPr>
            <a:xfrm>
              <a:off x="3344775" y="189552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t1249"/>
            <p:cNvSpPr/>
            <p:nvPr/>
          </p:nvSpPr>
          <p:spPr>
            <a:xfrm>
              <a:off x="2763892" y="220946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t1250"/>
            <p:cNvSpPr/>
            <p:nvPr/>
          </p:nvSpPr>
          <p:spPr>
            <a:xfrm>
              <a:off x="2132683" y="166662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t1251"/>
            <p:cNvSpPr/>
            <p:nvPr/>
          </p:nvSpPr>
          <p:spPr>
            <a:xfrm>
              <a:off x="2099940" y="224474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t1252"/>
            <p:cNvSpPr/>
            <p:nvPr/>
          </p:nvSpPr>
          <p:spPr>
            <a:xfrm>
              <a:off x="2266855" y="163064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t1253"/>
            <p:cNvSpPr/>
            <p:nvPr/>
          </p:nvSpPr>
          <p:spPr>
            <a:xfrm>
              <a:off x="2053415" y="224264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t1254"/>
            <p:cNvSpPr/>
            <p:nvPr/>
          </p:nvSpPr>
          <p:spPr>
            <a:xfrm>
              <a:off x="1860552" y="244496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t1255"/>
            <p:cNvSpPr/>
            <p:nvPr/>
          </p:nvSpPr>
          <p:spPr>
            <a:xfrm>
              <a:off x="2198280" y="168162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t1256"/>
            <p:cNvSpPr/>
            <p:nvPr/>
          </p:nvSpPr>
          <p:spPr>
            <a:xfrm>
              <a:off x="2132941" y="245320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t1257"/>
            <p:cNvSpPr/>
            <p:nvPr/>
          </p:nvSpPr>
          <p:spPr>
            <a:xfrm>
              <a:off x="2245455" y="273673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t1258"/>
            <p:cNvSpPr/>
            <p:nvPr/>
          </p:nvSpPr>
          <p:spPr>
            <a:xfrm>
              <a:off x="2166641" y="153385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t1259"/>
            <p:cNvSpPr/>
            <p:nvPr/>
          </p:nvSpPr>
          <p:spPr>
            <a:xfrm>
              <a:off x="2074401" y="254260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t1260"/>
            <p:cNvSpPr/>
            <p:nvPr/>
          </p:nvSpPr>
          <p:spPr>
            <a:xfrm>
              <a:off x="2713781" y="251688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t1261"/>
            <p:cNvSpPr/>
            <p:nvPr/>
          </p:nvSpPr>
          <p:spPr>
            <a:xfrm>
              <a:off x="2301363" y="265657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t1262"/>
            <p:cNvSpPr/>
            <p:nvPr/>
          </p:nvSpPr>
          <p:spPr>
            <a:xfrm>
              <a:off x="3166189" y="197848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t1263"/>
            <p:cNvSpPr/>
            <p:nvPr/>
          </p:nvSpPr>
          <p:spPr>
            <a:xfrm>
              <a:off x="1879371" y="260876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t1264"/>
            <p:cNvSpPr/>
            <p:nvPr/>
          </p:nvSpPr>
          <p:spPr>
            <a:xfrm>
              <a:off x="2337032" y="195249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t1265"/>
            <p:cNvSpPr/>
            <p:nvPr/>
          </p:nvSpPr>
          <p:spPr>
            <a:xfrm>
              <a:off x="2317890" y="246026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t1266"/>
            <p:cNvSpPr/>
            <p:nvPr/>
          </p:nvSpPr>
          <p:spPr>
            <a:xfrm>
              <a:off x="2986173" y="204229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t1267"/>
            <p:cNvSpPr/>
            <p:nvPr/>
          </p:nvSpPr>
          <p:spPr>
            <a:xfrm>
              <a:off x="2158239" y="268738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t1268"/>
            <p:cNvSpPr/>
            <p:nvPr/>
          </p:nvSpPr>
          <p:spPr>
            <a:xfrm>
              <a:off x="2187475" y="185411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t1269"/>
            <p:cNvSpPr/>
            <p:nvPr/>
          </p:nvSpPr>
          <p:spPr>
            <a:xfrm>
              <a:off x="2246031" y="254247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t1270"/>
            <p:cNvSpPr/>
            <p:nvPr/>
          </p:nvSpPr>
          <p:spPr>
            <a:xfrm>
              <a:off x="3108720" y="191394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t1271"/>
            <p:cNvSpPr/>
            <p:nvPr/>
          </p:nvSpPr>
          <p:spPr>
            <a:xfrm>
              <a:off x="2040145" y="273399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t1272"/>
            <p:cNvSpPr/>
            <p:nvPr/>
          </p:nvSpPr>
          <p:spPr>
            <a:xfrm>
              <a:off x="2987551" y="191375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t1273"/>
            <p:cNvSpPr/>
            <p:nvPr/>
          </p:nvSpPr>
          <p:spPr>
            <a:xfrm>
              <a:off x="2305210" y="282555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t1274"/>
            <p:cNvSpPr/>
            <p:nvPr/>
          </p:nvSpPr>
          <p:spPr>
            <a:xfrm>
              <a:off x="3207312" y="234760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t1275"/>
            <p:cNvSpPr/>
            <p:nvPr/>
          </p:nvSpPr>
          <p:spPr>
            <a:xfrm>
              <a:off x="2421229" y="186745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t1276"/>
            <p:cNvSpPr/>
            <p:nvPr/>
          </p:nvSpPr>
          <p:spPr>
            <a:xfrm>
              <a:off x="3200412" y="244360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t1277"/>
            <p:cNvSpPr/>
            <p:nvPr/>
          </p:nvSpPr>
          <p:spPr>
            <a:xfrm>
              <a:off x="2279639" y="188418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t1278"/>
            <p:cNvSpPr/>
            <p:nvPr/>
          </p:nvSpPr>
          <p:spPr>
            <a:xfrm>
              <a:off x="2281363" y="257073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t1279"/>
            <p:cNvSpPr/>
            <p:nvPr/>
          </p:nvSpPr>
          <p:spPr>
            <a:xfrm>
              <a:off x="3009766" y="218348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t1280"/>
            <p:cNvSpPr/>
            <p:nvPr/>
          </p:nvSpPr>
          <p:spPr>
            <a:xfrm>
              <a:off x="3118660" y="217247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t1281"/>
            <p:cNvSpPr/>
            <p:nvPr/>
          </p:nvSpPr>
          <p:spPr>
            <a:xfrm>
              <a:off x="2141439" y="266120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t1282"/>
            <p:cNvSpPr/>
            <p:nvPr/>
          </p:nvSpPr>
          <p:spPr>
            <a:xfrm>
              <a:off x="2364012" y="224229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t1283"/>
            <p:cNvSpPr/>
            <p:nvPr/>
          </p:nvSpPr>
          <p:spPr>
            <a:xfrm>
              <a:off x="3057835" y="213171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t1284"/>
            <p:cNvSpPr/>
            <p:nvPr/>
          </p:nvSpPr>
          <p:spPr>
            <a:xfrm>
              <a:off x="2415415" y="180919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t1285"/>
            <p:cNvSpPr/>
            <p:nvPr/>
          </p:nvSpPr>
          <p:spPr>
            <a:xfrm>
              <a:off x="2363587" y="274070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t1286"/>
            <p:cNvSpPr/>
            <p:nvPr/>
          </p:nvSpPr>
          <p:spPr>
            <a:xfrm>
              <a:off x="2858289" y="220217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t1287"/>
            <p:cNvSpPr/>
            <p:nvPr/>
          </p:nvSpPr>
          <p:spPr>
            <a:xfrm>
              <a:off x="2401901" y="260157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t1288"/>
            <p:cNvSpPr/>
            <p:nvPr/>
          </p:nvSpPr>
          <p:spPr>
            <a:xfrm>
              <a:off x="2498557" y="175614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t1289"/>
            <p:cNvSpPr/>
            <p:nvPr/>
          </p:nvSpPr>
          <p:spPr>
            <a:xfrm>
              <a:off x="2266942" y="254996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t1290"/>
            <p:cNvSpPr/>
            <p:nvPr/>
          </p:nvSpPr>
          <p:spPr>
            <a:xfrm>
              <a:off x="2375437" y="253245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t1291"/>
            <p:cNvSpPr/>
            <p:nvPr/>
          </p:nvSpPr>
          <p:spPr>
            <a:xfrm>
              <a:off x="2788726" y="210546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t1292"/>
            <p:cNvSpPr/>
            <p:nvPr/>
          </p:nvSpPr>
          <p:spPr>
            <a:xfrm>
              <a:off x="2627328" y="158382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t1293"/>
            <p:cNvSpPr/>
            <p:nvPr/>
          </p:nvSpPr>
          <p:spPr>
            <a:xfrm>
              <a:off x="2646655" y="226492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t1294"/>
            <p:cNvSpPr/>
            <p:nvPr/>
          </p:nvSpPr>
          <p:spPr>
            <a:xfrm>
              <a:off x="3190390" y="193972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t1295"/>
            <p:cNvSpPr/>
            <p:nvPr/>
          </p:nvSpPr>
          <p:spPr>
            <a:xfrm>
              <a:off x="2537441" y="226777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t1296"/>
            <p:cNvSpPr/>
            <p:nvPr/>
          </p:nvSpPr>
          <p:spPr>
            <a:xfrm>
              <a:off x="3192863" y="172289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t1297"/>
            <p:cNvSpPr/>
            <p:nvPr/>
          </p:nvSpPr>
          <p:spPr>
            <a:xfrm>
              <a:off x="2524335" y="234706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t1298"/>
            <p:cNvSpPr/>
            <p:nvPr/>
          </p:nvSpPr>
          <p:spPr>
            <a:xfrm>
              <a:off x="2681400" y="236934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t1299"/>
            <p:cNvSpPr/>
            <p:nvPr/>
          </p:nvSpPr>
          <p:spPr>
            <a:xfrm>
              <a:off x="2350680" y="245698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t1300"/>
            <p:cNvSpPr/>
            <p:nvPr/>
          </p:nvSpPr>
          <p:spPr>
            <a:xfrm>
              <a:off x="2466127" y="244470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t1301"/>
            <p:cNvSpPr/>
            <p:nvPr/>
          </p:nvSpPr>
          <p:spPr>
            <a:xfrm>
              <a:off x="2353163" y="187528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t1302"/>
            <p:cNvSpPr/>
            <p:nvPr/>
          </p:nvSpPr>
          <p:spPr>
            <a:xfrm>
              <a:off x="2088125" y="249743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t1303"/>
            <p:cNvSpPr/>
            <p:nvPr/>
          </p:nvSpPr>
          <p:spPr>
            <a:xfrm>
              <a:off x="2989641" y="197274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t1304"/>
            <p:cNvSpPr/>
            <p:nvPr/>
          </p:nvSpPr>
          <p:spPr>
            <a:xfrm>
              <a:off x="2226879" y="161668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t1305"/>
            <p:cNvSpPr/>
            <p:nvPr/>
          </p:nvSpPr>
          <p:spPr>
            <a:xfrm>
              <a:off x="2043132" y="253159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t1306"/>
            <p:cNvSpPr/>
            <p:nvPr/>
          </p:nvSpPr>
          <p:spPr>
            <a:xfrm>
              <a:off x="2480077" y="184886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t1307"/>
            <p:cNvSpPr/>
            <p:nvPr/>
          </p:nvSpPr>
          <p:spPr>
            <a:xfrm>
              <a:off x="2256555" y="266869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t1308"/>
            <p:cNvSpPr/>
            <p:nvPr/>
          </p:nvSpPr>
          <p:spPr>
            <a:xfrm>
              <a:off x="2959109" y="183910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t1309"/>
            <p:cNvSpPr/>
            <p:nvPr/>
          </p:nvSpPr>
          <p:spPr>
            <a:xfrm>
              <a:off x="3007262" y="212900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t1310"/>
            <p:cNvSpPr/>
            <p:nvPr/>
          </p:nvSpPr>
          <p:spPr>
            <a:xfrm>
              <a:off x="2148982" y="268598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t1311"/>
            <p:cNvSpPr/>
            <p:nvPr/>
          </p:nvSpPr>
          <p:spPr>
            <a:xfrm>
              <a:off x="2527543" y="164473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t1312"/>
            <p:cNvSpPr/>
            <p:nvPr/>
          </p:nvSpPr>
          <p:spPr>
            <a:xfrm>
              <a:off x="2501852" y="230338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t1313"/>
            <p:cNvSpPr/>
            <p:nvPr/>
          </p:nvSpPr>
          <p:spPr>
            <a:xfrm>
              <a:off x="3712823" y="208593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t1314"/>
            <p:cNvSpPr/>
            <p:nvPr/>
          </p:nvSpPr>
          <p:spPr>
            <a:xfrm>
              <a:off x="3361836" y="208914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t1315"/>
            <p:cNvSpPr/>
            <p:nvPr/>
          </p:nvSpPr>
          <p:spPr>
            <a:xfrm>
              <a:off x="2490175" y="235256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t1316"/>
            <p:cNvSpPr/>
            <p:nvPr/>
          </p:nvSpPr>
          <p:spPr>
            <a:xfrm>
              <a:off x="2371112" y="244946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t1317"/>
            <p:cNvSpPr/>
            <p:nvPr/>
          </p:nvSpPr>
          <p:spPr>
            <a:xfrm>
              <a:off x="2430647" y="174042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t1318"/>
            <p:cNvSpPr/>
            <p:nvPr/>
          </p:nvSpPr>
          <p:spPr>
            <a:xfrm>
              <a:off x="3154244" y="184032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t1319"/>
            <p:cNvSpPr/>
            <p:nvPr/>
          </p:nvSpPr>
          <p:spPr>
            <a:xfrm>
              <a:off x="2356113" y="231279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t1320"/>
            <p:cNvSpPr/>
            <p:nvPr/>
          </p:nvSpPr>
          <p:spPr>
            <a:xfrm>
              <a:off x="2559489" y="163117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t1321"/>
            <p:cNvSpPr/>
            <p:nvPr/>
          </p:nvSpPr>
          <p:spPr>
            <a:xfrm>
              <a:off x="2670155" y="213606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t1322"/>
            <p:cNvSpPr/>
            <p:nvPr/>
          </p:nvSpPr>
          <p:spPr>
            <a:xfrm>
              <a:off x="3417479" y="207970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t1323"/>
            <p:cNvSpPr/>
            <p:nvPr/>
          </p:nvSpPr>
          <p:spPr>
            <a:xfrm>
              <a:off x="2715997" y="237024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t1324"/>
            <p:cNvSpPr/>
            <p:nvPr/>
          </p:nvSpPr>
          <p:spPr>
            <a:xfrm>
              <a:off x="2411885" y="232015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t1325"/>
            <p:cNvSpPr/>
            <p:nvPr/>
          </p:nvSpPr>
          <p:spPr>
            <a:xfrm>
              <a:off x="2592665" y="236779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t1326"/>
            <p:cNvSpPr/>
            <p:nvPr/>
          </p:nvSpPr>
          <p:spPr>
            <a:xfrm>
              <a:off x="3621439" y="176400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t1327"/>
            <p:cNvSpPr/>
            <p:nvPr/>
          </p:nvSpPr>
          <p:spPr>
            <a:xfrm>
              <a:off x="2642571" y="254217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t1328"/>
            <p:cNvSpPr/>
            <p:nvPr/>
          </p:nvSpPr>
          <p:spPr>
            <a:xfrm>
              <a:off x="2667228" y="165580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t1329"/>
            <p:cNvSpPr/>
            <p:nvPr/>
          </p:nvSpPr>
          <p:spPr>
            <a:xfrm>
              <a:off x="2994280" y="230125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t1330"/>
            <p:cNvSpPr/>
            <p:nvPr/>
          </p:nvSpPr>
          <p:spPr>
            <a:xfrm>
              <a:off x="2277612" y="278362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t1331"/>
            <p:cNvSpPr/>
            <p:nvPr/>
          </p:nvSpPr>
          <p:spPr>
            <a:xfrm>
              <a:off x="2486434" y="215854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t1332"/>
            <p:cNvSpPr/>
            <p:nvPr/>
          </p:nvSpPr>
          <p:spPr>
            <a:xfrm>
              <a:off x="3643463" y="229922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t1333"/>
            <p:cNvSpPr/>
            <p:nvPr/>
          </p:nvSpPr>
          <p:spPr>
            <a:xfrm>
              <a:off x="2358237" y="188600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t1334"/>
            <p:cNvSpPr/>
            <p:nvPr/>
          </p:nvSpPr>
          <p:spPr>
            <a:xfrm>
              <a:off x="2848697" y="219756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t1335"/>
            <p:cNvSpPr/>
            <p:nvPr/>
          </p:nvSpPr>
          <p:spPr>
            <a:xfrm>
              <a:off x="2289653" y="170482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t1336"/>
            <p:cNvSpPr/>
            <p:nvPr/>
          </p:nvSpPr>
          <p:spPr>
            <a:xfrm>
              <a:off x="2124464" y="261378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t1337"/>
            <p:cNvSpPr/>
            <p:nvPr/>
          </p:nvSpPr>
          <p:spPr>
            <a:xfrm>
              <a:off x="3073372" y="206889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t1338"/>
            <p:cNvSpPr/>
            <p:nvPr/>
          </p:nvSpPr>
          <p:spPr>
            <a:xfrm>
              <a:off x="2027138" y="249368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t1339"/>
            <p:cNvSpPr/>
            <p:nvPr/>
          </p:nvSpPr>
          <p:spPr>
            <a:xfrm>
              <a:off x="2194357" y="179524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t1340"/>
            <p:cNvSpPr/>
            <p:nvPr/>
          </p:nvSpPr>
          <p:spPr>
            <a:xfrm>
              <a:off x="2400645" y="216114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t1341"/>
            <p:cNvSpPr/>
            <p:nvPr/>
          </p:nvSpPr>
          <p:spPr>
            <a:xfrm>
              <a:off x="2487007" y="206113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t1342"/>
            <p:cNvSpPr/>
            <p:nvPr/>
          </p:nvSpPr>
          <p:spPr>
            <a:xfrm>
              <a:off x="2801092" y="236696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t1343"/>
            <p:cNvSpPr/>
            <p:nvPr/>
          </p:nvSpPr>
          <p:spPr>
            <a:xfrm>
              <a:off x="2282753" y="167735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t1344"/>
            <p:cNvSpPr/>
            <p:nvPr/>
          </p:nvSpPr>
          <p:spPr>
            <a:xfrm>
              <a:off x="2264493" y="255270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t1345"/>
            <p:cNvSpPr/>
            <p:nvPr/>
          </p:nvSpPr>
          <p:spPr>
            <a:xfrm>
              <a:off x="2056054" y="190465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t1346"/>
            <p:cNvSpPr/>
            <p:nvPr/>
          </p:nvSpPr>
          <p:spPr>
            <a:xfrm>
              <a:off x="2109054" y="157990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t1347"/>
            <p:cNvSpPr/>
            <p:nvPr/>
          </p:nvSpPr>
          <p:spPr>
            <a:xfrm>
              <a:off x="2153606" y="186547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t1348"/>
            <p:cNvSpPr/>
            <p:nvPr/>
          </p:nvSpPr>
          <p:spPr>
            <a:xfrm>
              <a:off x="3030534" y="214921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t1349"/>
            <p:cNvSpPr/>
            <p:nvPr/>
          </p:nvSpPr>
          <p:spPr>
            <a:xfrm>
              <a:off x="1941451" y="264021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t1350"/>
            <p:cNvSpPr/>
            <p:nvPr/>
          </p:nvSpPr>
          <p:spPr>
            <a:xfrm>
              <a:off x="2158774" y="175061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t1351"/>
            <p:cNvSpPr/>
            <p:nvPr/>
          </p:nvSpPr>
          <p:spPr>
            <a:xfrm>
              <a:off x="2425731" y="255081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t1352"/>
            <p:cNvSpPr/>
            <p:nvPr/>
          </p:nvSpPr>
          <p:spPr>
            <a:xfrm>
              <a:off x="2989631" y="214124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t1353"/>
            <p:cNvSpPr/>
            <p:nvPr/>
          </p:nvSpPr>
          <p:spPr>
            <a:xfrm>
              <a:off x="2089242" y="178473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t1354"/>
            <p:cNvSpPr/>
            <p:nvPr/>
          </p:nvSpPr>
          <p:spPr>
            <a:xfrm>
              <a:off x="3042409" y="249591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t1355"/>
            <p:cNvSpPr/>
            <p:nvPr/>
          </p:nvSpPr>
          <p:spPr>
            <a:xfrm>
              <a:off x="2348832" y="147326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t1356"/>
            <p:cNvSpPr/>
            <p:nvPr/>
          </p:nvSpPr>
          <p:spPr>
            <a:xfrm>
              <a:off x="2601352" y="257591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t1357"/>
            <p:cNvSpPr/>
            <p:nvPr/>
          </p:nvSpPr>
          <p:spPr>
            <a:xfrm>
              <a:off x="2274708" y="279029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t1358"/>
            <p:cNvSpPr/>
            <p:nvPr/>
          </p:nvSpPr>
          <p:spPr>
            <a:xfrm>
              <a:off x="2091127" y="191490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t1359"/>
            <p:cNvSpPr/>
            <p:nvPr/>
          </p:nvSpPr>
          <p:spPr>
            <a:xfrm>
              <a:off x="2893307" y="171760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t1360"/>
            <p:cNvSpPr/>
            <p:nvPr/>
          </p:nvSpPr>
          <p:spPr>
            <a:xfrm>
              <a:off x="2878386" y="184310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t1361"/>
            <p:cNvSpPr/>
            <p:nvPr/>
          </p:nvSpPr>
          <p:spPr>
            <a:xfrm>
              <a:off x="2168439" y="193002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t1362"/>
            <p:cNvSpPr/>
            <p:nvPr/>
          </p:nvSpPr>
          <p:spPr>
            <a:xfrm>
              <a:off x="2125904" y="163237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t1363"/>
            <p:cNvSpPr/>
            <p:nvPr/>
          </p:nvSpPr>
          <p:spPr>
            <a:xfrm>
              <a:off x="2084508" y="268829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t1364"/>
            <p:cNvSpPr/>
            <p:nvPr/>
          </p:nvSpPr>
          <p:spPr>
            <a:xfrm>
              <a:off x="3106831" y="205081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t1365"/>
            <p:cNvSpPr/>
            <p:nvPr/>
          </p:nvSpPr>
          <p:spPr>
            <a:xfrm>
              <a:off x="2674928" y="227772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t1366"/>
            <p:cNvSpPr/>
            <p:nvPr/>
          </p:nvSpPr>
          <p:spPr>
            <a:xfrm>
              <a:off x="2031303" y="164236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t1367"/>
            <p:cNvSpPr/>
            <p:nvPr/>
          </p:nvSpPr>
          <p:spPr>
            <a:xfrm>
              <a:off x="3116899" y="220369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t1368"/>
            <p:cNvSpPr/>
            <p:nvPr/>
          </p:nvSpPr>
          <p:spPr>
            <a:xfrm>
              <a:off x="3204955" y="234433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t1369"/>
            <p:cNvSpPr/>
            <p:nvPr/>
          </p:nvSpPr>
          <p:spPr>
            <a:xfrm>
              <a:off x="2685879" y="255338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t1370"/>
            <p:cNvSpPr/>
            <p:nvPr/>
          </p:nvSpPr>
          <p:spPr>
            <a:xfrm>
              <a:off x="2860176" y="251283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t1371"/>
            <p:cNvSpPr/>
            <p:nvPr/>
          </p:nvSpPr>
          <p:spPr>
            <a:xfrm>
              <a:off x="2177645" y="189968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t1372"/>
            <p:cNvSpPr/>
            <p:nvPr/>
          </p:nvSpPr>
          <p:spPr>
            <a:xfrm>
              <a:off x="3102997" y="208196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t1373"/>
            <p:cNvSpPr/>
            <p:nvPr/>
          </p:nvSpPr>
          <p:spPr>
            <a:xfrm>
              <a:off x="2628833" y="249294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t1374"/>
            <p:cNvSpPr/>
            <p:nvPr/>
          </p:nvSpPr>
          <p:spPr>
            <a:xfrm>
              <a:off x="2228858" y="201597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t1375"/>
            <p:cNvSpPr/>
            <p:nvPr/>
          </p:nvSpPr>
          <p:spPr>
            <a:xfrm>
              <a:off x="3131087" y="206478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t1376"/>
            <p:cNvSpPr/>
            <p:nvPr/>
          </p:nvSpPr>
          <p:spPr>
            <a:xfrm>
              <a:off x="3223381" y="212228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t1377"/>
            <p:cNvSpPr/>
            <p:nvPr/>
          </p:nvSpPr>
          <p:spPr>
            <a:xfrm>
              <a:off x="2163831" y="195250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t1378"/>
            <p:cNvSpPr/>
            <p:nvPr/>
          </p:nvSpPr>
          <p:spPr>
            <a:xfrm>
              <a:off x="2649082" y="226980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t1379"/>
            <p:cNvSpPr/>
            <p:nvPr/>
          </p:nvSpPr>
          <p:spPr>
            <a:xfrm>
              <a:off x="2264350" y="196518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t1380"/>
            <p:cNvSpPr/>
            <p:nvPr/>
          </p:nvSpPr>
          <p:spPr>
            <a:xfrm>
              <a:off x="2742261" y="232056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t1381"/>
            <p:cNvSpPr/>
            <p:nvPr/>
          </p:nvSpPr>
          <p:spPr>
            <a:xfrm>
              <a:off x="2756536" y="244803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t1382"/>
            <p:cNvSpPr/>
            <p:nvPr/>
          </p:nvSpPr>
          <p:spPr>
            <a:xfrm>
              <a:off x="2594422" y="178633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t1383"/>
            <p:cNvSpPr/>
            <p:nvPr/>
          </p:nvSpPr>
          <p:spPr>
            <a:xfrm>
              <a:off x="3110344" y="211615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t1384"/>
            <p:cNvSpPr/>
            <p:nvPr/>
          </p:nvSpPr>
          <p:spPr>
            <a:xfrm>
              <a:off x="2327097" y="289956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t1385"/>
            <p:cNvSpPr/>
            <p:nvPr/>
          </p:nvSpPr>
          <p:spPr>
            <a:xfrm>
              <a:off x="2738211" y="243813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t1386"/>
            <p:cNvSpPr/>
            <p:nvPr/>
          </p:nvSpPr>
          <p:spPr>
            <a:xfrm>
              <a:off x="2315594" y="180232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t1387"/>
            <p:cNvSpPr/>
            <p:nvPr/>
          </p:nvSpPr>
          <p:spPr>
            <a:xfrm>
              <a:off x="3124390" y="206432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t1388"/>
            <p:cNvSpPr/>
            <p:nvPr/>
          </p:nvSpPr>
          <p:spPr>
            <a:xfrm>
              <a:off x="2195640" y="212841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t1389"/>
            <p:cNvSpPr/>
            <p:nvPr/>
          </p:nvSpPr>
          <p:spPr>
            <a:xfrm>
              <a:off x="2449519" y="276944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t1390"/>
            <p:cNvSpPr/>
            <p:nvPr/>
          </p:nvSpPr>
          <p:spPr>
            <a:xfrm>
              <a:off x="2791168" y="245461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t1391"/>
            <p:cNvSpPr/>
            <p:nvPr/>
          </p:nvSpPr>
          <p:spPr>
            <a:xfrm>
              <a:off x="2317674" y="162177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t1392"/>
            <p:cNvSpPr/>
            <p:nvPr/>
          </p:nvSpPr>
          <p:spPr>
            <a:xfrm>
              <a:off x="2184253" y="180261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t1393"/>
            <p:cNvSpPr/>
            <p:nvPr/>
          </p:nvSpPr>
          <p:spPr>
            <a:xfrm>
              <a:off x="2545269" y="260655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t1394"/>
            <p:cNvSpPr/>
            <p:nvPr/>
          </p:nvSpPr>
          <p:spPr>
            <a:xfrm>
              <a:off x="2208869" y="174645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t1395"/>
            <p:cNvSpPr/>
            <p:nvPr/>
          </p:nvSpPr>
          <p:spPr>
            <a:xfrm>
              <a:off x="2143545" y="261561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t1396"/>
            <p:cNvSpPr/>
            <p:nvPr/>
          </p:nvSpPr>
          <p:spPr>
            <a:xfrm>
              <a:off x="3001149" y="187027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t1397"/>
            <p:cNvSpPr/>
            <p:nvPr/>
          </p:nvSpPr>
          <p:spPr>
            <a:xfrm>
              <a:off x="2067675" y="168228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t1398"/>
            <p:cNvSpPr/>
            <p:nvPr/>
          </p:nvSpPr>
          <p:spPr>
            <a:xfrm>
              <a:off x="2771702" y="222927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t1399"/>
            <p:cNvSpPr/>
            <p:nvPr/>
          </p:nvSpPr>
          <p:spPr>
            <a:xfrm>
              <a:off x="2169034" y="246971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t1400"/>
            <p:cNvSpPr/>
            <p:nvPr/>
          </p:nvSpPr>
          <p:spPr>
            <a:xfrm>
              <a:off x="3093465" y="194622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t1401"/>
            <p:cNvSpPr/>
            <p:nvPr/>
          </p:nvSpPr>
          <p:spPr>
            <a:xfrm>
              <a:off x="2090316" y="176043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t1402"/>
            <p:cNvSpPr/>
            <p:nvPr/>
          </p:nvSpPr>
          <p:spPr>
            <a:xfrm>
              <a:off x="2772625" y="253757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t1403"/>
            <p:cNvSpPr/>
            <p:nvPr/>
          </p:nvSpPr>
          <p:spPr>
            <a:xfrm>
              <a:off x="2304176" y="161689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t1404"/>
            <p:cNvSpPr/>
            <p:nvPr/>
          </p:nvSpPr>
          <p:spPr>
            <a:xfrm>
              <a:off x="3456023" y="218906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t1405"/>
            <p:cNvSpPr/>
            <p:nvPr/>
          </p:nvSpPr>
          <p:spPr>
            <a:xfrm>
              <a:off x="2948747" y="235647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t1406"/>
            <p:cNvSpPr/>
            <p:nvPr/>
          </p:nvSpPr>
          <p:spPr>
            <a:xfrm>
              <a:off x="2173056" y="166878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t1407"/>
            <p:cNvSpPr/>
            <p:nvPr/>
          </p:nvSpPr>
          <p:spPr>
            <a:xfrm>
              <a:off x="2549925" y="241530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t1408"/>
            <p:cNvSpPr/>
            <p:nvPr/>
          </p:nvSpPr>
          <p:spPr>
            <a:xfrm>
              <a:off x="2164405" y="262542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t1409"/>
            <p:cNvSpPr/>
            <p:nvPr/>
          </p:nvSpPr>
          <p:spPr>
            <a:xfrm>
              <a:off x="2081245" y="186354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t1410"/>
            <p:cNvSpPr/>
            <p:nvPr/>
          </p:nvSpPr>
          <p:spPr>
            <a:xfrm>
              <a:off x="2134985" y="273933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t1411"/>
            <p:cNvSpPr/>
            <p:nvPr/>
          </p:nvSpPr>
          <p:spPr>
            <a:xfrm>
              <a:off x="2273460" y="190880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t1412"/>
            <p:cNvSpPr/>
            <p:nvPr/>
          </p:nvSpPr>
          <p:spPr>
            <a:xfrm>
              <a:off x="1979954" y="246650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t1413"/>
            <p:cNvSpPr/>
            <p:nvPr/>
          </p:nvSpPr>
          <p:spPr>
            <a:xfrm>
              <a:off x="2118870" y="159035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t1414"/>
            <p:cNvSpPr/>
            <p:nvPr/>
          </p:nvSpPr>
          <p:spPr>
            <a:xfrm>
              <a:off x="2171155" y="201394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t1415"/>
            <p:cNvSpPr/>
            <p:nvPr/>
          </p:nvSpPr>
          <p:spPr>
            <a:xfrm>
              <a:off x="2854738" y="217888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t1416"/>
            <p:cNvSpPr/>
            <p:nvPr/>
          </p:nvSpPr>
          <p:spPr>
            <a:xfrm>
              <a:off x="2891237" y="245009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t1417"/>
            <p:cNvSpPr/>
            <p:nvPr/>
          </p:nvSpPr>
          <p:spPr>
            <a:xfrm>
              <a:off x="2144852" y="167342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t1418"/>
            <p:cNvSpPr/>
            <p:nvPr/>
          </p:nvSpPr>
          <p:spPr>
            <a:xfrm>
              <a:off x="2905420" y="267252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t1419"/>
            <p:cNvSpPr/>
            <p:nvPr/>
          </p:nvSpPr>
          <p:spPr>
            <a:xfrm>
              <a:off x="2454068" y="173529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t1420"/>
            <p:cNvSpPr/>
            <p:nvPr/>
          </p:nvSpPr>
          <p:spPr>
            <a:xfrm>
              <a:off x="2277694" y="293227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t1421"/>
            <p:cNvSpPr/>
            <p:nvPr/>
          </p:nvSpPr>
          <p:spPr>
            <a:xfrm>
              <a:off x="3139140" y="193728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t1422"/>
            <p:cNvSpPr/>
            <p:nvPr/>
          </p:nvSpPr>
          <p:spPr>
            <a:xfrm>
              <a:off x="2213783" y="280883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t1423"/>
            <p:cNvSpPr/>
            <p:nvPr/>
          </p:nvSpPr>
          <p:spPr>
            <a:xfrm>
              <a:off x="2213915" y="175967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t1424"/>
            <p:cNvSpPr/>
            <p:nvPr/>
          </p:nvSpPr>
          <p:spPr>
            <a:xfrm>
              <a:off x="2181673" y="265398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t1425"/>
            <p:cNvSpPr/>
            <p:nvPr/>
          </p:nvSpPr>
          <p:spPr>
            <a:xfrm>
              <a:off x="2129346" y="183647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t1426"/>
            <p:cNvSpPr/>
            <p:nvPr/>
          </p:nvSpPr>
          <p:spPr>
            <a:xfrm>
              <a:off x="2463070" y="224457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t1427"/>
            <p:cNvSpPr/>
            <p:nvPr/>
          </p:nvSpPr>
          <p:spPr>
            <a:xfrm>
              <a:off x="2791215" y="204257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t1428"/>
            <p:cNvSpPr/>
            <p:nvPr/>
          </p:nvSpPr>
          <p:spPr>
            <a:xfrm>
              <a:off x="2021335" y="251898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t1429"/>
            <p:cNvSpPr/>
            <p:nvPr/>
          </p:nvSpPr>
          <p:spPr>
            <a:xfrm>
              <a:off x="2741617" y="243549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t1430"/>
            <p:cNvSpPr/>
            <p:nvPr/>
          </p:nvSpPr>
          <p:spPr>
            <a:xfrm>
              <a:off x="2622226" y="201953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t1431"/>
            <p:cNvSpPr/>
            <p:nvPr/>
          </p:nvSpPr>
          <p:spPr>
            <a:xfrm>
              <a:off x="2930297" y="245748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t1432"/>
            <p:cNvSpPr/>
            <p:nvPr/>
          </p:nvSpPr>
          <p:spPr>
            <a:xfrm>
              <a:off x="2301992" y="178671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t1433"/>
            <p:cNvSpPr/>
            <p:nvPr/>
          </p:nvSpPr>
          <p:spPr>
            <a:xfrm>
              <a:off x="2205845" y="266695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t1434"/>
            <p:cNvSpPr/>
            <p:nvPr/>
          </p:nvSpPr>
          <p:spPr>
            <a:xfrm>
              <a:off x="2313537" y="220008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t1435"/>
            <p:cNvSpPr/>
            <p:nvPr/>
          </p:nvSpPr>
          <p:spPr>
            <a:xfrm>
              <a:off x="2114457" y="170159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t1436"/>
            <p:cNvSpPr/>
            <p:nvPr/>
          </p:nvSpPr>
          <p:spPr>
            <a:xfrm>
              <a:off x="2551076" y="225023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t1437"/>
            <p:cNvSpPr/>
            <p:nvPr/>
          </p:nvSpPr>
          <p:spPr>
            <a:xfrm>
              <a:off x="2080291" y="245443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t1438"/>
            <p:cNvSpPr/>
            <p:nvPr/>
          </p:nvSpPr>
          <p:spPr>
            <a:xfrm>
              <a:off x="2530154" y="246444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t1439"/>
            <p:cNvSpPr/>
            <p:nvPr/>
          </p:nvSpPr>
          <p:spPr>
            <a:xfrm>
              <a:off x="2554248" y="209741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t1440"/>
            <p:cNvSpPr/>
            <p:nvPr/>
          </p:nvSpPr>
          <p:spPr>
            <a:xfrm>
              <a:off x="2259539" y="203506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t1441"/>
            <p:cNvSpPr/>
            <p:nvPr/>
          </p:nvSpPr>
          <p:spPr>
            <a:xfrm>
              <a:off x="3111050" y="196658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t1442"/>
            <p:cNvSpPr/>
            <p:nvPr/>
          </p:nvSpPr>
          <p:spPr>
            <a:xfrm>
              <a:off x="2353290" y="275018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t1443"/>
            <p:cNvSpPr/>
            <p:nvPr/>
          </p:nvSpPr>
          <p:spPr>
            <a:xfrm>
              <a:off x="2181944" y="170553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t1444"/>
            <p:cNvSpPr/>
            <p:nvPr/>
          </p:nvSpPr>
          <p:spPr>
            <a:xfrm>
              <a:off x="2117746" y="175198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t1445"/>
            <p:cNvSpPr/>
            <p:nvPr/>
          </p:nvSpPr>
          <p:spPr>
            <a:xfrm>
              <a:off x="2682778" y="250282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t1446"/>
            <p:cNvSpPr/>
            <p:nvPr/>
          </p:nvSpPr>
          <p:spPr>
            <a:xfrm>
              <a:off x="2818416" y="246051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t1447"/>
            <p:cNvSpPr/>
            <p:nvPr/>
          </p:nvSpPr>
          <p:spPr>
            <a:xfrm>
              <a:off x="2545345" y="2371493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t1448"/>
            <p:cNvSpPr/>
            <p:nvPr/>
          </p:nvSpPr>
          <p:spPr>
            <a:xfrm>
              <a:off x="2964873" y="172781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t1449"/>
            <p:cNvSpPr/>
            <p:nvPr/>
          </p:nvSpPr>
          <p:spPr>
            <a:xfrm>
              <a:off x="2354591" y="258871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t1450"/>
            <p:cNvSpPr/>
            <p:nvPr/>
          </p:nvSpPr>
          <p:spPr>
            <a:xfrm>
              <a:off x="2458375" y="239682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t1451"/>
            <p:cNvSpPr/>
            <p:nvPr/>
          </p:nvSpPr>
          <p:spPr>
            <a:xfrm>
              <a:off x="2492181" y="2402660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t1452"/>
            <p:cNvSpPr/>
            <p:nvPr/>
          </p:nvSpPr>
          <p:spPr>
            <a:xfrm>
              <a:off x="2827078" y="170531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t1453"/>
            <p:cNvSpPr/>
            <p:nvPr/>
          </p:nvSpPr>
          <p:spPr>
            <a:xfrm>
              <a:off x="3084771" y="167418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t1454"/>
            <p:cNvSpPr/>
            <p:nvPr/>
          </p:nvSpPr>
          <p:spPr>
            <a:xfrm>
              <a:off x="2290338" y="2615129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t1455"/>
            <p:cNvSpPr/>
            <p:nvPr/>
          </p:nvSpPr>
          <p:spPr>
            <a:xfrm>
              <a:off x="2843420" y="224385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t1456"/>
            <p:cNvSpPr/>
            <p:nvPr/>
          </p:nvSpPr>
          <p:spPr>
            <a:xfrm>
              <a:off x="2577867" y="2560289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t1457"/>
            <p:cNvSpPr/>
            <p:nvPr/>
          </p:nvSpPr>
          <p:spPr>
            <a:xfrm>
              <a:off x="2922345" y="180143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t1458"/>
            <p:cNvSpPr/>
            <p:nvPr/>
          </p:nvSpPr>
          <p:spPr>
            <a:xfrm>
              <a:off x="2414703" y="234740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t1459"/>
            <p:cNvSpPr/>
            <p:nvPr/>
          </p:nvSpPr>
          <p:spPr>
            <a:xfrm>
              <a:off x="2978013" y="201468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t1460"/>
            <p:cNvSpPr/>
            <p:nvPr/>
          </p:nvSpPr>
          <p:spPr>
            <a:xfrm>
              <a:off x="2832619" y="271582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t1461"/>
            <p:cNvSpPr/>
            <p:nvPr/>
          </p:nvSpPr>
          <p:spPr>
            <a:xfrm>
              <a:off x="3141050" y="197872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t1462"/>
            <p:cNvSpPr/>
            <p:nvPr/>
          </p:nvSpPr>
          <p:spPr>
            <a:xfrm>
              <a:off x="2955531" y="169587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t1463"/>
            <p:cNvSpPr/>
            <p:nvPr/>
          </p:nvSpPr>
          <p:spPr>
            <a:xfrm>
              <a:off x="2935509" y="234585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t1464"/>
            <p:cNvSpPr/>
            <p:nvPr/>
          </p:nvSpPr>
          <p:spPr>
            <a:xfrm>
              <a:off x="2995503" y="244511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t1465"/>
            <p:cNvSpPr/>
            <p:nvPr/>
          </p:nvSpPr>
          <p:spPr>
            <a:xfrm>
              <a:off x="2822131" y="205424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t1466"/>
            <p:cNvSpPr/>
            <p:nvPr/>
          </p:nvSpPr>
          <p:spPr>
            <a:xfrm>
              <a:off x="2735450" y="268807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t1467"/>
            <p:cNvSpPr/>
            <p:nvPr/>
          </p:nvSpPr>
          <p:spPr>
            <a:xfrm>
              <a:off x="2664794" y="224776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t1468"/>
            <p:cNvSpPr/>
            <p:nvPr/>
          </p:nvSpPr>
          <p:spPr>
            <a:xfrm>
              <a:off x="2769510" y="217700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t1469"/>
            <p:cNvSpPr/>
            <p:nvPr/>
          </p:nvSpPr>
          <p:spPr>
            <a:xfrm>
              <a:off x="2859507" y="188618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t1470"/>
            <p:cNvSpPr/>
            <p:nvPr/>
          </p:nvSpPr>
          <p:spPr>
            <a:xfrm>
              <a:off x="2464745" y="232282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t1471"/>
            <p:cNvSpPr/>
            <p:nvPr/>
          </p:nvSpPr>
          <p:spPr>
            <a:xfrm>
              <a:off x="2676473" y="174929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t1472"/>
            <p:cNvSpPr/>
            <p:nvPr/>
          </p:nvSpPr>
          <p:spPr>
            <a:xfrm>
              <a:off x="3117314" y="178755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t1473"/>
            <p:cNvSpPr/>
            <p:nvPr/>
          </p:nvSpPr>
          <p:spPr>
            <a:xfrm>
              <a:off x="2827018" y="262060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t1474"/>
            <p:cNvSpPr/>
            <p:nvPr/>
          </p:nvSpPr>
          <p:spPr>
            <a:xfrm>
              <a:off x="2722768" y="206450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t1475"/>
            <p:cNvSpPr/>
            <p:nvPr/>
          </p:nvSpPr>
          <p:spPr>
            <a:xfrm>
              <a:off x="2725930" y="2645903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t1476"/>
            <p:cNvSpPr/>
            <p:nvPr/>
          </p:nvSpPr>
          <p:spPr>
            <a:xfrm>
              <a:off x="2891468" y="182391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t1477"/>
            <p:cNvSpPr/>
            <p:nvPr/>
          </p:nvSpPr>
          <p:spPr>
            <a:xfrm>
              <a:off x="2940733" y="185654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t1478"/>
            <p:cNvSpPr/>
            <p:nvPr/>
          </p:nvSpPr>
          <p:spPr>
            <a:xfrm>
              <a:off x="2289068" y="2650701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t1479"/>
            <p:cNvSpPr/>
            <p:nvPr/>
          </p:nvSpPr>
          <p:spPr>
            <a:xfrm>
              <a:off x="2610377" y="240613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t1480"/>
            <p:cNvSpPr/>
            <p:nvPr/>
          </p:nvSpPr>
          <p:spPr>
            <a:xfrm>
              <a:off x="2979420" y="174994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t1481"/>
            <p:cNvSpPr/>
            <p:nvPr/>
          </p:nvSpPr>
          <p:spPr>
            <a:xfrm>
              <a:off x="2736255" y="244251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t1482"/>
            <p:cNvSpPr/>
            <p:nvPr/>
          </p:nvSpPr>
          <p:spPr>
            <a:xfrm>
              <a:off x="2938078" y="171108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t1483"/>
            <p:cNvSpPr/>
            <p:nvPr/>
          </p:nvSpPr>
          <p:spPr>
            <a:xfrm>
              <a:off x="2931447" y="176022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t1484"/>
            <p:cNvSpPr/>
            <p:nvPr/>
          </p:nvSpPr>
          <p:spPr>
            <a:xfrm>
              <a:off x="2583359" y="254686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t1485"/>
            <p:cNvSpPr/>
            <p:nvPr/>
          </p:nvSpPr>
          <p:spPr>
            <a:xfrm>
              <a:off x="2784360" y="187035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t1486"/>
            <p:cNvSpPr/>
            <p:nvPr/>
          </p:nvSpPr>
          <p:spPr>
            <a:xfrm>
              <a:off x="2796905" y="190464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t1487"/>
            <p:cNvSpPr/>
            <p:nvPr/>
          </p:nvSpPr>
          <p:spPr>
            <a:xfrm>
              <a:off x="2969764" y="180493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t1488"/>
            <p:cNvSpPr/>
            <p:nvPr/>
          </p:nvSpPr>
          <p:spPr>
            <a:xfrm>
              <a:off x="2852397" y="264873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t1489"/>
            <p:cNvSpPr/>
            <p:nvPr/>
          </p:nvSpPr>
          <p:spPr>
            <a:xfrm>
              <a:off x="2896763" y="232591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t1490"/>
            <p:cNvSpPr/>
            <p:nvPr/>
          </p:nvSpPr>
          <p:spPr>
            <a:xfrm>
              <a:off x="2629356" y="243908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t1491"/>
            <p:cNvSpPr/>
            <p:nvPr/>
          </p:nvSpPr>
          <p:spPr>
            <a:xfrm>
              <a:off x="3118605" y="178566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t1492"/>
            <p:cNvSpPr/>
            <p:nvPr/>
          </p:nvSpPr>
          <p:spPr>
            <a:xfrm>
              <a:off x="2490554" y="234001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t1493"/>
            <p:cNvSpPr/>
            <p:nvPr/>
          </p:nvSpPr>
          <p:spPr>
            <a:xfrm>
              <a:off x="2671832" y="234403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t1494"/>
            <p:cNvSpPr/>
            <p:nvPr/>
          </p:nvSpPr>
          <p:spPr>
            <a:xfrm>
              <a:off x="2883450" y="170427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t1495"/>
            <p:cNvSpPr/>
            <p:nvPr/>
          </p:nvSpPr>
          <p:spPr>
            <a:xfrm>
              <a:off x="2842989" y="2410608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t1496"/>
            <p:cNvSpPr/>
            <p:nvPr/>
          </p:nvSpPr>
          <p:spPr>
            <a:xfrm>
              <a:off x="2523016" y="236488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t1497"/>
            <p:cNvSpPr/>
            <p:nvPr/>
          </p:nvSpPr>
          <p:spPr>
            <a:xfrm>
              <a:off x="2959704" y="171166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t1498"/>
            <p:cNvSpPr/>
            <p:nvPr/>
          </p:nvSpPr>
          <p:spPr>
            <a:xfrm>
              <a:off x="2247727" y="2735182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t1499"/>
            <p:cNvSpPr/>
            <p:nvPr/>
          </p:nvSpPr>
          <p:spPr>
            <a:xfrm>
              <a:off x="2846831" y="246484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t1500"/>
            <p:cNvSpPr/>
            <p:nvPr/>
          </p:nvSpPr>
          <p:spPr>
            <a:xfrm>
              <a:off x="2675131" y="276788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t1501"/>
            <p:cNvSpPr/>
            <p:nvPr/>
          </p:nvSpPr>
          <p:spPr>
            <a:xfrm>
              <a:off x="3096298" y="160267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t1502"/>
            <p:cNvSpPr/>
            <p:nvPr/>
          </p:nvSpPr>
          <p:spPr>
            <a:xfrm>
              <a:off x="2799732" y="265671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t1503"/>
            <p:cNvSpPr/>
            <p:nvPr/>
          </p:nvSpPr>
          <p:spPr>
            <a:xfrm>
              <a:off x="2670479" y="253023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t1504"/>
            <p:cNvSpPr/>
            <p:nvPr/>
          </p:nvSpPr>
          <p:spPr>
            <a:xfrm>
              <a:off x="2690174" y="250350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t1505"/>
            <p:cNvSpPr/>
            <p:nvPr/>
          </p:nvSpPr>
          <p:spPr>
            <a:xfrm>
              <a:off x="3178350" y="183508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t1506"/>
            <p:cNvSpPr/>
            <p:nvPr/>
          </p:nvSpPr>
          <p:spPr>
            <a:xfrm>
              <a:off x="2880189" y="188569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t1507"/>
            <p:cNvSpPr/>
            <p:nvPr/>
          </p:nvSpPr>
          <p:spPr>
            <a:xfrm>
              <a:off x="2678172" y="2388217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t1508"/>
            <p:cNvSpPr/>
            <p:nvPr/>
          </p:nvSpPr>
          <p:spPr>
            <a:xfrm>
              <a:off x="2471525" y="234923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t1509"/>
            <p:cNvSpPr/>
            <p:nvPr/>
          </p:nvSpPr>
          <p:spPr>
            <a:xfrm>
              <a:off x="2868846" y="160445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t1510"/>
            <p:cNvSpPr/>
            <p:nvPr/>
          </p:nvSpPr>
          <p:spPr>
            <a:xfrm>
              <a:off x="2570773" y="233489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t1511"/>
            <p:cNvSpPr/>
            <p:nvPr/>
          </p:nvSpPr>
          <p:spPr>
            <a:xfrm>
              <a:off x="3087383" y="176641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t1512"/>
            <p:cNvSpPr/>
            <p:nvPr/>
          </p:nvSpPr>
          <p:spPr>
            <a:xfrm>
              <a:off x="2760735" y="166343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t1513"/>
            <p:cNvSpPr/>
            <p:nvPr/>
          </p:nvSpPr>
          <p:spPr>
            <a:xfrm>
              <a:off x="2208262" y="229811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t1514"/>
            <p:cNvSpPr/>
            <p:nvPr/>
          </p:nvSpPr>
          <p:spPr>
            <a:xfrm>
              <a:off x="2879754" y="257460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t1515"/>
            <p:cNvSpPr/>
            <p:nvPr/>
          </p:nvSpPr>
          <p:spPr>
            <a:xfrm>
              <a:off x="2818472" y="235248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t1516"/>
            <p:cNvSpPr/>
            <p:nvPr/>
          </p:nvSpPr>
          <p:spPr>
            <a:xfrm>
              <a:off x="2649325" y="257235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t1517"/>
            <p:cNvSpPr/>
            <p:nvPr/>
          </p:nvSpPr>
          <p:spPr>
            <a:xfrm>
              <a:off x="2632300" y="189603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t1518"/>
            <p:cNvSpPr/>
            <p:nvPr/>
          </p:nvSpPr>
          <p:spPr>
            <a:xfrm>
              <a:off x="2521742" y="172062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t1519"/>
            <p:cNvSpPr/>
            <p:nvPr/>
          </p:nvSpPr>
          <p:spPr>
            <a:xfrm>
              <a:off x="2640573" y="238324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t1520"/>
            <p:cNvSpPr/>
            <p:nvPr/>
          </p:nvSpPr>
          <p:spPr>
            <a:xfrm>
              <a:off x="2299593" y="236405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t1521"/>
            <p:cNvSpPr/>
            <p:nvPr/>
          </p:nvSpPr>
          <p:spPr>
            <a:xfrm>
              <a:off x="2903679" y="172717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t1522"/>
            <p:cNvSpPr/>
            <p:nvPr/>
          </p:nvSpPr>
          <p:spPr>
            <a:xfrm>
              <a:off x="2879875" y="178321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t1523"/>
            <p:cNvSpPr/>
            <p:nvPr/>
          </p:nvSpPr>
          <p:spPr>
            <a:xfrm>
              <a:off x="2523828" y="250555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t1524"/>
            <p:cNvSpPr/>
            <p:nvPr/>
          </p:nvSpPr>
          <p:spPr>
            <a:xfrm>
              <a:off x="2586343" y="2407831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t1525"/>
            <p:cNvSpPr/>
            <p:nvPr/>
          </p:nvSpPr>
          <p:spPr>
            <a:xfrm>
              <a:off x="2876167" y="163526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t1526"/>
            <p:cNvSpPr/>
            <p:nvPr/>
          </p:nvSpPr>
          <p:spPr>
            <a:xfrm>
              <a:off x="2894611" y="195384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t1527"/>
            <p:cNvSpPr/>
            <p:nvPr/>
          </p:nvSpPr>
          <p:spPr>
            <a:xfrm>
              <a:off x="2899120" y="247937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t1528"/>
            <p:cNvSpPr/>
            <p:nvPr/>
          </p:nvSpPr>
          <p:spPr>
            <a:xfrm>
              <a:off x="2683009" y="242561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t1529"/>
            <p:cNvSpPr/>
            <p:nvPr/>
          </p:nvSpPr>
          <p:spPr>
            <a:xfrm>
              <a:off x="2673267" y="230287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t1530"/>
            <p:cNvSpPr/>
            <p:nvPr/>
          </p:nvSpPr>
          <p:spPr>
            <a:xfrm>
              <a:off x="3040581" y="173696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t1531"/>
            <p:cNvSpPr/>
            <p:nvPr/>
          </p:nvSpPr>
          <p:spPr>
            <a:xfrm>
              <a:off x="2930996" y="196264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t1532"/>
            <p:cNvSpPr/>
            <p:nvPr/>
          </p:nvSpPr>
          <p:spPr>
            <a:xfrm>
              <a:off x="2652553" y="231224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t1533"/>
            <p:cNvSpPr/>
            <p:nvPr/>
          </p:nvSpPr>
          <p:spPr>
            <a:xfrm>
              <a:off x="2829862" y="179195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t1534"/>
            <p:cNvSpPr/>
            <p:nvPr/>
          </p:nvSpPr>
          <p:spPr>
            <a:xfrm>
              <a:off x="2970937" y="199612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t1535"/>
            <p:cNvSpPr/>
            <p:nvPr/>
          </p:nvSpPr>
          <p:spPr>
            <a:xfrm>
              <a:off x="2654190" y="263510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t1536"/>
            <p:cNvSpPr/>
            <p:nvPr/>
          </p:nvSpPr>
          <p:spPr>
            <a:xfrm>
              <a:off x="2953643" y="240900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t1537"/>
            <p:cNvSpPr/>
            <p:nvPr/>
          </p:nvSpPr>
          <p:spPr>
            <a:xfrm>
              <a:off x="2822737" y="211825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t1538"/>
            <p:cNvSpPr/>
            <p:nvPr/>
          </p:nvSpPr>
          <p:spPr>
            <a:xfrm>
              <a:off x="2635666" y="2533069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t1539"/>
            <p:cNvSpPr/>
            <p:nvPr/>
          </p:nvSpPr>
          <p:spPr>
            <a:xfrm>
              <a:off x="2893708" y="259489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t1540"/>
            <p:cNvSpPr/>
            <p:nvPr/>
          </p:nvSpPr>
          <p:spPr>
            <a:xfrm>
              <a:off x="3136121" y="185891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t1541"/>
            <p:cNvSpPr/>
            <p:nvPr/>
          </p:nvSpPr>
          <p:spPr>
            <a:xfrm>
              <a:off x="2110109" y="2155277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t1542"/>
            <p:cNvSpPr/>
            <p:nvPr/>
          </p:nvSpPr>
          <p:spPr>
            <a:xfrm>
              <a:off x="2192229" y="179569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t1543"/>
            <p:cNvSpPr/>
            <p:nvPr/>
          </p:nvSpPr>
          <p:spPr>
            <a:xfrm>
              <a:off x="2996932" y="189869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t1544"/>
            <p:cNvSpPr/>
            <p:nvPr/>
          </p:nvSpPr>
          <p:spPr>
            <a:xfrm>
              <a:off x="3028289" y="235749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t1545"/>
            <p:cNvSpPr/>
            <p:nvPr/>
          </p:nvSpPr>
          <p:spPr>
            <a:xfrm>
              <a:off x="2205830" y="244598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t1546"/>
            <p:cNvSpPr/>
            <p:nvPr/>
          </p:nvSpPr>
          <p:spPr>
            <a:xfrm>
              <a:off x="2123367" y="244473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t1547"/>
            <p:cNvSpPr/>
            <p:nvPr/>
          </p:nvSpPr>
          <p:spPr>
            <a:xfrm>
              <a:off x="2121671" y="270236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t1548"/>
            <p:cNvSpPr/>
            <p:nvPr/>
          </p:nvSpPr>
          <p:spPr>
            <a:xfrm>
              <a:off x="3093810" y="177530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t1549"/>
            <p:cNvSpPr/>
            <p:nvPr/>
          </p:nvSpPr>
          <p:spPr>
            <a:xfrm>
              <a:off x="2063868" y="239152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t1550"/>
            <p:cNvSpPr/>
            <p:nvPr/>
          </p:nvSpPr>
          <p:spPr>
            <a:xfrm>
              <a:off x="2115816" y="270471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t1551"/>
            <p:cNvSpPr/>
            <p:nvPr/>
          </p:nvSpPr>
          <p:spPr>
            <a:xfrm>
              <a:off x="1983901" y="249766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t1552"/>
            <p:cNvSpPr/>
            <p:nvPr/>
          </p:nvSpPr>
          <p:spPr>
            <a:xfrm>
              <a:off x="2109363" y="184162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t1553"/>
            <p:cNvSpPr/>
            <p:nvPr/>
          </p:nvSpPr>
          <p:spPr>
            <a:xfrm>
              <a:off x="3344710" y="177206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t1554"/>
            <p:cNvSpPr/>
            <p:nvPr/>
          </p:nvSpPr>
          <p:spPr>
            <a:xfrm>
              <a:off x="2942442" y="248499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t1555"/>
            <p:cNvSpPr/>
            <p:nvPr/>
          </p:nvSpPr>
          <p:spPr>
            <a:xfrm>
              <a:off x="2586346" y="226522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t1556"/>
            <p:cNvSpPr/>
            <p:nvPr/>
          </p:nvSpPr>
          <p:spPr>
            <a:xfrm>
              <a:off x="2473526" y="236684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t1557"/>
            <p:cNvSpPr/>
            <p:nvPr/>
          </p:nvSpPr>
          <p:spPr>
            <a:xfrm>
              <a:off x="2561805" y="167958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t1558"/>
            <p:cNvSpPr/>
            <p:nvPr/>
          </p:nvSpPr>
          <p:spPr>
            <a:xfrm>
              <a:off x="2539642" y="229744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t1559"/>
            <p:cNvSpPr/>
            <p:nvPr/>
          </p:nvSpPr>
          <p:spPr>
            <a:xfrm>
              <a:off x="2418920" y="208119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t1560"/>
            <p:cNvSpPr/>
            <p:nvPr/>
          </p:nvSpPr>
          <p:spPr>
            <a:xfrm>
              <a:off x="2199043" y="187754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t1561"/>
            <p:cNvSpPr/>
            <p:nvPr/>
          </p:nvSpPr>
          <p:spPr>
            <a:xfrm>
              <a:off x="2888994" y="234734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t1562"/>
            <p:cNvSpPr/>
            <p:nvPr/>
          </p:nvSpPr>
          <p:spPr>
            <a:xfrm>
              <a:off x="2015349" y="261213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t1563"/>
            <p:cNvSpPr/>
            <p:nvPr/>
          </p:nvSpPr>
          <p:spPr>
            <a:xfrm>
              <a:off x="2152035" y="188206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t1564"/>
            <p:cNvSpPr/>
            <p:nvPr/>
          </p:nvSpPr>
          <p:spPr>
            <a:xfrm>
              <a:off x="2861269" y="234169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t1565"/>
            <p:cNvSpPr/>
            <p:nvPr/>
          </p:nvSpPr>
          <p:spPr>
            <a:xfrm>
              <a:off x="2888201" y="206889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t1566"/>
            <p:cNvSpPr/>
            <p:nvPr/>
          </p:nvSpPr>
          <p:spPr>
            <a:xfrm>
              <a:off x="2450713" y="197138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t1567"/>
            <p:cNvSpPr/>
            <p:nvPr/>
          </p:nvSpPr>
          <p:spPr>
            <a:xfrm>
              <a:off x="2858443" y="198486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t1568"/>
            <p:cNvSpPr/>
            <p:nvPr/>
          </p:nvSpPr>
          <p:spPr>
            <a:xfrm>
              <a:off x="2251948" y="259858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t1569"/>
            <p:cNvSpPr/>
            <p:nvPr/>
          </p:nvSpPr>
          <p:spPr>
            <a:xfrm>
              <a:off x="2201485" y="288591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t1570"/>
            <p:cNvSpPr/>
            <p:nvPr/>
          </p:nvSpPr>
          <p:spPr>
            <a:xfrm>
              <a:off x="3065897" y="181630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t1571"/>
            <p:cNvSpPr/>
            <p:nvPr/>
          </p:nvSpPr>
          <p:spPr>
            <a:xfrm>
              <a:off x="2284971" y="268478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t1572"/>
            <p:cNvSpPr/>
            <p:nvPr/>
          </p:nvSpPr>
          <p:spPr>
            <a:xfrm>
              <a:off x="2072019" y="182101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t1573"/>
            <p:cNvSpPr/>
            <p:nvPr/>
          </p:nvSpPr>
          <p:spPr>
            <a:xfrm>
              <a:off x="2540352" y="193901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t1574"/>
            <p:cNvSpPr/>
            <p:nvPr/>
          </p:nvSpPr>
          <p:spPr>
            <a:xfrm>
              <a:off x="2399358" y="247191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t1575"/>
            <p:cNvSpPr/>
            <p:nvPr/>
          </p:nvSpPr>
          <p:spPr>
            <a:xfrm>
              <a:off x="2497388" y="247290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t1576"/>
            <p:cNvSpPr/>
            <p:nvPr/>
          </p:nvSpPr>
          <p:spPr>
            <a:xfrm>
              <a:off x="2404320" y="245686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t1577"/>
            <p:cNvSpPr/>
            <p:nvPr/>
          </p:nvSpPr>
          <p:spPr>
            <a:xfrm>
              <a:off x="2378263" y="2557426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t1578"/>
            <p:cNvSpPr/>
            <p:nvPr/>
          </p:nvSpPr>
          <p:spPr>
            <a:xfrm>
              <a:off x="2376481" y="261831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t1579"/>
            <p:cNvSpPr/>
            <p:nvPr/>
          </p:nvSpPr>
          <p:spPr>
            <a:xfrm>
              <a:off x="3187063" y="181241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t1580"/>
            <p:cNvSpPr/>
            <p:nvPr/>
          </p:nvSpPr>
          <p:spPr>
            <a:xfrm>
              <a:off x="2378819" y="159619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t1581"/>
            <p:cNvSpPr/>
            <p:nvPr/>
          </p:nvSpPr>
          <p:spPr>
            <a:xfrm>
              <a:off x="2991265" y="185462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t1582"/>
            <p:cNvSpPr/>
            <p:nvPr/>
          </p:nvSpPr>
          <p:spPr>
            <a:xfrm>
              <a:off x="2195782" y="243041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t1583"/>
            <p:cNvSpPr/>
            <p:nvPr/>
          </p:nvSpPr>
          <p:spPr>
            <a:xfrm>
              <a:off x="2399399" y="224915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t1584"/>
            <p:cNvSpPr/>
            <p:nvPr/>
          </p:nvSpPr>
          <p:spPr>
            <a:xfrm>
              <a:off x="2344904" y="258875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t1585"/>
            <p:cNvSpPr/>
            <p:nvPr/>
          </p:nvSpPr>
          <p:spPr>
            <a:xfrm>
              <a:off x="2296027" y="226321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t1586"/>
            <p:cNvSpPr/>
            <p:nvPr/>
          </p:nvSpPr>
          <p:spPr>
            <a:xfrm>
              <a:off x="2481460" y="219160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t1587"/>
            <p:cNvSpPr/>
            <p:nvPr/>
          </p:nvSpPr>
          <p:spPr>
            <a:xfrm>
              <a:off x="2564651" y="246831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t1588"/>
            <p:cNvSpPr/>
            <p:nvPr/>
          </p:nvSpPr>
          <p:spPr>
            <a:xfrm>
              <a:off x="2440391" y="176883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t1589"/>
            <p:cNvSpPr/>
            <p:nvPr/>
          </p:nvSpPr>
          <p:spPr>
            <a:xfrm>
              <a:off x="2872407" y="237252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t1590"/>
            <p:cNvSpPr/>
            <p:nvPr/>
          </p:nvSpPr>
          <p:spPr>
            <a:xfrm>
              <a:off x="3288430" y="186325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t1591"/>
            <p:cNvSpPr/>
            <p:nvPr/>
          </p:nvSpPr>
          <p:spPr>
            <a:xfrm>
              <a:off x="2593900" y="253762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t1592"/>
            <p:cNvSpPr/>
            <p:nvPr/>
          </p:nvSpPr>
          <p:spPr>
            <a:xfrm>
              <a:off x="2670067" y="232289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t1593"/>
            <p:cNvSpPr/>
            <p:nvPr/>
          </p:nvSpPr>
          <p:spPr>
            <a:xfrm>
              <a:off x="2660724" y="225362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t1594"/>
            <p:cNvSpPr/>
            <p:nvPr/>
          </p:nvSpPr>
          <p:spPr>
            <a:xfrm>
              <a:off x="2229241" y="2447705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t1595"/>
            <p:cNvSpPr/>
            <p:nvPr/>
          </p:nvSpPr>
          <p:spPr>
            <a:xfrm>
              <a:off x="2224639" y="176627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t1596"/>
            <p:cNvSpPr/>
            <p:nvPr/>
          </p:nvSpPr>
          <p:spPr>
            <a:xfrm>
              <a:off x="1957503" y="249927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t1597"/>
            <p:cNvSpPr/>
            <p:nvPr/>
          </p:nvSpPr>
          <p:spPr>
            <a:xfrm>
              <a:off x="2035133" y="250259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t1598"/>
            <p:cNvSpPr/>
            <p:nvPr/>
          </p:nvSpPr>
          <p:spPr>
            <a:xfrm>
              <a:off x="2094173" y="244930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t1599"/>
            <p:cNvSpPr/>
            <p:nvPr/>
          </p:nvSpPr>
          <p:spPr>
            <a:xfrm>
              <a:off x="2084875" y="245150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t1600"/>
            <p:cNvSpPr/>
            <p:nvPr/>
          </p:nvSpPr>
          <p:spPr>
            <a:xfrm>
              <a:off x="2130942" y="276256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t1601"/>
            <p:cNvSpPr/>
            <p:nvPr/>
          </p:nvSpPr>
          <p:spPr>
            <a:xfrm>
              <a:off x="2182659" y="165971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t1602"/>
            <p:cNvSpPr/>
            <p:nvPr/>
          </p:nvSpPr>
          <p:spPr>
            <a:xfrm>
              <a:off x="2770342" y="253641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t1603"/>
            <p:cNvSpPr/>
            <p:nvPr/>
          </p:nvSpPr>
          <p:spPr>
            <a:xfrm>
              <a:off x="2177320" y="189822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4"/>
            <p:cNvSpPr/>
            <p:nvPr/>
          </p:nvSpPr>
          <p:spPr>
            <a:xfrm>
              <a:off x="3110945" y="215968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5"/>
            <p:cNvSpPr/>
            <p:nvPr/>
          </p:nvSpPr>
          <p:spPr>
            <a:xfrm>
              <a:off x="2223252" y="260687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6"/>
            <p:cNvSpPr/>
            <p:nvPr/>
          </p:nvSpPr>
          <p:spPr>
            <a:xfrm>
              <a:off x="3069699" y="226883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7"/>
            <p:cNvSpPr/>
            <p:nvPr/>
          </p:nvSpPr>
          <p:spPr>
            <a:xfrm>
              <a:off x="2549594" y="177322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8"/>
            <p:cNvSpPr/>
            <p:nvPr/>
          </p:nvSpPr>
          <p:spPr>
            <a:xfrm>
              <a:off x="2413724" y="2353912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09"/>
            <p:cNvSpPr/>
            <p:nvPr/>
          </p:nvSpPr>
          <p:spPr>
            <a:xfrm>
              <a:off x="2527374" y="222885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0"/>
            <p:cNvSpPr/>
            <p:nvPr/>
          </p:nvSpPr>
          <p:spPr>
            <a:xfrm>
              <a:off x="2830496" y="216118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1"/>
            <p:cNvSpPr/>
            <p:nvPr/>
          </p:nvSpPr>
          <p:spPr>
            <a:xfrm>
              <a:off x="3563514" y="193634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2"/>
            <p:cNvSpPr/>
            <p:nvPr/>
          </p:nvSpPr>
          <p:spPr>
            <a:xfrm>
              <a:off x="2449273" y="182925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t1613"/>
            <p:cNvSpPr/>
            <p:nvPr/>
          </p:nvSpPr>
          <p:spPr>
            <a:xfrm>
              <a:off x="2946884" y="243076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t1614"/>
            <p:cNvSpPr/>
            <p:nvPr/>
          </p:nvSpPr>
          <p:spPr>
            <a:xfrm>
              <a:off x="2131738" y="164541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t1615"/>
            <p:cNvSpPr/>
            <p:nvPr/>
          </p:nvSpPr>
          <p:spPr>
            <a:xfrm>
              <a:off x="2516205" y="2364001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t1616"/>
            <p:cNvSpPr/>
            <p:nvPr/>
          </p:nvSpPr>
          <p:spPr>
            <a:xfrm>
              <a:off x="2358681" y="237231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t1617"/>
            <p:cNvSpPr/>
            <p:nvPr/>
          </p:nvSpPr>
          <p:spPr>
            <a:xfrm>
              <a:off x="2447040" y="254410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t1618"/>
            <p:cNvSpPr/>
            <p:nvPr/>
          </p:nvSpPr>
          <p:spPr>
            <a:xfrm>
              <a:off x="2619058" y="232751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t1619"/>
            <p:cNvSpPr/>
            <p:nvPr/>
          </p:nvSpPr>
          <p:spPr>
            <a:xfrm>
              <a:off x="2265046" y="256179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t1620"/>
            <p:cNvSpPr/>
            <p:nvPr/>
          </p:nvSpPr>
          <p:spPr>
            <a:xfrm>
              <a:off x="2278047" y="255345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t1621"/>
            <p:cNvSpPr/>
            <p:nvPr/>
          </p:nvSpPr>
          <p:spPr>
            <a:xfrm>
              <a:off x="2298222" y="240554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t1622"/>
            <p:cNvSpPr/>
            <p:nvPr/>
          </p:nvSpPr>
          <p:spPr>
            <a:xfrm>
              <a:off x="3488774" y="204082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t1623"/>
            <p:cNvSpPr/>
            <p:nvPr/>
          </p:nvSpPr>
          <p:spPr>
            <a:xfrm>
              <a:off x="2785861" y="254321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t1624"/>
            <p:cNvSpPr/>
            <p:nvPr/>
          </p:nvSpPr>
          <p:spPr>
            <a:xfrm>
              <a:off x="2094019" y="247914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t1625"/>
            <p:cNvSpPr/>
            <p:nvPr/>
          </p:nvSpPr>
          <p:spPr>
            <a:xfrm>
              <a:off x="1955548" y="232524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t1626"/>
            <p:cNvSpPr/>
            <p:nvPr/>
          </p:nvSpPr>
          <p:spPr>
            <a:xfrm>
              <a:off x="3076540" y="185415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t1627"/>
            <p:cNvSpPr/>
            <p:nvPr/>
          </p:nvSpPr>
          <p:spPr>
            <a:xfrm>
              <a:off x="2265729" y="282801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t1628"/>
            <p:cNvSpPr/>
            <p:nvPr/>
          </p:nvSpPr>
          <p:spPr>
            <a:xfrm>
              <a:off x="2039780" y="200457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t1629"/>
            <p:cNvSpPr/>
            <p:nvPr/>
          </p:nvSpPr>
          <p:spPr>
            <a:xfrm>
              <a:off x="2332813" y="234902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t1630"/>
            <p:cNvSpPr/>
            <p:nvPr/>
          </p:nvSpPr>
          <p:spPr>
            <a:xfrm>
              <a:off x="2437991" y="248423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t1631"/>
            <p:cNvSpPr/>
            <p:nvPr/>
          </p:nvSpPr>
          <p:spPr>
            <a:xfrm>
              <a:off x="3053518" y="181362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t1632"/>
            <p:cNvSpPr/>
            <p:nvPr/>
          </p:nvSpPr>
          <p:spPr>
            <a:xfrm>
              <a:off x="2147345" y="240785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t1633"/>
            <p:cNvSpPr/>
            <p:nvPr/>
          </p:nvSpPr>
          <p:spPr>
            <a:xfrm>
              <a:off x="2082837" y="199734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t1634"/>
            <p:cNvSpPr/>
            <p:nvPr/>
          </p:nvSpPr>
          <p:spPr>
            <a:xfrm>
              <a:off x="2005527" y="266857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t1635"/>
            <p:cNvSpPr/>
            <p:nvPr/>
          </p:nvSpPr>
          <p:spPr>
            <a:xfrm>
              <a:off x="2175793" y="244138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t1636"/>
            <p:cNvSpPr/>
            <p:nvPr/>
          </p:nvSpPr>
          <p:spPr>
            <a:xfrm>
              <a:off x="2174764" y="183907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t1637"/>
            <p:cNvSpPr/>
            <p:nvPr/>
          </p:nvSpPr>
          <p:spPr>
            <a:xfrm>
              <a:off x="2282334" y="261869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t1638"/>
            <p:cNvSpPr/>
            <p:nvPr/>
          </p:nvSpPr>
          <p:spPr>
            <a:xfrm>
              <a:off x="2815160" y="235149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t1639"/>
            <p:cNvSpPr/>
            <p:nvPr/>
          </p:nvSpPr>
          <p:spPr>
            <a:xfrm>
              <a:off x="2301813" y="2405930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t1640"/>
            <p:cNvSpPr/>
            <p:nvPr/>
          </p:nvSpPr>
          <p:spPr>
            <a:xfrm>
              <a:off x="2251081" y="145153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t1641"/>
            <p:cNvSpPr/>
            <p:nvPr/>
          </p:nvSpPr>
          <p:spPr>
            <a:xfrm>
              <a:off x="2235164" y="187570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t1642"/>
            <p:cNvSpPr/>
            <p:nvPr/>
          </p:nvSpPr>
          <p:spPr>
            <a:xfrm>
              <a:off x="3052118" y="187431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t1643"/>
            <p:cNvSpPr/>
            <p:nvPr/>
          </p:nvSpPr>
          <p:spPr>
            <a:xfrm>
              <a:off x="2238198" y="232136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t1644"/>
            <p:cNvSpPr/>
            <p:nvPr/>
          </p:nvSpPr>
          <p:spPr>
            <a:xfrm>
              <a:off x="2118403" y="299904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t1645"/>
            <p:cNvSpPr/>
            <p:nvPr/>
          </p:nvSpPr>
          <p:spPr>
            <a:xfrm>
              <a:off x="2920735" y="219207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t1646"/>
            <p:cNvSpPr/>
            <p:nvPr/>
          </p:nvSpPr>
          <p:spPr>
            <a:xfrm>
              <a:off x="2384983" y="245241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t1647"/>
            <p:cNvSpPr/>
            <p:nvPr/>
          </p:nvSpPr>
          <p:spPr>
            <a:xfrm>
              <a:off x="3001106" y="172406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t1648"/>
            <p:cNvSpPr/>
            <p:nvPr/>
          </p:nvSpPr>
          <p:spPr>
            <a:xfrm>
              <a:off x="2338107" y="200983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t1649"/>
            <p:cNvSpPr/>
            <p:nvPr/>
          </p:nvSpPr>
          <p:spPr>
            <a:xfrm>
              <a:off x="2316597" y="265842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t1650"/>
            <p:cNvSpPr/>
            <p:nvPr/>
          </p:nvSpPr>
          <p:spPr>
            <a:xfrm>
              <a:off x="3470681" y="208703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t1651"/>
            <p:cNvSpPr/>
            <p:nvPr/>
          </p:nvSpPr>
          <p:spPr>
            <a:xfrm>
              <a:off x="2194061" y="275725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t1652"/>
            <p:cNvSpPr/>
            <p:nvPr/>
          </p:nvSpPr>
          <p:spPr>
            <a:xfrm>
              <a:off x="2302589" y="185663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t1653"/>
            <p:cNvSpPr/>
            <p:nvPr/>
          </p:nvSpPr>
          <p:spPr>
            <a:xfrm>
              <a:off x="2125555" y="224242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t1654"/>
            <p:cNvSpPr/>
            <p:nvPr/>
          </p:nvSpPr>
          <p:spPr>
            <a:xfrm>
              <a:off x="2028893" y="244659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t1655"/>
            <p:cNvSpPr/>
            <p:nvPr/>
          </p:nvSpPr>
          <p:spPr>
            <a:xfrm>
              <a:off x="2119969" y="254992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t1656"/>
            <p:cNvSpPr/>
            <p:nvPr/>
          </p:nvSpPr>
          <p:spPr>
            <a:xfrm>
              <a:off x="1972246" y="253141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t1657"/>
            <p:cNvSpPr/>
            <p:nvPr/>
          </p:nvSpPr>
          <p:spPr>
            <a:xfrm>
              <a:off x="2168120" y="175877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t1658"/>
            <p:cNvSpPr/>
            <p:nvPr/>
          </p:nvSpPr>
          <p:spPr>
            <a:xfrm>
              <a:off x="2943984" y="194010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t1659"/>
            <p:cNvSpPr/>
            <p:nvPr/>
          </p:nvSpPr>
          <p:spPr>
            <a:xfrm>
              <a:off x="2275857" y="255851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t1660"/>
            <p:cNvSpPr/>
            <p:nvPr/>
          </p:nvSpPr>
          <p:spPr>
            <a:xfrm>
              <a:off x="2146832" y="242326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t1661"/>
            <p:cNvSpPr/>
            <p:nvPr/>
          </p:nvSpPr>
          <p:spPr>
            <a:xfrm>
              <a:off x="2575763" y="179615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t1662"/>
            <p:cNvSpPr/>
            <p:nvPr/>
          </p:nvSpPr>
          <p:spPr>
            <a:xfrm>
              <a:off x="2116287" y="169982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t1663"/>
            <p:cNvSpPr/>
            <p:nvPr/>
          </p:nvSpPr>
          <p:spPr>
            <a:xfrm>
              <a:off x="2163248" y="242021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t1664"/>
            <p:cNvSpPr/>
            <p:nvPr/>
          </p:nvSpPr>
          <p:spPr>
            <a:xfrm>
              <a:off x="2491251" y="268041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t1665"/>
            <p:cNvSpPr/>
            <p:nvPr/>
          </p:nvSpPr>
          <p:spPr>
            <a:xfrm>
              <a:off x="2138996" y="244543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t1666"/>
            <p:cNvSpPr/>
            <p:nvPr/>
          </p:nvSpPr>
          <p:spPr>
            <a:xfrm>
              <a:off x="2250125" y="2655208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t1667"/>
            <p:cNvSpPr/>
            <p:nvPr/>
          </p:nvSpPr>
          <p:spPr>
            <a:xfrm>
              <a:off x="2092608" y="234289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t1668"/>
            <p:cNvSpPr/>
            <p:nvPr/>
          </p:nvSpPr>
          <p:spPr>
            <a:xfrm>
              <a:off x="2027007" y="240858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t1669"/>
            <p:cNvSpPr/>
            <p:nvPr/>
          </p:nvSpPr>
          <p:spPr>
            <a:xfrm>
              <a:off x="2218690" y="231168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t1670"/>
            <p:cNvSpPr/>
            <p:nvPr/>
          </p:nvSpPr>
          <p:spPr>
            <a:xfrm>
              <a:off x="3071277" y="215178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t1671"/>
            <p:cNvSpPr/>
            <p:nvPr/>
          </p:nvSpPr>
          <p:spPr>
            <a:xfrm>
              <a:off x="2070684" y="156754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t1672"/>
            <p:cNvSpPr/>
            <p:nvPr/>
          </p:nvSpPr>
          <p:spPr>
            <a:xfrm>
              <a:off x="2155643" y="246539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t1673"/>
            <p:cNvSpPr/>
            <p:nvPr/>
          </p:nvSpPr>
          <p:spPr>
            <a:xfrm>
              <a:off x="3627680" y="207836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t1674"/>
            <p:cNvSpPr/>
            <p:nvPr/>
          </p:nvSpPr>
          <p:spPr>
            <a:xfrm>
              <a:off x="3201197" y="183028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t1675"/>
            <p:cNvSpPr/>
            <p:nvPr/>
          </p:nvSpPr>
          <p:spPr>
            <a:xfrm>
              <a:off x="2232667" y="239547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t1676"/>
            <p:cNvSpPr/>
            <p:nvPr/>
          </p:nvSpPr>
          <p:spPr>
            <a:xfrm>
              <a:off x="2182468" y="264958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t1677"/>
            <p:cNvSpPr/>
            <p:nvPr/>
          </p:nvSpPr>
          <p:spPr>
            <a:xfrm>
              <a:off x="2259779" y="266847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t1678"/>
            <p:cNvSpPr/>
            <p:nvPr/>
          </p:nvSpPr>
          <p:spPr>
            <a:xfrm>
              <a:off x="2138724" y="197302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t1679"/>
            <p:cNvSpPr/>
            <p:nvPr/>
          </p:nvSpPr>
          <p:spPr>
            <a:xfrm>
              <a:off x="2185515" y="172884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t1680"/>
            <p:cNvSpPr/>
            <p:nvPr/>
          </p:nvSpPr>
          <p:spPr>
            <a:xfrm>
              <a:off x="3212897" y="220253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t1681"/>
            <p:cNvSpPr/>
            <p:nvPr/>
          </p:nvSpPr>
          <p:spPr>
            <a:xfrm>
              <a:off x="2106519" y="2707794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t1682"/>
            <p:cNvSpPr/>
            <p:nvPr/>
          </p:nvSpPr>
          <p:spPr>
            <a:xfrm>
              <a:off x="2042475" y="219782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t1683"/>
            <p:cNvSpPr/>
            <p:nvPr/>
          </p:nvSpPr>
          <p:spPr>
            <a:xfrm>
              <a:off x="2152196" y="238872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t1684"/>
            <p:cNvSpPr/>
            <p:nvPr/>
          </p:nvSpPr>
          <p:spPr>
            <a:xfrm>
              <a:off x="2071547" y="237813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t1685"/>
            <p:cNvSpPr/>
            <p:nvPr/>
          </p:nvSpPr>
          <p:spPr>
            <a:xfrm>
              <a:off x="2262349" y="2451017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t1686"/>
            <p:cNvSpPr/>
            <p:nvPr/>
          </p:nvSpPr>
          <p:spPr>
            <a:xfrm>
              <a:off x="3079339" y="173447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t1687"/>
            <p:cNvSpPr/>
            <p:nvPr/>
          </p:nvSpPr>
          <p:spPr>
            <a:xfrm>
              <a:off x="2236114" y="271662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t1688"/>
            <p:cNvSpPr/>
            <p:nvPr/>
          </p:nvSpPr>
          <p:spPr>
            <a:xfrm>
              <a:off x="2055965" y="203620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t1689"/>
            <p:cNvSpPr/>
            <p:nvPr/>
          </p:nvSpPr>
          <p:spPr>
            <a:xfrm>
              <a:off x="2754641" y="255352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t1690"/>
            <p:cNvSpPr/>
            <p:nvPr/>
          </p:nvSpPr>
          <p:spPr>
            <a:xfrm>
              <a:off x="2047274" y="237225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t1691"/>
            <p:cNvSpPr/>
            <p:nvPr/>
          </p:nvSpPr>
          <p:spPr>
            <a:xfrm>
              <a:off x="2141857" y="257558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t1692"/>
            <p:cNvSpPr/>
            <p:nvPr/>
          </p:nvSpPr>
          <p:spPr>
            <a:xfrm>
              <a:off x="3062996" y="228281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t1693"/>
            <p:cNvSpPr/>
            <p:nvPr/>
          </p:nvSpPr>
          <p:spPr>
            <a:xfrm>
              <a:off x="2198706" y="254319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t1694"/>
            <p:cNvSpPr/>
            <p:nvPr/>
          </p:nvSpPr>
          <p:spPr>
            <a:xfrm>
              <a:off x="2615279" y="228809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t1695"/>
            <p:cNvSpPr/>
            <p:nvPr/>
          </p:nvSpPr>
          <p:spPr>
            <a:xfrm>
              <a:off x="1940261" y="252030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t1696"/>
            <p:cNvSpPr/>
            <p:nvPr/>
          </p:nvSpPr>
          <p:spPr>
            <a:xfrm>
              <a:off x="1909178" y="227530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t1697"/>
            <p:cNvSpPr/>
            <p:nvPr/>
          </p:nvSpPr>
          <p:spPr>
            <a:xfrm>
              <a:off x="2009276" y="247180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t1698"/>
            <p:cNvSpPr/>
            <p:nvPr/>
          </p:nvSpPr>
          <p:spPr>
            <a:xfrm>
              <a:off x="2317585" y="198299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t1699"/>
            <p:cNvSpPr/>
            <p:nvPr/>
          </p:nvSpPr>
          <p:spPr>
            <a:xfrm>
              <a:off x="2781661" y="182116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t1700"/>
            <p:cNvSpPr/>
            <p:nvPr/>
          </p:nvSpPr>
          <p:spPr>
            <a:xfrm>
              <a:off x="2189092" y="262251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t1701"/>
            <p:cNvSpPr/>
            <p:nvPr/>
          </p:nvSpPr>
          <p:spPr>
            <a:xfrm>
              <a:off x="2126661" y="248267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t1702"/>
            <p:cNvSpPr/>
            <p:nvPr/>
          </p:nvSpPr>
          <p:spPr>
            <a:xfrm>
              <a:off x="2210797" y="204886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t1703"/>
            <p:cNvSpPr/>
            <p:nvPr/>
          </p:nvSpPr>
          <p:spPr>
            <a:xfrm>
              <a:off x="2810255" y="223525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t1704"/>
            <p:cNvSpPr/>
            <p:nvPr/>
          </p:nvSpPr>
          <p:spPr>
            <a:xfrm>
              <a:off x="2787344" y="233065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t1705"/>
            <p:cNvSpPr/>
            <p:nvPr/>
          </p:nvSpPr>
          <p:spPr>
            <a:xfrm>
              <a:off x="3076233" y="195215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t1706"/>
            <p:cNvSpPr/>
            <p:nvPr/>
          </p:nvSpPr>
          <p:spPr>
            <a:xfrm>
              <a:off x="2204741" y="177669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t1707"/>
            <p:cNvSpPr/>
            <p:nvPr/>
          </p:nvSpPr>
          <p:spPr>
            <a:xfrm>
              <a:off x="2302616" y="234628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t1708"/>
            <p:cNvSpPr/>
            <p:nvPr/>
          </p:nvSpPr>
          <p:spPr>
            <a:xfrm>
              <a:off x="2064835" y="256451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t1709"/>
            <p:cNvSpPr/>
            <p:nvPr/>
          </p:nvSpPr>
          <p:spPr>
            <a:xfrm>
              <a:off x="2205160" y="242702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t1710"/>
            <p:cNvSpPr/>
            <p:nvPr/>
          </p:nvSpPr>
          <p:spPr>
            <a:xfrm>
              <a:off x="1950512" y="2730126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t1711"/>
            <p:cNvSpPr/>
            <p:nvPr/>
          </p:nvSpPr>
          <p:spPr>
            <a:xfrm>
              <a:off x="2153204" y="248430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t1712"/>
            <p:cNvSpPr/>
            <p:nvPr/>
          </p:nvSpPr>
          <p:spPr>
            <a:xfrm>
              <a:off x="2993488" y="187886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t1713"/>
            <p:cNvSpPr/>
            <p:nvPr/>
          </p:nvSpPr>
          <p:spPr>
            <a:xfrm>
              <a:off x="2278662" y="153047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t1714"/>
            <p:cNvSpPr/>
            <p:nvPr/>
          </p:nvSpPr>
          <p:spPr>
            <a:xfrm>
              <a:off x="2214306" y="2484660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t1715"/>
            <p:cNvSpPr/>
            <p:nvPr/>
          </p:nvSpPr>
          <p:spPr>
            <a:xfrm>
              <a:off x="2726822" y="247698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t1716"/>
            <p:cNvSpPr/>
            <p:nvPr/>
          </p:nvSpPr>
          <p:spPr>
            <a:xfrm>
              <a:off x="2443813" y="2397707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t1717"/>
            <p:cNvSpPr/>
            <p:nvPr/>
          </p:nvSpPr>
          <p:spPr>
            <a:xfrm>
              <a:off x="2239095" y="242157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t1718"/>
            <p:cNvSpPr/>
            <p:nvPr/>
          </p:nvSpPr>
          <p:spPr>
            <a:xfrm>
              <a:off x="2254261" y="250758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t1719"/>
            <p:cNvSpPr/>
            <p:nvPr/>
          </p:nvSpPr>
          <p:spPr>
            <a:xfrm>
              <a:off x="2193696" y="258063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t1720"/>
            <p:cNvSpPr/>
            <p:nvPr/>
          </p:nvSpPr>
          <p:spPr>
            <a:xfrm>
              <a:off x="2357349" y="158603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t1721"/>
            <p:cNvSpPr/>
            <p:nvPr/>
          </p:nvSpPr>
          <p:spPr>
            <a:xfrm>
              <a:off x="2187049" y="238489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t1722"/>
            <p:cNvSpPr/>
            <p:nvPr/>
          </p:nvSpPr>
          <p:spPr>
            <a:xfrm>
              <a:off x="2101885" y="234799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t1723"/>
            <p:cNvSpPr/>
            <p:nvPr/>
          </p:nvSpPr>
          <p:spPr>
            <a:xfrm>
              <a:off x="2231525" y="256327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t1724"/>
            <p:cNvSpPr/>
            <p:nvPr/>
          </p:nvSpPr>
          <p:spPr>
            <a:xfrm>
              <a:off x="2282461" y="279174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t1725"/>
            <p:cNvSpPr/>
            <p:nvPr/>
          </p:nvSpPr>
          <p:spPr>
            <a:xfrm>
              <a:off x="2433682" y="2274227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t1726"/>
            <p:cNvSpPr/>
            <p:nvPr/>
          </p:nvSpPr>
          <p:spPr>
            <a:xfrm>
              <a:off x="2877989" y="244139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t1727"/>
            <p:cNvSpPr/>
            <p:nvPr/>
          </p:nvSpPr>
          <p:spPr>
            <a:xfrm>
              <a:off x="2241982" y="257319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t1728"/>
            <p:cNvSpPr/>
            <p:nvPr/>
          </p:nvSpPr>
          <p:spPr>
            <a:xfrm>
              <a:off x="2072910" y="246951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t1729"/>
            <p:cNvSpPr/>
            <p:nvPr/>
          </p:nvSpPr>
          <p:spPr>
            <a:xfrm>
              <a:off x="2438130" y="243448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t1730"/>
            <p:cNvSpPr/>
            <p:nvPr/>
          </p:nvSpPr>
          <p:spPr>
            <a:xfrm>
              <a:off x="3053066" y="191175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t1731"/>
            <p:cNvSpPr/>
            <p:nvPr/>
          </p:nvSpPr>
          <p:spPr>
            <a:xfrm>
              <a:off x="2135938" y="189810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t1732"/>
            <p:cNvSpPr/>
            <p:nvPr/>
          </p:nvSpPr>
          <p:spPr>
            <a:xfrm>
              <a:off x="2737031" y="240736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t1733"/>
            <p:cNvSpPr/>
            <p:nvPr/>
          </p:nvSpPr>
          <p:spPr>
            <a:xfrm>
              <a:off x="2142764" y="264013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t1734"/>
            <p:cNvSpPr/>
            <p:nvPr/>
          </p:nvSpPr>
          <p:spPr>
            <a:xfrm>
              <a:off x="2180077" y="272429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t1735"/>
            <p:cNvSpPr/>
            <p:nvPr/>
          </p:nvSpPr>
          <p:spPr>
            <a:xfrm>
              <a:off x="2262198" y="2521185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t1736"/>
            <p:cNvSpPr/>
            <p:nvPr/>
          </p:nvSpPr>
          <p:spPr>
            <a:xfrm>
              <a:off x="2256849" y="179772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t1737"/>
            <p:cNvSpPr/>
            <p:nvPr/>
          </p:nvSpPr>
          <p:spPr>
            <a:xfrm>
              <a:off x="3084112" y="186503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t1738"/>
            <p:cNvSpPr/>
            <p:nvPr/>
          </p:nvSpPr>
          <p:spPr>
            <a:xfrm>
              <a:off x="2213060" y="2651287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t1739"/>
            <p:cNvSpPr/>
            <p:nvPr/>
          </p:nvSpPr>
          <p:spPr>
            <a:xfrm>
              <a:off x="2279073" y="268673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t1740"/>
            <p:cNvSpPr/>
            <p:nvPr/>
          </p:nvSpPr>
          <p:spPr>
            <a:xfrm>
              <a:off x="2276969" y="211998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t1741"/>
            <p:cNvSpPr/>
            <p:nvPr/>
          </p:nvSpPr>
          <p:spPr>
            <a:xfrm>
              <a:off x="2304052" y="255942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t1742"/>
            <p:cNvSpPr/>
            <p:nvPr/>
          </p:nvSpPr>
          <p:spPr>
            <a:xfrm>
              <a:off x="3053679" y="226954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t1743"/>
            <p:cNvSpPr/>
            <p:nvPr/>
          </p:nvSpPr>
          <p:spPr>
            <a:xfrm>
              <a:off x="2357290" y="274751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t1744"/>
            <p:cNvSpPr/>
            <p:nvPr/>
          </p:nvSpPr>
          <p:spPr>
            <a:xfrm>
              <a:off x="2444862" y="254291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t1745"/>
            <p:cNvSpPr/>
            <p:nvPr/>
          </p:nvSpPr>
          <p:spPr>
            <a:xfrm>
              <a:off x="2441607" y="276286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t1746"/>
            <p:cNvSpPr/>
            <p:nvPr/>
          </p:nvSpPr>
          <p:spPr>
            <a:xfrm>
              <a:off x="2235052" y="177455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t1747"/>
            <p:cNvSpPr/>
            <p:nvPr/>
          </p:nvSpPr>
          <p:spPr>
            <a:xfrm>
              <a:off x="2722978" y="210529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t1748"/>
            <p:cNvSpPr/>
            <p:nvPr/>
          </p:nvSpPr>
          <p:spPr>
            <a:xfrm>
              <a:off x="2187211" y="223539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t1749"/>
            <p:cNvSpPr/>
            <p:nvPr/>
          </p:nvSpPr>
          <p:spPr>
            <a:xfrm>
              <a:off x="2194478" y="266009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t1750"/>
            <p:cNvSpPr/>
            <p:nvPr/>
          </p:nvSpPr>
          <p:spPr>
            <a:xfrm>
              <a:off x="2936703" y="198951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t1751"/>
            <p:cNvSpPr/>
            <p:nvPr/>
          </p:nvSpPr>
          <p:spPr>
            <a:xfrm>
              <a:off x="2343808" y="239771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t1752"/>
            <p:cNvSpPr/>
            <p:nvPr/>
          </p:nvSpPr>
          <p:spPr>
            <a:xfrm>
              <a:off x="2412548" y="265016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t1753"/>
            <p:cNvSpPr/>
            <p:nvPr/>
          </p:nvSpPr>
          <p:spPr>
            <a:xfrm>
              <a:off x="2414494" y="168124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t1754"/>
            <p:cNvSpPr/>
            <p:nvPr/>
          </p:nvSpPr>
          <p:spPr>
            <a:xfrm>
              <a:off x="2290231" y="239418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t1755"/>
            <p:cNvSpPr/>
            <p:nvPr/>
          </p:nvSpPr>
          <p:spPr>
            <a:xfrm>
              <a:off x="2445731" y="2405847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t1756"/>
            <p:cNvSpPr/>
            <p:nvPr/>
          </p:nvSpPr>
          <p:spPr>
            <a:xfrm>
              <a:off x="2871215" y="229535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t1757"/>
            <p:cNvSpPr/>
            <p:nvPr/>
          </p:nvSpPr>
          <p:spPr>
            <a:xfrm>
              <a:off x="2305135" y="253682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t1758"/>
            <p:cNvSpPr/>
            <p:nvPr/>
          </p:nvSpPr>
          <p:spPr>
            <a:xfrm>
              <a:off x="3148320" y="175144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t1759"/>
            <p:cNvSpPr/>
            <p:nvPr/>
          </p:nvSpPr>
          <p:spPr>
            <a:xfrm>
              <a:off x="2797714" y="249774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t1760"/>
            <p:cNvSpPr/>
            <p:nvPr/>
          </p:nvSpPr>
          <p:spPr>
            <a:xfrm>
              <a:off x="3053420" y="185424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t1761"/>
            <p:cNvSpPr/>
            <p:nvPr/>
          </p:nvSpPr>
          <p:spPr>
            <a:xfrm>
              <a:off x="2048617" y="249989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t1762"/>
            <p:cNvSpPr/>
            <p:nvPr/>
          </p:nvSpPr>
          <p:spPr>
            <a:xfrm>
              <a:off x="2081798" y="2669812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t1763"/>
            <p:cNvSpPr/>
            <p:nvPr/>
          </p:nvSpPr>
          <p:spPr>
            <a:xfrm>
              <a:off x="2309084" y="249366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t1764"/>
            <p:cNvSpPr/>
            <p:nvPr/>
          </p:nvSpPr>
          <p:spPr>
            <a:xfrm>
              <a:off x="2183955" y="254872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t1765"/>
            <p:cNvSpPr/>
            <p:nvPr/>
          </p:nvSpPr>
          <p:spPr>
            <a:xfrm>
              <a:off x="2190650" y="176226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t1766"/>
            <p:cNvSpPr/>
            <p:nvPr/>
          </p:nvSpPr>
          <p:spPr>
            <a:xfrm>
              <a:off x="2015022" y="252863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t1767"/>
            <p:cNvSpPr/>
            <p:nvPr/>
          </p:nvSpPr>
          <p:spPr>
            <a:xfrm>
              <a:off x="2423964" y="238134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t1768"/>
            <p:cNvSpPr/>
            <p:nvPr/>
          </p:nvSpPr>
          <p:spPr>
            <a:xfrm>
              <a:off x="2371003" y="178395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t1769"/>
            <p:cNvSpPr/>
            <p:nvPr/>
          </p:nvSpPr>
          <p:spPr>
            <a:xfrm>
              <a:off x="3271938" y="204517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t1770"/>
            <p:cNvSpPr/>
            <p:nvPr/>
          </p:nvSpPr>
          <p:spPr>
            <a:xfrm>
              <a:off x="2896079" y="241688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t1771"/>
            <p:cNvSpPr/>
            <p:nvPr/>
          </p:nvSpPr>
          <p:spPr>
            <a:xfrm>
              <a:off x="2469417" y="235948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t1772"/>
            <p:cNvSpPr/>
            <p:nvPr/>
          </p:nvSpPr>
          <p:spPr>
            <a:xfrm>
              <a:off x="3119537" y="189547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t1773"/>
            <p:cNvSpPr/>
            <p:nvPr/>
          </p:nvSpPr>
          <p:spPr>
            <a:xfrm>
              <a:off x="2242821" y="218881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t1774"/>
            <p:cNvSpPr/>
            <p:nvPr/>
          </p:nvSpPr>
          <p:spPr>
            <a:xfrm>
              <a:off x="2115573" y="247430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t1775"/>
            <p:cNvSpPr/>
            <p:nvPr/>
          </p:nvSpPr>
          <p:spPr>
            <a:xfrm>
              <a:off x="2085017" y="238229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t1776"/>
            <p:cNvSpPr/>
            <p:nvPr/>
          </p:nvSpPr>
          <p:spPr>
            <a:xfrm>
              <a:off x="2948151" y="270771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t1777"/>
            <p:cNvSpPr/>
            <p:nvPr/>
          </p:nvSpPr>
          <p:spPr>
            <a:xfrm>
              <a:off x="2278549" y="265727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t1778"/>
            <p:cNvSpPr/>
            <p:nvPr/>
          </p:nvSpPr>
          <p:spPr>
            <a:xfrm>
              <a:off x="2776731" y="244464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t1779"/>
            <p:cNvSpPr/>
            <p:nvPr/>
          </p:nvSpPr>
          <p:spPr>
            <a:xfrm>
              <a:off x="3229447" y="199359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t1780"/>
            <p:cNvSpPr/>
            <p:nvPr/>
          </p:nvSpPr>
          <p:spPr>
            <a:xfrm>
              <a:off x="2135320" y="264818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t1781"/>
            <p:cNvSpPr/>
            <p:nvPr/>
          </p:nvSpPr>
          <p:spPr>
            <a:xfrm>
              <a:off x="2123829" y="183768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t1782"/>
            <p:cNvSpPr/>
            <p:nvPr/>
          </p:nvSpPr>
          <p:spPr>
            <a:xfrm>
              <a:off x="2021287" y="2544248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t1783"/>
            <p:cNvSpPr/>
            <p:nvPr/>
          </p:nvSpPr>
          <p:spPr>
            <a:xfrm>
              <a:off x="2071439" y="276141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4"/>
            <p:cNvSpPr/>
            <p:nvPr/>
          </p:nvSpPr>
          <p:spPr>
            <a:xfrm>
              <a:off x="3249089" y="198545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5"/>
            <p:cNvSpPr/>
            <p:nvPr/>
          </p:nvSpPr>
          <p:spPr>
            <a:xfrm>
              <a:off x="2524931" y="236290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6"/>
            <p:cNvSpPr/>
            <p:nvPr/>
          </p:nvSpPr>
          <p:spPr>
            <a:xfrm>
              <a:off x="2235269" y="173116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7"/>
            <p:cNvSpPr/>
            <p:nvPr/>
          </p:nvSpPr>
          <p:spPr>
            <a:xfrm>
              <a:off x="2070871" y="252959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8"/>
            <p:cNvSpPr/>
            <p:nvPr/>
          </p:nvSpPr>
          <p:spPr>
            <a:xfrm>
              <a:off x="2797519" y="259592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89"/>
            <p:cNvSpPr/>
            <p:nvPr/>
          </p:nvSpPr>
          <p:spPr>
            <a:xfrm>
              <a:off x="2074181" y="222426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0"/>
            <p:cNvSpPr/>
            <p:nvPr/>
          </p:nvSpPr>
          <p:spPr>
            <a:xfrm>
              <a:off x="1989828" y="234454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1"/>
            <p:cNvSpPr/>
            <p:nvPr/>
          </p:nvSpPr>
          <p:spPr>
            <a:xfrm>
              <a:off x="2177168" y="264792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2"/>
            <p:cNvSpPr/>
            <p:nvPr/>
          </p:nvSpPr>
          <p:spPr>
            <a:xfrm>
              <a:off x="2102779" y="2531932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3"/>
            <p:cNvSpPr/>
            <p:nvPr/>
          </p:nvSpPr>
          <p:spPr>
            <a:xfrm>
              <a:off x="2452554" y="245218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4"/>
            <p:cNvSpPr/>
            <p:nvPr/>
          </p:nvSpPr>
          <p:spPr>
            <a:xfrm>
              <a:off x="2827929" y="251794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5"/>
            <p:cNvSpPr/>
            <p:nvPr/>
          </p:nvSpPr>
          <p:spPr>
            <a:xfrm>
              <a:off x="2157048" y="178270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6"/>
            <p:cNvSpPr/>
            <p:nvPr/>
          </p:nvSpPr>
          <p:spPr>
            <a:xfrm>
              <a:off x="3146437" y="176453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7"/>
            <p:cNvSpPr/>
            <p:nvPr/>
          </p:nvSpPr>
          <p:spPr>
            <a:xfrm>
              <a:off x="2050324" y="250510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8"/>
            <p:cNvSpPr/>
            <p:nvPr/>
          </p:nvSpPr>
          <p:spPr>
            <a:xfrm>
              <a:off x="1957814" y="239920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799"/>
            <p:cNvSpPr/>
            <p:nvPr/>
          </p:nvSpPr>
          <p:spPr>
            <a:xfrm>
              <a:off x="2099676" y="186255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0"/>
            <p:cNvSpPr/>
            <p:nvPr/>
          </p:nvSpPr>
          <p:spPr>
            <a:xfrm>
              <a:off x="2578288" y="219177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1"/>
            <p:cNvSpPr/>
            <p:nvPr/>
          </p:nvSpPr>
          <p:spPr>
            <a:xfrm>
              <a:off x="2180718" y="268014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2"/>
            <p:cNvSpPr/>
            <p:nvPr/>
          </p:nvSpPr>
          <p:spPr>
            <a:xfrm>
              <a:off x="1943838" y="240705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3"/>
            <p:cNvSpPr/>
            <p:nvPr/>
          </p:nvSpPr>
          <p:spPr>
            <a:xfrm>
              <a:off x="2689971" y="258001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4"/>
            <p:cNvSpPr/>
            <p:nvPr/>
          </p:nvSpPr>
          <p:spPr>
            <a:xfrm>
              <a:off x="2227193" y="248498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5"/>
            <p:cNvSpPr/>
            <p:nvPr/>
          </p:nvSpPr>
          <p:spPr>
            <a:xfrm>
              <a:off x="3262625" y="205991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6"/>
            <p:cNvSpPr/>
            <p:nvPr/>
          </p:nvSpPr>
          <p:spPr>
            <a:xfrm>
              <a:off x="2813625" y="233779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7"/>
            <p:cNvSpPr/>
            <p:nvPr/>
          </p:nvSpPr>
          <p:spPr>
            <a:xfrm>
              <a:off x="2046361" y="252112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8"/>
            <p:cNvSpPr/>
            <p:nvPr/>
          </p:nvSpPr>
          <p:spPr>
            <a:xfrm>
              <a:off x="2149662" y="260452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09"/>
            <p:cNvSpPr/>
            <p:nvPr/>
          </p:nvSpPr>
          <p:spPr>
            <a:xfrm>
              <a:off x="3113196" y="211120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0"/>
            <p:cNvSpPr/>
            <p:nvPr/>
          </p:nvSpPr>
          <p:spPr>
            <a:xfrm>
              <a:off x="2047338" y="254662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1"/>
            <p:cNvSpPr/>
            <p:nvPr/>
          </p:nvSpPr>
          <p:spPr>
            <a:xfrm>
              <a:off x="2093222" y="141433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2"/>
            <p:cNvSpPr/>
            <p:nvPr/>
          </p:nvSpPr>
          <p:spPr>
            <a:xfrm>
              <a:off x="2673608" y="237544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3"/>
            <p:cNvSpPr/>
            <p:nvPr/>
          </p:nvSpPr>
          <p:spPr>
            <a:xfrm>
              <a:off x="2143672" y="2674184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4"/>
            <p:cNvSpPr/>
            <p:nvPr/>
          </p:nvSpPr>
          <p:spPr>
            <a:xfrm>
              <a:off x="2229260" y="190837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5"/>
            <p:cNvSpPr/>
            <p:nvPr/>
          </p:nvSpPr>
          <p:spPr>
            <a:xfrm>
              <a:off x="3201810" y="188697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6"/>
            <p:cNvSpPr/>
            <p:nvPr/>
          </p:nvSpPr>
          <p:spPr>
            <a:xfrm>
              <a:off x="2853695" y="223296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7"/>
            <p:cNvSpPr/>
            <p:nvPr/>
          </p:nvSpPr>
          <p:spPr>
            <a:xfrm>
              <a:off x="2334935" y="144971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8"/>
            <p:cNvSpPr/>
            <p:nvPr/>
          </p:nvSpPr>
          <p:spPr>
            <a:xfrm>
              <a:off x="2149729" y="264056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19"/>
            <p:cNvSpPr/>
            <p:nvPr/>
          </p:nvSpPr>
          <p:spPr>
            <a:xfrm>
              <a:off x="2532344" y="240949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0"/>
            <p:cNvSpPr/>
            <p:nvPr/>
          </p:nvSpPr>
          <p:spPr>
            <a:xfrm>
              <a:off x="2178203" y="238361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1"/>
            <p:cNvSpPr/>
            <p:nvPr/>
          </p:nvSpPr>
          <p:spPr>
            <a:xfrm>
              <a:off x="2245150" y="266501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2"/>
            <p:cNvSpPr/>
            <p:nvPr/>
          </p:nvSpPr>
          <p:spPr>
            <a:xfrm>
              <a:off x="2165816" y="248695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3"/>
            <p:cNvSpPr/>
            <p:nvPr/>
          </p:nvSpPr>
          <p:spPr>
            <a:xfrm>
              <a:off x="2007696" y="177382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4"/>
            <p:cNvSpPr/>
            <p:nvPr/>
          </p:nvSpPr>
          <p:spPr>
            <a:xfrm>
              <a:off x="2052894" y="2445846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5"/>
            <p:cNvSpPr/>
            <p:nvPr/>
          </p:nvSpPr>
          <p:spPr>
            <a:xfrm>
              <a:off x="3081545" y="169586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6"/>
            <p:cNvSpPr/>
            <p:nvPr/>
          </p:nvSpPr>
          <p:spPr>
            <a:xfrm>
              <a:off x="2101960" y="236025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7"/>
            <p:cNvSpPr/>
            <p:nvPr/>
          </p:nvSpPr>
          <p:spPr>
            <a:xfrm>
              <a:off x="2818163" y="231390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8"/>
            <p:cNvSpPr/>
            <p:nvPr/>
          </p:nvSpPr>
          <p:spPr>
            <a:xfrm>
              <a:off x="2877966" y="259505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29"/>
            <p:cNvSpPr/>
            <p:nvPr/>
          </p:nvSpPr>
          <p:spPr>
            <a:xfrm>
              <a:off x="1880046" y="225903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0"/>
            <p:cNvSpPr/>
            <p:nvPr/>
          </p:nvSpPr>
          <p:spPr>
            <a:xfrm>
              <a:off x="2286209" y="258133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1"/>
            <p:cNvSpPr/>
            <p:nvPr/>
          </p:nvSpPr>
          <p:spPr>
            <a:xfrm>
              <a:off x="3153481" y="180457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2"/>
            <p:cNvSpPr/>
            <p:nvPr/>
          </p:nvSpPr>
          <p:spPr>
            <a:xfrm>
              <a:off x="2193519" y="179588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3"/>
            <p:cNvSpPr/>
            <p:nvPr/>
          </p:nvSpPr>
          <p:spPr>
            <a:xfrm>
              <a:off x="2190715" y="232999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4"/>
            <p:cNvSpPr/>
            <p:nvPr/>
          </p:nvSpPr>
          <p:spPr>
            <a:xfrm>
              <a:off x="2827459" y="252983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5"/>
            <p:cNvSpPr/>
            <p:nvPr/>
          </p:nvSpPr>
          <p:spPr>
            <a:xfrm>
              <a:off x="2097741" y="254492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6"/>
            <p:cNvSpPr/>
            <p:nvPr/>
          </p:nvSpPr>
          <p:spPr>
            <a:xfrm>
              <a:off x="1987290" y="254465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7"/>
            <p:cNvSpPr/>
            <p:nvPr/>
          </p:nvSpPr>
          <p:spPr>
            <a:xfrm>
              <a:off x="2128789" y="250210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8"/>
            <p:cNvSpPr/>
            <p:nvPr/>
          </p:nvSpPr>
          <p:spPr>
            <a:xfrm>
              <a:off x="2168435" y="164806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39"/>
            <p:cNvSpPr/>
            <p:nvPr/>
          </p:nvSpPr>
          <p:spPr>
            <a:xfrm>
              <a:off x="2021482" y="232539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0"/>
            <p:cNvSpPr/>
            <p:nvPr/>
          </p:nvSpPr>
          <p:spPr>
            <a:xfrm>
              <a:off x="1948149" y="236312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1"/>
            <p:cNvSpPr/>
            <p:nvPr/>
          </p:nvSpPr>
          <p:spPr>
            <a:xfrm>
              <a:off x="2992764" y="234167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2"/>
            <p:cNvSpPr/>
            <p:nvPr/>
          </p:nvSpPr>
          <p:spPr>
            <a:xfrm>
              <a:off x="2122050" y="246245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3"/>
            <p:cNvSpPr/>
            <p:nvPr/>
          </p:nvSpPr>
          <p:spPr>
            <a:xfrm>
              <a:off x="2266826" y="152766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t1844"/>
            <p:cNvSpPr/>
            <p:nvPr/>
          </p:nvSpPr>
          <p:spPr>
            <a:xfrm>
              <a:off x="2270538" y="234070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t1845"/>
            <p:cNvSpPr/>
            <p:nvPr/>
          </p:nvSpPr>
          <p:spPr>
            <a:xfrm>
              <a:off x="2390078" y="239766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t1846"/>
            <p:cNvSpPr/>
            <p:nvPr/>
          </p:nvSpPr>
          <p:spPr>
            <a:xfrm>
              <a:off x="2092376" y="236719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t1847"/>
            <p:cNvSpPr/>
            <p:nvPr/>
          </p:nvSpPr>
          <p:spPr>
            <a:xfrm>
              <a:off x="3010204" y="215506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t1848"/>
            <p:cNvSpPr/>
            <p:nvPr/>
          </p:nvSpPr>
          <p:spPr>
            <a:xfrm>
              <a:off x="2087494" y="255851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t1849"/>
            <p:cNvSpPr/>
            <p:nvPr/>
          </p:nvSpPr>
          <p:spPr>
            <a:xfrm>
              <a:off x="2120901" y="171958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t1850"/>
            <p:cNvSpPr/>
            <p:nvPr/>
          </p:nvSpPr>
          <p:spPr>
            <a:xfrm>
              <a:off x="1750215" y="215240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1"/>
            <p:cNvSpPr/>
            <p:nvPr/>
          </p:nvSpPr>
          <p:spPr>
            <a:xfrm>
              <a:off x="2702068" y="245305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2"/>
            <p:cNvSpPr/>
            <p:nvPr/>
          </p:nvSpPr>
          <p:spPr>
            <a:xfrm>
              <a:off x="2178709" y="250611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3"/>
            <p:cNvSpPr/>
            <p:nvPr/>
          </p:nvSpPr>
          <p:spPr>
            <a:xfrm>
              <a:off x="2065984" y="159408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4"/>
            <p:cNvSpPr/>
            <p:nvPr/>
          </p:nvSpPr>
          <p:spPr>
            <a:xfrm>
              <a:off x="2538870" y="242163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5"/>
            <p:cNvSpPr/>
            <p:nvPr/>
          </p:nvSpPr>
          <p:spPr>
            <a:xfrm>
              <a:off x="2022873" y="2493396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6"/>
            <p:cNvSpPr/>
            <p:nvPr/>
          </p:nvSpPr>
          <p:spPr>
            <a:xfrm>
              <a:off x="2524980" y="226890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7"/>
            <p:cNvSpPr/>
            <p:nvPr/>
          </p:nvSpPr>
          <p:spPr>
            <a:xfrm>
              <a:off x="2067360" y="226865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8"/>
            <p:cNvSpPr/>
            <p:nvPr/>
          </p:nvSpPr>
          <p:spPr>
            <a:xfrm>
              <a:off x="2720358" y="196500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59"/>
            <p:cNvSpPr/>
            <p:nvPr/>
          </p:nvSpPr>
          <p:spPr>
            <a:xfrm>
              <a:off x="2979913" y="199608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0"/>
            <p:cNvSpPr/>
            <p:nvPr/>
          </p:nvSpPr>
          <p:spPr>
            <a:xfrm>
              <a:off x="2159158" y="249530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1"/>
            <p:cNvSpPr/>
            <p:nvPr/>
          </p:nvSpPr>
          <p:spPr>
            <a:xfrm>
              <a:off x="2003429" y="257336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2"/>
            <p:cNvSpPr/>
            <p:nvPr/>
          </p:nvSpPr>
          <p:spPr>
            <a:xfrm>
              <a:off x="2741240" y="237118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3"/>
            <p:cNvSpPr/>
            <p:nvPr/>
          </p:nvSpPr>
          <p:spPr>
            <a:xfrm>
              <a:off x="3112154" y="223309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4"/>
            <p:cNvSpPr/>
            <p:nvPr/>
          </p:nvSpPr>
          <p:spPr>
            <a:xfrm>
              <a:off x="1924254" y="178170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5"/>
            <p:cNvSpPr/>
            <p:nvPr/>
          </p:nvSpPr>
          <p:spPr>
            <a:xfrm>
              <a:off x="2975368" y="254508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6"/>
            <p:cNvSpPr/>
            <p:nvPr/>
          </p:nvSpPr>
          <p:spPr>
            <a:xfrm>
              <a:off x="2705892" y="251417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7"/>
            <p:cNvSpPr/>
            <p:nvPr/>
          </p:nvSpPr>
          <p:spPr>
            <a:xfrm>
              <a:off x="2064176" y="238353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8"/>
            <p:cNvSpPr/>
            <p:nvPr/>
          </p:nvSpPr>
          <p:spPr>
            <a:xfrm>
              <a:off x="3106397" y="186787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69"/>
            <p:cNvSpPr/>
            <p:nvPr/>
          </p:nvSpPr>
          <p:spPr>
            <a:xfrm>
              <a:off x="2178343" y="179254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0"/>
            <p:cNvSpPr/>
            <p:nvPr/>
          </p:nvSpPr>
          <p:spPr>
            <a:xfrm>
              <a:off x="2156792" y="238114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1"/>
            <p:cNvSpPr/>
            <p:nvPr/>
          </p:nvSpPr>
          <p:spPr>
            <a:xfrm>
              <a:off x="3690743" y="209220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2"/>
            <p:cNvSpPr/>
            <p:nvPr/>
          </p:nvSpPr>
          <p:spPr>
            <a:xfrm>
              <a:off x="2551086" y="177745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3"/>
            <p:cNvSpPr/>
            <p:nvPr/>
          </p:nvSpPr>
          <p:spPr>
            <a:xfrm>
              <a:off x="2678399" y="232306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4"/>
            <p:cNvSpPr/>
            <p:nvPr/>
          </p:nvSpPr>
          <p:spPr>
            <a:xfrm>
              <a:off x="3111105" y="245740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5"/>
            <p:cNvSpPr/>
            <p:nvPr/>
          </p:nvSpPr>
          <p:spPr>
            <a:xfrm>
              <a:off x="2737920" y="209029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6"/>
            <p:cNvSpPr/>
            <p:nvPr/>
          </p:nvSpPr>
          <p:spPr>
            <a:xfrm>
              <a:off x="2153941" y="233072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7"/>
            <p:cNvSpPr/>
            <p:nvPr/>
          </p:nvSpPr>
          <p:spPr>
            <a:xfrm>
              <a:off x="2282216" y="249812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8"/>
            <p:cNvSpPr/>
            <p:nvPr/>
          </p:nvSpPr>
          <p:spPr>
            <a:xfrm>
              <a:off x="2326750" y="241070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79"/>
            <p:cNvSpPr/>
            <p:nvPr/>
          </p:nvSpPr>
          <p:spPr>
            <a:xfrm>
              <a:off x="2869342" y="262613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0"/>
            <p:cNvSpPr/>
            <p:nvPr/>
          </p:nvSpPr>
          <p:spPr>
            <a:xfrm>
              <a:off x="3233287" y="179550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1"/>
            <p:cNvSpPr/>
            <p:nvPr/>
          </p:nvSpPr>
          <p:spPr>
            <a:xfrm>
              <a:off x="2564385" y="268194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2"/>
            <p:cNvSpPr/>
            <p:nvPr/>
          </p:nvSpPr>
          <p:spPr>
            <a:xfrm>
              <a:off x="2590901" y="208407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3"/>
            <p:cNvSpPr/>
            <p:nvPr/>
          </p:nvSpPr>
          <p:spPr>
            <a:xfrm>
              <a:off x="1937150" y="162736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4"/>
            <p:cNvSpPr/>
            <p:nvPr/>
          </p:nvSpPr>
          <p:spPr>
            <a:xfrm>
              <a:off x="2499545" y="217413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5"/>
            <p:cNvSpPr/>
            <p:nvPr/>
          </p:nvSpPr>
          <p:spPr>
            <a:xfrm>
              <a:off x="3066854" y="188028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6"/>
            <p:cNvSpPr/>
            <p:nvPr/>
          </p:nvSpPr>
          <p:spPr>
            <a:xfrm>
              <a:off x="2502874" y="2400386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7"/>
            <p:cNvSpPr/>
            <p:nvPr/>
          </p:nvSpPr>
          <p:spPr>
            <a:xfrm>
              <a:off x="2535870" y="162169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8"/>
            <p:cNvSpPr/>
            <p:nvPr/>
          </p:nvSpPr>
          <p:spPr>
            <a:xfrm>
              <a:off x="2361646" y="226326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89"/>
            <p:cNvSpPr/>
            <p:nvPr/>
          </p:nvSpPr>
          <p:spPr>
            <a:xfrm>
              <a:off x="3430903" y="179744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0"/>
            <p:cNvSpPr/>
            <p:nvPr/>
          </p:nvSpPr>
          <p:spPr>
            <a:xfrm>
              <a:off x="2738915" y="249505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1"/>
            <p:cNvSpPr/>
            <p:nvPr/>
          </p:nvSpPr>
          <p:spPr>
            <a:xfrm>
              <a:off x="2578843" y="240375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2"/>
            <p:cNvSpPr/>
            <p:nvPr/>
          </p:nvSpPr>
          <p:spPr>
            <a:xfrm>
              <a:off x="2242259" y="260092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3"/>
            <p:cNvSpPr/>
            <p:nvPr/>
          </p:nvSpPr>
          <p:spPr>
            <a:xfrm>
              <a:off x="2255963" y="253055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4"/>
            <p:cNvSpPr/>
            <p:nvPr/>
          </p:nvSpPr>
          <p:spPr>
            <a:xfrm>
              <a:off x="2886629" y="251485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5"/>
            <p:cNvSpPr/>
            <p:nvPr/>
          </p:nvSpPr>
          <p:spPr>
            <a:xfrm>
              <a:off x="2098620" y="232933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6"/>
            <p:cNvSpPr/>
            <p:nvPr/>
          </p:nvSpPr>
          <p:spPr>
            <a:xfrm>
              <a:off x="2065214" y="2394432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7"/>
            <p:cNvSpPr/>
            <p:nvPr/>
          </p:nvSpPr>
          <p:spPr>
            <a:xfrm>
              <a:off x="3032639" y="240553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8"/>
            <p:cNvSpPr/>
            <p:nvPr/>
          </p:nvSpPr>
          <p:spPr>
            <a:xfrm>
              <a:off x="2051448" y="273319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899"/>
            <p:cNvSpPr/>
            <p:nvPr/>
          </p:nvSpPr>
          <p:spPr>
            <a:xfrm>
              <a:off x="2241097" y="160292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0"/>
            <p:cNvSpPr/>
            <p:nvPr/>
          </p:nvSpPr>
          <p:spPr>
            <a:xfrm>
              <a:off x="2085673" y="189533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1"/>
            <p:cNvSpPr/>
            <p:nvPr/>
          </p:nvSpPr>
          <p:spPr>
            <a:xfrm>
              <a:off x="2161378" y="235066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2"/>
            <p:cNvSpPr/>
            <p:nvPr/>
          </p:nvSpPr>
          <p:spPr>
            <a:xfrm>
              <a:off x="2108130" y="243546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3"/>
            <p:cNvSpPr/>
            <p:nvPr/>
          </p:nvSpPr>
          <p:spPr>
            <a:xfrm>
              <a:off x="3045806" y="181537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4"/>
            <p:cNvSpPr/>
            <p:nvPr/>
          </p:nvSpPr>
          <p:spPr>
            <a:xfrm>
              <a:off x="2158702" y="240613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5"/>
            <p:cNvSpPr/>
            <p:nvPr/>
          </p:nvSpPr>
          <p:spPr>
            <a:xfrm>
              <a:off x="2563531" y="265013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6"/>
            <p:cNvSpPr/>
            <p:nvPr/>
          </p:nvSpPr>
          <p:spPr>
            <a:xfrm>
              <a:off x="2030284" y="274882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7"/>
            <p:cNvSpPr/>
            <p:nvPr/>
          </p:nvSpPr>
          <p:spPr>
            <a:xfrm>
              <a:off x="2595421" y="170145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t1908"/>
            <p:cNvSpPr/>
            <p:nvPr/>
          </p:nvSpPr>
          <p:spPr>
            <a:xfrm>
              <a:off x="2750208" y="183225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t1909"/>
            <p:cNvSpPr/>
            <p:nvPr/>
          </p:nvSpPr>
          <p:spPr>
            <a:xfrm>
              <a:off x="2791896" y="254230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t1910"/>
            <p:cNvSpPr/>
            <p:nvPr/>
          </p:nvSpPr>
          <p:spPr>
            <a:xfrm>
              <a:off x="2505818" y="2394404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t1911"/>
            <p:cNvSpPr/>
            <p:nvPr/>
          </p:nvSpPr>
          <p:spPr>
            <a:xfrm>
              <a:off x="2517438" y="224946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t1912"/>
            <p:cNvSpPr/>
            <p:nvPr/>
          </p:nvSpPr>
          <p:spPr>
            <a:xfrm>
              <a:off x="2519166" y="240615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t1913"/>
            <p:cNvSpPr/>
            <p:nvPr/>
          </p:nvSpPr>
          <p:spPr>
            <a:xfrm>
              <a:off x="2544901" y="239701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t1914"/>
            <p:cNvSpPr/>
            <p:nvPr/>
          </p:nvSpPr>
          <p:spPr>
            <a:xfrm>
              <a:off x="2971896" y="271466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t1915"/>
            <p:cNvSpPr/>
            <p:nvPr/>
          </p:nvSpPr>
          <p:spPr>
            <a:xfrm>
              <a:off x="2740278" y="163489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t1916"/>
            <p:cNvSpPr/>
            <p:nvPr/>
          </p:nvSpPr>
          <p:spPr>
            <a:xfrm>
              <a:off x="2737878" y="249541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t1917"/>
            <p:cNvSpPr/>
            <p:nvPr/>
          </p:nvSpPr>
          <p:spPr>
            <a:xfrm>
              <a:off x="2642875" y="247943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t1918"/>
            <p:cNvSpPr/>
            <p:nvPr/>
          </p:nvSpPr>
          <p:spPr>
            <a:xfrm>
              <a:off x="2604658" y="225688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t1919"/>
            <p:cNvSpPr/>
            <p:nvPr/>
          </p:nvSpPr>
          <p:spPr>
            <a:xfrm>
              <a:off x="3366138" y="246687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t1920"/>
            <p:cNvSpPr/>
            <p:nvPr/>
          </p:nvSpPr>
          <p:spPr>
            <a:xfrm>
              <a:off x="3337078" y="193143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t1921"/>
            <p:cNvSpPr/>
            <p:nvPr/>
          </p:nvSpPr>
          <p:spPr>
            <a:xfrm>
              <a:off x="2708406" y="226864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t1922"/>
            <p:cNvSpPr/>
            <p:nvPr/>
          </p:nvSpPr>
          <p:spPr>
            <a:xfrm>
              <a:off x="2960592" y="251107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t1923"/>
            <p:cNvSpPr/>
            <p:nvPr/>
          </p:nvSpPr>
          <p:spPr>
            <a:xfrm>
              <a:off x="2110583" y="252597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t1924"/>
            <p:cNvSpPr/>
            <p:nvPr/>
          </p:nvSpPr>
          <p:spPr>
            <a:xfrm>
              <a:off x="2137844" y="231666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t1925"/>
            <p:cNvSpPr/>
            <p:nvPr/>
          </p:nvSpPr>
          <p:spPr>
            <a:xfrm>
              <a:off x="3116806" y="188085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t1926"/>
            <p:cNvSpPr/>
            <p:nvPr/>
          </p:nvSpPr>
          <p:spPr>
            <a:xfrm>
              <a:off x="2128836" y="156428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t1927"/>
            <p:cNvSpPr/>
            <p:nvPr/>
          </p:nvSpPr>
          <p:spPr>
            <a:xfrm>
              <a:off x="2181015" y="2591047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t1928"/>
            <p:cNvSpPr/>
            <p:nvPr/>
          </p:nvSpPr>
          <p:spPr>
            <a:xfrm>
              <a:off x="1896338" y="228561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t1929"/>
            <p:cNvSpPr/>
            <p:nvPr/>
          </p:nvSpPr>
          <p:spPr>
            <a:xfrm>
              <a:off x="2927769" y="191224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t1930"/>
            <p:cNvSpPr/>
            <p:nvPr/>
          </p:nvSpPr>
          <p:spPr>
            <a:xfrm>
              <a:off x="2164132" y="167691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t1931"/>
            <p:cNvSpPr/>
            <p:nvPr/>
          </p:nvSpPr>
          <p:spPr>
            <a:xfrm>
              <a:off x="2159210" y="254974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t1932"/>
            <p:cNvSpPr/>
            <p:nvPr/>
          </p:nvSpPr>
          <p:spPr>
            <a:xfrm>
              <a:off x="2622063" y="256252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t1933"/>
            <p:cNvSpPr/>
            <p:nvPr/>
          </p:nvSpPr>
          <p:spPr>
            <a:xfrm>
              <a:off x="2052452" y="253259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t1934"/>
            <p:cNvSpPr/>
            <p:nvPr/>
          </p:nvSpPr>
          <p:spPr>
            <a:xfrm>
              <a:off x="2152114" y="211197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t1935"/>
            <p:cNvSpPr/>
            <p:nvPr/>
          </p:nvSpPr>
          <p:spPr>
            <a:xfrm>
              <a:off x="1906335" y="227817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t1936"/>
            <p:cNvSpPr/>
            <p:nvPr/>
          </p:nvSpPr>
          <p:spPr>
            <a:xfrm>
              <a:off x="2383301" y="267330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t1937"/>
            <p:cNvSpPr/>
            <p:nvPr/>
          </p:nvSpPr>
          <p:spPr>
            <a:xfrm>
              <a:off x="2383766" y="261060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t1938"/>
            <p:cNvSpPr/>
            <p:nvPr/>
          </p:nvSpPr>
          <p:spPr>
            <a:xfrm>
              <a:off x="3085049" y="196430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t1939"/>
            <p:cNvSpPr/>
            <p:nvPr/>
          </p:nvSpPr>
          <p:spPr>
            <a:xfrm>
              <a:off x="2523789" y="242119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t1940"/>
            <p:cNvSpPr/>
            <p:nvPr/>
          </p:nvSpPr>
          <p:spPr>
            <a:xfrm>
              <a:off x="3264055" y="215619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t1941"/>
            <p:cNvSpPr/>
            <p:nvPr/>
          </p:nvSpPr>
          <p:spPr>
            <a:xfrm>
              <a:off x="3020305" y="247215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t1942"/>
            <p:cNvSpPr/>
            <p:nvPr/>
          </p:nvSpPr>
          <p:spPr>
            <a:xfrm>
              <a:off x="2591472" y="255764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t1943"/>
            <p:cNvSpPr/>
            <p:nvPr/>
          </p:nvSpPr>
          <p:spPr>
            <a:xfrm>
              <a:off x="2556895" y="183232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t1944"/>
            <p:cNvSpPr/>
            <p:nvPr/>
          </p:nvSpPr>
          <p:spPr>
            <a:xfrm>
              <a:off x="2540591" y="248514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t1945"/>
            <p:cNvSpPr/>
            <p:nvPr/>
          </p:nvSpPr>
          <p:spPr>
            <a:xfrm>
              <a:off x="2502163" y="240612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t1946"/>
            <p:cNvSpPr/>
            <p:nvPr/>
          </p:nvSpPr>
          <p:spPr>
            <a:xfrm>
              <a:off x="2293217" y="257878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t1947"/>
            <p:cNvSpPr/>
            <p:nvPr/>
          </p:nvSpPr>
          <p:spPr>
            <a:xfrm>
              <a:off x="2803622" y="258448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t1948"/>
            <p:cNvSpPr/>
            <p:nvPr/>
          </p:nvSpPr>
          <p:spPr>
            <a:xfrm>
              <a:off x="2770376" y="251533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t1949"/>
            <p:cNvSpPr/>
            <p:nvPr/>
          </p:nvSpPr>
          <p:spPr>
            <a:xfrm>
              <a:off x="2393502" y="276341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t1950"/>
            <p:cNvSpPr/>
            <p:nvPr/>
          </p:nvSpPr>
          <p:spPr>
            <a:xfrm>
              <a:off x="3224252" y="195743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t1951"/>
            <p:cNvSpPr/>
            <p:nvPr/>
          </p:nvSpPr>
          <p:spPr>
            <a:xfrm>
              <a:off x="2270849" y="219082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t1952"/>
            <p:cNvSpPr/>
            <p:nvPr/>
          </p:nvSpPr>
          <p:spPr>
            <a:xfrm>
              <a:off x="2684762" y="243380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t1953"/>
            <p:cNvSpPr/>
            <p:nvPr/>
          </p:nvSpPr>
          <p:spPr>
            <a:xfrm>
              <a:off x="3176311" y="189245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t1954"/>
            <p:cNvSpPr/>
            <p:nvPr/>
          </p:nvSpPr>
          <p:spPr>
            <a:xfrm>
              <a:off x="2293773" y="218935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t1955"/>
            <p:cNvSpPr/>
            <p:nvPr/>
          </p:nvSpPr>
          <p:spPr>
            <a:xfrm>
              <a:off x="2313644" y="261658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t1956"/>
            <p:cNvSpPr/>
            <p:nvPr/>
          </p:nvSpPr>
          <p:spPr>
            <a:xfrm>
              <a:off x="2195393" y="207507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t1957"/>
            <p:cNvSpPr/>
            <p:nvPr/>
          </p:nvSpPr>
          <p:spPr>
            <a:xfrm>
              <a:off x="2836353" y="227184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t1958"/>
            <p:cNvSpPr/>
            <p:nvPr/>
          </p:nvSpPr>
          <p:spPr>
            <a:xfrm>
              <a:off x="2767848" y="241787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t1959"/>
            <p:cNvSpPr/>
            <p:nvPr/>
          </p:nvSpPr>
          <p:spPr>
            <a:xfrm>
              <a:off x="2244836" y="267154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t1960"/>
            <p:cNvSpPr/>
            <p:nvPr/>
          </p:nvSpPr>
          <p:spPr>
            <a:xfrm>
              <a:off x="2971100" y="177048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t1961"/>
            <p:cNvSpPr/>
            <p:nvPr/>
          </p:nvSpPr>
          <p:spPr>
            <a:xfrm>
              <a:off x="2243566" y="181141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t1962"/>
            <p:cNvSpPr/>
            <p:nvPr/>
          </p:nvSpPr>
          <p:spPr>
            <a:xfrm>
              <a:off x="2647809" y="261961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t1963"/>
            <p:cNvSpPr/>
            <p:nvPr/>
          </p:nvSpPr>
          <p:spPr>
            <a:xfrm>
              <a:off x="2517551" y="240504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t1964"/>
            <p:cNvSpPr/>
            <p:nvPr/>
          </p:nvSpPr>
          <p:spPr>
            <a:xfrm>
              <a:off x="3333569" y="192041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t1965"/>
            <p:cNvSpPr/>
            <p:nvPr/>
          </p:nvSpPr>
          <p:spPr>
            <a:xfrm>
              <a:off x="2614802" y="191771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t1966"/>
            <p:cNvSpPr/>
            <p:nvPr/>
          </p:nvSpPr>
          <p:spPr>
            <a:xfrm>
              <a:off x="2445736" y="2425677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t1967"/>
            <p:cNvSpPr/>
            <p:nvPr/>
          </p:nvSpPr>
          <p:spPr>
            <a:xfrm>
              <a:off x="3188372" y="248144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t1968"/>
            <p:cNvSpPr/>
            <p:nvPr/>
          </p:nvSpPr>
          <p:spPr>
            <a:xfrm>
              <a:off x="2761803" y="251568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t1969"/>
            <p:cNvSpPr/>
            <p:nvPr/>
          </p:nvSpPr>
          <p:spPr>
            <a:xfrm>
              <a:off x="2802745" y="255649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t1970"/>
            <p:cNvSpPr/>
            <p:nvPr/>
          </p:nvSpPr>
          <p:spPr>
            <a:xfrm>
              <a:off x="3197852" y="198648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t1971"/>
            <p:cNvSpPr/>
            <p:nvPr/>
          </p:nvSpPr>
          <p:spPr>
            <a:xfrm>
              <a:off x="2250716" y="280361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t1972"/>
            <p:cNvSpPr/>
            <p:nvPr/>
          </p:nvSpPr>
          <p:spPr>
            <a:xfrm>
              <a:off x="2343370" y="274191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t1973"/>
            <p:cNvSpPr/>
            <p:nvPr/>
          </p:nvSpPr>
          <p:spPr>
            <a:xfrm>
              <a:off x="2457904" y="270616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t1974"/>
            <p:cNvSpPr/>
            <p:nvPr/>
          </p:nvSpPr>
          <p:spPr>
            <a:xfrm>
              <a:off x="1865330" y="230028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t1975"/>
            <p:cNvSpPr/>
            <p:nvPr/>
          </p:nvSpPr>
          <p:spPr>
            <a:xfrm>
              <a:off x="2974832" y="215053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t1976"/>
            <p:cNvSpPr/>
            <p:nvPr/>
          </p:nvSpPr>
          <p:spPr>
            <a:xfrm>
              <a:off x="1970864" y="214053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t1977"/>
            <p:cNvSpPr/>
            <p:nvPr/>
          </p:nvSpPr>
          <p:spPr>
            <a:xfrm>
              <a:off x="2794021" y="248130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t1978"/>
            <p:cNvSpPr/>
            <p:nvPr/>
          </p:nvSpPr>
          <p:spPr>
            <a:xfrm>
              <a:off x="2126125" y="266942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t1979"/>
            <p:cNvSpPr/>
            <p:nvPr/>
          </p:nvSpPr>
          <p:spPr>
            <a:xfrm>
              <a:off x="2012234" y="166166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t1980"/>
            <p:cNvSpPr/>
            <p:nvPr/>
          </p:nvSpPr>
          <p:spPr>
            <a:xfrm>
              <a:off x="1967255" y="234638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t1981"/>
            <p:cNvSpPr/>
            <p:nvPr/>
          </p:nvSpPr>
          <p:spPr>
            <a:xfrm>
              <a:off x="2342087" y="209967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t1982"/>
            <p:cNvSpPr/>
            <p:nvPr/>
          </p:nvSpPr>
          <p:spPr>
            <a:xfrm>
              <a:off x="2930179" y="255449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t1983"/>
            <p:cNvSpPr/>
            <p:nvPr/>
          </p:nvSpPr>
          <p:spPr>
            <a:xfrm>
              <a:off x="2448018" y="218820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t1984"/>
            <p:cNvSpPr/>
            <p:nvPr/>
          </p:nvSpPr>
          <p:spPr>
            <a:xfrm>
              <a:off x="2356356" y="2433208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t1985"/>
            <p:cNvSpPr/>
            <p:nvPr/>
          </p:nvSpPr>
          <p:spPr>
            <a:xfrm>
              <a:off x="3226317" y="181511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t1986"/>
            <p:cNvSpPr/>
            <p:nvPr/>
          </p:nvSpPr>
          <p:spPr>
            <a:xfrm>
              <a:off x="2451961" y="270662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t1987"/>
            <p:cNvSpPr/>
            <p:nvPr/>
          </p:nvSpPr>
          <p:spPr>
            <a:xfrm>
              <a:off x="2412247" y="150742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t1988"/>
            <p:cNvSpPr/>
            <p:nvPr/>
          </p:nvSpPr>
          <p:spPr>
            <a:xfrm>
              <a:off x="2396896" y="216683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t1989"/>
            <p:cNvSpPr/>
            <p:nvPr/>
          </p:nvSpPr>
          <p:spPr>
            <a:xfrm>
              <a:off x="2939400" y="225762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t1990"/>
            <p:cNvSpPr/>
            <p:nvPr/>
          </p:nvSpPr>
          <p:spPr>
            <a:xfrm>
              <a:off x="2523798" y="220841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t1991"/>
            <p:cNvSpPr/>
            <p:nvPr/>
          </p:nvSpPr>
          <p:spPr>
            <a:xfrm>
              <a:off x="2560063" y="268370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t1992"/>
            <p:cNvSpPr/>
            <p:nvPr/>
          </p:nvSpPr>
          <p:spPr>
            <a:xfrm>
              <a:off x="2934931" y="236791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t1993"/>
            <p:cNvSpPr/>
            <p:nvPr/>
          </p:nvSpPr>
          <p:spPr>
            <a:xfrm>
              <a:off x="3102700" y="155243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t1994"/>
            <p:cNvSpPr/>
            <p:nvPr/>
          </p:nvSpPr>
          <p:spPr>
            <a:xfrm>
              <a:off x="2510456" y="168188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t1995"/>
            <p:cNvSpPr/>
            <p:nvPr/>
          </p:nvSpPr>
          <p:spPr>
            <a:xfrm>
              <a:off x="2523780" y="256639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t1996"/>
            <p:cNvSpPr/>
            <p:nvPr/>
          </p:nvSpPr>
          <p:spPr>
            <a:xfrm>
              <a:off x="2431709" y="165449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t1997"/>
            <p:cNvSpPr/>
            <p:nvPr/>
          </p:nvSpPr>
          <p:spPr>
            <a:xfrm>
              <a:off x="3056827" y="221246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t1998"/>
            <p:cNvSpPr/>
            <p:nvPr/>
          </p:nvSpPr>
          <p:spPr>
            <a:xfrm>
              <a:off x="2353666" y="248354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t1999"/>
            <p:cNvSpPr/>
            <p:nvPr/>
          </p:nvSpPr>
          <p:spPr>
            <a:xfrm>
              <a:off x="2275870" y="270721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t2000"/>
            <p:cNvSpPr/>
            <p:nvPr/>
          </p:nvSpPr>
          <p:spPr>
            <a:xfrm>
              <a:off x="2269654" y="2531137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t2001"/>
            <p:cNvSpPr/>
            <p:nvPr/>
          </p:nvSpPr>
          <p:spPr>
            <a:xfrm>
              <a:off x="2412813" y="183080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t2002"/>
            <p:cNvSpPr/>
            <p:nvPr/>
          </p:nvSpPr>
          <p:spPr>
            <a:xfrm>
              <a:off x="2579663" y="255976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t2003"/>
            <p:cNvSpPr/>
            <p:nvPr/>
          </p:nvSpPr>
          <p:spPr>
            <a:xfrm>
              <a:off x="2622229" y="270302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t2004"/>
            <p:cNvSpPr/>
            <p:nvPr/>
          </p:nvSpPr>
          <p:spPr>
            <a:xfrm>
              <a:off x="2199444" y="240948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t2005"/>
            <p:cNvSpPr/>
            <p:nvPr/>
          </p:nvSpPr>
          <p:spPr>
            <a:xfrm>
              <a:off x="3084398" y="209316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t2006"/>
            <p:cNvSpPr/>
            <p:nvPr/>
          </p:nvSpPr>
          <p:spPr>
            <a:xfrm>
              <a:off x="2349043" y="256301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t2007"/>
            <p:cNvSpPr/>
            <p:nvPr/>
          </p:nvSpPr>
          <p:spPr>
            <a:xfrm>
              <a:off x="2356838" y="163200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t2008"/>
            <p:cNvSpPr/>
            <p:nvPr/>
          </p:nvSpPr>
          <p:spPr>
            <a:xfrm>
              <a:off x="2425153" y="2408864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t2009"/>
            <p:cNvSpPr/>
            <p:nvPr/>
          </p:nvSpPr>
          <p:spPr>
            <a:xfrm>
              <a:off x="2482932" y="237470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t2010"/>
            <p:cNvSpPr/>
            <p:nvPr/>
          </p:nvSpPr>
          <p:spPr>
            <a:xfrm>
              <a:off x="2366613" y="228314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t2011"/>
            <p:cNvSpPr/>
            <p:nvPr/>
          </p:nvSpPr>
          <p:spPr>
            <a:xfrm>
              <a:off x="2685430" y="226177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t2012"/>
            <p:cNvSpPr/>
            <p:nvPr/>
          </p:nvSpPr>
          <p:spPr>
            <a:xfrm>
              <a:off x="2973433" y="231118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t2013"/>
            <p:cNvSpPr/>
            <p:nvPr/>
          </p:nvSpPr>
          <p:spPr>
            <a:xfrm>
              <a:off x="2947584" y="236237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t2014"/>
            <p:cNvSpPr/>
            <p:nvPr/>
          </p:nvSpPr>
          <p:spPr>
            <a:xfrm>
              <a:off x="2155121" y="235644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t2015"/>
            <p:cNvSpPr/>
            <p:nvPr/>
          </p:nvSpPr>
          <p:spPr>
            <a:xfrm>
              <a:off x="3125144" y="167292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t2016"/>
            <p:cNvSpPr/>
            <p:nvPr/>
          </p:nvSpPr>
          <p:spPr>
            <a:xfrm>
              <a:off x="2308199" y="258221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t2017"/>
            <p:cNvSpPr/>
            <p:nvPr/>
          </p:nvSpPr>
          <p:spPr>
            <a:xfrm>
              <a:off x="2223419" y="2532936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t2018"/>
            <p:cNvSpPr/>
            <p:nvPr/>
          </p:nvSpPr>
          <p:spPr>
            <a:xfrm>
              <a:off x="2201689" y="164419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t2019"/>
            <p:cNvSpPr/>
            <p:nvPr/>
          </p:nvSpPr>
          <p:spPr>
            <a:xfrm>
              <a:off x="2147096" y="254557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t2020"/>
            <p:cNvSpPr/>
            <p:nvPr/>
          </p:nvSpPr>
          <p:spPr>
            <a:xfrm>
              <a:off x="2202316" y="180744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t2021"/>
            <p:cNvSpPr/>
            <p:nvPr/>
          </p:nvSpPr>
          <p:spPr>
            <a:xfrm>
              <a:off x="2921234" y="180698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t2022"/>
            <p:cNvSpPr/>
            <p:nvPr/>
          </p:nvSpPr>
          <p:spPr>
            <a:xfrm>
              <a:off x="2270926" y="233868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t2023"/>
            <p:cNvSpPr/>
            <p:nvPr/>
          </p:nvSpPr>
          <p:spPr>
            <a:xfrm>
              <a:off x="2173035" y="250541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t2024"/>
            <p:cNvSpPr/>
            <p:nvPr/>
          </p:nvSpPr>
          <p:spPr>
            <a:xfrm>
              <a:off x="2187125" y="2578216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t2025"/>
            <p:cNvSpPr/>
            <p:nvPr/>
          </p:nvSpPr>
          <p:spPr>
            <a:xfrm>
              <a:off x="2793246" y="249687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t2026"/>
            <p:cNvSpPr/>
            <p:nvPr/>
          </p:nvSpPr>
          <p:spPr>
            <a:xfrm>
              <a:off x="2133813" y="244452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t2027"/>
            <p:cNvSpPr/>
            <p:nvPr/>
          </p:nvSpPr>
          <p:spPr>
            <a:xfrm>
              <a:off x="2179696" y="167546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t2028"/>
            <p:cNvSpPr/>
            <p:nvPr/>
          </p:nvSpPr>
          <p:spPr>
            <a:xfrm>
              <a:off x="2354342" y="270913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t2029"/>
            <p:cNvSpPr/>
            <p:nvPr/>
          </p:nvSpPr>
          <p:spPr>
            <a:xfrm>
              <a:off x="3053519" y="191582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t2030"/>
            <p:cNvSpPr/>
            <p:nvPr/>
          </p:nvSpPr>
          <p:spPr>
            <a:xfrm>
              <a:off x="2098468" y="241790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t2031"/>
            <p:cNvSpPr/>
            <p:nvPr/>
          </p:nvSpPr>
          <p:spPr>
            <a:xfrm>
              <a:off x="2138345" y="181970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t2032"/>
            <p:cNvSpPr/>
            <p:nvPr/>
          </p:nvSpPr>
          <p:spPr>
            <a:xfrm>
              <a:off x="2082308" y="2549516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t2033"/>
            <p:cNvSpPr/>
            <p:nvPr/>
          </p:nvSpPr>
          <p:spPr>
            <a:xfrm>
              <a:off x="2641903" y="258431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t2034"/>
            <p:cNvSpPr/>
            <p:nvPr/>
          </p:nvSpPr>
          <p:spPr>
            <a:xfrm>
              <a:off x="2116938" y="238518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t2035"/>
            <p:cNvSpPr/>
            <p:nvPr/>
          </p:nvSpPr>
          <p:spPr>
            <a:xfrm>
              <a:off x="2191381" y="234771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t2036"/>
            <p:cNvSpPr/>
            <p:nvPr/>
          </p:nvSpPr>
          <p:spPr>
            <a:xfrm>
              <a:off x="3112099" y="200192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t2037"/>
            <p:cNvSpPr/>
            <p:nvPr/>
          </p:nvSpPr>
          <p:spPr>
            <a:xfrm>
              <a:off x="2150593" y="221563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t2038"/>
            <p:cNvSpPr/>
            <p:nvPr/>
          </p:nvSpPr>
          <p:spPr>
            <a:xfrm>
              <a:off x="1997175" y="292610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t2039"/>
            <p:cNvSpPr/>
            <p:nvPr/>
          </p:nvSpPr>
          <p:spPr>
            <a:xfrm>
              <a:off x="2037839" y="184539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t2040"/>
            <p:cNvSpPr/>
            <p:nvPr/>
          </p:nvSpPr>
          <p:spPr>
            <a:xfrm>
              <a:off x="2157657" y="234455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t2041"/>
            <p:cNvSpPr/>
            <p:nvPr/>
          </p:nvSpPr>
          <p:spPr>
            <a:xfrm>
              <a:off x="2688239" y="247509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t2042"/>
            <p:cNvSpPr/>
            <p:nvPr/>
          </p:nvSpPr>
          <p:spPr>
            <a:xfrm>
              <a:off x="3282636" y="178310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t2043"/>
            <p:cNvSpPr/>
            <p:nvPr/>
          </p:nvSpPr>
          <p:spPr>
            <a:xfrm>
              <a:off x="2390992" y="212410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t2044"/>
            <p:cNvSpPr/>
            <p:nvPr/>
          </p:nvSpPr>
          <p:spPr>
            <a:xfrm>
              <a:off x="2328277" y="2595057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t2045"/>
            <p:cNvSpPr/>
            <p:nvPr/>
          </p:nvSpPr>
          <p:spPr>
            <a:xfrm>
              <a:off x="2208629" y="238906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t2046"/>
            <p:cNvSpPr/>
            <p:nvPr/>
          </p:nvSpPr>
          <p:spPr>
            <a:xfrm>
              <a:off x="2112571" y="174030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t2047"/>
            <p:cNvSpPr/>
            <p:nvPr/>
          </p:nvSpPr>
          <p:spPr>
            <a:xfrm>
              <a:off x="2727801" y="231992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t2048"/>
            <p:cNvSpPr/>
            <p:nvPr/>
          </p:nvSpPr>
          <p:spPr>
            <a:xfrm>
              <a:off x="1964895" y="230918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t2049"/>
            <p:cNvSpPr/>
            <p:nvPr/>
          </p:nvSpPr>
          <p:spPr>
            <a:xfrm>
              <a:off x="3059033" y="179451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t2050"/>
            <p:cNvSpPr/>
            <p:nvPr/>
          </p:nvSpPr>
          <p:spPr>
            <a:xfrm>
              <a:off x="1608534" y="234989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t2051"/>
            <p:cNvSpPr/>
            <p:nvPr/>
          </p:nvSpPr>
          <p:spPr>
            <a:xfrm>
              <a:off x="2216828" y="270500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t2052"/>
            <p:cNvSpPr/>
            <p:nvPr/>
          </p:nvSpPr>
          <p:spPr>
            <a:xfrm>
              <a:off x="2838503" y="224028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t2053"/>
            <p:cNvSpPr/>
            <p:nvPr/>
          </p:nvSpPr>
          <p:spPr>
            <a:xfrm>
              <a:off x="2451103" y="2464110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t2054"/>
            <p:cNvSpPr/>
            <p:nvPr/>
          </p:nvSpPr>
          <p:spPr>
            <a:xfrm>
              <a:off x="2461292" y="248614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t2055"/>
            <p:cNvSpPr/>
            <p:nvPr/>
          </p:nvSpPr>
          <p:spPr>
            <a:xfrm>
              <a:off x="1816303" y="222335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t2056"/>
            <p:cNvSpPr/>
            <p:nvPr/>
          </p:nvSpPr>
          <p:spPr>
            <a:xfrm>
              <a:off x="2166381" y="258493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t2057"/>
            <p:cNvSpPr/>
            <p:nvPr/>
          </p:nvSpPr>
          <p:spPr>
            <a:xfrm>
              <a:off x="2337665" y="2378888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t2058"/>
            <p:cNvSpPr/>
            <p:nvPr/>
          </p:nvSpPr>
          <p:spPr>
            <a:xfrm>
              <a:off x="2581358" y="239435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t2059"/>
            <p:cNvSpPr/>
            <p:nvPr/>
          </p:nvSpPr>
          <p:spPr>
            <a:xfrm>
              <a:off x="2051293" y="234751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t2060"/>
            <p:cNvSpPr/>
            <p:nvPr/>
          </p:nvSpPr>
          <p:spPr>
            <a:xfrm>
              <a:off x="2135777" y="150441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t2061"/>
            <p:cNvSpPr/>
            <p:nvPr/>
          </p:nvSpPr>
          <p:spPr>
            <a:xfrm>
              <a:off x="2046449" y="164859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t2062"/>
            <p:cNvSpPr/>
            <p:nvPr/>
          </p:nvSpPr>
          <p:spPr>
            <a:xfrm>
              <a:off x="2572648" y="178849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t2063"/>
            <p:cNvSpPr/>
            <p:nvPr/>
          </p:nvSpPr>
          <p:spPr>
            <a:xfrm>
              <a:off x="2180765" y="211771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t2064"/>
            <p:cNvSpPr/>
            <p:nvPr/>
          </p:nvSpPr>
          <p:spPr>
            <a:xfrm>
              <a:off x="1797117" y="231900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t2065"/>
            <p:cNvSpPr/>
            <p:nvPr/>
          </p:nvSpPr>
          <p:spPr>
            <a:xfrm>
              <a:off x="2202697" y="261425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t2066"/>
            <p:cNvSpPr/>
            <p:nvPr/>
          </p:nvSpPr>
          <p:spPr>
            <a:xfrm>
              <a:off x="2817686" y="233442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t2067"/>
            <p:cNvSpPr/>
            <p:nvPr/>
          </p:nvSpPr>
          <p:spPr>
            <a:xfrm>
              <a:off x="1994051" y="240126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t2068"/>
            <p:cNvSpPr/>
            <p:nvPr/>
          </p:nvSpPr>
          <p:spPr>
            <a:xfrm>
              <a:off x="1998466" y="174105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t2069"/>
            <p:cNvSpPr/>
            <p:nvPr/>
          </p:nvSpPr>
          <p:spPr>
            <a:xfrm>
              <a:off x="2963144" y="186026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t2070"/>
            <p:cNvSpPr/>
            <p:nvPr/>
          </p:nvSpPr>
          <p:spPr>
            <a:xfrm>
              <a:off x="2057424" y="233455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t2071"/>
            <p:cNvSpPr/>
            <p:nvPr/>
          </p:nvSpPr>
          <p:spPr>
            <a:xfrm>
              <a:off x="2252684" y="184429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t2072"/>
            <p:cNvSpPr/>
            <p:nvPr/>
          </p:nvSpPr>
          <p:spPr>
            <a:xfrm>
              <a:off x="1946999" y="217254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t2073"/>
            <p:cNvSpPr/>
            <p:nvPr/>
          </p:nvSpPr>
          <p:spPr>
            <a:xfrm>
              <a:off x="2909274" y="189842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t2074"/>
            <p:cNvSpPr/>
            <p:nvPr/>
          </p:nvSpPr>
          <p:spPr>
            <a:xfrm>
              <a:off x="2726550" y="224945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t2075"/>
            <p:cNvSpPr/>
            <p:nvPr/>
          </p:nvSpPr>
          <p:spPr>
            <a:xfrm>
              <a:off x="2516628" y="248887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t2076"/>
            <p:cNvSpPr/>
            <p:nvPr/>
          </p:nvSpPr>
          <p:spPr>
            <a:xfrm>
              <a:off x="2173821" y="173183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t2077"/>
            <p:cNvSpPr/>
            <p:nvPr/>
          </p:nvSpPr>
          <p:spPr>
            <a:xfrm>
              <a:off x="2542928" y="2599211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t2078"/>
            <p:cNvSpPr/>
            <p:nvPr/>
          </p:nvSpPr>
          <p:spPr>
            <a:xfrm>
              <a:off x="2489854" y="242252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t2079"/>
            <p:cNvSpPr/>
            <p:nvPr/>
          </p:nvSpPr>
          <p:spPr>
            <a:xfrm>
              <a:off x="2988553" y="201326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t2080"/>
            <p:cNvSpPr/>
            <p:nvPr/>
          </p:nvSpPr>
          <p:spPr>
            <a:xfrm>
              <a:off x="2951937" y="241854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t2081"/>
            <p:cNvSpPr/>
            <p:nvPr/>
          </p:nvSpPr>
          <p:spPr>
            <a:xfrm>
              <a:off x="2242624" y="156813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t2082"/>
            <p:cNvSpPr/>
            <p:nvPr/>
          </p:nvSpPr>
          <p:spPr>
            <a:xfrm>
              <a:off x="2206360" y="280113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t2083"/>
            <p:cNvSpPr/>
            <p:nvPr/>
          </p:nvSpPr>
          <p:spPr>
            <a:xfrm>
              <a:off x="2651729" y="2422451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t2084"/>
            <p:cNvSpPr/>
            <p:nvPr/>
          </p:nvSpPr>
          <p:spPr>
            <a:xfrm>
              <a:off x="2081870" y="234092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t2085"/>
            <p:cNvSpPr/>
            <p:nvPr/>
          </p:nvSpPr>
          <p:spPr>
            <a:xfrm>
              <a:off x="2136475" y="237651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t2086"/>
            <p:cNvSpPr/>
            <p:nvPr/>
          </p:nvSpPr>
          <p:spPr>
            <a:xfrm>
              <a:off x="2458826" y="247011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t2087"/>
            <p:cNvSpPr/>
            <p:nvPr/>
          </p:nvSpPr>
          <p:spPr>
            <a:xfrm>
              <a:off x="2075721" y="185120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t2088"/>
            <p:cNvSpPr/>
            <p:nvPr/>
          </p:nvSpPr>
          <p:spPr>
            <a:xfrm>
              <a:off x="3331526" y="218849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t2089"/>
            <p:cNvSpPr/>
            <p:nvPr/>
          </p:nvSpPr>
          <p:spPr>
            <a:xfrm>
              <a:off x="2639815" y="183043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t2090"/>
            <p:cNvSpPr/>
            <p:nvPr/>
          </p:nvSpPr>
          <p:spPr>
            <a:xfrm>
              <a:off x="2430736" y="262304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t2091"/>
            <p:cNvSpPr/>
            <p:nvPr/>
          </p:nvSpPr>
          <p:spPr>
            <a:xfrm>
              <a:off x="2148291" y="233902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t2092"/>
            <p:cNvSpPr/>
            <p:nvPr/>
          </p:nvSpPr>
          <p:spPr>
            <a:xfrm>
              <a:off x="1861214" y="257453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t2093"/>
            <p:cNvSpPr/>
            <p:nvPr/>
          </p:nvSpPr>
          <p:spPr>
            <a:xfrm>
              <a:off x="2075603" y="157423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t2094"/>
            <p:cNvSpPr/>
            <p:nvPr/>
          </p:nvSpPr>
          <p:spPr>
            <a:xfrm>
              <a:off x="2929341" y="199844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t2095"/>
            <p:cNvSpPr/>
            <p:nvPr/>
          </p:nvSpPr>
          <p:spPr>
            <a:xfrm>
              <a:off x="2463042" y="2097971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t2096"/>
            <p:cNvSpPr/>
            <p:nvPr/>
          </p:nvSpPr>
          <p:spPr>
            <a:xfrm>
              <a:off x="2040155" y="261612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t2097"/>
            <p:cNvSpPr/>
            <p:nvPr/>
          </p:nvSpPr>
          <p:spPr>
            <a:xfrm>
              <a:off x="2818787" y="233884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t2098"/>
            <p:cNvSpPr/>
            <p:nvPr/>
          </p:nvSpPr>
          <p:spPr>
            <a:xfrm>
              <a:off x="1886746" y="226832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t2099"/>
            <p:cNvSpPr/>
            <p:nvPr/>
          </p:nvSpPr>
          <p:spPr>
            <a:xfrm>
              <a:off x="2789337" y="228317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t2100"/>
            <p:cNvSpPr/>
            <p:nvPr/>
          </p:nvSpPr>
          <p:spPr>
            <a:xfrm>
              <a:off x="2157049" y="258230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t2101"/>
            <p:cNvSpPr/>
            <p:nvPr/>
          </p:nvSpPr>
          <p:spPr>
            <a:xfrm>
              <a:off x="1990512" y="273953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t2102"/>
            <p:cNvSpPr/>
            <p:nvPr/>
          </p:nvSpPr>
          <p:spPr>
            <a:xfrm>
              <a:off x="2852043" y="182681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t2103"/>
            <p:cNvSpPr/>
            <p:nvPr/>
          </p:nvSpPr>
          <p:spPr>
            <a:xfrm>
              <a:off x="2205069" y="140476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t2104"/>
            <p:cNvSpPr/>
            <p:nvPr/>
          </p:nvSpPr>
          <p:spPr>
            <a:xfrm>
              <a:off x="2273971" y="259745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t2105"/>
            <p:cNvSpPr/>
            <p:nvPr/>
          </p:nvSpPr>
          <p:spPr>
            <a:xfrm>
              <a:off x="3025774" y="181868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t2106"/>
            <p:cNvSpPr/>
            <p:nvPr/>
          </p:nvSpPr>
          <p:spPr>
            <a:xfrm>
              <a:off x="2190600" y="254115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t2107"/>
            <p:cNvSpPr/>
            <p:nvPr/>
          </p:nvSpPr>
          <p:spPr>
            <a:xfrm>
              <a:off x="2213660" y="177776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t2108"/>
            <p:cNvSpPr/>
            <p:nvPr/>
          </p:nvSpPr>
          <p:spPr>
            <a:xfrm>
              <a:off x="2263315" y="295001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t2109"/>
            <p:cNvSpPr/>
            <p:nvPr/>
          </p:nvSpPr>
          <p:spPr>
            <a:xfrm>
              <a:off x="2385406" y="2578262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t2110"/>
            <p:cNvSpPr/>
            <p:nvPr/>
          </p:nvSpPr>
          <p:spPr>
            <a:xfrm>
              <a:off x="2536497" y="2389195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t2111"/>
            <p:cNvSpPr/>
            <p:nvPr/>
          </p:nvSpPr>
          <p:spPr>
            <a:xfrm>
              <a:off x="2619784" y="2615339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t2112"/>
            <p:cNvSpPr/>
            <p:nvPr/>
          </p:nvSpPr>
          <p:spPr>
            <a:xfrm>
              <a:off x="2771341" y="252231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t2113"/>
            <p:cNvSpPr/>
            <p:nvPr/>
          </p:nvSpPr>
          <p:spPr>
            <a:xfrm>
              <a:off x="3057300" y="176477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t2114"/>
            <p:cNvSpPr/>
            <p:nvPr/>
          </p:nvSpPr>
          <p:spPr>
            <a:xfrm>
              <a:off x="2128482" y="254502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t2115"/>
            <p:cNvSpPr/>
            <p:nvPr/>
          </p:nvSpPr>
          <p:spPr>
            <a:xfrm>
              <a:off x="2116624" y="179424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t2116"/>
            <p:cNvSpPr/>
            <p:nvPr/>
          </p:nvSpPr>
          <p:spPr>
            <a:xfrm>
              <a:off x="2111121" y="245030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t2117"/>
            <p:cNvSpPr/>
            <p:nvPr/>
          </p:nvSpPr>
          <p:spPr>
            <a:xfrm>
              <a:off x="2091895" y="235406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t2118"/>
            <p:cNvSpPr/>
            <p:nvPr/>
          </p:nvSpPr>
          <p:spPr>
            <a:xfrm>
              <a:off x="3092286" y="200441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t2119"/>
            <p:cNvSpPr/>
            <p:nvPr/>
          </p:nvSpPr>
          <p:spPr>
            <a:xfrm>
              <a:off x="2857804" y="258389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t2120"/>
            <p:cNvSpPr/>
            <p:nvPr/>
          </p:nvSpPr>
          <p:spPr>
            <a:xfrm>
              <a:off x="2168499" y="250258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t2121"/>
            <p:cNvSpPr/>
            <p:nvPr/>
          </p:nvSpPr>
          <p:spPr>
            <a:xfrm>
              <a:off x="2927324" y="242474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t2122"/>
            <p:cNvSpPr/>
            <p:nvPr/>
          </p:nvSpPr>
          <p:spPr>
            <a:xfrm>
              <a:off x="2160657" y="159442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t2123"/>
            <p:cNvSpPr/>
            <p:nvPr/>
          </p:nvSpPr>
          <p:spPr>
            <a:xfrm>
              <a:off x="2238673" y="237129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t2124"/>
            <p:cNvSpPr/>
            <p:nvPr/>
          </p:nvSpPr>
          <p:spPr>
            <a:xfrm>
              <a:off x="2991611" y="214718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t2125"/>
            <p:cNvSpPr/>
            <p:nvPr/>
          </p:nvSpPr>
          <p:spPr>
            <a:xfrm>
              <a:off x="2670670" y="2567673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t2126"/>
            <p:cNvSpPr/>
            <p:nvPr/>
          </p:nvSpPr>
          <p:spPr>
            <a:xfrm>
              <a:off x="2041318" y="254115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t2127"/>
            <p:cNvSpPr/>
            <p:nvPr/>
          </p:nvSpPr>
          <p:spPr>
            <a:xfrm>
              <a:off x="2108226" y="255010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t2128"/>
            <p:cNvSpPr/>
            <p:nvPr/>
          </p:nvSpPr>
          <p:spPr>
            <a:xfrm>
              <a:off x="3325645" y="239667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t2129"/>
            <p:cNvSpPr/>
            <p:nvPr/>
          </p:nvSpPr>
          <p:spPr>
            <a:xfrm>
              <a:off x="1975118" y="257266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t2130"/>
            <p:cNvSpPr/>
            <p:nvPr/>
          </p:nvSpPr>
          <p:spPr>
            <a:xfrm>
              <a:off x="3063409" y="188875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t2131"/>
            <p:cNvSpPr/>
            <p:nvPr/>
          </p:nvSpPr>
          <p:spPr>
            <a:xfrm>
              <a:off x="2085721" y="243091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t2132"/>
            <p:cNvSpPr/>
            <p:nvPr/>
          </p:nvSpPr>
          <p:spPr>
            <a:xfrm>
              <a:off x="2077255" y="157889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t2133"/>
            <p:cNvSpPr/>
            <p:nvPr/>
          </p:nvSpPr>
          <p:spPr>
            <a:xfrm>
              <a:off x="2251784" y="253025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t2134"/>
            <p:cNvSpPr/>
            <p:nvPr/>
          </p:nvSpPr>
          <p:spPr>
            <a:xfrm>
              <a:off x="2068646" y="271585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t2135"/>
            <p:cNvSpPr/>
            <p:nvPr/>
          </p:nvSpPr>
          <p:spPr>
            <a:xfrm>
              <a:off x="2263475" y="160247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t2136"/>
            <p:cNvSpPr/>
            <p:nvPr/>
          </p:nvSpPr>
          <p:spPr>
            <a:xfrm>
              <a:off x="2833902" y="176102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t2137"/>
            <p:cNvSpPr/>
            <p:nvPr/>
          </p:nvSpPr>
          <p:spPr>
            <a:xfrm>
              <a:off x="2119067" y="250017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t2138"/>
            <p:cNvSpPr/>
            <p:nvPr/>
          </p:nvSpPr>
          <p:spPr>
            <a:xfrm>
              <a:off x="1984117" y="228213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t2139"/>
            <p:cNvSpPr/>
            <p:nvPr/>
          </p:nvSpPr>
          <p:spPr>
            <a:xfrm>
              <a:off x="2613514" y="210538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t2140"/>
            <p:cNvSpPr/>
            <p:nvPr/>
          </p:nvSpPr>
          <p:spPr>
            <a:xfrm>
              <a:off x="2171262" y="155738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t2141"/>
            <p:cNvSpPr/>
            <p:nvPr/>
          </p:nvSpPr>
          <p:spPr>
            <a:xfrm>
              <a:off x="2768207" y="230931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t2142"/>
            <p:cNvSpPr/>
            <p:nvPr/>
          </p:nvSpPr>
          <p:spPr>
            <a:xfrm>
              <a:off x="2086729" y="249230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t2143"/>
            <p:cNvSpPr/>
            <p:nvPr/>
          </p:nvSpPr>
          <p:spPr>
            <a:xfrm>
              <a:off x="2061237" y="256786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t2144"/>
            <p:cNvSpPr/>
            <p:nvPr/>
          </p:nvSpPr>
          <p:spPr>
            <a:xfrm>
              <a:off x="2977371" y="248790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t2145"/>
            <p:cNvSpPr/>
            <p:nvPr/>
          </p:nvSpPr>
          <p:spPr>
            <a:xfrm>
              <a:off x="3086418" y="210521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t2146"/>
            <p:cNvSpPr/>
            <p:nvPr/>
          </p:nvSpPr>
          <p:spPr>
            <a:xfrm>
              <a:off x="2915886" y="2322991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t2147"/>
            <p:cNvSpPr/>
            <p:nvPr/>
          </p:nvSpPr>
          <p:spPr>
            <a:xfrm>
              <a:off x="2823257" y="159426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t2148"/>
            <p:cNvSpPr/>
            <p:nvPr/>
          </p:nvSpPr>
          <p:spPr>
            <a:xfrm>
              <a:off x="3365886" y="171103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t2149"/>
            <p:cNvSpPr/>
            <p:nvPr/>
          </p:nvSpPr>
          <p:spPr>
            <a:xfrm>
              <a:off x="2792081" y="224600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t2150"/>
            <p:cNvSpPr/>
            <p:nvPr/>
          </p:nvSpPr>
          <p:spPr>
            <a:xfrm>
              <a:off x="2942165" y="179055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t2151"/>
            <p:cNvSpPr/>
            <p:nvPr/>
          </p:nvSpPr>
          <p:spPr>
            <a:xfrm>
              <a:off x="1865361" y="291361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t2152"/>
            <p:cNvSpPr/>
            <p:nvPr/>
          </p:nvSpPr>
          <p:spPr>
            <a:xfrm>
              <a:off x="2013022" y="167309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t2153"/>
            <p:cNvSpPr/>
            <p:nvPr/>
          </p:nvSpPr>
          <p:spPr>
            <a:xfrm>
              <a:off x="1963067" y="217189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t2154"/>
            <p:cNvSpPr/>
            <p:nvPr/>
          </p:nvSpPr>
          <p:spPr>
            <a:xfrm>
              <a:off x="2064294" y="239589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t2155"/>
            <p:cNvSpPr/>
            <p:nvPr/>
          </p:nvSpPr>
          <p:spPr>
            <a:xfrm>
              <a:off x="2922085" y="231346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t2156"/>
            <p:cNvSpPr/>
            <p:nvPr/>
          </p:nvSpPr>
          <p:spPr>
            <a:xfrm>
              <a:off x="2377996" y="170826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t2157"/>
            <p:cNvSpPr/>
            <p:nvPr/>
          </p:nvSpPr>
          <p:spPr>
            <a:xfrm>
              <a:off x="2056383" y="236438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t2158"/>
            <p:cNvSpPr/>
            <p:nvPr/>
          </p:nvSpPr>
          <p:spPr>
            <a:xfrm>
              <a:off x="2130600" y="246738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t2159"/>
            <p:cNvSpPr/>
            <p:nvPr/>
          </p:nvSpPr>
          <p:spPr>
            <a:xfrm>
              <a:off x="2063896" y="242520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t2160"/>
            <p:cNvSpPr/>
            <p:nvPr/>
          </p:nvSpPr>
          <p:spPr>
            <a:xfrm>
              <a:off x="3114546" y="153843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t2161"/>
            <p:cNvSpPr/>
            <p:nvPr/>
          </p:nvSpPr>
          <p:spPr>
            <a:xfrm>
              <a:off x="2645660" y="160890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t2162"/>
            <p:cNvSpPr/>
            <p:nvPr/>
          </p:nvSpPr>
          <p:spPr>
            <a:xfrm>
              <a:off x="2711180" y="216316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t2163"/>
            <p:cNvSpPr/>
            <p:nvPr/>
          </p:nvSpPr>
          <p:spPr>
            <a:xfrm>
              <a:off x="2078154" y="238360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t2164"/>
            <p:cNvSpPr/>
            <p:nvPr/>
          </p:nvSpPr>
          <p:spPr>
            <a:xfrm>
              <a:off x="2905074" y="195015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t2165"/>
            <p:cNvSpPr/>
            <p:nvPr/>
          </p:nvSpPr>
          <p:spPr>
            <a:xfrm>
              <a:off x="2188295" y="234445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t2166"/>
            <p:cNvSpPr/>
            <p:nvPr/>
          </p:nvSpPr>
          <p:spPr>
            <a:xfrm>
              <a:off x="2346297" y="261764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t2167"/>
            <p:cNvSpPr/>
            <p:nvPr/>
          </p:nvSpPr>
          <p:spPr>
            <a:xfrm>
              <a:off x="2418111" y="258213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t2168"/>
            <p:cNvSpPr/>
            <p:nvPr/>
          </p:nvSpPr>
          <p:spPr>
            <a:xfrm>
              <a:off x="2182403" y="176799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t2169"/>
            <p:cNvSpPr/>
            <p:nvPr/>
          </p:nvSpPr>
          <p:spPr>
            <a:xfrm>
              <a:off x="2977284" y="217781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t2170"/>
            <p:cNvSpPr/>
            <p:nvPr/>
          </p:nvSpPr>
          <p:spPr>
            <a:xfrm>
              <a:off x="2818934" y="253848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t2171"/>
            <p:cNvSpPr/>
            <p:nvPr/>
          </p:nvSpPr>
          <p:spPr>
            <a:xfrm>
              <a:off x="2154763" y="249449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t2172"/>
            <p:cNvSpPr/>
            <p:nvPr/>
          </p:nvSpPr>
          <p:spPr>
            <a:xfrm>
              <a:off x="2841513" y="249607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t2173"/>
            <p:cNvSpPr/>
            <p:nvPr/>
          </p:nvSpPr>
          <p:spPr>
            <a:xfrm>
              <a:off x="3097708" y="207080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t2174"/>
            <p:cNvSpPr/>
            <p:nvPr/>
          </p:nvSpPr>
          <p:spPr>
            <a:xfrm>
              <a:off x="2170385" y="193347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t2175"/>
            <p:cNvSpPr/>
            <p:nvPr/>
          </p:nvSpPr>
          <p:spPr>
            <a:xfrm>
              <a:off x="2456275" y="246342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t2176"/>
            <p:cNvSpPr/>
            <p:nvPr/>
          </p:nvSpPr>
          <p:spPr>
            <a:xfrm>
              <a:off x="2203535" y="259579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t2177"/>
            <p:cNvSpPr/>
            <p:nvPr/>
          </p:nvSpPr>
          <p:spPr>
            <a:xfrm>
              <a:off x="2654226" y="255999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t2178"/>
            <p:cNvSpPr/>
            <p:nvPr/>
          </p:nvSpPr>
          <p:spPr>
            <a:xfrm>
              <a:off x="2727701" y="245925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t2179"/>
            <p:cNvSpPr/>
            <p:nvPr/>
          </p:nvSpPr>
          <p:spPr>
            <a:xfrm>
              <a:off x="2999591" y="2224183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t2180"/>
            <p:cNvSpPr/>
            <p:nvPr/>
          </p:nvSpPr>
          <p:spPr>
            <a:xfrm>
              <a:off x="3017298" y="255153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t2181"/>
            <p:cNvSpPr/>
            <p:nvPr/>
          </p:nvSpPr>
          <p:spPr>
            <a:xfrm>
              <a:off x="2973284" y="245922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t2182"/>
            <p:cNvSpPr/>
            <p:nvPr/>
          </p:nvSpPr>
          <p:spPr>
            <a:xfrm>
              <a:off x="2567297" y="248350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t2183"/>
            <p:cNvSpPr/>
            <p:nvPr/>
          </p:nvSpPr>
          <p:spPr>
            <a:xfrm>
              <a:off x="2642185" y="169415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t2184"/>
            <p:cNvSpPr/>
            <p:nvPr/>
          </p:nvSpPr>
          <p:spPr>
            <a:xfrm>
              <a:off x="2737555" y="265527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t2185"/>
            <p:cNvSpPr/>
            <p:nvPr/>
          </p:nvSpPr>
          <p:spPr>
            <a:xfrm>
              <a:off x="3241885" y="193096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t2186"/>
            <p:cNvSpPr/>
            <p:nvPr/>
          </p:nvSpPr>
          <p:spPr>
            <a:xfrm>
              <a:off x="2835179" y="222072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t2187"/>
            <p:cNvSpPr/>
            <p:nvPr/>
          </p:nvSpPr>
          <p:spPr>
            <a:xfrm>
              <a:off x="2094748" y="262436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t2188"/>
            <p:cNvSpPr/>
            <p:nvPr/>
          </p:nvSpPr>
          <p:spPr>
            <a:xfrm>
              <a:off x="2199258" y="148805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t2189"/>
            <p:cNvSpPr/>
            <p:nvPr/>
          </p:nvSpPr>
          <p:spPr>
            <a:xfrm>
              <a:off x="2013490" y="226644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t2190"/>
            <p:cNvSpPr/>
            <p:nvPr/>
          </p:nvSpPr>
          <p:spPr>
            <a:xfrm>
              <a:off x="2682579" y="256325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t2191"/>
            <p:cNvSpPr/>
            <p:nvPr/>
          </p:nvSpPr>
          <p:spPr>
            <a:xfrm>
              <a:off x="2571551" y="245086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t2192"/>
            <p:cNvSpPr/>
            <p:nvPr/>
          </p:nvSpPr>
          <p:spPr>
            <a:xfrm>
              <a:off x="2079740" y="240203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t2193"/>
            <p:cNvSpPr/>
            <p:nvPr/>
          </p:nvSpPr>
          <p:spPr>
            <a:xfrm>
              <a:off x="2130645" y="237793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t2194"/>
            <p:cNvSpPr/>
            <p:nvPr/>
          </p:nvSpPr>
          <p:spPr>
            <a:xfrm>
              <a:off x="2983636" y="202430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t2195"/>
            <p:cNvSpPr/>
            <p:nvPr/>
          </p:nvSpPr>
          <p:spPr>
            <a:xfrm>
              <a:off x="2200442" y="167676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t2196"/>
            <p:cNvSpPr/>
            <p:nvPr/>
          </p:nvSpPr>
          <p:spPr>
            <a:xfrm>
              <a:off x="2296010" y="255424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t2197"/>
            <p:cNvSpPr/>
            <p:nvPr/>
          </p:nvSpPr>
          <p:spPr>
            <a:xfrm>
              <a:off x="2516992" y="165455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t2198"/>
            <p:cNvSpPr/>
            <p:nvPr/>
          </p:nvSpPr>
          <p:spPr>
            <a:xfrm>
              <a:off x="3039908" y="224718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t2199"/>
            <p:cNvSpPr/>
            <p:nvPr/>
          </p:nvSpPr>
          <p:spPr>
            <a:xfrm>
              <a:off x="2583443" y="225597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t2200"/>
            <p:cNvSpPr/>
            <p:nvPr/>
          </p:nvSpPr>
          <p:spPr>
            <a:xfrm>
              <a:off x="3126124" y="2469420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t2201"/>
            <p:cNvSpPr/>
            <p:nvPr/>
          </p:nvSpPr>
          <p:spPr>
            <a:xfrm>
              <a:off x="2584436" y="234206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t2202"/>
            <p:cNvSpPr/>
            <p:nvPr/>
          </p:nvSpPr>
          <p:spPr>
            <a:xfrm>
              <a:off x="2940527" y="234953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t2203"/>
            <p:cNvSpPr/>
            <p:nvPr/>
          </p:nvSpPr>
          <p:spPr>
            <a:xfrm>
              <a:off x="2507251" y="238697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t2204"/>
            <p:cNvSpPr/>
            <p:nvPr/>
          </p:nvSpPr>
          <p:spPr>
            <a:xfrm>
              <a:off x="2116920" y="235212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t2205"/>
            <p:cNvSpPr/>
            <p:nvPr/>
          </p:nvSpPr>
          <p:spPr>
            <a:xfrm>
              <a:off x="2219311" y="276563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t2206"/>
            <p:cNvSpPr/>
            <p:nvPr/>
          </p:nvSpPr>
          <p:spPr>
            <a:xfrm>
              <a:off x="2239085" y="150495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t2207"/>
            <p:cNvSpPr/>
            <p:nvPr/>
          </p:nvSpPr>
          <p:spPr>
            <a:xfrm>
              <a:off x="3135151" y="181505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t2208"/>
            <p:cNvSpPr/>
            <p:nvPr/>
          </p:nvSpPr>
          <p:spPr>
            <a:xfrm>
              <a:off x="2344009" y="269031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t2209"/>
            <p:cNvSpPr/>
            <p:nvPr/>
          </p:nvSpPr>
          <p:spPr>
            <a:xfrm>
              <a:off x="2152828" y="230480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t2210"/>
            <p:cNvSpPr/>
            <p:nvPr/>
          </p:nvSpPr>
          <p:spPr>
            <a:xfrm>
              <a:off x="2774469" y="256136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t2211"/>
            <p:cNvSpPr/>
            <p:nvPr/>
          </p:nvSpPr>
          <p:spPr>
            <a:xfrm>
              <a:off x="2185146" y="182715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t2212"/>
            <p:cNvSpPr/>
            <p:nvPr/>
          </p:nvSpPr>
          <p:spPr>
            <a:xfrm>
              <a:off x="2171570" y="223338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t2213"/>
            <p:cNvSpPr/>
            <p:nvPr/>
          </p:nvSpPr>
          <p:spPr>
            <a:xfrm>
              <a:off x="3035462" y="226160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t2214"/>
            <p:cNvSpPr/>
            <p:nvPr/>
          </p:nvSpPr>
          <p:spPr>
            <a:xfrm>
              <a:off x="3053105" y="182751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t2215"/>
            <p:cNvSpPr/>
            <p:nvPr/>
          </p:nvSpPr>
          <p:spPr>
            <a:xfrm>
              <a:off x="2153620" y="165688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t2216"/>
            <p:cNvSpPr/>
            <p:nvPr/>
          </p:nvSpPr>
          <p:spPr>
            <a:xfrm>
              <a:off x="2658250" y="229121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t2217"/>
            <p:cNvSpPr/>
            <p:nvPr/>
          </p:nvSpPr>
          <p:spPr>
            <a:xfrm>
              <a:off x="2864824" y="209270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t2218"/>
            <p:cNvSpPr/>
            <p:nvPr/>
          </p:nvSpPr>
          <p:spPr>
            <a:xfrm>
              <a:off x="2982342" y="212542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t2219"/>
            <p:cNvSpPr/>
            <p:nvPr/>
          </p:nvSpPr>
          <p:spPr>
            <a:xfrm>
              <a:off x="2062126" y="246867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t2220"/>
            <p:cNvSpPr/>
            <p:nvPr/>
          </p:nvSpPr>
          <p:spPr>
            <a:xfrm>
              <a:off x="2995088" y="237538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t2221"/>
            <p:cNvSpPr/>
            <p:nvPr/>
          </p:nvSpPr>
          <p:spPr>
            <a:xfrm>
              <a:off x="2684142" y="247851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t2222"/>
            <p:cNvSpPr/>
            <p:nvPr/>
          </p:nvSpPr>
          <p:spPr>
            <a:xfrm>
              <a:off x="3104815" y="225959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t2223"/>
            <p:cNvSpPr/>
            <p:nvPr/>
          </p:nvSpPr>
          <p:spPr>
            <a:xfrm>
              <a:off x="3342096" y="177242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t2224"/>
            <p:cNvSpPr/>
            <p:nvPr/>
          </p:nvSpPr>
          <p:spPr>
            <a:xfrm>
              <a:off x="3050951" y="2300881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t2225"/>
            <p:cNvSpPr/>
            <p:nvPr/>
          </p:nvSpPr>
          <p:spPr>
            <a:xfrm>
              <a:off x="2708143" y="235992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t2226"/>
            <p:cNvSpPr/>
            <p:nvPr/>
          </p:nvSpPr>
          <p:spPr>
            <a:xfrm>
              <a:off x="2627406" y="215562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t2227"/>
            <p:cNvSpPr/>
            <p:nvPr/>
          </p:nvSpPr>
          <p:spPr>
            <a:xfrm>
              <a:off x="2644711" y="165252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t2228"/>
            <p:cNvSpPr/>
            <p:nvPr/>
          </p:nvSpPr>
          <p:spPr>
            <a:xfrm>
              <a:off x="2829856" y="230647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t2229"/>
            <p:cNvSpPr/>
            <p:nvPr/>
          </p:nvSpPr>
          <p:spPr>
            <a:xfrm>
              <a:off x="2090046" y="255511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t2230"/>
            <p:cNvSpPr/>
            <p:nvPr/>
          </p:nvSpPr>
          <p:spPr>
            <a:xfrm>
              <a:off x="2069403" y="234274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t2231"/>
            <p:cNvSpPr/>
            <p:nvPr/>
          </p:nvSpPr>
          <p:spPr>
            <a:xfrm>
              <a:off x="2821959" y="194803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t2232"/>
            <p:cNvSpPr/>
            <p:nvPr/>
          </p:nvSpPr>
          <p:spPr>
            <a:xfrm>
              <a:off x="2118027" y="184119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t2233"/>
            <p:cNvSpPr/>
            <p:nvPr/>
          </p:nvSpPr>
          <p:spPr>
            <a:xfrm>
              <a:off x="2457766" y="238303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t2234"/>
            <p:cNvSpPr/>
            <p:nvPr/>
          </p:nvSpPr>
          <p:spPr>
            <a:xfrm>
              <a:off x="1881097" y="219290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t2235"/>
            <p:cNvSpPr/>
            <p:nvPr/>
          </p:nvSpPr>
          <p:spPr>
            <a:xfrm>
              <a:off x="2562898" y="235915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t2236"/>
            <p:cNvSpPr/>
            <p:nvPr/>
          </p:nvSpPr>
          <p:spPr>
            <a:xfrm>
              <a:off x="2484877" y="2246363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t2237"/>
            <p:cNvSpPr/>
            <p:nvPr/>
          </p:nvSpPr>
          <p:spPr>
            <a:xfrm>
              <a:off x="3418768" y="191128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t2238"/>
            <p:cNvSpPr/>
            <p:nvPr/>
          </p:nvSpPr>
          <p:spPr>
            <a:xfrm>
              <a:off x="2108169" y="159141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t2239"/>
            <p:cNvSpPr/>
            <p:nvPr/>
          </p:nvSpPr>
          <p:spPr>
            <a:xfrm>
              <a:off x="2223459" y="237793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t2240"/>
            <p:cNvSpPr/>
            <p:nvPr/>
          </p:nvSpPr>
          <p:spPr>
            <a:xfrm>
              <a:off x="2506694" y="204780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t2241"/>
            <p:cNvSpPr/>
            <p:nvPr/>
          </p:nvSpPr>
          <p:spPr>
            <a:xfrm>
              <a:off x="2541556" y="206708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t2242"/>
            <p:cNvSpPr/>
            <p:nvPr/>
          </p:nvSpPr>
          <p:spPr>
            <a:xfrm>
              <a:off x="2735909" y="233085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t2243"/>
            <p:cNvSpPr/>
            <p:nvPr/>
          </p:nvSpPr>
          <p:spPr>
            <a:xfrm>
              <a:off x="2523067" y="185591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t2244"/>
            <p:cNvSpPr/>
            <p:nvPr/>
          </p:nvSpPr>
          <p:spPr>
            <a:xfrm>
              <a:off x="2972711" y="2480688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t2245"/>
            <p:cNvSpPr/>
            <p:nvPr/>
          </p:nvSpPr>
          <p:spPr>
            <a:xfrm>
              <a:off x="2989179" y="235383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t2246"/>
            <p:cNvSpPr/>
            <p:nvPr/>
          </p:nvSpPr>
          <p:spPr>
            <a:xfrm>
              <a:off x="2616661" y="223850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t2247"/>
            <p:cNvSpPr/>
            <p:nvPr/>
          </p:nvSpPr>
          <p:spPr>
            <a:xfrm>
              <a:off x="3144300" y="209875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t2248"/>
            <p:cNvSpPr/>
            <p:nvPr/>
          </p:nvSpPr>
          <p:spPr>
            <a:xfrm>
              <a:off x="3036884" y="187658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t2249"/>
            <p:cNvSpPr/>
            <p:nvPr/>
          </p:nvSpPr>
          <p:spPr>
            <a:xfrm>
              <a:off x="2532164" y="272706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t2250"/>
            <p:cNvSpPr/>
            <p:nvPr/>
          </p:nvSpPr>
          <p:spPr>
            <a:xfrm>
              <a:off x="2974579" y="227102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t2251"/>
            <p:cNvSpPr/>
            <p:nvPr/>
          </p:nvSpPr>
          <p:spPr>
            <a:xfrm>
              <a:off x="2386073" y="254524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t2252"/>
            <p:cNvSpPr/>
            <p:nvPr/>
          </p:nvSpPr>
          <p:spPr>
            <a:xfrm>
              <a:off x="2224451" y="247982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t2253"/>
            <p:cNvSpPr/>
            <p:nvPr/>
          </p:nvSpPr>
          <p:spPr>
            <a:xfrm>
              <a:off x="2739620" y="227871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t2254"/>
            <p:cNvSpPr/>
            <p:nvPr/>
          </p:nvSpPr>
          <p:spPr>
            <a:xfrm>
              <a:off x="2645789" y="263065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t2255"/>
            <p:cNvSpPr/>
            <p:nvPr/>
          </p:nvSpPr>
          <p:spPr>
            <a:xfrm>
              <a:off x="2118149" y="242257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t2256"/>
            <p:cNvSpPr/>
            <p:nvPr/>
          </p:nvSpPr>
          <p:spPr>
            <a:xfrm>
              <a:off x="2008589" y="157768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t2257"/>
            <p:cNvSpPr/>
            <p:nvPr/>
          </p:nvSpPr>
          <p:spPr>
            <a:xfrm>
              <a:off x="3068869" y="202166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t2258"/>
            <p:cNvSpPr/>
            <p:nvPr/>
          </p:nvSpPr>
          <p:spPr>
            <a:xfrm>
              <a:off x="2199842" y="265987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t2259"/>
            <p:cNvSpPr/>
            <p:nvPr/>
          </p:nvSpPr>
          <p:spPr>
            <a:xfrm>
              <a:off x="2670570" y="262195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t2260"/>
            <p:cNvSpPr/>
            <p:nvPr/>
          </p:nvSpPr>
          <p:spPr>
            <a:xfrm>
              <a:off x="2015908" y="246922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t2261"/>
            <p:cNvSpPr/>
            <p:nvPr/>
          </p:nvSpPr>
          <p:spPr>
            <a:xfrm>
              <a:off x="2249252" y="230591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t2262"/>
            <p:cNvSpPr/>
            <p:nvPr/>
          </p:nvSpPr>
          <p:spPr>
            <a:xfrm>
              <a:off x="2729368" y="245365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t2263"/>
            <p:cNvSpPr/>
            <p:nvPr/>
          </p:nvSpPr>
          <p:spPr>
            <a:xfrm>
              <a:off x="2232524" y="160712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t2264"/>
            <p:cNvSpPr/>
            <p:nvPr/>
          </p:nvSpPr>
          <p:spPr>
            <a:xfrm>
              <a:off x="2276532" y="260634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t2265"/>
            <p:cNvSpPr/>
            <p:nvPr/>
          </p:nvSpPr>
          <p:spPr>
            <a:xfrm>
              <a:off x="2732870" y="243568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t2266"/>
            <p:cNvSpPr/>
            <p:nvPr/>
          </p:nvSpPr>
          <p:spPr>
            <a:xfrm>
              <a:off x="2054082" y="243946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t2267"/>
            <p:cNvSpPr/>
            <p:nvPr/>
          </p:nvSpPr>
          <p:spPr>
            <a:xfrm>
              <a:off x="2910879" y="210586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t2268"/>
            <p:cNvSpPr/>
            <p:nvPr/>
          </p:nvSpPr>
          <p:spPr>
            <a:xfrm>
              <a:off x="2173772" y="164131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t2269"/>
            <p:cNvSpPr/>
            <p:nvPr/>
          </p:nvSpPr>
          <p:spPr>
            <a:xfrm>
              <a:off x="2362878" y="243759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t2270"/>
            <p:cNvSpPr/>
            <p:nvPr/>
          </p:nvSpPr>
          <p:spPr>
            <a:xfrm>
              <a:off x="2519420" y="156542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t2271"/>
            <p:cNvSpPr/>
            <p:nvPr/>
          </p:nvSpPr>
          <p:spPr>
            <a:xfrm>
              <a:off x="2512120" y="212236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t2272"/>
            <p:cNvSpPr/>
            <p:nvPr/>
          </p:nvSpPr>
          <p:spPr>
            <a:xfrm>
              <a:off x="2402638" y="246374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t2273"/>
            <p:cNvSpPr/>
            <p:nvPr/>
          </p:nvSpPr>
          <p:spPr>
            <a:xfrm>
              <a:off x="2470944" y="205100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t2274"/>
            <p:cNvSpPr/>
            <p:nvPr/>
          </p:nvSpPr>
          <p:spPr>
            <a:xfrm>
              <a:off x="3068453" y="236337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t2275"/>
            <p:cNvSpPr/>
            <p:nvPr/>
          </p:nvSpPr>
          <p:spPr>
            <a:xfrm>
              <a:off x="2974164" y="233209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t2276"/>
            <p:cNvSpPr/>
            <p:nvPr/>
          </p:nvSpPr>
          <p:spPr>
            <a:xfrm>
              <a:off x="3149325" y="186588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t2277"/>
            <p:cNvSpPr/>
            <p:nvPr/>
          </p:nvSpPr>
          <p:spPr>
            <a:xfrm>
              <a:off x="2618955" y="2314306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t2278"/>
            <p:cNvSpPr/>
            <p:nvPr/>
          </p:nvSpPr>
          <p:spPr>
            <a:xfrm>
              <a:off x="2989823" y="237574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t2279"/>
            <p:cNvSpPr/>
            <p:nvPr/>
          </p:nvSpPr>
          <p:spPr>
            <a:xfrm>
              <a:off x="2138444" y="228292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t2280"/>
            <p:cNvSpPr/>
            <p:nvPr/>
          </p:nvSpPr>
          <p:spPr>
            <a:xfrm>
              <a:off x="2869682" y="182212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t2281"/>
            <p:cNvSpPr/>
            <p:nvPr/>
          </p:nvSpPr>
          <p:spPr>
            <a:xfrm>
              <a:off x="2646435" y="2530942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t2282"/>
            <p:cNvSpPr/>
            <p:nvPr/>
          </p:nvSpPr>
          <p:spPr>
            <a:xfrm>
              <a:off x="2197865" y="261207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t2283"/>
            <p:cNvSpPr/>
            <p:nvPr/>
          </p:nvSpPr>
          <p:spPr>
            <a:xfrm>
              <a:off x="2182166" y="183963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t2284"/>
            <p:cNvSpPr/>
            <p:nvPr/>
          </p:nvSpPr>
          <p:spPr>
            <a:xfrm>
              <a:off x="2851550" y="269565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t2285"/>
            <p:cNvSpPr/>
            <p:nvPr/>
          </p:nvSpPr>
          <p:spPr>
            <a:xfrm>
              <a:off x="1942100" y="241116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t2286"/>
            <p:cNvSpPr/>
            <p:nvPr/>
          </p:nvSpPr>
          <p:spPr>
            <a:xfrm>
              <a:off x="2750693" y="185107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t2287"/>
            <p:cNvSpPr/>
            <p:nvPr/>
          </p:nvSpPr>
          <p:spPr>
            <a:xfrm>
              <a:off x="2097315" y="239290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t2288"/>
            <p:cNvSpPr/>
            <p:nvPr/>
          </p:nvSpPr>
          <p:spPr>
            <a:xfrm>
              <a:off x="2161027" y="183371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t2289"/>
            <p:cNvSpPr/>
            <p:nvPr/>
          </p:nvSpPr>
          <p:spPr>
            <a:xfrm>
              <a:off x="2778308" y="231585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t2290"/>
            <p:cNvSpPr/>
            <p:nvPr/>
          </p:nvSpPr>
          <p:spPr>
            <a:xfrm>
              <a:off x="2852669" y="169964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t2291"/>
            <p:cNvSpPr/>
            <p:nvPr/>
          </p:nvSpPr>
          <p:spPr>
            <a:xfrm>
              <a:off x="2151430" y="246799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t2292"/>
            <p:cNvSpPr/>
            <p:nvPr/>
          </p:nvSpPr>
          <p:spPr>
            <a:xfrm>
              <a:off x="2154983" y="171151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t2293"/>
            <p:cNvSpPr/>
            <p:nvPr/>
          </p:nvSpPr>
          <p:spPr>
            <a:xfrm>
              <a:off x="2291682" y="260199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t2294"/>
            <p:cNvSpPr/>
            <p:nvPr/>
          </p:nvSpPr>
          <p:spPr>
            <a:xfrm>
              <a:off x="2145601" y="256449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t2295"/>
            <p:cNvSpPr/>
            <p:nvPr/>
          </p:nvSpPr>
          <p:spPr>
            <a:xfrm>
              <a:off x="2251812" y="236214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t2296"/>
            <p:cNvSpPr/>
            <p:nvPr/>
          </p:nvSpPr>
          <p:spPr>
            <a:xfrm>
              <a:off x="3059881" y="174598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t2297"/>
            <p:cNvSpPr/>
            <p:nvPr/>
          </p:nvSpPr>
          <p:spPr>
            <a:xfrm>
              <a:off x="2647797" y="259311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t2298"/>
            <p:cNvSpPr/>
            <p:nvPr/>
          </p:nvSpPr>
          <p:spPr>
            <a:xfrm>
              <a:off x="2118109" y="243725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t2299"/>
            <p:cNvSpPr/>
            <p:nvPr/>
          </p:nvSpPr>
          <p:spPr>
            <a:xfrm>
              <a:off x="2508663" y="183610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t2300"/>
            <p:cNvSpPr/>
            <p:nvPr/>
          </p:nvSpPr>
          <p:spPr>
            <a:xfrm>
              <a:off x="2120474" y="234603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t2301"/>
            <p:cNvSpPr/>
            <p:nvPr/>
          </p:nvSpPr>
          <p:spPr>
            <a:xfrm>
              <a:off x="1996016" y="235040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t2302"/>
            <p:cNvSpPr/>
            <p:nvPr/>
          </p:nvSpPr>
          <p:spPr>
            <a:xfrm>
              <a:off x="2032063" y="157365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t2303"/>
            <p:cNvSpPr/>
            <p:nvPr/>
          </p:nvSpPr>
          <p:spPr>
            <a:xfrm>
              <a:off x="2031803" y="244516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t2304"/>
            <p:cNvSpPr/>
            <p:nvPr/>
          </p:nvSpPr>
          <p:spPr>
            <a:xfrm>
              <a:off x="1973867" y="270342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t2305"/>
            <p:cNvSpPr/>
            <p:nvPr/>
          </p:nvSpPr>
          <p:spPr>
            <a:xfrm>
              <a:off x="1975916" y="243374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t2306"/>
            <p:cNvSpPr/>
            <p:nvPr/>
          </p:nvSpPr>
          <p:spPr>
            <a:xfrm>
              <a:off x="2339309" y="2389670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t2307"/>
            <p:cNvSpPr/>
            <p:nvPr/>
          </p:nvSpPr>
          <p:spPr>
            <a:xfrm>
              <a:off x="2611538" y="262186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t2308"/>
            <p:cNvSpPr/>
            <p:nvPr/>
          </p:nvSpPr>
          <p:spPr>
            <a:xfrm>
              <a:off x="2885441" y="173425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t2309"/>
            <p:cNvSpPr/>
            <p:nvPr/>
          </p:nvSpPr>
          <p:spPr>
            <a:xfrm>
              <a:off x="2028244" y="166409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t2310"/>
            <p:cNvSpPr/>
            <p:nvPr/>
          </p:nvSpPr>
          <p:spPr>
            <a:xfrm>
              <a:off x="1778164" y="255053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t2311"/>
            <p:cNvSpPr/>
            <p:nvPr/>
          </p:nvSpPr>
          <p:spPr>
            <a:xfrm>
              <a:off x="2295939" y="231265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t2312"/>
            <p:cNvSpPr/>
            <p:nvPr/>
          </p:nvSpPr>
          <p:spPr>
            <a:xfrm>
              <a:off x="2421091" y="2320780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t2313"/>
            <p:cNvSpPr/>
            <p:nvPr/>
          </p:nvSpPr>
          <p:spPr>
            <a:xfrm>
              <a:off x="2061855" y="229229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t2314"/>
            <p:cNvSpPr/>
            <p:nvPr/>
          </p:nvSpPr>
          <p:spPr>
            <a:xfrm>
              <a:off x="2086576" y="237572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t2315"/>
            <p:cNvSpPr/>
            <p:nvPr/>
          </p:nvSpPr>
          <p:spPr>
            <a:xfrm>
              <a:off x="2963244" y="202033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t2316"/>
            <p:cNvSpPr/>
            <p:nvPr/>
          </p:nvSpPr>
          <p:spPr>
            <a:xfrm>
              <a:off x="2281916" y="205645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t2317"/>
            <p:cNvSpPr/>
            <p:nvPr/>
          </p:nvSpPr>
          <p:spPr>
            <a:xfrm>
              <a:off x="3070558" y="213635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t2318"/>
            <p:cNvSpPr/>
            <p:nvPr/>
          </p:nvSpPr>
          <p:spPr>
            <a:xfrm>
              <a:off x="2235723" y="217635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t2319"/>
            <p:cNvSpPr/>
            <p:nvPr/>
          </p:nvSpPr>
          <p:spPr>
            <a:xfrm>
              <a:off x="2028279" y="245774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t2320"/>
            <p:cNvSpPr/>
            <p:nvPr/>
          </p:nvSpPr>
          <p:spPr>
            <a:xfrm>
              <a:off x="2618598" y="243804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t2321"/>
            <p:cNvSpPr/>
            <p:nvPr/>
          </p:nvSpPr>
          <p:spPr>
            <a:xfrm>
              <a:off x="2714951" y="245737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t2322"/>
            <p:cNvSpPr/>
            <p:nvPr/>
          </p:nvSpPr>
          <p:spPr>
            <a:xfrm>
              <a:off x="2624032" y="236287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t2323"/>
            <p:cNvSpPr/>
            <p:nvPr/>
          </p:nvSpPr>
          <p:spPr>
            <a:xfrm>
              <a:off x="2551497" y="226067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t2324"/>
            <p:cNvSpPr/>
            <p:nvPr/>
          </p:nvSpPr>
          <p:spPr>
            <a:xfrm>
              <a:off x="2731655" y="157295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t2325"/>
            <p:cNvSpPr/>
            <p:nvPr/>
          </p:nvSpPr>
          <p:spPr>
            <a:xfrm>
              <a:off x="3171439" y="245141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t2326"/>
            <p:cNvSpPr/>
            <p:nvPr/>
          </p:nvSpPr>
          <p:spPr>
            <a:xfrm>
              <a:off x="2843758" y="2423505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t2327"/>
            <p:cNvSpPr/>
            <p:nvPr/>
          </p:nvSpPr>
          <p:spPr>
            <a:xfrm>
              <a:off x="3170073" y="174261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t2328"/>
            <p:cNvSpPr/>
            <p:nvPr/>
          </p:nvSpPr>
          <p:spPr>
            <a:xfrm>
              <a:off x="3023930" y="214866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l2329"/>
            <p:cNvSpPr/>
            <p:nvPr/>
          </p:nvSpPr>
          <p:spPr>
            <a:xfrm>
              <a:off x="2072198" y="2220683"/>
              <a:ext cx="343377" cy="514022"/>
            </a:xfrm>
            <a:custGeom>
              <a:avLst/>
              <a:pathLst>
                <a:path w="343377" h="514022">
                  <a:moveTo>
                    <a:pt x="343377" y="0"/>
                  </a:moveTo>
                  <a:lnTo>
                    <a:pt x="0" y="514022"/>
                  </a:lnTo>
                </a:path>
              </a:pathLst>
            </a:custGeom>
            <a:ln w="27101" cap="flat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l2330"/>
            <p:cNvSpPr/>
            <p:nvPr/>
          </p:nvSpPr>
          <p:spPr>
            <a:xfrm>
              <a:off x="2072198" y="2662859"/>
              <a:ext cx="64571" cy="71846"/>
            </a:xfrm>
            <a:custGeom>
              <a:avLst/>
              <a:pathLst>
                <a:path w="64571" h="71846">
                  <a:moveTo>
                    <a:pt x="4701" y="0"/>
                  </a:moveTo>
                  <a:lnTo>
                    <a:pt x="0" y="71846"/>
                  </a:lnTo>
                  <a:lnTo>
                    <a:pt x="64571" y="39994"/>
                  </a:lnTo>
                </a:path>
              </a:pathLst>
            </a:custGeom>
            <a:ln w="27101" cap="flat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l2331"/>
            <p:cNvSpPr/>
            <p:nvPr/>
          </p:nvSpPr>
          <p:spPr>
            <a:xfrm>
              <a:off x="2415575" y="2220683"/>
              <a:ext cx="569583" cy="80081"/>
            </a:xfrm>
            <a:custGeom>
              <a:avLst/>
              <a:pathLst>
                <a:path w="569583" h="80081">
                  <a:moveTo>
                    <a:pt x="0" y="0"/>
                  </a:moveTo>
                  <a:lnTo>
                    <a:pt x="569583" y="80081"/>
                  </a:lnTo>
                </a:path>
              </a:pathLst>
            </a:custGeom>
            <a:ln w="27101" cap="flat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l2332"/>
            <p:cNvSpPr/>
            <p:nvPr/>
          </p:nvSpPr>
          <p:spPr>
            <a:xfrm>
              <a:off x="2918400" y="2256433"/>
              <a:ext cx="66758" cy="71298"/>
            </a:xfrm>
            <a:custGeom>
              <a:avLst/>
              <a:pathLst>
                <a:path w="66758" h="71298">
                  <a:moveTo>
                    <a:pt x="0" y="71298"/>
                  </a:moveTo>
                  <a:lnTo>
                    <a:pt x="66758" y="44330"/>
                  </a:lnTo>
                  <a:lnTo>
                    <a:pt x="10024" y="0"/>
                  </a:lnTo>
                </a:path>
              </a:pathLst>
            </a:custGeom>
            <a:ln w="27101" cap="flat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l2333"/>
            <p:cNvSpPr/>
            <p:nvPr/>
          </p:nvSpPr>
          <p:spPr>
            <a:xfrm>
              <a:off x="2415575" y="2041606"/>
              <a:ext cx="698006" cy="179077"/>
            </a:xfrm>
            <a:custGeom>
              <a:avLst/>
              <a:pathLst>
                <a:path w="698006" h="179077">
                  <a:moveTo>
                    <a:pt x="0" y="179077"/>
                  </a:moveTo>
                  <a:lnTo>
                    <a:pt x="698006" y="0"/>
                  </a:lnTo>
                </a:path>
              </a:pathLst>
            </a:custGeom>
            <a:ln w="27101" cap="flat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l2334"/>
            <p:cNvSpPr/>
            <p:nvPr/>
          </p:nvSpPr>
          <p:spPr>
            <a:xfrm>
              <a:off x="3044238" y="2022230"/>
              <a:ext cx="69344" cy="69741"/>
            </a:xfrm>
            <a:custGeom>
              <a:avLst/>
              <a:pathLst>
                <a:path w="69344" h="69741">
                  <a:moveTo>
                    <a:pt x="17892" y="69741"/>
                  </a:moveTo>
                  <a:lnTo>
                    <a:pt x="69344" y="19375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l2335"/>
            <p:cNvSpPr/>
            <p:nvPr/>
          </p:nvSpPr>
          <p:spPr>
            <a:xfrm>
              <a:off x="1740763" y="2096627"/>
              <a:ext cx="674812" cy="124055"/>
            </a:xfrm>
            <a:custGeom>
              <a:avLst/>
              <a:pathLst>
                <a:path w="674812" h="124055">
                  <a:moveTo>
                    <a:pt x="674812" y="124055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l2336"/>
            <p:cNvSpPr/>
            <p:nvPr/>
          </p:nvSpPr>
          <p:spPr>
            <a:xfrm>
              <a:off x="1740763" y="2072495"/>
              <a:ext cx="67835" cy="70813"/>
            </a:xfrm>
            <a:custGeom>
              <a:avLst/>
              <a:pathLst>
                <a:path w="67835" h="70813">
                  <a:moveTo>
                    <a:pt x="67835" y="0"/>
                  </a:moveTo>
                  <a:lnTo>
                    <a:pt x="0" y="24132"/>
                  </a:lnTo>
                  <a:lnTo>
                    <a:pt x="54817" y="70813"/>
                  </a:lnTo>
                </a:path>
              </a:pathLst>
            </a:custGeom>
            <a:ln w="27101" cap="flat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l2337"/>
            <p:cNvSpPr/>
            <p:nvPr/>
          </p:nvSpPr>
          <p:spPr>
            <a:xfrm>
              <a:off x="2018027" y="1778529"/>
              <a:ext cx="397548" cy="442153"/>
            </a:xfrm>
            <a:custGeom>
              <a:avLst/>
              <a:pathLst>
                <a:path w="397548" h="442153">
                  <a:moveTo>
                    <a:pt x="397548" y="442153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l2338"/>
            <p:cNvSpPr/>
            <p:nvPr/>
          </p:nvSpPr>
          <p:spPr>
            <a:xfrm>
              <a:off x="2018027" y="1778529"/>
              <a:ext cx="68460" cy="70437"/>
            </a:xfrm>
            <a:custGeom>
              <a:avLst/>
              <a:pathLst>
                <a:path w="68460" h="70437">
                  <a:moveTo>
                    <a:pt x="68460" y="22297"/>
                  </a:moveTo>
                  <a:lnTo>
                    <a:pt x="0" y="0"/>
                  </a:lnTo>
                  <a:lnTo>
                    <a:pt x="14919" y="70437"/>
                  </a:lnTo>
                </a:path>
              </a:pathLst>
            </a:custGeom>
            <a:ln w="27101" cap="flat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l2339"/>
            <p:cNvSpPr/>
            <p:nvPr/>
          </p:nvSpPr>
          <p:spPr>
            <a:xfrm>
              <a:off x="2415575" y="2220683"/>
              <a:ext cx="104281" cy="432631"/>
            </a:xfrm>
            <a:custGeom>
              <a:avLst/>
              <a:pathLst>
                <a:path w="104281" h="432631">
                  <a:moveTo>
                    <a:pt x="0" y="0"/>
                  </a:moveTo>
                  <a:lnTo>
                    <a:pt x="104281" y="432631"/>
                  </a:lnTo>
                </a:path>
              </a:pathLst>
            </a:custGeom>
            <a:ln w="27101" cap="flat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l2340"/>
            <p:cNvSpPr/>
            <p:nvPr/>
          </p:nvSpPr>
          <p:spPr>
            <a:xfrm>
              <a:off x="2470248" y="2584261"/>
              <a:ext cx="69995" cy="69053"/>
            </a:xfrm>
            <a:custGeom>
              <a:avLst/>
              <a:pathLst>
                <a:path w="69995" h="69053">
                  <a:moveTo>
                    <a:pt x="0" y="16871"/>
                  </a:moveTo>
                  <a:lnTo>
                    <a:pt x="49608" y="69053"/>
                  </a:lnTo>
                  <a:lnTo>
                    <a:pt x="69995" y="0"/>
                  </a:lnTo>
                </a:path>
              </a:pathLst>
            </a:custGeom>
            <a:ln w="27101" cap="flat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l2341"/>
            <p:cNvSpPr/>
            <p:nvPr/>
          </p:nvSpPr>
          <p:spPr>
            <a:xfrm>
              <a:off x="2409546" y="1634135"/>
              <a:ext cx="6029" cy="586547"/>
            </a:xfrm>
            <a:custGeom>
              <a:avLst/>
              <a:pathLst>
                <a:path w="6029" h="586547">
                  <a:moveTo>
                    <a:pt x="6029" y="586547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l2342"/>
            <p:cNvSpPr/>
            <p:nvPr/>
          </p:nvSpPr>
          <p:spPr>
            <a:xfrm>
              <a:off x="2374189" y="1634135"/>
              <a:ext cx="71996" cy="62720"/>
            </a:xfrm>
            <a:custGeom>
              <a:avLst/>
              <a:pathLst>
                <a:path w="71996" h="62720">
                  <a:moveTo>
                    <a:pt x="71996" y="61980"/>
                  </a:moveTo>
                  <a:lnTo>
                    <a:pt x="35357" y="0"/>
                  </a:lnTo>
                  <a:lnTo>
                    <a:pt x="0" y="62720"/>
                  </a:lnTo>
                </a:path>
              </a:pathLst>
            </a:custGeom>
            <a:ln w="27101" cap="flat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tx2343"/>
            <p:cNvSpPr/>
            <p:nvPr/>
          </p:nvSpPr>
          <p:spPr>
            <a:xfrm>
              <a:off x="1853743" y="2753757"/>
              <a:ext cx="280995" cy="1036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LTO</a:t>
              </a:r>
            </a:p>
          </p:txBody>
        </p:sp>
        <p:sp>
          <p:nvSpPr>
            <p:cNvPr id="2345" name="tx2344"/>
            <p:cNvSpPr/>
            <p:nvPr/>
          </p:nvSpPr>
          <p:spPr>
            <a:xfrm>
              <a:off x="2914572" y="2319816"/>
              <a:ext cx="297088" cy="1036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MLA</a:t>
              </a:r>
            </a:p>
          </p:txBody>
        </p:sp>
        <p:sp>
          <p:nvSpPr>
            <p:cNvPr id="2346" name="tx2345"/>
            <p:cNvSpPr/>
            <p:nvPr/>
          </p:nvSpPr>
          <p:spPr>
            <a:xfrm>
              <a:off x="3054974" y="1918861"/>
              <a:ext cx="273131" cy="1036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SLA</a:t>
              </a:r>
            </a:p>
          </p:txBody>
        </p:sp>
        <p:sp>
          <p:nvSpPr>
            <p:cNvPr id="2347" name="tx2346"/>
            <p:cNvSpPr/>
            <p:nvPr/>
          </p:nvSpPr>
          <p:spPr>
            <a:xfrm>
              <a:off x="1458117" y="1973883"/>
              <a:ext cx="409376" cy="1036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LDMC</a:t>
              </a:r>
            </a:p>
          </p:txBody>
        </p:sp>
        <p:sp>
          <p:nvSpPr>
            <p:cNvPr id="2348" name="tx2347"/>
            <p:cNvSpPr/>
            <p:nvPr/>
          </p:nvSpPr>
          <p:spPr>
            <a:xfrm>
              <a:off x="1791525" y="1655784"/>
              <a:ext cx="297088" cy="1036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SSD</a:t>
              </a:r>
            </a:p>
          </p:txBody>
        </p:sp>
        <p:sp>
          <p:nvSpPr>
            <p:cNvPr id="2349" name="tx2348"/>
            <p:cNvSpPr/>
            <p:nvPr/>
          </p:nvSpPr>
          <p:spPr>
            <a:xfrm>
              <a:off x="2489412" y="2672366"/>
              <a:ext cx="216804" cy="1036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Chl</a:t>
              </a:r>
            </a:p>
          </p:txBody>
        </p:sp>
        <p:sp>
          <p:nvSpPr>
            <p:cNvPr id="2350" name="tx2349"/>
            <p:cNvSpPr/>
            <p:nvPr/>
          </p:nvSpPr>
          <p:spPr>
            <a:xfrm>
              <a:off x="2122739" y="1511391"/>
              <a:ext cx="417697" cy="1036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Height</a:t>
              </a:r>
            </a:p>
          </p:txBody>
        </p:sp>
        <p:sp>
          <p:nvSpPr>
            <p:cNvPr id="2351" name="rc2350"/>
            <p:cNvSpPr/>
            <p:nvPr/>
          </p:nvSpPr>
          <p:spPr>
            <a:xfrm>
              <a:off x="1404926" y="1287054"/>
              <a:ext cx="2442947" cy="181866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352" name="pl2351"/>
            <p:cNvSpPr/>
            <p:nvPr/>
          </p:nvSpPr>
          <p:spPr>
            <a:xfrm>
              <a:off x="1404926" y="1287054"/>
              <a:ext cx="0" cy="1818668"/>
            </a:xfrm>
            <a:custGeom>
              <a:avLst/>
              <a:pathLst>
                <a:path w="0" h="1818668">
                  <a:moveTo>
                    <a:pt x="0" y="18186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tx2352"/>
            <p:cNvSpPr/>
            <p:nvPr/>
          </p:nvSpPr>
          <p:spPr>
            <a:xfrm rot="-5400000">
              <a:off x="1260826" y="2893225"/>
              <a:ext cx="90342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-2</a:t>
              </a:r>
            </a:p>
          </p:txBody>
        </p:sp>
        <p:sp>
          <p:nvSpPr>
            <p:cNvPr id="2354" name="tx2353"/>
            <p:cNvSpPr/>
            <p:nvPr/>
          </p:nvSpPr>
          <p:spPr>
            <a:xfrm rot="-5400000">
              <a:off x="1260826" y="2538735"/>
              <a:ext cx="90342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2355" name="tx2354"/>
            <p:cNvSpPr/>
            <p:nvPr/>
          </p:nvSpPr>
          <p:spPr>
            <a:xfrm rot="-5400000">
              <a:off x="1277743" y="2184244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356" name="tx2355"/>
            <p:cNvSpPr/>
            <p:nvPr/>
          </p:nvSpPr>
          <p:spPr>
            <a:xfrm rot="-5400000">
              <a:off x="1277743" y="1829753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357" name="tx2356"/>
            <p:cNvSpPr/>
            <p:nvPr/>
          </p:nvSpPr>
          <p:spPr>
            <a:xfrm rot="-5400000">
              <a:off x="1277743" y="1475263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358" name="pl2357"/>
            <p:cNvSpPr/>
            <p:nvPr/>
          </p:nvSpPr>
          <p:spPr>
            <a:xfrm>
              <a:off x="1376458" y="292966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l2358"/>
            <p:cNvSpPr/>
            <p:nvPr/>
          </p:nvSpPr>
          <p:spPr>
            <a:xfrm>
              <a:off x="1376458" y="257517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l2359"/>
            <p:cNvSpPr/>
            <p:nvPr/>
          </p:nvSpPr>
          <p:spPr>
            <a:xfrm>
              <a:off x="1376458" y="222068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l2360"/>
            <p:cNvSpPr/>
            <p:nvPr/>
          </p:nvSpPr>
          <p:spPr>
            <a:xfrm>
              <a:off x="1376458" y="1866192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l2361"/>
            <p:cNvSpPr/>
            <p:nvPr/>
          </p:nvSpPr>
          <p:spPr>
            <a:xfrm>
              <a:off x="1376458" y="1511702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l2362"/>
            <p:cNvSpPr/>
            <p:nvPr/>
          </p:nvSpPr>
          <p:spPr>
            <a:xfrm>
              <a:off x="1404926" y="3105722"/>
              <a:ext cx="2442947" cy="0"/>
            </a:xfrm>
            <a:custGeom>
              <a:avLst/>
              <a:pathLst>
                <a:path w="2442947" h="0">
                  <a:moveTo>
                    <a:pt x="0" y="0"/>
                  </a:moveTo>
                  <a:lnTo>
                    <a:pt x="244294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l2363"/>
            <p:cNvSpPr/>
            <p:nvPr/>
          </p:nvSpPr>
          <p:spPr>
            <a:xfrm>
              <a:off x="1635999" y="310572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l2364"/>
            <p:cNvSpPr/>
            <p:nvPr/>
          </p:nvSpPr>
          <p:spPr>
            <a:xfrm>
              <a:off x="2415575" y="310572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l2365"/>
            <p:cNvSpPr/>
            <p:nvPr/>
          </p:nvSpPr>
          <p:spPr>
            <a:xfrm>
              <a:off x="3195152" y="310572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tx2366"/>
            <p:cNvSpPr/>
            <p:nvPr/>
          </p:nvSpPr>
          <p:spPr>
            <a:xfrm>
              <a:off x="1590827" y="3156965"/>
              <a:ext cx="90342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-2</a:t>
              </a:r>
            </a:p>
          </p:txBody>
        </p:sp>
        <p:sp>
          <p:nvSpPr>
            <p:cNvPr id="2368" name="tx2367"/>
            <p:cNvSpPr/>
            <p:nvPr/>
          </p:nvSpPr>
          <p:spPr>
            <a:xfrm>
              <a:off x="2387320" y="3156965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369" name="tx2368"/>
            <p:cNvSpPr/>
            <p:nvPr/>
          </p:nvSpPr>
          <p:spPr>
            <a:xfrm>
              <a:off x="3166897" y="3156965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370" name="tx2369"/>
            <p:cNvSpPr/>
            <p:nvPr/>
          </p:nvSpPr>
          <p:spPr>
            <a:xfrm>
              <a:off x="2262926" y="3314602"/>
              <a:ext cx="726948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PC1 (36.5%)</a:t>
              </a:r>
            </a:p>
          </p:txBody>
        </p:sp>
        <p:sp>
          <p:nvSpPr>
            <p:cNvPr id="2371" name="tx2370"/>
            <p:cNvSpPr/>
            <p:nvPr/>
          </p:nvSpPr>
          <p:spPr>
            <a:xfrm rot="-5400000">
              <a:off x="764459" y="2150805"/>
              <a:ext cx="726948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PC2 (29.7%)</a:t>
              </a:r>
            </a:p>
          </p:txBody>
        </p:sp>
        <p:sp>
          <p:nvSpPr>
            <p:cNvPr id="2372" name="tx2371"/>
            <p:cNvSpPr/>
            <p:nvPr/>
          </p:nvSpPr>
          <p:spPr>
            <a:xfrm>
              <a:off x="1404926" y="1110514"/>
              <a:ext cx="1015989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(a) Aboveground</a:t>
              </a:r>
            </a:p>
          </p:txBody>
        </p:sp>
        <p:sp>
          <p:nvSpPr>
            <p:cNvPr id="2373" name="rc2372"/>
            <p:cNvSpPr/>
            <p:nvPr/>
          </p:nvSpPr>
          <p:spPr>
            <a:xfrm>
              <a:off x="4395337" y="1287054"/>
              <a:ext cx="2442947" cy="181866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4" name="pt2373"/>
            <p:cNvSpPr/>
            <p:nvPr/>
          </p:nvSpPr>
          <p:spPr>
            <a:xfrm>
              <a:off x="5562452" y="177557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t2374"/>
            <p:cNvSpPr/>
            <p:nvPr/>
          </p:nvSpPr>
          <p:spPr>
            <a:xfrm>
              <a:off x="5390069" y="215637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t2375"/>
            <p:cNvSpPr/>
            <p:nvPr/>
          </p:nvSpPr>
          <p:spPr>
            <a:xfrm>
              <a:off x="5597938" y="172319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t2376"/>
            <p:cNvSpPr/>
            <p:nvPr/>
          </p:nvSpPr>
          <p:spPr>
            <a:xfrm>
              <a:off x="5442850" y="215317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t2377"/>
            <p:cNvSpPr/>
            <p:nvPr/>
          </p:nvSpPr>
          <p:spPr>
            <a:xfrm>
              <a:off x="5534421" y="201573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t2378"/>
            <p:cNvSpPr/>
            <p:nvPr/>
          </p:nvSpPr>
          <p:spPr>
            <a:xfrm>
              <a:off x="5499283" y="183730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t2379"/>
            <p:cNvSpPr/>
            <p:nvPr/>
          </p:nvSpPr>
          <p:spPr>
            <a:xfrm>
              <a:off x="5292852" y="221718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t2380"/>
            <p:cNvSpPr/>
            <p:nvPr/>
          </p:nvSpPr>
          <p:spPr>
            <a:xfrm>
              <a:off x="5690474" y="169873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t2381"/>
            <p:cNvSpPr/>
            <p:nvPr/>
          </p:nvSpPr>
          <p:spPr>
            <a:xfrm>
              <a:off x="5395280" y="196600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t2382"/>
            <p:cNvSpPr/>
            <p:nvPr/>
          </p:nvSpPr>
          <p:spPr>
            <a:xfrm>
              <a:off x="5535659" y="200905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t2383"/>
            <p:cNvSpPr/>
            <p:nvPr/>
          </p:nvSpPr>
          <p:spPr>
            <a:xfrm>
              <a:off x="5578587" y="243956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t2384"/>
            <p:cNvSpPr/>
            <p:nvPr/>
          </p:nvSpPr>
          <p:spPr>
            <a:xfrm>
              <a:off x="5561104" y="173609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t2385"/>
            <p:cNvSpPr/>
            <p:nvPr/>
          </p:nvSpPr>
          <p:spPr>
            <a:xfrm>
              <a:off x="5462892" y="208668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t2386"/>
            <p:cNvSpPr/>
            <p:nvPr/>
          </p:nvSpPr>
          <p:spPr>
            <a:xfrm>
              <a:off x="5750459" y="186385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t2387"/>
            <p:cNvSpPr/>
            <p:nvPr/>
          </p:nvSpPr>
          <p:spPr>
            <a:xfrm>
              <a:off x="5547616" y="246145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t2388"/>
            <p:cNvSpPr/>
            <p:nvPr/>
          </p:nvSpPr>
          <p:spPr>
            <a:xfrm>
              <a:off x="5658590" y="216279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t2389"/>
            <p:cNvSpPr/>
            <p:nvPr/>
          </p:nvSpPr>
          <p:spPr>
            <a:xfrm>
              <a:off x="5578982" y="232580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t2390"/>
            <p:cNvSpPr/>
            <p:nvPr/>
          </p:nvSpPr>
          <p:spPr>
            <a:xfrm>
              <a:off x="5519557" y="225600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t2391"/>
            <p:cNvSpPr/>
            <p:nvPr/>
          </p:nvSpPr>
          <p:spPr>
            <a:xfrm>
              <a:off x="5508562" y="217145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t2392"/>
            <p:cNvSpPr/>
            <p:nvPr/>
          </p:nvSpPr>
          <p:spPr>
            <a:xfrm>
              <a:off x="5511402" y="196335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t2393"/>
            <p:cNvSpPr/>
            <p:nvPr/>
          </p:nvSpPr>
          <p:spPr>
            <a:xfrm>
              <a:off x="5483270" y="215995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t2394"/>
            <p:cNvSpPr/>
            <p:nvPr/>
          </p:nvSpPr>
          <p:spPr>
            <a:xfrm>
              <a:off x="5530824" y="218930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t2395"/>
            <p:cNvSpPr/>
            <p:nvPr/>
          </p:nvSpPr>
          <p:spPr>
            <a:xfrm>
              <a:off x="5487383" y="192115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t2396"/>
            <p:cNvSpPr/>
            <p:nvPr/>
          </p:nvSpPr>
          <p:spPr>
            <a:xfrm>
              <a:off x="5527756" y="196664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t2397"/>
            <p:cNvSpPr/>
            <p:nvPr/>
          </p:nvSpPr>
          <p:spPr>
            <a:xfrm>
              <a:off x="5507708" y="210862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t2398"/>
            <p:cNvSpPr/>
            <p:nvPr/>
          </p:nvSpPr>
          <p:spPr>
            <a:xfrm>
              <a:off x="5442985" y="198066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t2399"/>
            <p:cNvSpPr/>
            <p:nvPr/>
          </p:nvSpPr>
          <p:spPr>
            <a:xfrm>
              <a:off x="5360209" y="219835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t2400"/>
            <p:cNvSpPr/>
            <p:nvPr/>
          </p:nvSpPr>
          <p:spPr>
            <a:xfrm>
              <a:off x="5516384" y="225239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t2401"/>
            <p:cNvSpPr/>
            <p:nvPr/>
          </p:nvSpPr>
          <p:spPr>
            <a:xfrm>
              <a:off x="5434539" y="247521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t2402"/>
            <p:cNvSpPr/>
            <p:nvPr/>
          </p:nvSpPr>
          <p:spPr>
            <a:xfrm>
              <a:off x="5445224" y="209366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t2403"/>
            <p:cNvSpPr/>
            <p:nvPr/>
          </p:nvSpPr>
          <p:spPr>
            <a:xfrm>
              <a:off x="5437208" y="205053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t2404"/>
            <p:cNvSpPr/>
            <p:nvPr/>
          </p:nvSpPr>
          <p:spPr>
            <a:xfrm>
              <a:off x="5490287" y="240537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t2405"/>
            <p:cNvSpPr/>
            <p:nvPr/>
          </p:nvSpPr>
          <p:spPr>
            <a:xfrm>
              <a:off x="5554228" y="232963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t2406"/>
            <p:cNvSpPr/>
            <p:nvPr/>
          </p:nvSpPr>
          <p:spPr>
            <a:xfrm>
              <a:off x="5497505" y="227154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t2407"/>
            <p:cNvSpPr/>
            <p:nvPr/>
          </p:nvSpPr>
          <p:spPr>
            <a:xfrm>
              <a:off x="5402087" y="238045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t2408"/>
            <p:cNvSpPr/>
            <p:nvPr/>
          </p:nvSpPr>
          <p:spPr>
            <a:xfrm>
              <a:off x="5500045" y="219745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t2409"/>
            <p:cNvSpPr/>
            <p:nvPr/>
          </p:nvSpPr>
          <p:spPr>
            <a:xfrm>
              <a:off x="5500489" y="233824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t2410"/>
            <p:cNvSpPr/>
            <p:nvPr/>
          </p:nvSpPr>
          <p:spPr>
            <a:xfrm>
              <a:off x="5325390" y="208976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t2411"/>
            <p:cNvSpPr/>
            <p:nvPr/>
          </p:nvSpPr>
          <p:spPr>
            <a:xfrm>
              <a:off x="5430525" y="215405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t2412"/>
            <p:cNvSpPr/>
            <p:nvPr/>
          </p:nvSpPr>
          <p:spPr>
            <a:xfrm>
              <a:off x="5342274" y="246409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t2413"/>
            <p:cNvSpPr/>
            <p:nvPr/>
          </p:nvSpPr>
          <p:spPr>
            <a:xfrm>
              <a:off x="5594056" y="175187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t2414"/>
            <p:cNvSpPr/>
            <p:nvPr/>
          </p:nvSpPr>
          <p:spPr>
            <a:xfrm>
              <a:off x="5540723" y="211008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t2415"/>
            <p:cNvSpPr/>
            <p:nvPr/>
          </p:nvSpPr>
          <p:spPr>
            <a:xfrm>
              <a:off x="5535852" y="237284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t2416"/>
            <p:cNvSpPr/>
            <p:nvPr/>
          </p:nvSpPr>
          <p:spPr>
            <a:xfrm>
              <a:off x="5545202" y="186474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t2417"/>
            <p:cNvSpPr/>
            <p:nvPr/>
          </p:nvSpPr>
          <p:spPr>
            <a:xfrm>
              <a:off x="5594662" y="215414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t2418"/>
            <p:cNvSpPr/>
            <p:nvPr/>
          </p:nvSpPr>
          <p:spPr>
            <a:xfrm>
              <a:off x="5425809" y="229076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t2419"/>
            <p:cNvSpPr/>
            <p:nvPr/>
          </p:nvSpPr>
          <p:spPr>
            <a:xfrm>
              <a:off x="5779005" y="181374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t2420"/>
            <p:cNvSpPr/>
            <p:nvPr/>
          </p:nvSpPr>
          <p:spPr>
            <a:xfrm>
              <a:off x="5615122" y="204911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t2421"/>
            <p:cNvSpPr/>
            <p:nvPr/>
          </p:nvSpPr>
          <p:spPr>
            <a:xfrm>
              <a:off x="5578872" y="179466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t2422"/>
            <p:cNvSpPr/>
            <p:nvPr/>
          </p:nvSpPr>
          <p:spPr>
            <a:xfrm>
              <a:off x="5733759" y="202117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t2423"/>
            <p:cNvSpPr/>
            <p:nvPr/>
          </p:nvSpPr>
          <p:spPr>
            <a:xfrm>
              <a:off x="5456716" y="212917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t2424"/>
            <p:cNvSpPr/>
            <p:nvPr/>
          </p:nvSpPr>
          <p:spPr>
            <a:xfrm>
              <a:off x="5532576" y="230320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t2425"/>
            <p:cNvSpPr/>
            <p:nvPr/>
          </p:nvSpPr>
          <p:spPr>
            <a:xfrm>
              <a:off x="5838002" y="173743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t2426"/>
            <p:cNvSpPr/>
            <p:nvPr/>
          </p:nvSpPr>
          <p:spPr>
            <a:xfrm>
              <a:off x="5615481" y="232376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t2427"/>
            <p:cNvSpPr/>
            <p:nvPr/>
          </p:nvSpPr>
          <p:spPr>
            <a:xfrm>
              <a:off x="5604663" y="176994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t2428"/>
            <p:cNvSpPr/>
            <p:nvPr/>
          </p:nvSpPr>
          <p:spPr>
            <a:xfrm>
              <a:off x="5602464" y="201257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t2429"/>
            <p:cNvSpPr/>
            <p:nvPr/>
          </p:nvSpPr>
          <p:spPr>
            <a:xfrm>
              <a:off x="5456495" y="209592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t2430"/>
            <p:cNvSpPr/>
            <p:nvPr/>
          </p:nvSpPr>
          <p:spPr>
            <a:xfrm>
              <a:off x="6264121" y="212009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t2431"/>
            <p:cNvSpPr/>
            <p:nvPr/>
          </p:nvSpPr>
          <p:spPr>
            <a:xfrm>
              <a:off x="5897611" y="218210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t2432"/>
            <p:cNvSpPr/>
            <p:nvPr/>
          </p:nvSpPr>
          <p:spPr>
            <a:xfrm>
              <a:off x="5862208" y="236134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t2433"/>
            <p:cNvSpPr/>
            <p:nvPr/>
          </p:nvSpPr>
          <p:spPr>
            <a:xfrm>
              <a:off x="5894414" y="191353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t2434"/>
            <p:cNvSpPr/>
            <p:nvPr/>
          </p:nvSpPr>
          <p:spPr>
            <a:xfrm>
              <a:off x="6203110" y="208084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t2435"/>
            <p:cNvSpPr/>
            <p:nvPr/>
          </p:nvSpPr>
          <p:spPr>
            <a:xfrm>
              <a:off x="6179234" y="193220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t2436"/>
            <p:cNvSpPr/>
            <p:nvPr/>
          </p:nvSpPr>
          <p:spPr>
            <a:xfrm>
              <a:off x="5616575" y="242184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t2437"/>
            <p:cNvSpPr/>
            <p:nvPr/>
          </p:nvSpPr>
          <p:spPr>
            <a:xfrm>
              <a:off x="5506136" y="219222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t2438"/>
            <p:cNvSpPr/>
            <p:nvPr/>
          </p:nvSpPr>
          <p:spPr>
            <a:xfrm>
              <a:off x="5652016" y="222979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t2439"/>
            <p:cNvSpPr/>
            <p:nvPr/>
          </p:nvSpPr>
          <p:spPr>
            <a:xfrm>
              <a:off x="5517303" y="198675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t2440"/>
            <p:cNvSpPr/>
            <p:nvPr/>
          </p:nvSpPr>
          <p:spPr>
            <a:xfrm>
              <a:off x="5453990" y="205245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t2441"/>
            <p:cNvSpPr/>
            <p:nvPr/>
          </p:nvSpPr>
          <p:spPr>
            <a:xfrm>
              <a:off x="5501928" y="221649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t2442"/>
            <p:cNvSpPr/>
            <p:nvPr/>
          </p:nvSpPr>
          <p:spPr>
            <a:xfrm>
              <a:off x="5529275" y="221201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t2443"/>
            <p:cNvSpPr/>
            <p:nvPr/>
          </p:nvSpPr>
          <p:spPr>
            <a:xfrm>
              <a:off x="5667054" y="204132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t2444"/>
            <p:cNvSpPr/>
            <p:nvPr/>
          </p:nvSpPr>
          <p:spPr>
            <a:xfrm>
              <a:off x="5626703" y="235542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t2445"/>
            <p:cNvSpPr/>
            <p:nvPr/>
          </p:nvSpPr>
          <p:spPr>
            <a:xfrm>
              <a:off x="5553386" y="244535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t2446"/>
            <p:cNvSpPr/>
            <p:nvPr/>
          </p:nvSpPr>
          <p:spPr>
            <a:xfrm>
              <a:off x="5369341" y="286007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t2447"/>
            <p:cNvSpPr/>
            <p:nvPr/>
          </p:nvSpPr>
          <p:spPr>
            <a:xfrm>
              <a:off x="5459779" y="228730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t2448"/>
            <p:cNvSpPr/>
            <p:nvPr/>
          </p:nvSpPr>
          <p:spPr>
            <a:xfrm>
              <a:off x="5532011" y="237282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t2449"/>
            <p:cNvSpPr/>
            <p:nvPr/>
          </p:nvSpPr>
          <p:spPr>
            <a:xfrm>
              <a:off x="5636270" y="221769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t2450"/>
            <p:cNvSpPr/>
            <p:nvPr/>
          </p:nvSpPr>
          <p:spPr>
            <a:xfrm>
              <a:off x="5193691" y="202479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t2451"/>
            <p:cNvSpPr/>
            <p:nvPr/>
          </p:nvSpPr>
          <p:spPr>
            <a:xfrm>
              <a:off x="5650050" y="191863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t2452"/>
            <p:cNvSpPr/>
            <p:nvPr/>
          </p:nvSpPr>
          <p:spPr>
            <a:xfrm>
              <a:off x="5538048" y="234017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t2453"/>
            <p:cNvSpPr/>
            <p:nvPr/>
          </p:nvSpPr>
          <p:spPr>
            <a:xfrm>
              <a:off x="5542636" y="187395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t2454"/>
            <p:cNvSpPr/>
            <p:nvPr/>
          </p:nvSpPr>
          <p:spPr>
            <a:xfrm>
              <a:off x="5330661" y="208425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t2455"/>
            <p:cNvSpPr/>
            <p:nvPr/>
          </p:nvSpPr>
          <p:spPr>
            <a:xfrm>
              <a:off x="5533302" y="221240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t2456"/>
            <p:cNvSpPr/>
            <p:nvPr/>
          </p:nvSpPr>
          <p:spPr>
            <a:xfrm>
              <a:off x="5486416" y="195422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t2457"/>
            <p:cNvSpPr/>
            <p:nvPr/>
          </p:nvSpPr>
          <p:spPr>
            <a:xfrm>
              <a:off x="5514176" y="2169045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t2458"/>
            <p:cNvSpPr/>
            <p:nvPr/>
          </p:nvSpPr>
          <p:spPr>
            <a:xfrm>
              <a:off x="5619269" y="1918855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t2459"/>
            <p:cNvSpPr/>
            <p:nvPr/>
          </p:nvSpPr>
          <p:spPr>
            <a:xfrm>
              <a:off x="5551334" y="1913971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t2460"/>
            <p:cNvSpPr/>
            <p:nvPr/>
          </p:nvSpPr>
          <p:spPr>
            <a:xfrm>
              <a:off x="5283007" y="253861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t2461"/>
            <p:cNvSpPr/>
            <p:nvPr/>
          </p:nvSpPr>
          <p:spPr>
            <a:xfrm>
              <a:off x="5566619" y="203828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t2462"/>
            <p:cNvSpPr/>
            <p:nvPr/>
          </p:nvSpPr>
          <p:spPr>
            <a:xfrm>
              <a:off x="5821641" y="156696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t2463"/>
            <p:cNvSpPr/>
            <p:nvPr/>
          </p:nvSpPr>
          <p:spPr>
            <a:xfrm>
              <a:off x="5529764" y="178062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t2464"/>
            <p:cNvSpPr/>
            <p:nvPr/>
          </p:nvSpPr>
          <p:spPr>
            <a:xfrm>
              <a:off x="5579375" y="194914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t2465"/>
            <p:cNvSpPr/>
            <p:nvPr/>
          </p:nvSpPr>
          <p:spPr>
            <a:xfrm>
              <a:off x="5646101" y="268442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t2466"/>
            <p:cNvSpPr/>
            <p:nvPr/>
          </p:nvSpPr>
          <p:spPr>
            <a:xfrm>
              <a:off x="5601112" y="208147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t2467"/>
            <p:cNvSpPr/>
            <p:nvPr/>
          </p:nvSpPr>
          <p:spPr>
            <a:xfrm>
              <a:off x="5378837" y="246742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t2468"/>
            <p:cNvSpPr/>
            <p:nvPr/>
          </p:nvSpPr>
          <p:spPr>
            <a:xfrm>
              <a:off x="5473938" y="201349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t2469"/>
            <p:cNvSpPr/>
            <p:nvPr/>
          </p:nvSpPr>
          <p:spPr>
            <a:xfrm>
              <a:off x="5550713" y="227472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t2470"/>
            <p:cNvSpPr/>
            <p:nvPr/>
          </p:nvSpPr>
          <p:spPr>
            <a:xfrm>
              <a:off x="5513234" y="236597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t2471"/>
            <p:cNvSpPr/>
            <p:nvPr/>
          </p:nvSpPr>
          <p:spPr>
            <a:xfrm>
              <a:off x="5560093" y="2348020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t2472"/>
            <p:cNvSpPr/>
            <p:nvPr/>
          </p:nvSpPr>
          <p:spPr>
            <a:xfrm>
              <a:off x="5557025" y="246508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t2473"/>
            <p:cNvSpPr/>
            <p:nvPr/>
          </p:nvSpPr>
          <p:spPr>
            <a:xfrm>
              <a:off x="5470399" y="201364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t2474"/>
            <p:cNvSpPr/>
            <p:nvPr/>
          </p:nvSpPr>
          <p:spPr>
            <a:xfrm>
              <a:off x="5584568" y="2306965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t2475"/>
            <p:cNvSpPr/>
            <p:nvPr/>
          </p:nvSpPr>
          <p:spPr>
            <a:xfrm>
              <a:off x="5653688" y="2129390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t2476"/>
            <p:cNvSpPr/>
            <p:nvPr/>
          </p:nvSpPr>
          <p:spPr>
            <a:xfrm>
              <a:off x="5559481" y="231021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t2477"/>
            <p:cNvSpPr/>
            <p:nvPr/>
          </p:nvSpPr>
          <p:spPr>
            <a:xfrm>
              <a:off x="5556884" y="229202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t2478"/>
            <p:cNvSpPr/>
            <p:nvPr/>
          </p:nvSpPr>
          <p:spPr>
            <a:xfrm>
              <a:off x="5698065" y="233137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t2479"/>
            <p:cNvSpPr/>
            <p:nvPr/>
          </p:nvSpPr>
          <p:spPr>
            <a:xfrm>
              <a:off x="5464275" y="212686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t2480"/>
            <p:cNvSpPr/>
            <p:nvPr/>
          </p:nvSpPr>
          <p:spPr>
            <a:xfrm>
              <a:off x="5770310" y="184690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t2481"/>
            <p:cNvSpPr/>
            <p:nvPr/>
          </p:nvSpPr>
          <p:spPr>
            <a:xfrm>
              <a:off x="5569885" y="1737331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t2482"/>
            <p:cNvSpPr/>
            <p:nvPr/>
          </p:nvSpPr>
          <p:spPr>
            <a:xfrm>
              <a:off x="5536594" y="178262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t2483"/>
            <p:cNvSpPr/>
            <p:nvPr/>
          </p:nvSpPr>
          <p:spPr>
            <a:xfrm>
              <a:off x="5818441" y="184893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t2484"/>
            <p:cNvSpPr/>
            <p:nvPr/>
          </p:nvSpPr>
          <p:spPr>
            <a:xfrm>
              <a:off x="5583985" y="203926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t2485"/>
            <p:cNvSpPr/>
            <p:nvPr/>
          </p:nvSpPr>
          <p:spPr>
            <a:xfrm>
              <a:off x="5441771" y="2270295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t2486"/>
            <p:cNvSpPr/>
            <p:nvPr/>
          </p:nvSpPr>
          <p:spPr>
            <a:xfrm>
              <a:off x="5435913" y="2310791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t2487"/>
            <p:cNvSpPr/>
            <p:nvPr/>
          </p:nvSpPr>
          <p:spPr>
            <a:xfrm>
              <a:off x="5556083" y="224204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t2488"/>
            <p:cNvSpPr/>
            <p:nvPr/>
          </p:nvSpPr>
          <p:spPr>
            <a:xfrm>
              <a:off x="5365075" y="222086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t2489"/>
            <p:cNvSpPr/>
            <p:nvPr/>
          </p:nvSpPr>
          <p:spPr>
            <a:xfrm>
              <a:off x="5528231" y="206249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t2490"/>
            <p:cNvSpPr/>
            <p:nvPr/>
          </p:nvSpPr>
          <p:spPr>
            <a:xfrm>
              <a:off x="5527618" y="2076995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t2491"/>
            <p:cNvSpPr/>
            <p:nvPr/>
          </p:nvSpPr>
          <p:spPr>
            <a:xfrm>
              <a:off x="5441869" y="224669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t2492"/>
            <p:cNvSpPr/>
            <p:nvPr/>
          </p:nvSpPr>
          <p:spPr>
            <a:xfrm>
              <a:off x="5471806" y="224893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t2493"/>
            <p:cNvSpPr/>
            <p:nvPr/>
          </p:nvSpPr>
          <p:spPr>
            <a:xfrm>
              <a:off x="5507228" y="210325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t2494"/>
            <p:cNvSpPr/>
            <p:nvPr/>
          </p:nvSpPr>
          <p:spPr>
            <a:xfrm>
              <a:off x="5391516" y="213861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t2495"/>
            <p:cNvSpPr/>
            <p:nvPr/>
          </p:nvSpPr>
          <p:spPr>
            <a:xfrm>
              <a:off x="5473846" y="215238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t2496"/>
            <p:cNvSpPr/>
            <p:nvPr/>
          </p:nvSpPr>
          <p:spPr>
            <a:xfrm>
              <a:off x="5498503" y="213153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t2497"/>
            <p:cNvSpPr/>
            <p:nvPr/>
          </p:nvSpPr>
          <p:spPr>
            <a:xfrm>
              <a:off x="5576754" y="184935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t2498"/>
            <p:cNvSpPr/>
            <p:nvPr/>
          </p:nvSpPr>
          <p:spPr>
            <a:xfrm>
              <a:off x="5536454" y="209133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t2499"/>
            <p:cNvSpPr/>
            <p:nvPr/>
          </p:nvSpPr>
          <p:spPr>
            <a:xfrm>
              <a:off x="5525604" y="1977345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t2500"/>
            <p:cNvSpPr/>
            <p:nvPr/>
          </p:nvSpPr>
          <p:spPr>
            <a:xfrm>
              <a:off x="5516833" y="2053087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t2501"/>
            <p:cNvSpPr/>
            <p:nvPr/>
          </p:nvSpPr>
          <p:spPr>
            <a:xfrm>
              <a:off x="5522290" y="215671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t2502"/>
            <p:cNvSpPr/>
            <p:nvPr/>
          </p:nvSpPr>
          <p:spPr>
            <a:xfrm>
              <a:off x="5673945" y="202567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t2503"/>
            <p:cNvSpPr/>
            <p:nvPr/>
          </p:nvSpPr>
          <p:spPr>
            <a:xfrm>
              <a:off x="5549912" y="218039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t2504"/>
            <p:cNvSpPr/>
            <p:nvPr/>
          </p:nvSpPr>
          <p:spPr>
            <a:xfrm>
              <a:off x="5538291" y="180456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t2505"/>
            <p:cNvSpPr/>
            <p:nvPr/>
          </p:nvSpPr>
          <p:spPr>
            <a:xfrm>
              <a:off x="5515995" y="206202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t2506"/>
            <p:cNvSpPr/>
            <p:nvPr/>
          </p:nvSpPr>
          <p:spPr>
            <a:xfrm>
              <a:off x="5467916" y="194970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t2507"/>
            <p:cNvSpPr/>
            <p:nvPr/>
          </p:nvSpPr>
          <p:spPr>
            <a:xfrm>
              <a:off x="5523835" y="207917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t2508"/>
            <p:cNvSpPr/>
            <p:nvPr/>
          </p:nvSpPr>
          <p:spPr>
            <a:xfrm>
              <a:off x="5571536" y="219525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t2509"/>
            <p:cNvSpPr/>
            <p:nvPr/>
          </p:nvSpPr>
          <p:spPr>
            <a:xfrm>
              <a:off x="5567749" y="250956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t2510"/>
            <p:cNvSpPr/>
            <p:nvPr/>
          </p:nvSpPr>
          <p:spPr>
            <a:xfrm>
              <a:off x="5508134" y="1884997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t2511"/>
            <p:cNvSpPr/>
            <p:nvPr/>
          </p:nvSpPr>
          <p:spPr>
            <a:xfrm>
              <a:off x="5531419" y="174016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t2512"/>
            <p:cNvSpPr/>
            <p:nvPr/>
          </p:nvSpPr>
          <p:spPr>
            <a:xfrm>
              <a:off x="5397997" y="203656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t2513"/>
            <p:cNvSpPr/>
            <p:nvPr/>
          </p:nvSpPr>
          <p:spPr>
            <a:xfrm>
              <a:off x="5429389" y="1722665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t2514"/>
            <p:cNvSpPr/>
            <p:nvPr/>
          </p:nvSpPr>
          <p:spPr>
            <a:xfrm>
              <a:off x="5724018" y="204897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t2515"/>
            <p:cNvSpPr/>
            <p:nvPr/>
          </p:nvSpPr>
          <p:spPr>
            <a:xfrm>
              <a:off x="5472501" y="201157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t2516"/>
            <p:cNvSpPr/>
            <p:nvPr/>
          </p:nvSpPr>
          <p:spPr>
            <a:xfrm>
              <a:off x="5536429" y="2261111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t2517"/>
            <p:cNvSpPr/>
            <p:nvPr/>
          </p:nvSpPr>
          <p:spPr>
            <a:xfrm>
              <a:off x="5555927" y="198411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t2518"/>
            <p:cNvSpPr/>
            <p:nvPr/>
          </p:nvSpPr>
          <p:spPr>
            <a:xfrm>
              <a:off x="5386466" y="213128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t2519"/>
            <p:cNvSpPr/>
            <p:nvPr/>
          </p:nvSpPr>
          <p:spPr>
            <a:xfrm>
              <a:off x="5603670" y="217208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t2520"/>
            <p:cNvSpPr/>
            <p:nvPr/>
          </p:nvSpPr>
          <p:spPr>
            <a:xfrm>
              <a:off x="5530095" y="204910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t2521"/>
            <p:cNvSpPr/>
            <p:nvPr/>
          </p:nvSpPr>
          <p:spPr>
            <a:xfrm>
              <a:off x="5574567" y="2030931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t2522"/>
            <p:cNvSpPr/>
            <p:nvPr/>
          </p:nvSpPr>
          <p:spPr>
            <a:xfrm>
              <a:off x="5502548" y="219957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t2523"/>
            <p:cNvSpPr/>
            <p:nvPr/>
          </p:nvSpPr>
          <p:spPr>
            <a:xfrm>
              <a:off x="5493707" y="213227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t2524"/>
            <p:cNvSpPr/>
            <p:nvPr/>
          </p:nvSpPr>
          <p:spPr>
            <a:xfrm>
              <a:off x="5371227" y="2208638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t2525"/>
            <p:cNvSpPr/>
            <p:nvPr/>
          </p:nvSpPr>
          <p:spPr>
            <a:xfrm>
              <a:off x="5593075" y="2108563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t2526"/>
            <p:cNvSpPr/>
            <p:nvPr/>
          </p:nvSpPr>
          <p:spPr>
            <a:xfrm>
              <a:off x="5559958" y="2140222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t2527"/>
            <p:cNvSpPr/>
            <p:nvPr/>
          </p:nvSpPr>
          <p:spPr>
            <a:xfrm>
              <a:off x="5612813" y="1819025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t2528"/>
            <p:cNvSpPr/>
            <p:nvPr/>
          </p:nvSpPr>
          <p:spPr>
            <a:xfrm>
              <a:off x="5521235" y="1797068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t2529"/>
            <p:cNvSpPr/>
            <p:nvPr/>
          </p:nvSpPr>
          <p:spPr>
            <a:xfrm>
              <a:off x="5473837" y="1753723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t2530"/>
            <p:cNvSpPr/>
            <p:nvPr/>
          </p:nvSpPr>
          <p:spPr>
            <a:xfrm>
              <a:off x="5238454" y="1638029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t2531"/>
            <p:cNvSpPr/>
            <p:nvPr/>
          </p:nvSpPr>
          <p:spPr>
            <a:xfrm>
              <a:off x="5757997" y="1786627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t2532"/>
            <p:cNvSpPr/>
            <p:nvPr/>
          </p:nvSpPr>
          <p:spPr>
            <a:xfrm>
              <a:off x="5636719" y="1803115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t2533"/>
            <p:cNvSpPr/>
            <p:nvPr/>
          </p:nvSpPr>
          <p:spPr>
            <a:xfrm>
              <a:off x="5605671" y="1790205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t2534"/>
            <p:cNvSpPr/>
            <p:nvPr/>
          </p:nvSpPr>
          <p:spPr>
            <a:xfrm>
              <a:off x="5644390" y="1897997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t2535"/>
            <p:cNvSpPr/>
            <p:nvPr/>
          </p:nvSpPr>
          <p:spPr>
            <a:xfrm>
              <a:off x="5764256" y="243519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t2536"/>
            <p:cNvSpPr/>
            <p:nvPr/>
          </p:nvSpPr>
          <p:spPr>
            <a:xfrm>
              <a:off x="5656327" y="207330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t2537"/>
            <p:cNvSpPr/>
            <p:nvPr/>
          </p:nvSpPr>
          <p:spPr>
            <a:xfrm>
              <a:off x="5602342" y="218637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t2538"/>
            <p:cNvSpPr/>
            <p:nvPr/>
          </p:nvSpPr>
          <p:spPr>
            <a:xfrm>
              <a:off x="5653084" y="216497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t2539"/>
            <p:cNvSpPr/>
            <p:nvPr/>
          </p:nvSpPr>
          <p:spPr>
            <a:xfrm>
              <a:off x="5678989" y="226099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t2540"/>
            <p:cNvSpPr/>
            <p:nvPr/>
          </p:nvSpPr>
          <p:spPr>
            <a:xfrm>
              <a:off x="5657622" y="245494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t2541"/>
            <p:cNvSpPr/>
            <p:nvPr/>
          </p:nvSpPr>
          <p:spPr>
            <a:xfrm>
              <a:off x="5594362" y="214514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t2542"/>
            <p:cNvSpPr/>
            <p:nvPr/>
          </p:nvSpPr>
          <p:spPr>
            <a:xfrm>
              <a:off x="5598681" y="203721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t2543"/>
            <p:cNvSpPr/>
            <p:nvPr/>
          </p:nvSpPr>
          <p:spPr>
            <a:xfrm>
              <a:off x="5426693" y="202014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t2544"/>
            <p:cNvSpPr/>
            <p:nvPr/>
          </p:nvSpPr>
          <p:spPr>
            <a:xfrm>
              <a:off x="5651712" y="249900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t2545"/>
            <p:cNvSpPr/>
            <p:nvPr/>
          </p:nvSpPr>
          <p:spPr>
            <a:xfrm>
              <a:off x="5513517" y="213599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t2546"/>
            <p:cNvSpPr/>
            <p:nvPr/>
          </p:nvSpPr>
          <p:spPr>
            <a:xfrm>
              <a:off x="5693894" y="219391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t2547"/>
            <p:cNvSpPr/>
            <p:nvPr/>
          </p:nvSpPr>
          <p:spPr>
            <a:xfrm>
              <a:off x="5607986" y="205389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t2548"/>
            <p:cNvSpPr/>
            <p:nvPr/>
          </p:nvSpPr>
          <p:spPr>
            <a:xfrm>
              <a:off x="5492738" y="204289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t2549"/>
            <p:cNvSpPr/>
            <p:nvPr/>
          </p:nvSpPr>
          <p:spPr>
            <a:xfrm>
              <a:off x="5585880" y="222127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t2550"/>
            <p:cNvSpPr/>
            <p:nvPr/>
          </p:nvSpPr>
          <p:spPr>
            <a:xfrm>
              <a:off x="5643207" y="251310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t2551"/>
            <p:cNvSpPr/>
            <p:nvPr/>
          </p:nvSpPr>
          <p:spPr>
            <a:xfrm>
              <a:off x="5470456" y="234882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t2552"/>
            <p:cNvSpPr/>
            <p:nvPr/>
          </p:nvSpPr>
          <p:spPr>
            <a:xfrm>
              <a:off x="5513867" y="200329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t2553"/>
            <p:cNvSpPr/>
            <p:nvPr/>
          </p:nvSpPr>
          <p:spPr>
            <a:xfrm>
              <a:off x="5711981" y="185907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t2554"/>
            <p:cNvSpPr/>
            <p:nvPr/>
          </p:nvSpPr>
          <p:spPr>
            <a:xfrm>
              <a:off x="5511010" y="218853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t2555"/>
            <p:cNvSpPr/>
            <p:nvPr/>
          </p:nvSpPr>
          <p:spPr>
            <a:xfrm>
              <a:off x="5633717" y="214955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t2556"/>
            <p:cNvSpPr/>
            <p:nvPr/>
          </p:nvSpPr>
          <p:spPr>
            <a:xfrm>
              <a:off x="5585109" y="214097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t2557"/>
            <p:cNvSpPr/>
            <p:nvPr/>
          </p:nvSpPr>
          <p:spPr>
            <a:xfrm>
              <a:off x="5468932" y="198405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t2558"/>
            <p:cNvSpPr/>
            <p:nvPr/>
          </p:nvSpPr>
          <p:spPr>
            <a:xfrm>
              <a:off x="5833474" y="190459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t2559"/>
            <p:cNvSpPr/>
            <p:nvPr/>
          </p:nvSpPr>
          <p:spPr>
            <a:xfrm>
              <a:off x="5696389" y="208061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t2560"/>
            <p:cNvSpPr/>
            <p:nvPr/>
          </p:nvSpPr>
          <p:spPr>
            <a:xfrm>
              <a:off x="5721967" y="198033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t2561"/>
            <p:cNvSpPr/>
            <p:nvPr/>
          </p:nvSpPr>
          <p:spPr>
            <a:xfrm>
              <a:off x="5676624" y="195638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t2562"/>
            <p:cNvSpPr/>
            <p:nvPr/>
          </p:nvSpPr>
          <p:spPr>
            <a:xfrm>
              <a:off x="5669737" y="211023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t2563"/>
            <p:cNvSpPr/>
            <p:nvPr/>
          </p:nvSpPr>
          <p:spPr>
            <a:xfrm>
              <a:off x="5596476" y="202400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t2564"/>
            <p:cNvSpPr/>
            <p:nvPr/>
          </p:nvSpPr>
          <p:spPr>
            <a:xfrm>
              <a:off x="5607015" y="211659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t2565"/>
            <p:cNvSpPr/>
            <p:nvPr/>
          </p:nvSpPr>
          <p:spPr>
            <a:xfrm>
              <a:off x="5466876" y="204321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t2566"/>
            <p:cNvSpPr/>
            <p:nvPr/>
          </p:nvSpPr>
          <p:spPr>
            <a:xfrm>
              <a:off x="5507547" y="238583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t2567"/>
            <p:cNvSpPr/>
            <p:nvPr/>
          </p:nvSpPr>
          <p:spPr>
            <a:xfrm>
              <a:off x="5443092" y="206306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t2568"/>
            <p:cNvSpPr/>
            <p:nvPr/>
          </p:nvSpPr>
          <p:spPr>
            <a:xfrm>
              <a:off x="5503711" y="228780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t2569"/>
            <p:cNvSpPr/>
            <p:nvPr/>
          </p:nvSpPr>
          <p:spPr>
            <a:xfrm>
              <a:off x="5561488" y="217448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t2570"/>
            <p:cNvSpPr/>
            <p:nvPr/>
          </p:nvSpPr>
          <p:spPr>
            <a:xfrm>
              <a:off x="5517925" y="235467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t2571"/>
            <p:cNvSpPr/>
            <p:nvPr/>
          </p:nvSpPr>
          <p:spPr>
            <a:xfrm>
              <a:off x="5633197" y="189943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t2572"/>
            <p:cNvSpPr/>
            <p:nvPr/>
          </p:nvSpPr>
          <p:spPr>
            <a:xfrm>
              <a:off x="5550369" y="233814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t2573"/>
            <p:cNvSpPr/>
            <p:nvPr/>
          </p:nvSpPr>
          <p:spPr>
            <a:xfrm>
              <a:off x="5574796" y="239105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t2574"/>
            <p:cNvSpPr/>
            <p:nvPr/>
          </p:nvSpPr>
          <p:spPr>
            <a:xfrm>
              <a:off x="5509345" y="215327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t2575"/>
            <p:cNvSpPr/>
            <p:nvPr/>
          </p:nvSpPr>
          <p:spPr>
            <a:xfrm>
              <a:off x="5590988" y="195407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t2576"/>
            <p:cNvSpPr/>
            <p:nvPr/>
          </p:nvSpPr>
          <p:spPr>
            <a:xfrm>
              <a:off x="5424002" y="231622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t2577"/>
            <p:cNvSpPr/>
            <p:nvPr/>
          </p:nvSpPr>
          <p:spPr>
            <a:xfrm>
              <a:off x="5508377" y="241175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t2578"/>
            <p:cNvSpPr/>
            <p:nvPr/>
          </p:nvSpPr>
          <p:spPr>
            <a:xfrm>
              <a:off x="5377981" y="219055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t2579"/>
            <p:cNvSpPr/>
            <p:nvPr/>
          </p:nvSpPr>
          <p:spPr>
            <a:xfrm>
              <a:off x="5457369" y="219363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t2580"/>
            <p:cNvSpPr/>
            <p:nvPr/>
          </p:nvSpPr>
          <p:spPr>
            <a:xfrm>
              <a:off x="5690587" y="224742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t2581"/>
            <p:cNvSpPr/>
            <p:nvPr/>
          </p:nvSpPr>
          <p:spPr>
            <a:xfrm>
              <a:off x="5546385" y="214465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t2582"/>
            <p:cNvSpPr/>
            <p:nvPr/>
          </p:nvSpPr>
          <p:spPr>
            <a:xfrm>
              <a:off x="5516987" y="222625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t2583"/>
            <p:cNvSpPr/>
            <p:nvPr/>
          </p:nvSpPr>
          <p:spPr>
            <a:xfrm>
              <a:off x="5472144" y="220478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t2584"/>
            <p:cNvSpPr/>
            <p:nvPr/>
          </p:nvSpPr>
          <p:spPr>
            <a:xfrm>
              <a:off x="5483481" y="216465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t2585"/>
            <p:cNvSpPr/>
            <p:nvPr/>
          </p:nvSpPr>
          <p:spPr>
            <a:xfrm>
              <a:off x="5466643" y="199386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t2586"/>
            <p:cNvSpPr/>
            <p:nvPr/>
          </p:nvSpPr>
          <p:spPr>
            <a:xfrm>
              <a:off x="5547273" y="201185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t2587"/>
            <p:cNvSpPr/>
            <p:nvPr/>
          </p:nvSpPr>
          <p:spPr>
            <a:xfrm>
              <a:off x="5666325" y="227925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t2588"/>
            <p:cNvSpPr/>
            <p:nvPr/>
          </p:nvSpPr>
          <p:spPr>
            <a:xfrm>
              <a:off x="5567852" y="221770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t2589"/>
            <p:cNvSpPr/>
            <p:nvPr/>
          </p:nvSpPr>
          <p:spPr>
            <a:xfrm>
              <a:off x="5452595" y="220526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t2590"/>
            <p:cNvSpPr/>
            <p:nvPr/>
          </p:nvSpPr>
          <p:spPr>
            <a:xfrm>
              <a:off x="5462179" y="219410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t2591"/>
            <p:cNvSpPr/>
            <p:nvPr/>
          </p:nvSpPr>
          <p:spPr>
            <a:xfrm>
              <a:off x="5596625" y="204597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t2592"/>
            <p:cNvSpPr/>
            <p:nvPr/>
          </p:nvSpPr>
          <p:spPr>
            <a:xfrm>
              <a:off x="5769929" y="271961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t2593"/>
            <p:cNvSpPr/>
            <p:nvPr/>
          </p:nvSpPr>
          <p:spPr>
            <a:xfrm>
              <a:off x="5524410" y="207973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t2594"/>
            <p:cNvSpPr/>
            <p:nvPr/>
          </p:nvSpPr>
          <p:spPr>
            <a:xfrm>
              <a:off x="5428050" y="204347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t2595"/>
            <p:cNvSpPr/>
            <p:nvPr/>
          </p:nvSpPr>
          <p:spPr>
            <a:xfrm>
              <a:off x="5541109" y="214328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t2596"/>
            <p:cNvSpPr/>
            <p:nvPr/>
          </p:nvSpPr>
          <p:spPr>
            <a:xfrm>
              <a:off x="5544903" y="216486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t2597"/>
            <p:cNvSpPr/>
            <p:nvPr/>
          </p:nvSpPr>
          <p:spPr>
            <a:xfrm>
              <a:off x="5639783" y="198799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t2598"/>
            <p:cNvSpPr/>
            <p:nvPr/>
          </p:nvSpPr>
          <p:spPr>
            <a:xfrm>
              <a:off x="5610465" y="211337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t2599"/>
            <p:cNvSpPr/>
            <p:nvPr/>
          </p:nvSpPr>
          <p:spPr>
            <a:xfrm>
              <a:off x="5643604" y="232243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t2600"/>
            <p:cNvSpPr/>
            <p:nvPr/>
          </p:nvSpPr>
          <p:spPr>
            <a:xfrm>
              <a:off x="5566936" y="202440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t2601"/>
            <p:cNvSpPr/>
            <p:nvPr/>
          </p:nvSpPr>
          <p:spPr>
            <a:xfrm>
              <a:off x="5569634" y="190022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t2602"/>
            <p:cNvSpPr/>
            <p:nvPr/>
          </p:nvSpPr>
          <p:spPr>
            <a:xfrm>
              <a:off x="5520066" y="201217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t2603"/>
            <p:cNvSpPr/>
            <p:nvPr/>
          </p:nvSpPr>
          <p:spPr>
            <a:xfrm>
              <a:off x="5631838" y="217257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t2604"/>
            <p:cNvSpPr/>
            <p:nvPr/>
          </p:nvSpPr>
          <p:spPr>
            <a:xfrm>
              <a:off x="5583387" y="231764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t2605"/>
            <p:cNvSpPr/>
            <p:nvPr/>
          </p:nvSpPr>
          <p:spPr>
            <a:xfrm>
              <a:off x="5690618" y="237901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t2606"/>
            <p:cNvSpPr/>
            <p:nvPr/>
          </p:nvSpPr>
          <p:spPr>
            <a:xfrm>
              <a:off x="5483054" y="192474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t2607"/>
            <p:cNvSpPr/>
            <p:nvPr/>
          </p:nvSpPr>
          <p:spPr>
            <a:xfrm>
              <a:off x="5526146" y="194198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t2608"/>
            <p:cNvSpPr/>
            <p:nvPr/>
          </p:nvSpPr>
          <p:spPr>
            <a:xfrm>
              <a:off x="5526024" y="212232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t2609"/>
            <p:cNvSpPr/>
            <p:nvPr/>
          </p:nvSpPr>
          <p:spPr>
            <a:xfrm>
              <a:off x="5546346" y="216534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t2610"/>
            <p:cNvSpPr/>
            <p:nvPr/>
          </p:nvSpPr>
          <p:spPr>
            <a:xfrm>
              <a:off x="5666835" y="219467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t2611"/>
            <p:cNvSpPr/>
            <p:nvPr/>
          </p:nvSpPr>
          <p:spPr>
            <a:xfrm>
              <a:off x="5533950" y="228133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t2612"/>
            <p:cNvSpPr/>
            <p:nvPr/>
          </p:nvSpPr>
          <p:spPr>
            <a:xfrm>
              <a:off x="5019706" y="187120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t2613"/>
            <p:cNvSpPr/>
            <p:nvPr/>
          </p:nvSpPr>
          <p:spPr>
            <a:xfrm>
              <a:off x="5539180" y="231823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t2614"/>
            <p:cNvSpPr/>
            <p:nvPr/>
          </p:nvSpPr>
          <p:spPr>
            <a:xfrm>
              <a:off x="5693518" y="204066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t2615"/>
            <p:cNvSpPr/>
            <p:nvPr/>
          </p:nvSpPr>
          <p:spPr>
            <a:xfrm>
              <a:off x="5605997" y="219055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t2616"/>
            <p:cNvSpPr/>
            <p:nvPr/>
          </p:nvSpPr>
          <p:spPr>
            <a:xfrm>
              <a:off x="5567035" y="228844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t2617"/>
            <p:cNvSpPr/>
            <p:nvPr/>
          </p:nvSpPr>
          <p:spPr>
            <a:xfrm>
              <a:off x="5600585" y="250887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t2618"/>
            <p:cNvSpPr/>
            <p:nvPr/>
          </p:nvSpPr>
          <p:spPr>
            <a:xfrm>
              <a:off x="5564076" y="238043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t2619"/>
            <p:cNvSpPr/>
            <p:nvPr/>
          </p:nvSpPr>
          <p:spPr>
            <a:xfrm>
              <a:off x="5630075" y="218454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t2620"/>
            <p:cNvSpPr/>
            <p:nvPr/>
          </p:nvSpPr>
          <p:spPr>
            <a:xfrm>
              <a:off x="5640703" y="204482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t2621"/>
            <p:cNvSpPr/>
            <p:nvPr/>
          </p:nvSpPr>
          <p:spPr>
            <a:xfrm>
              <a:off x="5599552" y="214248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t2622"/>
            <p:cNvSpPr/>
            <p:nvPr/>
          </p:nvSpPr>
          <p:spPr>
            <a:xfrm>
              <a:off x="5476023" y="197192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t2623"/>
            <p:cNvSpPr/>
            <p:nvPr/>
          </p:nvSpPr>
          <p:spPr>
            <a:xfrm>
              <a:off x="5532469" y="235728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t2624"/>
            <p:cNvSpPr/>
            <p:nvPr/>
          </p:nvSpPr>
          <p:spPr>
            <a:xfrm>
              <a:off x="5459898" y="201707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t2625"/>
            <p:cNvSpPr/>
            <p:nvPr/>
          </p:nvSpPr>
          <p:spPr>
            <a:xfrm>
              <a:off x="4991730" y="204944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t2626"/>
            <p:cNvSpPr/>
            <p:nvPr/>
          </p:nvSpPr>
          <p:spPr>
            <a:xfrm>
              <a:off x="5606003" y="202827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t2627"/>
            <p:cNvSpPr/>
            <p:nvPr/>
          </p:nvSpPr>
          <p:spPr>
            <a:xfrm>
              <a:off x="5690770" y="201646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t2628"/>
            <p:cNvSpPr/>
            <p:nvPr/>
          </p:nvSpPr>
          <p:spPr>
            <a:xfrm>
              <a:off x="5260077" y="214772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t2629"/>
            <p:cNvSpPr/>
            <p:nvPr/>
          </p:nvSpPr>
          <p:spPr>
            <a:xfrm>
              <a:off x="5713006" y="181905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t2630"/>
            <p:cNvSpPr/>
            <p:nvPr/>
          </p:nvSpPr>
          <p:spPr>
            <a:xfrm>
              <a:off x="5782970" y="138041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t2631"/>
            <p:cNvSpPr/>
            <p:nvPr/>
          </p:nvSpPr>
          <p:spPr>
            <a:xfrm>
              <a:off x="5584755" y="209577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t2632"/>
            <p:cNvSpPr/>
            <p:nvPr/>
          </p:nvSpPr>
          <p:spPr>
            <a:xfrm>
              <a:off x="5478865" y="189975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t2633"/>
            <p:cNvSpPr/>
            <p:nvPr/>
          </p:nvSpPr>
          <p:spPr>
            <a:xfrm>
              <a:off x="5684291" y="197944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t2634"/>
            <p:cNvSpPr/>
            <p:nvPr/>
          </p:nvSpPr>
          <p:spPr>
            <a:xfrm>
              <a:off x="5507157" y="182483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t2635"/>
            <p:cNvSpPr/>
            <p:nvPr/>
          </p:nvSpPr>
          <p:spPr>
            <a:xfrm>
              <a:off x="5193276" y="183913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t2636"/>
            <p:cNvSpPr/>
            <p:nvPr/>
          </p:nvSpPr>
          <p:spPr>
            <a:xfrm>
              <a:off x="5401502" y="192345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t2637"/>
            <p:cNvSpPr/>
            <p:nvPr/>
          </p:nvSpPr>
          <p:spPr>
            <a:xfrm>
              <a:off x="4987000" y="197500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t2638"/>
            <p:cNvSpPr/>
            <p:nvPr/>
          </p:nvSpPr>
          <p:spPr>
            <a:xfrm>
              <a:off x="5000346" y="206611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t2639"/>
            <p:cNvSpPr/>
            <p:nvPr/>
          </p:nvSpPr>
          <p:spPr>
            <a:xfrm>
              <a:off x="5518105" y="223774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t2640"/>
            <p:cNvSpPr/>
            <p:nvPr/>
          </p:nvSpPr>
          <p:spPr>
            <a:xfrm>
              <a:off x="5515149" y="180032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t2641"/>
            <p:cNvSpPr/>
            <p:nvPr/>
          </p:nvSpPr>
          <p:spPr>
            <a:xfrm>
              <a:off x="5638432" y="155062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t2642"/>
            <p:cNvSpPr/>
            <p:nvPr/>
          </p:nvSpPr>
          <p:spPr>
            <a:xfrm>
              <a:off x="5552494" y="185241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t2643"/>
            <p:cNvSpPr/>
            <p:nvPr/>
          </p:nvSpPr>
          <p:spPr>
            <a:xfrm>
              <a:off x="5622091" y="192007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t2644"/>
            <p:cNvSpPr/>
            <p:nvPr/>
          </p:nvSpPr>
          <p:spPr>
            <a:xfrm>
              <a:off x="5641875" y="172839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t2645"/>
            <p:cNvSpPr/>
            <p:nvPr/>
          </p:nvSpPr>
          <p:spPr>
            <a:xfrm>
              <a:off x="5681068" y="214475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t2646"/>
            <p:cNvSpPr/>
            <p:nvPr/>
          </p:nvSpPr>
          <p:spPr>
            <a:xfrm>
              <a:off x="5553238" y="190500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t2647"/>
            <p:cNvSpPr/>
            <p:nvPr/>
          </p:nvSpPr>
          <p:spPr>
            <a:xfrm>
              <a:off x="5703091" y="200755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t2648"/>
            <p:cNvSpPr/>
            <p:nvPr/>
          </p:nvSpPr>
          <p:spPr>
            <a:xfrm>
              <a:off x="5424402" y="194586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t2649"/>
            <p:cNvSpPr/>
            <p:nvPr/>
          </p:nvSpPr>
          <p:spPr>
            <a:xfrm>
              <a:off x="5508102" y="196412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t2650"/>
            <p:cNvSpPr/>
            <p:nvPr/>
          </p:nvSpPr>
          <p:spPr>
            <a:xfrm>
              <a:off x="5486986" y="188342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t2651"/>
            <p:cNvSpPr/>
            <p:nvPr/>
          </p:nvSpPr>
          <p:spPr>
            <a:xfrm>
              <a:off x="5597200" y="214009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t2652"/>
            <p:cNvSpPr/>
            <p:nvPr/>
          </p:nvSpPr>
          <p:spPr>
            <a:xfrm>
              <a:off x="5322642" y="212968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t2653"/>
            <p:cNvSpPr/>
            <p:nvPr/>
          </p:nvSpPr>
          <p:spPr>
            <a:xfrm>
              <a:off x="5633138" y="193266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t2654"/>
            <p:cNvSpPr/>
            <p:nvPr/>
          </p:nvSpPr>
          <p:spPr>
            <a:xfrm>
              <a:off x="5946271" y="190430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t2655"/>
            <p:cNvSpPr/>
            <p:nvPr/>
          </p:nvSpPr>
          <p:spPr>
            <a:xfrm>
              <a:off x="5805912" y="190484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t2656"/>
            <p:cNvSpPr/>
            <p:nvPr/>
          </p:nvSpPr>
          <p:spPr>
            <a:xfrm>
              <a:off x="6327367" y="194560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t2657"/>
            <p:cNvSpPr/>
            <p:nvPr/>
          </p:nvSpPr>
          <p:spPr>
            <a:xfrm>
              <a:off x="5312324" y="194133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t2658"/>
            <p:cNvSpPr/>
            <p:nvPr/>
          </p:nvSpPr>
          <p:spPr>
            <a:xfrm>
              <a:off x="5328984" y="207679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t2659"/>
            <p:cNvSpPr/>
            <p:nvPr/>
          </p:nvSpPr>
          <p:spPr>
            <a:xfrm>
              <a:off x="5272455" y="179303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t2660"/>
            <p:cNvSpPr/>
            <p:nvPr/>
          </p:nvSpPr>
          <p:spPr>
            <a:xfrm>
              <a:off x="5348094" y="191951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t2661"/>
            <p:cNvSpPr/>
            <p:nvPr/>
          </p:nvSpPr>
          <p:spPr>
            <a:xfrm>
              <a:off x="5578801" y="224365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t2662"/>
            <p:cNvSpPr/>
            <p:nvPr/>
          </p:nvSpPr>
          <p:spPr>
            <a:xfrm>
              <a:off x="5151255" y="197473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t2663"/>
            <p:cNvSpPr/>
            <p:nvPr/>
          </p:nvSpPr>
          <p:spPr>
            <a:xfrm>
              <a:off x="5179296" y="210231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t2664"/>
            <p:cNvSpPr/>
            <p:nvPr/>
          </p:nvSpPr>
          <p:spPr>
            <a:xfrm>
              <a:off x="5384780" y="187245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t2665"/>
            <p:cNvSpPr/>
            <p:nvPr/>
          </p:nvSpPr>
          <p:spPr>
            <a:xfrm>
              <a:off x="4952799" y="293546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t2666"/>
            <p:cNvSpPr/>
            <p:nvPr/>
          </p:nvSpPr>
          <p:spPr>
            <a:xfrm>
              <a:off x="5276981" y="201828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t2667"/>
            <p:cNvSpPr/>
            <p:nvPr/>
          </p:nvSpPr>
          <p:spPr>
            <a:xfrm>
              <a:off x="5420035" y="183113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t2668"/>
            <p:cNvSpPr/>
            <p:nvPr/>
          </p:nvSpPr>
          <p:spPr>
            <a:xfrm>
              <a:off x="5332867" y="178143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t2669"/>
            <p:cNvSpPr/>
            <p:nvPr/>
          </p:nvSpPr>
          <p:spPr>
            <a:xfrm>
              <a:off x="5686916" y="181009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t2670"/>
            <p:cNvSpPr/>
            <p:nvPr/>
          </p:nvSpPr>
          <p:spPr>
            <a:xfrm>
              <a:off x="5355197" y="182195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t2671"/>
            <p:cNvSpPr/>
            <p:nvPr/>
          </p:nvSpPr>
          <p:spPr>
            <a:xfrm>
              <a:off x="5428319" y="182838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t2672"/>
            <p:cNvSpPr/>
            <p:nvPr/>
          </p:nvSpPr>
          <p:spPr>
            <a:xfrm>
              <a:off x="5330703" y="186845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t2673"/>
            <p:cNvSpPr/>
            <p:nvPr/>
          </p:nvSpPr>
          <p:spPr>
            <a:xfrm>
              <a:off x="5496283" y="171302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t2674"/>
            <p:cNvSpPr/>
            <p:nvPr/>
          </p:nvSpPr>
          <p:spPr>
            <a:xfrm>
              <a:off x="5197835" y="190052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t2675"/>
            <p:cNvSpPr/>
            <p:nvPr/>
          </p:nvSpPr>
          <p:spPr>
            <a:xfrm>
              <a:off x="5313487" y="166069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t2676"/>
            <p:cNvSpPr/>
            <p:nvPr/>
          </p:nvSpPr>
          <p:spPr>
            <a:xfrm>
              <a:off x="5332053" y="179739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t2677"/>
            <p:cNvSpPr/>
            <p:nvPr/>
          </p:nvSpPr>
          <p:spPr>
            <a:xfrm>
              <a:off x="5359706" y="200761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t2678"/>
            <p:cNvSpPr/>
            <p:nvPr/>
          </p:nvSpPr>
          <p:spPr>
            <a:xfrm>
              <a:off x="5207822" y="175243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t2679"/>
            <p:cNvSpPr/>
            <p:nvPr/>
          </p:nvSpPr>
          <p:spPr>
            <a:xfrm>
              <a:off x="5236686" y="179622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t2680"/>
            <p:cNvSpPr/>
            <p:nvPr/>
          </p:nvSpPr>
          <p:spPr>
            <a:xfrm>
              <a:off x="5441965" y="176244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t2681"/>
            <p:cNvSpPr/>
            <p:nvPr/>
          </p:nvSpPr>
          <p:spPr>
            <a:xfrm>
              <a:off x="5431639" y="202836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t2682"/>
            <p:cNvSpPr/>
            <p:nvPr/>
          </p:nvSpPr>
          <p:spPr>
            <a:xfrm>
              <a:off x="5317282" y="195377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t2683"/>
            <p:cNvSpPr/>
            <p:nvPr/>
          </p:nvSpPr>
          <p:spPr>
            <a:xfrm>
              <a:off x="5478813" y="181430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t2684"/>
            <p:cNvSpPr/>
            <p:nvPr/>
          </p:nvSpPr>
          <p:spPr>
            <a:xfrm>
              <a:off x="5377054" y="181920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t2685"/>
            <p:cNvSpPr/>
            <p:nvPr/>
          </p:nvSpPr>
          <p:spPr>
            <a:xfrm>
              <a:off x="5432710" y="197435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t2686"/>
            <p:cNvSpPr/>
            <p:nvPr/>
          </p:nvSpPr>
          <p:spPr>
            <a:xfrm>
              <a:off x="5057418" y="179426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t2687"/>
            <p:cNvSpPr/>
            <p:nvPr/>
          </p:nvSpPr>
          <p:spPr>
            <a:xfrm>
              <a:off x="5578653" y="192434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t2688"/>
            <p:cNvSpPr/>
            <p:nvPr/>
          </p:nvSpPr>
          <p:spPr>
            <a:xfrm>
              <a:off x="5761131" y="187894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t2689"/>
            <p:cNvSpPr/>
            <p:nvPr/>
          </p:nvSpPr>
          <p:spPr>
            <a:xfrm>
              <a:off x="5630514" y="191533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t2690"/>
            <p:cNvSpPr/>
            <p:nvPr/>
          </p:nvSpPr>
          <p:spPr>
            <a:xfrm>
              <a:off x="5717087" y="192188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t2691"/>
            <p:cNvSpPr/>
            <p:nvPr/>
          </p:nvSpPr>
          <p:spPr>
            <a:xfrm>
              <a:off x="5645977" y="169033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t2692"/>
            <p:cNvSpPr/>
            <p:nvPr/>
          </p:nvSpPr>
          <p:spPr>
            <a:xfrm>
              <a:off x="5704359" y="194629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t2693"/>
            <p:cNvSpPr/>
            <p:nvPr/>
          </p:nvSpPr>
          <p:spPr>
            <a:xfrm>
              <a:off x="5729822" y="182415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t2694"/>
            <p:cNvSpPr/>
            <p:nvPr/>
          </p:nvSpPr>
          <p:spPr>
            <a:xfrm>
              <a:off x="5459139" y="169874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t2695"/>
            <p:cNvSpPr/>
            <p:nvPr/>
          </p:nvSpPr>
          <p:spPr>
            <a:xfrm>
              <a:off x="5201732" y="204500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t2696"/>
            <p:cNvSpPr/>
            <p:nvPr/>
          </p:nvSpPr>
          <p:spPr>
            <a:xfrm>
              <a:off x="5690776" y="166907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t2697"/>
            <p:cNvSpPr/>
            <p:nvPr/>
          </p:nvSpPr>
          <p:spPr>
            <a:xfrm>
              <a:off x="5639761" y="178171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t2698"/>
            <p:cNvSpPr/>
            <p:nvPr/>
          </p:nvSpPr>
          <p:spPr>
            <a:xfrm>
              <a:off x="5698405" y="198628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t2699"/>
            <p:cNvSpPr/>
            <p:nvPr/>
          </p:nvSpPr>
          <p:spPr>
            <a:xfrm>
              <a:off x="5590485" y="171168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t2700"/>
            <p:cNvSpPr/>
            <p:nvPr/>
          </p:nvSpPr>
          <p:spPr>
            <a:xfrm>
              <a:off x="5642425" y="160077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t2701"/>
            <p:cNvSpPr/>
            <p:nvPr/>
          </p:nvSpPr>
          <p:spPr>
            <a:xfrm>
              <a:off x="5473573" y="192307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t2702"/>
            <p:cNvSpPr/>
            <p:nvPr/>
          </p:nvSpPr>
          <p:spPr>
            <a:xfrm>
              <a:off x="5253798" y="194599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t2703"/>
            <p:cNvSpPr/>
            <p:nvPr/>
          </p:nvSpPr>
          <p:spPr>
            <a:xfrm>
              <a:off x="5207298" y="199729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t2704"/>
            <p:cNvSpPr/>
            <p:nvPr/>
          </p:nvSpPr>
          <p:spPr>
            <a:xfrm>
              <a:off x="5526727" y="235976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t2705"/>
            <p:cNvSpPr/>
            <p:nvPr/>
          </p:nvSpPr>
          <p:spPr>
            <a:xfrm>
              <a:off x="5547550" y="221771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t2706"/>
            <p:cNvSpPr/>
            <p:nvPr/>
          </p:nvSpPr>
          <p:spPr>
            <a:xfrm>
              <a:off x="5614868" y="286561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t2707"/>
            <p:cNvSpPr/>
            <p:nvPr/>
          </p:nvSpPr>
          <p:spPr>
            <a:xfrm>
              <a:off x="5746710" y="221177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t2708"/>
            <p:cNvSpPr/>
            <p:nvPr/>
          </p:nvSpPr>
          <p:spPr>
            <a:xfrm>
              <a:off x="5618772" y="238413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t2709"/>
            <p:cNvSpPr/>
            <p:nvPr/>
          </p:nvSpPr>
          <p:spPr>
            <a:xfrm>
              <a:off x="6055781" y="216653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t2710"/>
            <p:cNvSpPr/>
            <p:nvPr/>
          </p:nvSpPr>
          <p:spPr>
            <a:xfrm>
              <a:off x="5196925" y="208358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t2711"/>
            <p:cNvSpPr/>
            <p:nvPr/>
          </p:nvSpPr>
          <p:spPr>
            <a:xfrm>
              <a:off x="5295032" y="200511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t2712"/>
            <p:cNvSpPr/>
            <p:nvPr/>
          </p:nvSpPr>
          <p:spPr>
            <a:xfrm>
              <a:off x="5237474" y="203410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t2713"/>
            <p:cNvSpPr/>
            <p:nvPr/>
          </p:nvSpPr>
          <p:spPr>
            <a:xfrm>
              <a:off x="5037366" y="214342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t2714"/>
            <p:cNvSpPr/>
            <p:nvPr/>
          </p:nvSpPr>
          <p:spPr>
            <a:xfrm>
              <a:off x="5445143" y="174262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t2715"/>
            <p:cNvSpPr/>
            <p:nvPr/>
          </p:nvSpPr>
          <p:spPr>
            <a:xfrm>
              <a:off x="5322573" y="211718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t2716"/>
            <p:cNvSpPr/>
            <p:nvPr/>
          </p:nvSpPr>
          <p:spPr>
            <a:xfrm>
              <a:off x="5277181" y="176539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t2717"/>
            <p:cNvSpPr/>
            <p:nvPr/>
          </p:nvSpPr>
          <p:spPr>
            <a:xfrm>
              <a:off x="5200392" y="204655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t2718"/>
            <p:cNvSpPr/>
            <p:nvPr/>
          </p:nvSpPr>
          <p:spPr>
            <a:xfrm>
              <a:off x="5520847" y="211912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t2719"/>
            <p:cNvSpPr/>
            <p:nvPr/>
          </p:nvSpPr>
          <p:spPr>
            <a:xfrm>
              <a:off x="5602145" y="206872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t2720"/>
            <p:cNvSpPr/>
            <p:nvPr/>
          </p:nvSpPr>
          <p:spPr>
            <a:xfrm>
              <a:off x="5588072" y="250224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t2721"/>
            <p:cNvSpPr/>
            <p:nvPr/>
          </p:nvSpPr>
          <p:spPr>
            <a:xfrm>
              <a:off x="5423407" y="208670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t2722"/>
            <p:cNvSpPr/>
            <p:nvPr/>
          </p:nvSpPr>
          <p:spPr>
            <a:xfrm>
              <a:off x="5298247" y="203062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t2723"/>
            <p:cNvSpPr/>
            <p:nvPr/>
          </p:nvSpPr>
          <p:spPr>
            <a:xfrm>
              <a:off x="5120834" y="212964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t2724"/>
            <p:cNvSpPr/>
            <p:nvPr/>
          </p:nvSpPr>
          <p:spPr>
            <a:xfrm>
              <a:off x="4977281" y="187123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t2725"/>
            <p:cNvSpPr/>
            <p:nvPr/>
          </p:nvSpPr>
          <p:spPr>
            <a:xfrm>
              <a:off x="5118584" y="203555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t2726"/>
            <p:cNvSpPr/>
            <p:nvPr/>
          </p:nvSpPr>
          <p:spPr>
            <a:xfrm>
              <a:off x="6152466" y="268726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t2727"/>
            <p:cNvSpPr/>
            <p:nvPr/>
          </p:nvSpPr>
          <p:spPr>
            <a:xfrm>
              <a:off x="5470387" y="217984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t2728"/>
            <p:cNvSpPr/>
            <p:nvPr/>
          </p:nvSpPr>
          <p:spPr>
            <a:xfrm>
              <a:off x="5749300" y="168612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t2729"/>
            <p:cNvSpPr/>
            <p:nvPr/>
          </p:nvSpPr>
          <p:spPr>
            <a:xfrm>
              <a:off x="5128490" y="184109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t2730"/>
            <p:cNvSpPr/>
            <p:nvPr/>
          </p:nvSpPr>
          <p:spPr>
            <a:xfrm>
              <a:off x="5675471" y="172094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t2731"/>
            <p:cNvSpPr/>
            <p:nvPr/>
          </p:nvSpPr>
          <p:spPr>
            <a:xfrm>
              <a:off x="5408424" y="227278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t2732"/>
            <p:cNvSpPr/>
            <p:nvPr/>
          </p:nvSpPr>
          <p:spPr>
            <a:xfrm>
              <a:off x="5545647" y="236505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t2733"/>
            <p:cNvSpPr/>
            <p:nvPr/>
          </p:nvSpPr>
          <p:spPr>
            <a:xfrm>
              <a:off x="5556717" y="249257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t2734"/>
            <p:cNvSpPr/>
            <p:nvPr/>
          </p:nvSpPr>
          <p:spPr>
            <a:xfrm>
              <a:off x="5572758" y="251532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t2735"/>
            <p:cNvSpPr/>
            <p:nvPr/>
          </p:nvSpPr>
          <p:spPr>
            <a:xfrm>
              <a:off x="5497914" y="233680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t2736"/>
            <p:cNvSpPr/>
            <p:nvPr/>
          </p:nvSpPr>
          <p:spPr>
            <a:xfrm>
              <a:off x="5588884" y="264774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t2737"/>
            <p:cNvSpPr/>
            <p:nvPr/>
          </p:nvSpPr>
          <p:spPr>
            <a:xfrm>
              <a:off x="5439296" y="228455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t2738"/>
            <p:cNvSpPr/>
            <p:nvPr/>
          </p:nvSpPr>
          <p:spPr>
            <a:xfrm>
              <a:off x="5462058" y="227194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t2739"/>
            <p:cNvSpPr/>
            <p:nvPr/>
          </p:nvSpPr>
          <p:spPr>
            <a:xfrm>
              <a:off x="5672390" y="228048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t2740"/>
            <p:cNvSpPr/>
            <p:nvPr/>
          </p:nvSpPr>
          <p:spPr>
            <a:xfrm>
              <a:off x="5590642" y="246627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t2741"/>
            <p:cNvSpPr/>
            <p:nvPr/>
          </p:nvSpPr>
          <p:spPr>
            <a:xfrm>
              <a:off x="5564579" y="213861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t2742"/>
            <p:cNvSpPr/>
            <p:nvPr/>
          </p:nvSpPr>
          <p:spPr>
            <a:xfrm>
              <a:off x="5581646" y="216311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t2743"/>
            <p:cNvSpPr/>
            <p:nvPr/>
          </p:nvSpPr>
          <p:spPr>
            <a:xfrm>
              <a:off x="5670830" y="209917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t2744"/>
            <p:cNvSpPr/>
            <p:nvPr/>
          </p:nvSpPr>
          <p:spPr>
            <a:xfrm>
              <a:off x="5551629" y="219328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t2745"/>
            <p:cNvSpPr/>
            <p:nvPr/>
          </p:nvSpPr>
          <p:spPr>
            <a:xfrm>
              <a:off x="5650004" y="195871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t2746"/>
            <p:cNvSpPr/>
            <p:nvPr/>
          </p:nvSpPr>
          <p:spPr>
            <a:xfrm>
              <a:off x="5164657" y="194462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t2747"/>
            <p:cNvSpPr/>
            <p:nvPr/>
          </p:nvSpPr>
          <p:spPr>
            <a:xfrm>
              <a:off x="5524116" y="248874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t2748"/>
            <p:cNvSpPr/>
            <p:nvPr/>
          </p:nvSpPr>
          <p:spPr>
            <a:xfrm>
              <a:off x="5555567" y="265945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t2749"/>
            <p:cNvSpPr/>
            <p:nvPr/>
          </p:nvSpPr>
          <p:spPr>
            <a:xfrm>
              <a:off x="5542475" y="273125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t2750"/>
            <p:cNvSpPr/>
            <p:nvPr/>
          </p:nvSpPr>
          <p:spPr>
            <a:xfrm>
              <a:off x="5469245" y="237493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t2751"/>
            <p:cNvSpPr/>
            <p:nvPr/>
          </p:nvSpPr>
          <p:spPr>
            <a:xfrm>
              <a:off x="5493267" y="187301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t2752"/>
            <p:cNvSpPr/>
            <p:nvPr/>
          </p:nvSpPr>
          <p:spPr>
            <a:xfrm>
              <a:off x="5573986" y="250794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t2753"/>
            <p:cNvSpPr/>
            <p:nvPr/>
          </p:nvSpPr>
          <p:spPr>
            <a:xfrm>
              <a:off x="5486327" y="274155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t2754"/>
            <p:cNvSpPr/>
            <p:nvPr/>
          </p:nvSpPr>
          <p:spPr>
            <a:xfrm>
              <a:off x="5886515" y="201513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t2755"/>
            <p:cNvSpPr/>
            <p:nvPr/>
          </p:nvSpPr>
          <p:spPr>
            <a:xfrm>
              <a:off x="5590551" y="198049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t2756"/>
            <p:cNvSpPr/>
            <p:nvPr/>
          </p:nvSpPr>
          <p:spPr>
            <a:xfrm>
              <a:off x="5511719" y="231003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t2757"/>
            <p:cNvSpPr/>
            <p:nvPr/>
          </p:nvSpPr>
          <p:spPr>
            <a:xfrm>
              <a:off x="5538698" y="213757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t2758"/>
            <p:cNvSpPr/>
            <p:nvPr/>
          </p:nvSpPr>
          <p:spPr>
            <a:xfrm>
              <a:off x="5536160" y="233432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t2759"/>
            <p:cNvSpPr/>
            <p:nvPr/>
          </p:nvSpPr>
          <p:spPr>
            <a:xfrm>
              <a:off x="5545074" y="215462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t2760"/>
            <p:cNvSpPr/>
            <p:nvPr/>
          </p:nvSpPr>
          <p:spPr>
            <a:xfrm>
              <a:off x="5390504" y="225354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t2761"/>
            <p:cNvSpPr/>
            <p:nvPr/>
          </p:nvSpPr>
          <p:spPr>
            <a:xfrm>
              <a:off x="5524012" y="220744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t2762"/>
            <p:cNvSpPr/>
            <p:nvPr/>
          </p:nvSpPr>
          <p:spPr>
            <a:xfrm>
              <a:off x="5422539" y="224126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t2763"/>
            <p:cNvSpPr/>
            <p:nvPr/>
          </p:nvSpPr>
          <p:spPr>
            <a:xfrm>
              <a:off x="5496660" y="211717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t2764"/>
            <p:cNvSpPr/>
            <p:nvPr/>
          </p:nvSpPr>
          <p:spPr>
            <a:xfrm>
              <a:off x="5564414" y="234895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t2765"/>
            <p:cNvSpPr/>
            <p:nvPr/>
          </p:nvSpPr>
          <p:spPr>
            <a:xfrm>
              <a:off x="5532522" y="238910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t2766"/>
            <p:cNvSpPr/>
            <p:nvPr/>
          </p:nvSpPr>
          <p:spPr>
            <a:xfrm>
              <a:off x="5473578" y="213591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t2767"/>
            <p:cNvSpPr/>
            <p:nvPr/>
          </p:nvSpPr>
          <p:spPr>
            <a:xfrm>
              <a:off x="5373268" y="221041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t2768"/>
            <p:cNvSpPr/>
            <p:nvPr/>
          </p:nvSpPr>
          <p:spPr>
            <a:xfrm>
              <a:off x="5593211" y="203525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t2769"/>
            <p:cNvSpPr/>
            <p:nvPr/>
          </p:nvSpPr>
          <p:spPr>
            <a:xfrm>
              <a:off x="5613793" y="218868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t2770"/>
            <p:cNvSpPr/>
            <p:nvPr/>
          </p:nvSpPr>
          <p:spPr>
            <a:xfrm>
              <a:off x="5516449" y="262966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t2771"/>
            <p:cNvSpPr/>
            <p:nvPr/>
          </p:nvSpPr>
          <p:spPr>
            <a:xfrm>
              <a:off x="5448688" y="226147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t2772"/>
            <p:cNvSpPr/>
            <p:nvPr/>
          </p:nvSpPr>
          <p:spPr>
            <a:xfrm>
              <a:off x="5392914" y="241928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t2773"/>
            <p:cNvSpPr/>
            <p:nvPr/>
          </p:nvSpPr>
          <p:spPr>
            <a:xfrm>
              <a:off x="5426047" y="203062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t2774"/>
            <p:cNvSpPr/>
            <p:nvPr/>
          </p:nvSpPr>
          <p:spPr>
            <a:xfrm>
              <a:off x="5395212" y="198182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t2775"/>
            <p:cNvSpPr/>
            <p:nvPr/>
          </p:nvSpPr>
          <p:spPr>
            <a:xfrm>
              <a:off x="5562336" y="220849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t2776"/>
            <p:cNvSpPr/>
            <p:nvPr/>
          </p:nvSpPr>
          <p:spPr>
            <a:xfrm>
              <a:off x="5380810" y="211072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t2777"/>
            <p:cNvSpPr/>
            <p:nvPr/>
          </p:nvSpPr>
          <p:spPr>
            <a:xfrm>
              <a:off x="5448377" y="207348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t2778"/>
            <p:cNvSpPr/>
            <p:nvPr/>
          </p:nvSpPr>
          <p:spPr>
            <a:xfrm>
              <a:off x="5549240" y="219115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t2779"/>
            <p:cNvSpPr/>
            <p:nvPr/>
          </p:nvSpPr>
          <p:spPr>
            <a:xfrm>
              <a:off x="5517170" y="203694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t2780"/>
            <p:cNvSpPr/>
            <p:nvPr/>
          </p:nvSpPr>
          <p:spPr>
            <a:xfrm>
              <a:off x="5526703" y="228802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t2781"/>
            <p:cNvSpPr/>
            <p:nvPr/>
          </p:nvSpPr>
          <p:spPr>
            <a:xfrm>
              <a:off x="5557394" y="220285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t2782"/>
            <p:cNvSpPr/>
            <p:nvPr/>
          </p:nvSpPr>
          <p:spPr>
            <a:xfrm>
              <a:off x="5476727" y="219603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t2783"/>
            <p:cNvSpPr/>
            <p:nvPr/>
          </p:nvSpPr>
          <p:spPr>
            <a:xfrm>
              <a:off x="5589650" y="188668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t2784"/>
            <p:cNvSpPr/>
            <p:nvPr/>
          </p:nvSpPr>
          <p:spPr>
            <a:xfrm>
              <a:off x="5509334" y="198926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t2785"/>
            <p:cNvSpPr/>
            <p:nvPr/>
          </p:nvSpPr>
          <p:spPr>
            <a:xfrm>
              <a:off x="5486793" y="205691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t2786"/>
            <p:cNvSpPr/>
            <p:nvPr/>
          </p:nvSpPr>
          <p:spPr>
            <a:xfrm>
              <a:off x="5416602" y="201477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t2787"/>
            <p:cNvSpPr/>
            <p:nvPr/>
          </p:nvSpPr>
          <p:spPr>
            <a:xfrm>
              <a:off x="5418767" y="210334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t2788"/>
            <p:cNvSpPr/>
            <p:nvPr/>
          </p:nvSpPr>
          <p:spPr>
            <a:xfrm>
              <a:off x="5432280" y="208312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t2789"/>
            <p:cNvSpPr/>
            <p:nvPr/>
          </p:nvSpPr>
          <p:spPr>
            <a:xfrm>
              <a:off x="5505460" y="209159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t2790"/>
            <p:cNvSpPr/>
            <p:nvPr/>
          </p:nvSpPr>
          <p:spPr>
            <a:xfrm>
              <a:off x="5579220" y="196090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t2791"/>
            <p:cNvSpPr/>
            <p:nvPr/>
          </p:nvSpPr>
          <p:spPr>
            <a:xfrm>
              <a:off x="5485925" y="195069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t2792"/>
            <p:cNvSpPr/>
            <p:nvPr/>
          </p:nvSpPr>
          <p:spPr>
            <a:xfrm>
              <a:off x="5559778" y="181630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t2793"/>
            <p:cNvSpPr/>
            <p:nvPr/>
          </p:nvSpPr>
          <p:spPr>
            <a:xfrm>
              <a:off x="5381874" y="213036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t2794"/>
            <p:cNvSpPr/>
            <p:nvPr/>
          </p:nvSpPr>
          <p:spPr>
            <a:xfrm>
              <a:off x="5491948" y="225333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t2795"/>
            <p:cNvSpPr/>
            <p:nvPr/>
          </p:nvSpPr>
          <p:spPr>
            <a:xfrm>
              <a:off x="5199300" y="189197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t2796"/>
            <p:cNvSpPr/>
            <p:nvPr/>
          </p:nvSpPr>
          <p:spPr>
            <a:xfrm>
              <a:off x="5581217" y="188353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t2797"/>
            <p:cNvSpPr/>
            <p:nvPr/>
          </p:nvSpPr>
          <p:spPr>
            <a:xfrm>
              <a:off x="5449420" y="210266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t2798"/>
            <p:cNvSpPr/>
            <p:nvPr/>
          </p:nvSpPr>
          <p:spPr>
            <a:xfrm>
              <a:off x="5489749" y="207083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t2799"/>
            <p:cNvSpPr/>
            <p:nvPr/>
          </p:nvSpPr>
          <p:spPr>
            <a:xfrm>
              <a:off x="5407196" y="216448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t2800"/>
            <p:cNvSpPr/>
            <p:nvPr/>
          </p:nvSpPr>
          <p:spPr>
            <a:xfrm>
              <a:off x="5382954" y="201400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t2801"/>
            <p:cNvSpPr/>
            <p:nvPr/>
          </p:nvSpPr>
          <p:spPr>
            <a:xfrm>
              <a:off x="5117149" y="207438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t2802"/>
            <p:cNvSpPr/>
            <p:nvPr/>
          </p:nvSpPr>
          <p:spPr>
            <a:xfrm>
              <a:off x="5405508" y="208960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t2803"/>
            <p:cNvSpPr/>
            <p:nvPr/>
          </p:nvSpPr>
          <p:spPr>
            <a:xfrm>
              <a:off x="5399184" y="223440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t2804"/>
            <p:cNvSpPr/>
            <p:nvPr/>
          </p:nvSpPr>
          <p:spPr>
            <a:xfrm>
              <a:off x="5587225" y="174168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t2805"/>
            <p:cNvSpPr/>
            <p:nvPr/>
          </p:nvSpPr>
          <p:spPr>
            <a:xfrm>
              <a:off x="5743099" y="195909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t2806"/>
            <p:cNvSpPr/>
            <p:nvPr/>
          </p:nvSpPr>
          <p:spPr>
            <a:xfrm>
              <a:off x="5462595" y="201805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t2807"/>
            <p:cNvSpPr/>
            <p:nvPr/>
          </p:nvSpPr>
          <p:spPr>
            <a:xfrm>
              <a:off x="5531047" y="192387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t2808"/>
            <p:cNvSpPr/>
            <p:nvPr/>
          </p:nvSpPr>
          <p:spPr>
            <a:xfrm>
              <a:off x="5495427" y="215878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t2809"/>
            <p:cNvSpPr/>
            <p:nvPr/>
          </p:nvSpPr>
          <p:spPr>
            <a:xfrm>
              <a:off x="5951905" y="197438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t2810"/>
            <p:cNvSpPr/>
            <p:nvPr/>
          </p:nvSpPr>
          <p:spPr>
            <a:xfrm>
              <a:off x="5546008" y="200801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t2811"/>
            <p:cNvSpPr/>
            <p:nvPr/>
          </p:nvSpPr>
          <p:spPr>
            <a:xfrm>
              <a:off x="5264778" y="201543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t2812"/>
            <p:cNvSpPr/>
            <p:nvPr/>
          </p:nvSpPr>
          <p:spPr>
            <a:xfrm>
              <a:off x="5637776" y="200704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t2813"/>
            <p:cNvSpPr/>
            <p:nvPr/>
          </p:nvSpPr>
          <p:spPr>
            <a:xfrm>
              <a:off x="5628178" y="210682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t2814"/>
            <p:cNvSpPr/>
            <p:nvPr/>
          </p:nvSpPr>
          <p:spPr>
            <a:xfrm>
              <a:off x="5637865" y="210456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t2815"/>
            <p:cNvSpPr/>
            <p:nvPr/>
          </p:nvSpPr>
          <p:spPr>
            <a:xfrm>
              <a:off x="5645058" y="206350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t2816"/>
            <p:cNvSpPr/>
            <p:nvPr/>
          </p:nvSpPr>
          <p:spPr>
            <a:xfrm>
              <a:off x="5584068" y="204593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t2817"/>
            <p:cNvSpPr/>
            <p:nvPr/>
          </p:nvSpPr>
          <p:spPr>
            <a:xfrm>
              <a:off x="5381921" y="213895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t2818"/>
            <p:cNvSpPr/>
            <p:nvPr/>
          </p:nvSpPr>
          <p:spPr>
            <a:xfrm>
              <a:off x="5512154" y="211129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t2819"/>
            <p:cNvSpPr/>
            <p:nvPr/>
          </p:nvSpPr>
          <p:spPr>
            <a:xfrm>
              <a:off x="5584510" y="214012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t2820"/>
            <p:cNvSpPr/>
            <p:nvPr/>
          </p:nvSpPr>
          <p:spPr>
            <a:xfrm>
              <a:off x="5668980" y="190859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t2821"/>
            <p:cNvSpPr/>
            <p:nvPr/>
          </p:nvSpPr>
          <p:spPr>
            <a:xfrm>
              <a:off x="5592133" y="230806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t2822"/>
            <p:cNvSpPr/>
            <p:nvPr/>
          </p:nvSpPr>
          <p:spPr>
            <a:xfrm>
              <a:off x="5469706" y="202750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t2823"/>
            <p:cNvSpPr/>
            <p:nvPr/>
          </p:nvSpPr>
          <p:spPr>
            <a:xfrm>
              <a:off x="5442011" y="197201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t2824"/>
            <p:cNvSpPr/>
            <p:nvPr/>
          </p:nvSpPr>
          <p:spPr>
            <a:xfrm>
              <a:off x="4624275" y="238251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t2825"/>
            <p:cNvSpPr/>
            <p:nvPr/>
          </p:nvSpPr>
          <p:spPr>
            <a:xfrm>
              <a:off x="5524198" y="224842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t2826"/>
            <p:cNvSpPr/>
            <p:nvPr/>
          </p:nvSpPr>
          <p:spPr>
            <a:xfrm>
              <a:off x="4482373" y="240281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t2827"/>
            <p:cNvSpPr/>
            <p:nvPr/>
          </p:nvSpPr>
          <p:spPr>
            <a:xfrm>
              <a:off x="5526452" y="241089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t2828"/>
            <p:cNvSpPr/>
            <p:nvPr/>
          </p:nvSpPr>
          <p:spPr>
            <a:xfrm>
              <a:off x="4942966" y="238864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t2829"/>
            <p:cNvSpPr/>
            <p:nvPr/>
          </p:nvSpPr>
          <p:spPr>
            <a:xfrm>
              <a:off x="5516912" y="261605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t2830"/>
            <p:cNvSpPr/>
            <p:nvPr/>
          </p:nvSpPr>
          <p:spPr>
            <a:xfrm>
              <a:off x="5602209" y="247945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t2831"/>
            <p:cNvSpPr/>
            <p:nvPr/>
          </p:nvSpPr>
          <p:spPr>
            <a:xfrm>
              <a:off x="5421649" y="248284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t2832"/>
            <p:cNvSpPr/>
            <p:nvPr/>
          </p:nvSpPr>
          <p:spPr>
            <a:xfrm>
              <a:off x="5551933" y="227328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t2833"/>
            <p:cNvSpPr/>
            <p:nvPr/>
          </p:nvSpPr>
          <p:spPr>
            <a:xfrm>
              <a:off x="5658270" y="203130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t2834"/>
            <p:cNvSpPr/>
            <p:nvPr/>
          </p:nvSpPr>
          <p:spPr>
            <a:xfrm>
              <a:off x="5682861" y="192102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t2835"/>
            <p:cNvSpPr/>
            <p:nvPr/>
          </p:nvSpPr>
          <p:spPr>
            <a:xfrm>
              <a:off x="5545443" y="225940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t2836"/>
            <p:cNvSpPr/>
            <p:nvPr/>
          </p:nvSpPr>
          <p:spPr>
            <a:xfrm>
              <a:off x="5556916" y="221811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t2837"/>
            <p:cNvSpPr/>
            <p:nvPr/>
          </p:nvSpPr>
          <p:spPr>
            <a:xfrm>
              <a:off x="5428034" y="212012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t2838"/>
            <p:cNvSpPr/>
            <p:nvPr/>
          </p:nvSpPr>
          <p:spPr>
            <a:xfrm>
              <a:off x="5596310" y="192595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t2839"/>
            <p:cNvSpPr/>
            <p:nvPr/>
          </p:nvSpPr>
          <p:spPr>
            <a:xfrm>
              <a:off x="5578493" y="221897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t2840"/>
            <p:cNvSpPr/>
            <p:nvPr/>
          </p:nvSpPr>
          <p:spPr>
            <a:xfrm>
              <a:off x="5561919" y="215617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t2841"/>
            <p:cNvSpPr/>
            <p:nvPr/>
          </p:nvSpPr>
          <p:spPr>
            <a:xfrm>
              <a:off x="5550273" y="2199602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t2842"/>
            <p:cNvSpPr/>
            <p:nvPr/>
          </p:nvSpPr>
          <p:spPr>
            <a:xfrm>
              <a:off x="5489669" y="1972142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t2843"/>
            <p:cNvSpPr/>
            <p:nvPr/>
          </p:nvSpPr>
          <p:spPr>
            <a:xfrm>
              <a:off x="5359405" y="2165982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t2844"/>
            <p:cNvSpPr/>
            <p:nvPr/>
          </p:nvSpPr>
          <p:spPr>
            <a:xfrm>
              <a:off x="5453965" y="233842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t2845"/>
            <p:cNvSpPr/>
            <p:nvPr/>
          </p:nvSpPr>
          <p:spPr>
            <a:xfrm>
              <a:off x="5528994" y="198323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t2846"/>
            <p:cNvSpPr/>
            <p:nvPr/>
          </p:nvSpPr>
          <p:spPr>
            <a:xfrm>
              <a:off x="5867345" y="173302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t2847"/>
            <p:cNvSpPr/>
            <p:nvPr/>
          </p:nvSpPr>
          <p:spPr>
            <a:xfrm>
              <a:off x="5497095" y="2039430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t2848"/>
            <p:cNvSpPr/>
            <p:nvPr/>
          </p:nvSpPr>
          <p:spPr>
            <a:xfrm>
              <a:off x="5493769" y="2208167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t2849"/>
            <p:cNvSpPr/>
            <p:nvPr/>
          </p:nvSpPr>
          <p:spPr>
            <a:xfrm>
              <a:off x="5482473" y="212808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t2850"/>
            <p:cNvSpPr/>
            <p:nvPr/>
          </p:nvSpPr>
          <p:spPr>
            <a:xfrm>
              <a:off x="5550939" y="224836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t2851"/>
            <p:cNvSpPr/>
            <p:nvPr/>
          </p:nvSpPr>
          <p:spPr>
            <a:xfrm>
              <a:off x="5523535" y="204318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t2852"/>
            <p:cNvSpPr/>
            <p:nvPr/>
          </p:nvSpPr>
          <p:spPr>
            <a:xfrm>
              <a:off x="5537305" y="200506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pt2853"/>
            <p:cNvSpPr/>
            <p:nvPr/>
          </p:nvSpPr>
          <p:spPr>
            <a:xfrm>
              <a:off x="5549685" y="221005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5" name="pt2854"/>
            <p:cNvSpPr/>
            <p:nvPr/>
          </p:nvSpPr>
          <p:spPr>
            <a:xfrm>
              <a:off x="5524011" y="209824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6" name="pt2855"/>
            <p:cNvSpPr/>
            <p:nvPr/>
          </p:nvSpPr>
          <p:spPr>
            <a:xfrm>
              <a:off x="5554703" y="179480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7" name="pt2856"/>
            <p:cNvSpPr/>
            <p:nvPr/>
          </p:nvSpPr>
          <p:spPr>
            <a:xfrm>
              <a:off x="5521621" y="201368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t2857"/>
            <p:cNvSpPr/>
            <p:nvPr/>
          </p:nvSpPr>
          <p:spPr>
            <a:xfrm>
              <a:off x="5447229" y="2237027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pt2858"/>
            <p:cNvSpPr/>
            <p:nvPr/>
          </p:nvSpPr>
          <p:spPr>
            <a:xfrm>
              <a:off x="5496329" y="205508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0" name="pt2859"/>
            <p:cNvSpPr/>
            <p:nvPr/>
          </p:nvSpPr>
          <p:spPr>
            <a:xfrm>
              <a:off x="5485821" y="1853647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1" name="pt2860"/>
            <p:cNvSpPr/>
            <p:nvPr/>
          </p:nvSpPr>
          <p:spPr>
            <a:xfrm>
              <a:off x="5480642" y="200795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2" name="pt2861"/>
            <p:cNvSpPr/>
            <p:nvPr/>
          </p:nvSpPr>
          <p:spPr>
            <a:xfrm>
              <a:off x="5551783" y="183089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t2862"/>
            <p:cNvSpPr/>
            <p:nvPr/>
          </p:nvSpPr>
          <p:spPr>
            <a:xfrm>
              <a:off x="5469324" y="201761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t2863"/>
            <p:cNvSpPr/>
            <p:nvPr/>
          </p:nvSpPr>
          <p:spPr>
            <a:xfrm>
              <a:off x="5350350" y="2153130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t2864"/>
            <p:cNvSpPr/>
            <p:nvPr/>
          </p:nvSpPr>
          <p:spPr>
            <a:xfrm>
              <a:off x="5512217" y="221175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t2865"/>
            <p:cNvSpPr/>
            <p:nvPr/>
          </p:nvSpPr>
          <p:spPr>
            <a:xfrm>
              <a:off x="5624124" y="235467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t2866"/>
            <p:cNvSpPr/>
            <p:nvPr/>
          </p:nvSpPr>
          <p:spPr>
            <a:xfrm>
              <a:off x="5654335" y="193140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t2867"/>
            <p:cNvSpPr/>
            <p:nvPr/>
          </p:nvSpPr>
          <p:spPr>
            <a:xfrm>
              <a:off x="5361413" y="227480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t2868"/>
            <p:cNvSpPr/>
            <p:nvPr/>
          </p:nvSpPr>
          <p:spPr>
            <a:xfrm>
              <a:off x="5610550" y="227110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t2869"/>
            <p:cNvSpPr/>
            <p:nvPr/>
          </p:nvSpPr>
          <p:spPr>
            <a:xfrm>
              <a:off x="5522190" y="194876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pt2870"/>
            <p:cNvSpPr/>
            <p:nvPr/>
          </p:nvSpPr>
          <p:spPr>
            <a:xfrm>
              <a:off x="5318179" y="179605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2" name="pt2871"/>
            <p:cNvSpPr/>
            <p:nvPr/>
          </p:nvSpPr>
          <p:spPr>
            <a:xfrm>
              <a:off x="5595422" y="220002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3" name="pt2872"/>
            <p:cNvSpPr/>
            <p:nvPr/>
          </p:nvSpPr>
          <p:spPr>
            <a:xfrm>
              <a:off x="5427850" y="209734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4" name="pt2873"/>
            <p:cNvSpPr/>
            <p:nvPr/>
          </p:nvSpPr>
          <p:spPr>
            <a:xfrm>
              <a:off x="5631031" y="219441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5" name="pt2874"/>
            <p:cNvSpPr/>
            <p:nvPr/>
          </p:nvSpPr>
          <p:spPr>
            <a:xfrm>
              <a:off x="5614880" y="241509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6" name="pt2875"/>
            <p:cNvSpPr/>
            <p:nvPr/>
          </p:nvSpPr>
          <p:spPr>
            <a:xfrm>
              <a:off x="5585577" y="206303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7" name="pt2876"/>
            <p:cNvSpPr/>
            <p:nvPr/>
          </p:nvSpPr>
          <p:spPr>
            <a:xfrm>
              <a:off x="5631019" y="195230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8" name="pt2877"/>
            <p:cNvSpPr/>
            <p:nvPr/>
          </p:nvSpPr>
          <p:spPr>
            <a:xfrm>
              <a:off x="5496684" y="220785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pt2878"/>
            <p:cNvSpPr/>
            <p:nvPr/>
          </p:nvSpPr>
          <p:spPr>
            <a:xfrm>
              <a:off x="5455190" y="210316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0" name="pt2879"/>
            <p:cNvSpPr/>
            <p:nvPr/>
          </p:nvSpPr>
          <p:spPr>
            <a:xfrm>
              <a:off x="5534412" y="199212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1" name="pt2880"/>
            <p:cNvSpPr/>
            <p:nvPr/>
          </p:nvSpPr>
          <p:spPr>
            <a:xfrm>
              <a:off x="5588639" y="202871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2" name="pt2881"/>
            <p:cNvSpPr/>
            <p:nvPr/>
          </p:nvSpPr>
          <p:spPr>
            <a:xfrm>
              <a:off x="5538924" y="215216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3" name="pt2882"/>
            <p:cNvSpPr/>
            <p:nvPr/>
          </p:nvSpPr>
          <p:spPr>
            <a:xfrm>
              <a:off x="5251266" y="180017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4" name="pt2883"/>
            <p:cNvSpPr/>
            <p:nvPr/>
          </p:nvSpPr>
          <p:spPr>
            <a:xfrm>
              <a:off x="5519284" y="156956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5" name="pt2884"/>
            <p:cNvSpPr/>
            <p:nvPr/>
          </p:nvSpPr>
          <p:spPr>
            <a:xfrm>
              <a:off x="5542230" y="202823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6" name="pt2885"/>
            <p:cNvSpPr/>
            <p:nvPr/>
          </p:nvSpPr>
          <p:spPr>
            <a:xfrm>
              <a:off x="5428166" y="218077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7" name="pt2886"/>
            <p:cNvSpPr/>
            <p:nvPr/>
          </p:nvSpPr>
          <p:spPr>
            <a:xfrm>
              <a:off x="5607377" y="209294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8" name="pt2887"/>
            <p:cNvSpPr/>
            <p:nvPr/>
          </p:nvSpPr>
          <p:spPr>
            <a:xfrm>
              <a:off x="5418882" y="159153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9" name="pt2888"/>
            <p:cNvSpPr/>
            <p:nvPr/>
          </p:nvSpPr>
          <p:spPr>
            <a:xfrm>
              <a:off x="5448366" y="190495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0" name="pt2889"/>
            <p:cNvSpPr/>
            <p:nvPr/>
          </p:nvSpPr>
          <p:spPr>
            <a:xfrm>
              <a:off x="5582747" y="174176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pt2890"/>
            <p:cNvSpPr/>
            <p:nvPr/>
          </p:nvSpPr>
          <p:spPr>
            <a:xfrm>
              <a:off x="5447323" y="174122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2" name="pt2891"/>
            <p:cNvSpPr/>
            <p:nvPr/>
          </p:nvSpPr>
          <p:spPr>
            <a:xfrm>
              <a:off x="5465374" y="187119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3" name="pt2892"/>
            <p:cNvSpPr/>
            <p:nvPr/>
          </p:nvSpPr>
          <p:spPr>
            <a:xfrm>
              <a:off x="5621405" y="218044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4" name="pt2893"/>
            <p:cNvSpPr/>
            <p:nvPr/>
          </p:nvSpPr>
          <p:spPr>
            <a:xfrm>
              <a:off x="5586254" y="202331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5" name="pt2894"/>
            <p:cNvSpPr/>
            <p:nvPr/>
          </p:nvSpPr>
          <p:spPr>
            <a:xfrm>
              <a:off x="5681712" y="201393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6" name="pt2895"/>
            <p:cNvSpPr/>
            <p:nvPr/>
          </p:nvSpPr>
          <p:spPr>
            <a:xfrm>
              <a:off x="5672305" y="198325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7" name="pt2896"/>
            <p:cNvSpPr/>
            <p:nvPr/>
          </p:nvSpPr>
          <p:spPr>
            <a:xfrm>
              <a:off x="5673343" y="221877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8" name="pt2897"/>
            <p:cNvSpPr/>
            <p:nvPr/>
          </p:nvSpPr>
          <p:spPr>
            <a:xfrm>
              <a:off x="5628939" y="208624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9" name="pt2898"/>
            <p:cNvSpPr/>
            <p:nvPr/>
          </p:nvSpPr>
          <p:spPr>
            <a:xfrm>
              <a:off x="5275064" y="216637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0" name="pt2899"/>
            <p:cNvSpPr/>
            <p:nvPr/>
          </p:nvSpPr>
          <p:spPr>
            <a:xfrm>
              <a:off x="5454344" y="251505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1" name="pt2900"/>
            <p:cNvSpPr/>
            <p:nvPr/>
          </p:nvSpPr>
          <p:spPr>
            <a:xfrm>
              <a:off x="5450507" y="226467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2" name="pt2901"/>
            <p:cNvSpPr/>
            <p:nvPr/>
          </p:nvSpPr>
          <p:spPr>
            <a:xfrm>
              <a:off x="5833822" y="193286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3" name="pt2902"/>
            <p:cNvSpPr/>
            <p:nvPr/>
          </p:nvSpPr>
          <p:spPr>
            <a:xfrm>
              <a:off x="5725399" y="257742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pt2903"/>
            <p:cNvSpPr/>
            <p:nvPr/>
          </p:nvSpPr>
          <p:spPr>
            <a:xfrm>
              <a:off x="5589874" y="235363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5" name="pt2904"/>
            <p:cNvSpPr/>
            <p:nvPr/>
          </p:nvSpPr>
          <p:spPr>
            <a:xfrm>
              <a:off x="5635856" y="218000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pt2905"/>
            <p:cNvSpPr/>
            <p:nvPr/>
          </p:nvSpPr>
          <p:spPr>
            <a:xfrm>
              <a:off x="5659066" y="194867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7" name="pt2906"/>
            <p:cNvSpPr/>
            <p:nvPr/>
          </p:nvSpPr>
          <p:spPr>
            <a:xfrm>
              <a:off x="5681096" y="198810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8" name="pt2907"/>
            <p:cNvSpPr/>
            <p:nvPr/>
          </p:nvSpPr>
          <p:spPr>
            <a:xfrm>
              <a:off x="5686550" y="198154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9" name="pt2908"/>
            <p:cNvSpPr/>
            <p:nvPr/>
          </p:nvSpPr>
          <p:spPr>
            <a:xfrm>
              <a:off x="5393292" y="184853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0" name="pt2909"/>
            <p:cNvSpPr/>
            <p:nvPr/>
          </p:nvSpPr>
          <p:spPr>
            <a:xfrm>
              <a:off x="5618469" y="230831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1" name="pt2910"/>
            <p:cNvSpPr/>
            <p:nvPr/>
          </p:nvSpPr>
          <p:spPr>
            <a:xfrm>
              <a:off x="5813070" y="164835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2" name="pt2911"/>
            <p:cNvSpPr/>
            <p:nvPr/>
          </p:nvSpPr>
          <p:spPr>
            <a:xfrm>
              <a:off x="5645075" y="218119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3" name="pt2912"/>
            <p:cNvSpPr/>
            <p:nvPr/>
          </p:nvSpPr>
          <p:spPr>
            <a:xfrm>
              <a:off x="5518449" y="194543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4" name="pt2913"/>
            <p:cNvSpPr/>
            <p:nvPr/>
          </p:nvSpPr>
          <p:spPr>
            <a:xfrm>
              <a:off x="5463720" y="229752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5" name="pt2914"/>
            <p:cNvSpPr/>
            <p:nvPr/>
          </p:nvSpPr>
          <p:spPr>
            <a:xfrm>
              <a:off x="5615211" y="188189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6" name="pt2915"/>
            <p:cNvSpPr/>
            <p:nvPr/>
          </p:nvSpPr>
          <p:spPr>
            <a:xfrm>
              <a:off x="5534586" y="195973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7" name="pt2916"/>
            <p:cNvSpPr/>
            <p:nvPr/>
          </p:nvSpPr>
          <p:spPr>
            <a:xfrm>
              <a:off x="5549660" y="187483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8" name="pt2917"/>
            <p:cNvSpPr/>
            <p:nvPr/>
          </p:nvSpPr>
          <p:spPr>
            <a:xfrm>
              <a:off x="5587536" y="210494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9" name="pt2918"/>
            <p:cNvSpPr/>
            <p:nvPr/>
          </p:nvSpPr>
          <p:spPr>
            <a:xfrm>
              <a:off x="5553599" y="1938687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0" name="pt2919"/>
            <p:cNvSpPr/>
            <p:nvPr/>
          </p:nvSpPr>
          <p:spPr>
            <a:xfrm>
              <a:off x="5794528" y="211233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1" name="pt2920"/>
            <p:cNvSpPr/>
            <p:nvPr/>
          </p:nvSpPr>
          <p:spPr>
            <a:xfrm>
              <a:off x="5616571" y="197972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2" name="pt2921"/>
            <p:cNvSpPr/>
            <p:nvPr/>
          </p:nvSpPr>
          <p:spPr>
            <a:xfrm>
              <a:off x="6317398" y="1761458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3" name="pt2922"/>
            <p:cNvSpPr/>
            <p:nvPr/>
          </p:nvSpPr>
          <p:spPr>
            <a:xfrm>
              <a:off x="4670236" y="227201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4" name="pt2923"/>
            <p:cNvSpPr/>
            <p:nvPr/>
          </p:nvSpPr>
          <p:spPr>
            <a:xfrm>
              <a:off x="5774109" y="204311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5" name="pt2924"/>
            <p:cNvSpPr/>
            <p:nvPr/>
          </p:nvSpPr>
          <p:spPr>
            <a:xfrm>
              <a:off x="5844033" y="207240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6" name="pt2925"/>
            <p:cNvSpPr/>
            <p:nvPr/>
          </p:nvSpPr>
          <p:spPr>
            <a:xfrm>
              <a:off x="5534194" y="199772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7" name="pt2926"/>
            <p:cNvSpPr/>
            <p:nvPr/>
          </p:nvSpPr>
          <p:spPr>
            <a:xfrm>
              <a:off x="5582808" y="195014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8" name="pt2927"/>
            <p:cNvSpPr/>
            <p:nvPr/>
          </p:nvSpPr>
          <p:spPr>
            <a:xfrm>
              <a:off x="5640748" y="207210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9" name="pt2928"/>
            <p:cNvSpPr/>
            <p:nvPr/>
          </p:nvSpPr>
          <p:spPr>
            <a:xfrm>
              <a:off x="5515063" y="228802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0" name="pt2929"/>
            <p:cNvSpPr/>
            <p:nvPr/>
          </p:nvSpPr>
          <p:spPr>
            <a:xfrm>
              <a:off x="5627198" y="209032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1" name="pt2930"/>
            <p:cNvSpPr/>
            <p:nvPr/>
          </p:nvSpPr>
          <p:spPr>
            <a:xfrm>
              <a:off x="5531497" y="210883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2" name="pt2931"/>
            <p:cNvSpPr/>
            <p:nvPr/>
          </p:nvSpPr>
          <p:spPr>
            <a:xfrm>
              <a:off x="5609025" y="191968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3" name="pt2932"/>
            <p:cNvSpPr/>
            <p:nvPr/>
          </p:nvSpPr>
          <p:spPr>
            <a:xfrm>
              <a:off x="5483902" y="196546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4" name="pt2933"/>
            <p:cNvSpPr/>
            <p:nvPr/>
          </p:nvSpPr>
          <p:spPr>
            <a:xfrm>
              <a:off x="5602849" y="1761028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5" name="pt2934"/>
            <p:cNvSpPr/>
            <p:nvPr/>
          </p:nvSpPr>
          <p:spPr>
            <a:xfrm>
              <a:off x="5575630" y="201781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6" name="pt2935"/>
            <p:cNvSpPr/>
            <p:nvPr/>
          </p:nvSpPr>
          <p:spPr>
            <a:xfrm>
              <a:off x="5507853" y="2057870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7" name="pt2936"/>
            <p:cNvSpPr/>
            <p:nvPr/>
          </p:nvSpPr>
          <p:spPr>
            <a:xfrm>
              <a:off x="5520333" y="188512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8" name="pt2937"/>
            <p:cNvSpPr/>
            <p:nvPr/>
          </p:nvSpPr>
          <p:spPr>
            <a:xfrm>
              <a:off x="5583867" y="1956994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9" name="pt2938"/>
            <p:cNvSpPr/>
            <p:nvPr/>
          </p:nvSpPr>
          <p:spPr>
            <a:xfrm>
              <a:off x="5603600" y="209100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0" name="pt2939"/>
            <p:cNvSpPr/>
            <p:nvPr/>
          </p:nvSpPr>
          <p:spPr>
            <a:xfrm>
              <a:off x="5550586" y="228321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1" name="pt2940"/>
            <p:cNvSpPr/>
            <p:nvPr/>
          </p:nvSpPr>
          <p:spPr>
            <a:xfrm>
              <a:off x="5556425" y="200411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2" name="pt2941"/>
            <p:cNvSpPr/>
            <p:nvPr/>
          </p:nvSpPr>
          <p:spPr>
            <a:xfrm>
              <a:off x="5513566" y="199013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3" name="pt2942"/>
            <p:cNvSpPr/>
            <p:nvPr/>
          </p:nvSpPr>
          <p:spPr>
            <a:xfrm>
              <a:off x="5812303" y="1727107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4" name="pt2943"/>
            <p:cNvSpPr/>
            <p:nvPr/>
          </p:nvSpPr>
          <p:spPr>
            <a:xfrm>
              <a:off x="5507012" y="199649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5" name="pt2944"/>
            <p:cNvSpPr/>
            <p:nvPr/>
          </p:nvSpPr>
          <p:spPr>
            <a:xfrm>
              <a:off x="6196374" y="1937284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6" name="pt2945"/>
            <p:cNvSpPr/>
            <p:nvPr/>
          </p:nvSpPr>
          <p:spPr>
            <a:xfrm>
              <a:off x="5538822" y="202624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7" name="pt2946"/>
            <p:cNvSpPr/>
            <p:nvPr/>
          </p:nvSpPr>
          <p:spPr>
            <a:xfrm>
              <a:off x="5541273" y="196384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8" name="pt2947"/>
            <p:cNvSpPr/>
            <p:nvPr/>
          </p:nvSpPr>
          <p:spPr>
            <a:xfrm>
              <a:off x="5404335" y="2081268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9" name="pt2948"/>
            <p:cNvSpPr/>
            <p:nvPr/>
          </p:nvSpPr>
          <p:spPr>
            <a:xfrm>
              <a:off x="5562989" y="215854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0" name="pt2949"/>
            <p:cNvSpPr/>
            <p:nvPr/>
          </p:nvSpPr>
          <p:spPr>
            <a:xfrm>
              <a:off x="5592769" y="220354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1" name="pt2950"/>
            <p:cNvSpPr/>
            <p:nvPr/>
          </p:nvSpPr>
          <p:spPr>
            <a:xfrm>
              <a:off x="5636625" y="211124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2" name="pt2951"/>
            <p:cNvSpPr/>
            <p:nvPr/>
          </p:nvSpPr>
          <p:spPr>
            <a:xfrm>
              <a:off x="5761838" y="197863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3" name="pt2952"/>
            <p:cNvSpPr/>
            <p:nvPr/>
          </p:nvSpPr>
          <p:spPr>
            <a:xfrm>
              <a:off x="5643979" y="223010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4" name="pt2953"/>
            <p:cNvSpPr/>
            <p:nvPr/>
          </p:nvSpPr>
          <p:spPr>
            <a:xfrm>
              <a:off x="5588119" y="200455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5" name="pt2954"/>
            <p:cNvSpPr/>
            <p:nvPr/>
          </p:nvSpPr>
          <p:spPr>
            <a:xfrm>
              <a:off x="5507868" y="1913042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6" name="pt2955"/>
            <p:cNvSpPr/>
            <p:nvPr/>
          </p:nvSpPr>
          <p:spPr>
            <a:xfrm>
              <a:off x="5621717" y="194510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7" name="pt2956"/>
            <p:cNvSpPr/>
            <p:nvPr/>
          </p:nvSpPr>
          <p:spPr>
            <a:xfrm>
              <a:off x="5568339" y="146686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8" name="pt2957"/>
            <p:cNvSpPr/>
            <p:nvPr/>
          </p:nvSpPr>
          <p:spPr>
            <a:xfrm>
              <a:off x="5553516" y="221670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9" name="pt2958"/>
            <p:cNvSpPr/>
            <p:nvPr/>
          </p:nvSpPr>
          <p:spPr>
            <a:xfrm>
              <a:off x="5532343" y="1992388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0" name="pt2959"/>
            <p:cNvSpPr/>
            <p:nvPr/>
          </p:nvSpPr>
          <p:spPr>
            <a:xfrm>
              <a:off x="5558744" y="209386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1" name="pt2960"/>
            <p:cNvSpPr/>
            <p:nvPr/>
          </p:nvSpPr>
          <p:spPr>
            <a:xfrm>
              <a:off x="5536933" y="197968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2" name="pt2961"/>
            <p:cNvSpPr/>
            <p:nvPr/>
          </p:nvSpPr>
          <p:spPr>
            <a:xfrm>
              <a:off x="5551115" y="206537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3" name="pt2962"/>
            <p:cNvSpPr/>
            <p:nvPr/>
          </p:nvSpPr>
          <p:spPr>
            <a:xfrm>
              <a:off x="5507283" y="215287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4" name="pt2963"/>
            <p:cNvSpPr/>
            <p:nvPr/>
          </p:nvSpPr>
          <p:spPr>
            <a:xfrm>
              <a:off x="5676846" y="218051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5" name="pt2964"/>
            <p:cNvSpPr/>
            <p:nvPr/>
          </p:nvSpPr>
          <p:spPr>
            <a:xfrm>
              <a:off x="5406351" y="207489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6" name="pt2965"/>
            <p:cNvSpPr/>
            <p:nvPr/>
          </p:nvSpPr>
          <p:spPr>
            <a:xfrm>
              <a:off x="5469838" y="219305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7" name="pt2966"/>
            <p:cNvSpPr/>
            <p:nvPr/>
          </p:nvSpPr>
          <p:spPr>
            <a:xfrm>
              <a:off x="5397610" y="243305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8" name="pt2967"/>
            <p:cNvSpPr/>
            <p:nvPr/>
          </p:nvSpPr>
          <p:spPr>
            <a:xfrm>
              <a:off x="5395202" y="250233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9" name="pt2968"/>
            <p:cNvSpPr/>
            <p:nvPr/>
          </p:nvSpPr>
          <p:spPr>
            <a:xfrm>
              <a:off x="5395818" y="209917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0" name="pt2969"/>
            <p:cNvSpPr/>
            <p:nvPr/>
          </p:nvSpPr>
          <p:spPr>
            <a:xfrm>
              <a:off x="5717565" y="202823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1" name="pt2970"/>
            <p:cNvSpPr/>
            <p:nvPr/>
          </p:nvSpPr>
          <p:spPr>
            <a:xfrm>
              <a:off x="5411126" y="206180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2" name="pt2971"/>
            <p:cNvSpPr/>
            <p:nvPr/>
          </p:nvSpPr>
          <p:spPr>
            <a:xfrm>
              <a:off x="5387494" y="249567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3" name="pt2972"/>
            <p:cNvSpPr/>
            <p:nvPr/>
          </p:nvSpPr>
          <p:spPr>
            <a:xfrm>
              <a:off x="5408617" y="233659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4" name="pt2973"/>
            <p:cNvSpPr/>
            <p:nvPr/>
          </p:nvSpPr>
          <p:spPr>
            <a:xfrm>
              <a:off x="5557861" y="218686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5" name="pt2974"/>
            <p:cNvSpPr/>
            <p:nvPr/>
          </p:nvSpPr>
          <p:spPr>
            <a:xfrm>
              <a:off x="5497072" y="226074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6" name="pt2975"/>
            <p:cNvSpPr/>
            <p:nvPr/>
          </p:nvSpPr>
          <p:spPr>
            <a:xfrm>
              <a:off x="5517956" y="237730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7" name="pt2976"/>
            <p:cNvSpPr/>
            <p:nvPr/>
          </p:nvSpPr>
          <p:spPr>
            <a:xfrm>
              <a:off x="5472715" y="204280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8" name="pt2977"/>
            <p:cNvSpPr/>
            <p:nvPr/>
          </p:nvSpPr>
          <p:spPr>
            <a:xfrm>
              <a:off x="5573634" y="206672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9" name="pt2978"/>
            <p:cNvSpPr/>
            <p:nvPr/>
          </p:nvSpPr>
          <p:spPr>
            <a:xfrm>
              <a:off x="5376799" y="256121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0" name="pt2979"/>
            <p:cNvSpPr/>
            <p:nvPr/>
          </p:nvSpPr>
          <p:spPr>
            <a:xfrm>
              <a:off x="5601820" y="233710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1" name="pt2980"/>
            <p:cNvSpPr/>
            <p:nvPr/>
          </p:nvSpPr>
          <p:spPr>
            <a:xfrm>
              <a:off x="5717966" y="229427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2" name="pt2981"/>
            <p:cNvSpPr/>
            <p:nvPr/>
          </p:nvSpPr>
          <p:spPr>
            <a:xfrm>
              <a:off x="5662628" y="217101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3" name="pt2982"/>
            <p:cNvSpPr/>
            <p:nvPr/>
          </p:nvSpPr>
          <p:spPr>
            <a:xfrm>
              <a:off x="5593298" y="249543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4" name="pt2983"/>
            <p:cNvSpPr/>
            <p:nvPr/>
          </p:nvSpPr>
          <p:spPr>
            <a:xfrm>
              <a:off x="5591208" y="261698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5" name="pt2984"/>
            <p:cNvSpPr/>
            <p:nvPr/>
          </p:nvSpPr>
          <p:spPr>
            <a:xfrm>
              <a:off x="5543246" y="211967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6" name="pt2985"/>
            <p:cNvSpPr/>
            <p:nvPr/>
          </p:nvSpPr>
          <p:spPr>
            <a:xfrm>
              <a:off x="5601538" y="256049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7" name="pt2986"/>
            <p:cNvSpPr/>
            <p:nvPr/>
          </p:nvSpPr>
          <p:spPr>
            <a:xfrm>
              <a:off x="5554042" y="219150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8" name="pt2987"/>
            <p:cNvSpPr/>
            <p:nvPr/>
          </p:nvSpPr>
          <p:spPr>
            <a:xfrm>
              <a:off x="5529947" y="265651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9" name="pt2988"/>
            <p:cNvSpPr/>
            <p:nvPr/>
          </p:nvSpPr>
          <p:spPr>
            <a:xfrm>
              <a:off x="5543151" y="221541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0" name="pt2989"/>
            <p:cNvSpPr/>
            <p:nvPr/>
          </p:nvSpPr>
          <p:spPr>
            <a:xfrm>
              <a:off x="5622076" y="248871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1" name="pt2990"/>
            <p:cNvSpPr/>
            <p:nvPr/>
          </p:nvSpPr>
          <p:spPr>
            <a:xfrm>
              <a:off x="5514566" y="213259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2" name="pt2991"/>
            <p:cNvSpPr/>
            <p:nvPr/>
          </p:nvSpPr>
          <p:spPr>
            <a:xfrm>
              <a:off x="5567517" y="239551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3" name="pt2992"/>
            <p:cNvSpPr/>
            <p:nvPr/>
          </p:nvSpPr>
          <p:spPr>
            <a:xfrm>
              <a:off x="5586138" y="228940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4" name="pt2993"/>
            <p:cNvSpPr/>
            <p:nvPr/>
          </p:nvSpPr>
          <p:spPr>
            <a:xfrm>
              <a:off x="5593554" y="217314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5" name="pt2994"/>
            <p:cNvSpPr/>
            <p:nvPr/>
          </p:nvSpPr>
          <p:spPr>
            <a:xfrm>
              <a:off x="5494691" y="254925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6" name="pt2995"/>
            <p:cNvSpPr/>
            <p:nvPr/>
          </p:nvSpPr>
          <p:spPr>
            <a:xfrm>
              <a:off x="5482493" y="222775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7" name="pt2996"/>
            <p:cNvSpPr/>
            <p:nvPr/>
          </p:nvSpPr>
          <p:spPr>
            <a:xfrm>
              <a:off x="5646919" y="252816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8" name="pt2997"/>
            <p:cNvSpPr/>
            <p:nvPr/>
          </p:nvSpPr>
          <p:spPr>
            <a:xfrm>
              <a:off x="5483818" y="215262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9" name="pt2998"/>
            <p:cNvSpPr/>
            <p:nvPr/>
          </p:nvSpPr>
          <p:spPr>
            <a:xfrm>
              <a:off x="5451860" y="214510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0" name="pt2999"/>
            <p:cNvSpPr/>
            <p:nvPr/>
          </p:nvSpPr>
          <p:spPr>
            <a:xfrm>
              <a:off x="5507737" y="218795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1" name="pt3000"/>
            <p:cNvSpPr/>
            <p:nvPr/>
          </p:nvSpPr>
          <p:spPr>
            <a:xfrm>
              <a:off x="5457223" y="244289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2" name="pt3001"/>
            <p:cNvSpPr/>
            <p:nvPr/>
          </p:nvSpPr>
          <p:spPr>
            <a:xfrm>
              <a:off x="5500758" y="198721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3" name="pt3002"/>
            <p:cNvSpPr/>
            <p:nvPr/>
          </p:nvSpPr>
          <p:spPr>
            <a:xfrm>
              <a:off x="5444836" y="209244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4" name="pt3003"/>
            <p:cNvSpPr/>
            <p:nvPr/>
          </p:nvSpPr>
          <p:spPr>
            <a:xfrm>
              <a:off x="5778405" y="179239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5" name="pt3004"/>
            <p:cNvSpPr/>
            <p:nvPr/>
          </p:nvSpPr>
          <p:spPr>
            <a:xfrm>
              <a:off x="5550158" y="194762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6" name="pt3005"/>
            <p:cNvSpPr/>
            <p:nvPr/>
          </p:nvSpPr>
          <p:spPr>
            <a:xfrm>
              <a:off x="5415029" y="202575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7" name="pt3006"/>
            <p:cNvSpPr/>
            <p:nvPr/>
          </p:nvSpPr>
          <p:spPr>
            <a:xfrm>
              <a:off x="5473487" y="216775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8" name="pt3007"/>
            <p:cNvSpPr/>
            <p:nvPr/>
          </p:nvSpPr>
          <p:spPr>
            <a:xfrm>
              <a:off x="5475099" y="205540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9" name="pt3008"/>
            <p:cNvSpPr/>
            <p:nvPr/>
          </p:nvSpPr>
          <p:spPr>
            <a:xfrm>
              <a:off x="5564100" y="205555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0" name="pt3009"/>
            <p:cNvSpPr/>
            <p:nvPr/>
          </p:nvSpPr>
          <p:spPr>
            <a:xfrm>
              <a:off x="5427254" y="220025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1" name="pt3010"/>
            <p:cNvSpPr/>
            <p:nvPr/>
          </p:nvSpPr>
          <p:spPr>
            <a:xfrm>
              <a:off x="5630883" y="195210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2" name="pt3011"/>
            <p:cNvSpPr/>
            <p:nvPr/>
          </p:nvSpPr>
          <p:spPr>
            <a:xfrm>
              <a:off x="5479496" y="214918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3" name="pt3012"/>
            <p:cNvSpPr/>
            <p:nvPr/>
          </p:nvSpPr>
          <p:spPr>
            <a:xfrm>
              <a:off x="5391549" y="192908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4" name="pt3013"/>
            <p:cNvSpPr/>
            <p:nvPr/>
          </p:nvSpPr>
          <p:spPr>
            <a:xfrm>
              <a:off x="5552931" y="212169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5" name="pt3014"/>
            <p:cNvSpPr/>
            <p:nvPr/>
          </p:nvSpPr>
          <p:spPr>
            <a:xfrm>
              <a:off x="5509376" y="201995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6" name="pt3015"/>
            <p:cNvSpPr/>
            <p:nvPr/>
          </p:nvSpPr>
          <p:spPr>
            <a:xfrm>
              <a:off x="5459605" y="209951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7" name="pt3016"/>
            <p:cNvSpPr/>
            <p:nvPr/>
          </p:nvSpPr>
          <p:spPr>
            <a:xfrm>
              <a:off x="5485537" y="215082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8" name="pt3017"/>
            <p:cNvSpPr/>
            <p:nvPr/>
          </p:nvSpPr>
          <p:spPr>
            <a:xfrm>
              <a:off x="5498795" y="192657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9" name="pt3018"/>
            <p:cNvSpPr/>
            <p:nvPr/>
          </p:nvSpPr>
          <p:spPr>
            <a:xfrm>
              <a:off x="5400097" y="204147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0" name="pt3019"/>
            <p:cNvSpPr/>
            <p:nvPr/>
          </p:nvSpPr>
          <p:spPr>
            <a:xfrm>
              <a:off x="5680599" y="173310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1" name="pt3020"/>
            <p:cNvSpPr/>
            <p:nvPr/>
          </p:nvSpPr>
          <p:spPr>
            <a:xfrm>
              <a:off x="5459166" y="192704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2" name="pt3021"/>
            <p:cNvSpPr/>
            <p:nvPr/>
          </p:nvSpPr>
          <p:spPr>
            <a:xfrm>
              <a:off x="5452976" y="196261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3" name="pt3022"/>
            <p:cNvSpPr/>
            <p:nvPr/>
          </p:nvSpPr>
          <p:spPr>
            <a:xfrm>
              <a:off x="5480928" y="218127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4" name="pt3023"/>
            <p:cNvSpPr/>
            <p:nvPr/>
          </p:nvSpPr>
          <p:spPr>
            <a:xfrm>
              <a:off x="5290752" y="237880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5" name="pt3024"/>
            <p:cNvSpPr/>
            <p:nvPr/>
          </p:nvSpPr>
          <p:spPr>
            <a:xfrm>
              <a:off x="5513462" y="213504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6" name="pt3025"/>
            <p:cNvSpPr/>
            <p:nvPr/>
          </p:nvSpPr>
          <p:spPr>
            <a:xfrm>
              <a:off x="5417481" y="204263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7" name="pt3026"/>
            <p:cNvSpPr/>
            <p:nvPr/>
          </p:nvSpPr>
          <p:spPr>
            <a:xfrm>
              <a:off x="5594525" y="234102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8" name="pt3027"/>
            <p:cNvSpPr/>
            <p:nvPr/>
          </p:nvSpPr>
          <p:spPr>
            <a:xfrm>
              <a:off x="5448966" y="240411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9" name="pt3028"/>
            <p:cNvSpPr/>
            <p:nvPr/>
          </p:nvSpPr>
          <p:spPr>
            <a:xfrm>
              <a:off x="5617926" y="238448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0" name="pt3029"/>
            <p:cNvSpPr/>
            <p:nvPr/>
          </p:nvSpPr>
          <p:spPr>
            <a:xfrm>
              <a:off x="5557410" y="226593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1" name="pt3030"/>
            <p:cNvSpPr/>
            <p:nvPr/>
          </p:nvSpPr>
          <p:spPr>
            <a:xfrm>
              <a:off x="5701272" y="223367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2" name="pt3031"/>
            <p:cNvSpPr/>
            <p:nvPr/>
          </p:nvSpPr>
          <p:spPr>
            <a:xfrm>
              <a:off x="5450418" y="240254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3" name="pt3032"/>
            <p:cNvSpPr/>
            <p:nvPr/>
          </p:nvSpPr>
          <p:spPr>
            <a:xfrm>
              <a:off x="5510335" y="219772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4" name="pt3033"/>
            <p:cNvSpPr/>
            <p:nvPr/>
          </p:nvSpPr>
          <p:spPr>
            <a:xfrm>
              <a:off x="5578923" y="203974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5" name="pt3034"/>
            <p:cNvSpPr/>
            <p:nvPr/>
          </p:nvSpPr>
          <p:spPr>
            <a:xfrm>
              <a:off x="5559298" y="224938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6" name="pt3035"/>
            <p:cNvSpPr/>
            <p:nvPr/>
          </p:nvSpPr>
          <p:spPr>
            <a:xfrm>
              <a:off x="5675344" y="209388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7" name="pt3036"/>
            <p:cNvSpPr/>
            <p:nvPr/>
          </p:nvSpPr>
          <p:spPr>
            <a:xfrm>
              <a:off x="5463490" y="191331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8" name="pt3037"/>
            <p:cNvSpPr/>
            <p:nvPr/>
          </p:nvSpPr>
          <p:spPr>
            <a:xfrm>
              <a:off x="5513763" y="234606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9" name="pt3038"/>
            <p:cNvSpPr/>
            <p:nvPr/>
          </p:nvSpPr>
          <p:spPr>
            <a:xfrm>
              <a:off x="5567661" y="220244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0" name="pt3039"/>
            <p:cNvSpPr/>
            <p:nvPr/>
          </p:nvSpPr>
          <p:spPr>
            <a:xfrm>
              <a:off x="5441699" y="191807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1" name="pt3040"/>
            <p:cNvSpPr/>
            <p:nvPr/>
          </p:nvSpPr>
          <p:spPr>
            <a:xfrm>
              <a:off x="5486806" y="208780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2" name="pt3041"/>
            <p:cNvSpPr/>
            <p:nvPr/>
          </p:nvSpPr>
          <p:spPr>
            <a:xfrm>
              <a:off x="5435756" y="232360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3" name="pt3042"/>
            <p:cNvSpPr/>
            <p:nvPr/>
          </p:nvSpPr>
          <p:spPr>
            <a:xfrm>
              <a:off x="5478369" y="222919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4" name="pt3043"/>
            <p:cNvSpPr/>
            <p:nvPr/>
          </p:nvSpPr>
          <p:spPr>
            <a:xfrm>
              <a:off x="5361885" y="217907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5" name="pt3044"/>
            <p:cNvSpPr/>
            <p:nvPr/>
          </p:nvSpPr>
          <p:spPr>
            <a:xfrm>
              <a:off x="5574666" y="258457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6" name="pt3045"/>
            <p:cNvSpPr/>
            <p:nvPr/>
          </p:nvSpPr>
          <p:spPr>
            <a:xfrm>
              <a:off x="5526613" y="223578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7" name="pt3046"/>
            <p:cNvSpPr/>
            <p:nvPr/>
          </p:nvSpPr>
          <p:spPr>
            <a:xfrm>
              <a:off x="5457032" y="230164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8" name="pt3047"/>
            <p:cNvSpPr/>
            <p:nvPr/>
          </p:nvSpPr>
          <p:spPr>
            <a:xfrm>
              <a:off x="5521167" y="204600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9" name="pt3048"/>
            <p:cNvSpPr/>
            <p:nvPr/>
          </p:nvSpPr>
          <p:spPr>
            <a:xfrm>
              <a:off x="5418560" y="235365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0" name="pt3049"/>
            <p:cNvSpPr/>
            <p:nvPr/>
          </p:nvSpPr>
          <p:spPr>
            <a:xfrm>
              <a:off x="5400460" y="213988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1" name="pt3050"/>
            <p:cNvSpPr/>
            <p:nvPr/>
          </p:nvSpPr>
          <p:spPr>
            <a:xfrm>
              <a:off x="5467366" y="219923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2" name="pt3051"/>
            <p:cNvSpPr/>
            <p:nvPr/>
          </p:nvSpPr>
          <p:spPr>
            <a:xfrm>
              <a:off x="5416875" y="229516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3" name="pt3052"/>
            <p:cNvSpPr/>
            <p:nvPr/>
          </p:nvSpPr>
          <p:spPr>
            <a:xfrm>
              <a:off x="5461802" y="207472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4" name="pt3053"/>
            <p:cNvSpPr/>
            <p:nvPr/>
          </p:nvSpPr>
          <p:spPr>
            <a:xfrm>
              <a:off x="5460601" y="205811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5" name="pt3054"/>
            <p:cNvSpPr/>
            <p:nvPr/>
          </p:nvSpPr>
          <p:spPr>
            <a:xfrm>
              <a:off x="5450140" y="199670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6" name="pt3055"/>
            <p:cNvSpPr/>
            <p:nvPr/>
          </p:nvSpPr>
          <p:spPr>
            <a:xfrm>
              <a:off x="5446470" y="203368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7" name="pt3056"/>
            <p:cNvSpPr/>
            <p:nvPr/>
          </p:nvSpPr>
          <p:spPr>
            <a:xfrm>
              <a:off x="5397348" y="159263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8" name="pt3057"/>
            <p:cNvSpPr/>
            <p:nvPr/>
          </p:nvSpPr>
          <p:spPr>
            <a:xfrm>
              <a:off x="5640159" y="231600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9" name="pt3058"/>
            <p:cNvSpPr/>
            <p:nvPr/>
          </p:nvSpPr>
          <p:spPr>
            <a:xfrm>
              <a:off x="5465239" y="234356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0" name="pt3059"/>
            <p:cNvSpPr/>
            <p:nvPr/>
          </p:nvSpPr>
          <p:spPr>
            <a:xfrm>
              <a:off x="5568106" y="193890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1" name="pt3060"/>
            <p:cNvSpPr/>
            <p:nvPr/>
          </p:nvSpPr>
          <p:spPr>
            <a:xfrm>
              <a:off x="5525654" y="223263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2" name="pt3061"/>
            <p:cNvSpPr/>
            <p:nvPr/>
          </p:nvSpPr>
          <p:spPr>
            <a:xfrm>
              <a:off x="4614640" y="213294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3" name="pt3062"/>
            <p:cNvSpPr/>
            <p:nvPr/>
          </p:nvSpPr>
          <p:spPr>
            <a:xfrm>
              <a:off x="4537064" y="253794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4" name="pt3063"/>
            <p:cNvSpPr/>
            <p:nvPr/>
          </p:nvSpPr>
          <p:spPr>
            <a:xfrm>
              <a:off x="5593303" y="239787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5" name="pt3064"/>
            <p:cNvSpPr/>
            <p:nvPr/>
          </p:nvSpPr>
          <p:spPr>
            <a:xfrm>
              <a:off x="4633797" y="246003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6" name="pt3065"/>
            <p:cNvSpPr/>
            <p:nvPr/>
          </p:nvSpPr>
          <p:spPr>
            <a:xfrm>
              <a:off x="5531095" y="203593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7" name="pt3066"/>
            <p:cNvSpPr/>
            <p:nvPr/>
          </p:nvSpPr>
          <p:spPr>
            <a:xfrm>
              <a:off x="5587752" y="220825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8" name="pt3067"/>
            <p:cNvSpPr/>
            <p:nvPr/>
          </p:nvSpPr>
          <p:spPr>
            <a:xfrm>
              <a:off x="5604268" y="210221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9" name="pt3068"/>
            <p:cNvSpPr/>
            <p:nvPr/>
          </p:nvSpPr>
          <p:spPr>
            <a:xfrm>
              <a:off x="5601836" y="224851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0" name="pt3069"/>
            <p:cNvSpPr/>
            <p:nvPr/>
          </p:nvSpPr>
          <p:spPr>
            <a:xfrm>
              <a:off x="5656216" y="193041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1" name="pt3070"/>
            <p:cNvSpPr/>
            <p:nvPr/>
          </p:nvSpPr>
          <p:spPr>
            <a:xfrm>
              <a:off x="5581244" y="189368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2" name="pt3071"/>
            <p:cNvSpPr/>
            <p:nvPr/>
          </p:nvSpPr>
          <p:spPr>
            <a:xfrm>
              <a:off x="5647494" y="198633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3" name="pt3072"/>
            <p:cNvSpPr/>
            <p:nvPr/>
          </p:nvSpPr>
          <p:spPr>
            <a:xfrm>
              <a:off x="5533584" y="189548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4" name="pt3073"/>
            <p:cNvSpPr/>
            <p:nvPr/>
          </p:nvSpPr>
          <p:spPr>
            <a:xfrm>
              <a:off x="5683655" y="214886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5" name="pt3074"/>
            <p:cNvSpPr/>
            <p:nvPr/>
          </p:nvSpPr>
          <p:spPr>
            <a:xfrm>
              <a:off x="5502197" y="254653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6" name="pt3075"/>
            <p:cNvSpPr/>
            <p:nvPr/>
          </p:nvSpPr>
          <p:spPr>
            <a:xfrm>
              <a:off x="5507639" y="246980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7" name="pt3076"/>
            <p:cNvSpPr/>
            <p:nvPr/>
          </p:nvSpPr>
          <p:spPr>
            <a:xfrm>
              <a:off x="5610782" y="213664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8" name="pt3077"/>
            <p:cNvSpPr/>
            <p:nvPr/>
          </p:nvSpPr>
          <p:spPr>
            <a:xfrm>
              <a:off x="5582296" y="224963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9" name="pt3078"/>
            <p:cNvSpPr/>
            <p:nvPr/>
          </p:nvSpPr>
          <p:spPr>
            <a:xfrm>
              <a:off x="5528828" y="229865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0" name="pt3079"/>
            <p:cNvSpPr/>
            <p:nvPr/>
          </p:nvSpPr>
          <p:spPr>
            <a:xfrm>
              <a:off x="5552155" y="218518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1" name="pt3080"/>
            <p:cNvSpPr/>
            <p:nvPr/>
          </p:nvSpPr>
          <p:spPr>
            <a:xfrm>
              <a:off x="5474461" y="207889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2" name="pt3081"/>
            <p:cNvSpPr/>
            <p:nvPr/>
          </p:nvSpPr>
          <p:spPr>
            <a:xfrm>
              <a:off x="5694804" y="243944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3" name="pt3082"/>
            <p:cNvSpPr/>
            <p:nvPr/>
          </p:nvSpPr>
          <p:spPr>
            <a:xfrm>
              <a:off x="5536500" y="204591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4" name="pt3083"/>
            <p:cNvSpPr/>
            <p:nvPr/>
          </p:nvSpPr>
          <p:spPr>
            <a:xfrm>
              <a:off x="5738202" y="251191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5" name="pt3084"/>
            <p:cNvSpPr/>
            <p:nvPr/>
          </p:nvSpPr>
          <p:spPr>
            <a:xfrm>
              <a:off x="5570374" y="228907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6" name="pt3085"/>
            <p:cNvSpPr/>
            <p:nvPr/>
          </p:nvSpPr>
          <p:spPr>
            <a:xfrm>
              <a:off x="5507316" y="195449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7" name="pt3086"/>
            <p:cNvSpPr/>
            <p:nvPr/>
          </p:nvSpPr>
          <p:spPr>
            <a:xfrm>
              <a:off x="5636177" y="215697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8" name="pt3087"/>
            <p:cNvSpPr/>
            <p:nvPr/>
          </p:nvSpPr>
          <p:spPr>
            <a:xfrm>
              <a:off x="5558281" y="225651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9" name="pt3088"/>
            <p:cNvSpPr/>
            <p:nvPr/>
          </p:nvSpPr>
          <p:spPr>
            <a:xfrm>
              <a:off x="5481882" y="227459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0" name="pt3089"/>
            <p:cNvSpPr/>
            <p:nvPr/>
          </p:nvSpPr>
          <p:spPr>
            <a:xfrm>
              <a:off x="5602472" y="235749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1" name="pt3090"/>
            <p:cNvSpPr/>
            <p:nvPr/>
          </p:nvSpPr>
          <p:spPr>
            <a:xfrm>
              <a:off x="5594629" y="206170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2" name="pt3091"/>
            <p:cNvSpPr/>
            <p:nvPr/>
          </p:nvSpPr>
          <p:spPr>
            <a:xfrm>
              <a:off x="5602663" y="178262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3" name="pt3092"/>
            <p:cNvSpPr/>
            <p:nvPr/>
          </p:nvSpPr>
          <p:spPr>
            <a:xfrm>
              <a:off x="5616841" y="202131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4" name="pt3093"/>
            <p:cNvSpPr/>
            <p:nvPr/>
          </p:nvSpPr>
          <p:spPr>
            <a:xfrm>
              <a:off x="5784343" y="213107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5" name="pt3094"/>
            <p:cNvSpPr/>
            <p:nvPr/>
          </p:nvSpPr>
          <p:spPr>
            <a:xfrm>
              <a:off x="5617761" y="226236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6" name="pt3095"/>
            <p:cNvSpPr/>
            <p:nvPr/>
          </p:nvSpPr>
          <p:spPr>
            <a:xfrm>
              <a:off x="5542092" y="216407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7" name="pt3096"/>
            <p:cNvSpPr/>
            <p:nvPr/>
          </p:nvSpPr>
          <p:spPr>
            <a:xfrm>
              <a:off x="5643412" y="232874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8" name="pt3097"/>
            <p:cNvSpPr/>
            <p:nvPr/>
          </p:nvSpPr>
          <p:spPr>
            <a:xfrm>
              <a:off x="5605291" y="247355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9" name="pt3098"/>
            <p:cNvSpPr/>
            <p:nvPr/>
          </p:nvSpPr>
          <p:spPr>
            <a:xfrm>
              <a:off x="5668120" y="198863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0" name="pt3099"/>
            <p:cNvSpPr/>
            <p:nvPr/>
          </p:nvSpPr>
          <p:spPr>
            <a:xfrm>
              <a:off x="5568656" y="254379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1" name="pt3100"/>
            <p:cNvSpPr/>
            <p:nvPr/>
          </p:nvSpPr>
          <p:spPr>
            <a:xfrm>
              <a:off x="5569668" y="227698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2" name="pt3101"/>
            <p:cNvSpPr/>
            <p:nvPr/>
          </p:nvSpPr>
          <p:spPr>
            <a:xfrm>
              <a:off x="5615034" y="235518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3" name="pt3102"/>
            <p:cNvSpPr/>
            <p:nvPr/>
          </p:nvSpPr>
          <p:spPr>
            <a:xfrm>
              <a:off x="5639597" y="210193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4" name="pt3103"/>
            <p:cNvSpPr/>
            <p:nvPr/>
          </p:nvSpPr>
          <p:spPr>
            <a:xfrm>
              <a:off x="5549116" y="208283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5" name="pt3104"/>
            <p:cNvSpPr/>
            <p:nvPr/>
          </p:nvSpPr>
          <p:spPr>
            <a:xfrm>
              <a:off x="5617262" y="233380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6" name="pt3105"/>
            <p:cNvSpPr/>
            <p:nvPr/>
          </p:nvSpPr>
          <p:spPr>
            <a:xfrm>
              <a:off x="5461863" y="210136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7" name="pt3106"/>
            <p:cNvSpPr/>
            <p:nvPr/>
          </p:nvSpPr>
          <p:spPr>
            <a:xfrm>
              <a:off x="5782507" y="165422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8" name="pt3107"/>
            <p:cNvSpPr/>
            <p:nvPr/>
          </p:nvSpPr>
          <p:spPr>
            <a:xfrm>
              <a:off x="5586021" y="219113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9" name="pt3108"/>
            <p:cNvSpPr/>
            <p:nvPr/>
          </p:nvSpPr>
          <p:spPr>
            <a:xfrm>
              <a:off x="5586768" y="241917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0" name="pt3109"/>
            <p:cNvSpPr/>
            <p:nvPr/>
          </p:nvSpPr>
          <p:spPr>
            <a:xfrm>
              <a:off x="5458805" y="196465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1" name="pt3110"/>
            <p:cNvSpPr/>
            <p:nvPr/>
          </p:nvSpPr>
          <p:spPr>
            <a:xfrm>
              <a:off x="5632697" y="198663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2" name="pt3111"/>
            <p:cNvSpPr/>
            <p:nvPr/>
          </p:nvSpPr>
          <p:spPr>
            <a:xfrm>
              <a:off x="5520645" y="222323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3" name="pt3112"/>
            <p:cNvSpPr/>
            <p:nvPr/>
          </p:nvSpPr>
          <p:spPr>
            <a:xfrm>
              <a:off x="5571952" y="210555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4" name="pt3113"/>
            <p:cNvSpPr/>
            <p:nvPr/>
          </p:nvSpPr>
          <p:spPr>
            <a:xfrm>
              <a:off x="5561108" y="228769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5" name="pt3114"/>
            <p:cNvSpPr/>
            <p:nvPr/>
          </p:nvSpPr>
          <p:spPr>
            <a:xfrm>
              <a:off x="5422002" y="195122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6" name="pt3115"/>
            <p:cNvSpPr/>
            <p:nvPr/>
          </p:nvSpPr>
          <p:spPr>
            <a:xfrm>
              <a:off x="5605441" y="203106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7" name="pt3116"/>
            <p:cNvSpPr/>
            <p:nvPr/>
          </p:nvSpPr>
          <p:spPr>
            <a:xfrm>
              <a:off x="5681637" y="227019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8" name="pt3117"/>
            <p:cNvSpPr/>
            <p:nvPr/>
          </p:nvSpPr>
          <p:spPr>
            <a:xfrm>
              <a:off x="5672403" y="233401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9" name="pt3118"/>
            <p:cNvSpPr/>
            <p:nvPr/>
          </p:nvSpPr>
          <p:spPr>
            <a:xfrm>
              <a:off x="5486179" y="207269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0" name="pt3119"/>
            <p:cNvSpPr/>
            <p:nvPr/>
          </p:nvSpPr>
          <p:spPr>
            <a:xfrm>
              <a:off x="5618040" y="218149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1" name="pt3120"/>
            <p:cNvSpPr/>
            <p:nvPr/>
          </p:nvSpPr>
          <p:spPr>
            <a:xfrm>
              <a:off x="5605291" y="225087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2" name="pt3121"/>
            <p:cNvSpPr/>
            <p:nvPr/>
          </p:nvSpPr>
          <p:spPr>
            <a:xfrm>
              <a:off x="5643947" y="208389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3" name="pt3122"/>
            <p:cNvSpPr/>
            <p:nvPr/>
          </p:nvSpPr>
          <p:spPr>
            <a:xfrm>
              <a:off x="5577551" y="198950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4" name="pt3123"/>
            <p:cNvSpPr/>
            <p:nvPr/>
          </p:nvSpPr>
          <p:spPr>
            <a:xfrm>
              <a:off x="5526477" y="217108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5" name="pt3124"/>
            <p:cNvSpPr/>
            <p:nvPr/>
          </p:nvSpPr>
          <p:spPr>
            <a:xfrm>
              <a:off x="5554277" y="225134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6" name="pt3125"/>
            <p:cNvSpPr/>
            <p:nvPr/>
          </p:nvSpPr>
          <p:spPr>
            <a:xfrm>
              <a:off x="5464622" y="239999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7" name="pt3126"/>
            <p:cNvSpPr/>
            <p:nvPr/>
          </p:nvSpPr>
          <p:spPr>
            <a:xfrm>
              <a:off x="5531641" y="207420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8" name="pt3127"/>
            <p:cNvSpPr/>
            <p:nvPr/>
          </p:nvSpPr>
          <p:spPr>
            <a:xfrm>
              <a:off x="5578857" y="197987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9" name="pt3128"/>
            <p:cNvSpPr/>
            <p:nvPr/>
          </p:nvSpPr>
          <p:spPr>
            <a:xfrm>
              <a:off x="5574277" y="211058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0" name="pt3129"/>
            <p:cNvSpPr/>
            <p:nvPr/>
          </p:nvSpPr>
          <p:spPr>
            <a:xfrm>
              <a:off x="5606861" y="209291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1" name="pt3130"/>
            <p:cNvSpPr/>
            <p:nvPr/>
          </p:nvSpPr>
          <p:spPr>
            <a:xfrm>
              <a:off x="5604252" y="223187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2" name="pt3131"/>
            <p:cNvSpPr/>
            <p:nvPr/>
          </p:nvSpPr>
          <p:spPr>
            <a:xfrm>
              <a:off x="5528198" y="226414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3" name="pt3132"/>
            <p:cNvSpPr/>
            <p:nvPr/>
          </p:nvSpPr>
          <p:spPr>
            <a:xfrm>
              <a:off x="5489586" y="217560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4" name="pt3133"/>
            <p:cNvSpPr/>
            <p:nvPr/>
          </p:nvSpPr>
          <p:spPr>
            <a:xfrm>
              <a:off x="5477406" y="206746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5" name="pt3134"/>
            <p:cNvSpPr/>
            <p:nvPr/>
          </p:nvSpPr>
          <p:spPr>
            <a:xfrm>
              <a:off x="5641925" y="234299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6" name="pt3135"/>
            <p:cNvSpPr/>
            <p:nvPr/>
          </p:nvSpPr>
          <p:spPr>
            <a:xfrm>
              <a:off x="5632907" y="218775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7" name="pt3136"/>
            <p:cNvSpPr/>
            <p:nvPr/>
          </p:nvSpPr>
          <p:spPr>
            <a:xfrm>
              <a:off x="5543226" y="261493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8" name="pt3137"/>
            <p:cNvSpPr/>
            <p:nvPr/>
          </p:nvSpPr>
          <p:spPr>
            <a:xfrm>
              <a:off x="5601289" y="222742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9" name="pt3138"/>
            <p:cNvSpPr/>
            <p:nvPr/>
          </p:nvSpPr>
          <p:spPr>
            <a:xfrm>
              <a:off x="5754506" y="207359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0" name="pt3139"/>
            <p:cNvSpPr/>
            <p:nvPr/>
          </p:nvSpPr>
          <p:spPr>
            <a:xfrm>
              <a:off x="5530447" y="225859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1" name="pt3140"/>
            <p:cNvSpPr/>
            <p:nvPr/>
          </p:nvSpPr>
          <p:spPr>
            <a:xfrm>
              <a:off x="5559405" y="234395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2" name="pt3141"/>
            <p:cNvSpPr/>
            <p:nvPr/>
          </p:nvSpPr>
          <p:spPr>
            <a:xfrm>
              <a:off x="5568718" y="196955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3" name="pt3142"/>
            <p:cNvSpPr/>
            <p:nvPr/>
          </p:nvSpPr>
          <p:spPr>
            <a:xfrm>
              <a:off x="5632561" y="185343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4" name="pt3143"/>
            <p:cNvSpPr/>
            <p:nvPr/>
          </p:nvSpPr>
          <p:spPr>
            <a:xfrm>
              <a:off x="5692614" y="208675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5" name="pt3144"/>
            <p:cNvSpPr/>
            <p:nvPr/>
          </p:nvSpPr>
          <p:spPr>
            <a:xfrm>
              <a:off x="5576237" y="211456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6" name="pt3145"/>
            <p:cNvSpPr/>
            <p:nvPr/>
          </p:nvSpPr>
          <p:spPr>
            <a:xfrm>
              <a:off x="5762731" y="184257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7" name="pt3146"/>
            <p:cNvSpPr/>
            <p:nvPr/>
          </p:nvSpPr>
          <p:spPr>
            <a:xfrm>
              <a:off x="5641446" y="161968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8" name="pt3147"/>
            <p:cNvSpPr/>
            <p:nvPr/>
          </p:nvSpPr>
          <p:spPr>
            <a:xfrm>
              <a:off x="5656302" y="188342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9" name="pt3148"/>
            <p:cNvSpPr/>
            <p:nvPr/>
          </p:nvSpPr>
          <p:spPr>
            <a:xfrm>
              <a:off x="5544234" y="220483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0" name="pt3149"/>
            <p:cNvSpPr/>
            <p:nvPr/>
          </p:nvSpPr>
          <p:spPr>
            <a:xfrm>
              <a:off x="5590165" y="189194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1" name="pt3150"/>
            <p:cNvSpPr/>
            <p:nvPr/>
          </p:nvSpPr>
          <p:spPr>
            <a:xfrm>
              <a:off x="5514986" y="194520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2" name="pt3151"/>
            <p:cNvSpPr/>
            <p:nvPr/>
          </p:nvSpPr>
          <p:spPr>
            <a:xfrm>
              <a:off x="5617647" y="188795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3" name="pt3152"/>
            <p:cNvSpPr/>
            <p:nvPr/>
          </p:nvSpPr>
          <p:spPr>
            <a:xfrm>
              <a:off x="5780130" y="190689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4" name="pt3153"/>
            <p:cNvSpPr/>
            <p:nvPr/>
          </p:nvSpPr>
          <p:spPr>
            <a:xfrm>
              <a:off x="5700669" y="204498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5" name="pt3154"/>
            <p:cNvSpPr/>
            <p:nvPr/>
          </p:nvSpPr>
          <p:spPr>
            <a:xfrm>
              <a:off x="5680225" y="214465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6" name="pt3155"/>
            <p:cNvSpPr/>
            <p:nvPr/>
          </p:nvSpPr>
          <p:spPr>
            <a:xfrm>
              <a:off x="5819835" y="232744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7" name="pt3156"/>
            <p:cNvSpPr/>
            <p:nvPr/>
          </p:nvSpPr>
          <p:spPr>
            <a:xfrm>
              <a:off x="5623605" y="179872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8" name="pt3157"/>
            <p:cNvSpPr/>
            <p:nvPr/>
          </p:nvSpPr>
          <p:spPr>
            <a:xfrm>
              <a:off x="5728510" y="222247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9" name="pt3158"/>
            <p:cNvSpPr/>
            <p:nvPr/>
          </p:nvSpPr>
          <p:spPr>
            <a:xfrm>
              <a:off x="5610773" y="210388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0" name="pt3159"/>
            <p:cNvSpPr/>
            <p:nvPr/>
          </p:nvSpPr>
          <p:spPr>
            <a:xfrm>
              <a:off x="5644500" y="202993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1" name="pt3160"/>
            <p:cNvSpPr/>
            <p:nvPr/>
          </p:nvSpPr>
          <p:spPr>
            <a:xfrm>
              <a:off x="5620128" y="200891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2" name="pt3161"/>
            <p:cNvSpPr/>
            <p:nvPr/>
          </p:nvSpPr>
          <p:spPr>
            <a:xfrm>
              <a:off x="5616070" y="219514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3" name="pt3162"/>
            <p:cNvSpPr/>
            <p:nvPr/>
          </p:nvSpPr>
          <p:spPr>
            <a:xfrm>
              <a:off x="5568066" y="251949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4" name="pt3163"/>
            <p:cNvSpPr/>
            <p:nvPr/>
          </p:nvSpPr>
          <p:spPr>
            <a:xfrm>
              <a:off x="5632427" y="238080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5" name="pt3164"/>
            <p:cNvSpPr/>
            <p:nvPr/>
          </p:nvSpPr>
          <p:spPr>
            <a:xfrm>
              <a:off x="5646109" y="241552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6" name="pt3165"/>
            <p:cNvSpPr/>
            <p:nvPr/>
          </p:nvSpPr>
          <p:spPr>
            <a:xfrm>
              <a:off x="5514369" y="247594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7" name="pt3166"/>
            <p:cNvSpPr/>
            <p:nvPr/>
          </p:nvSpPr>
          <p:spPr>
            <a:xfrm>
              <a:off x="5544128" y="201303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8" name="pt3167"/>
            <p:cNvSpPr/>
            <p:nvPr/>
          </p:nvSpPr>
          <p:spPr>
            <a:xfrm>
              <a:off x="5616109" y="171328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9" name="pt3168"/>
            <p:cNvSpPr/>
            <p:nvPr/>
          </p:nvSpPr>
          <p:spPr>
            <a:xfrm>
              <a:off x="5423057" y="192527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0" name="pt3169"/>
            <p:cNvSpPr/>
            <p:nvPr/>
          </p:nvSpPr>
          <p:spPr>
            <a:xfrm>
              <a:off x="5647336" y="209488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1" name="pt3170"/>
            <p:cNvSpPr/>
            <p:nvPr/>
          </p:nvSpPr>
          <p:spPr>
            <a:xfrm>
              <a:off x="5795276" y="196880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2" name="pt3171"/>
            <p:cNvSpPr/>
            <p:nvPr/>
          </p:nvSpPr>
          <p:spPr>
            <a:xfrm>
              <a:off x="5662903" y="175741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3" name="pt3172"/>
            <p:cNvSpPr/>
            <p:nvPr/>
          </p:nvSpPr>
          <p:spPr>
            <a:xfrm>
              <a:off x="5614042" y="204015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4" name="pt3173"/>
            <p:cNvSpPr/>
            <p:nvPr/>
          </p:nvSpPr>
          <p:spPr>
            <a:xfrm>
              <a:off x="5686542" y="229875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5" name="pt3174"/>
            <p:cNvSpPr/>
            <p:nvPr/>
          </p:nvSpPr>
          <p:spPr>
            <a:xfrm>
              <a:off x="5530180" y="198215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6" name="pt3175"/>
            <p:cNvSpPr/>
            <p:nvPr/>
          </p:nvSpPr>
          <p:spPr>
            <a:xfrm>
              <a:off x="5571776" y="217222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7" name="pt3176"/>
            <p:cNvSpPr/>
            <p:nvPr/>
          </p:nvSpPr>
          <p:spPr>
            <a:xfrm>
              <a:off x="5444812" y="213615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8" name="pt3177"/>
            <p:cNvSpPr/>
            <p:nvPr/>
          </p:nvSpPr>
          <p:spPr>
            <a:xfrm>
              <a:off x="5597443" y="208044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9" name="pt3178"/>
            <p:cNvSpPr/>
            <p:nvPr/>
          </p:nvSpPr>
          <p:spPr>
            <a:xfrm>
              <a:off x="5481425" y="226870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0" name="pt3179"/>
            <p:cNvSpPr/>
            <p:nvPr/>
          </p:nvSpPr>
          <p:spPr>
            <a:xfrm>
              <a:off x="5638248" y="221402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1" name="pt3180"/>
            <p:cNvSpPr/>
            <p:nvPr/>
          </p:nvSpPr>
          <p:spPr>
            <a:xfrm>
              <a:off x="5496658" y="176322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2" name="pt3181"/>
            <p:cNvSpPr/>
            <p:nvPr/>
          </p:nvSpPr>
          <p:spPr>
            <a:xfrm>
              <a:off x="5595270" y="200339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3" name="pt3182"/>
            <p:cNvSpPr/>
            <p:nvPr/>
          </p:nvSpPr>
          <p:spPr>
            <a:xfrm>
              <a:off x="5665206" y="227174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4" name="pt3183"/>
            <p:cNvSpPr/>
            <p:nvPr/>
          </p:nvSpPr>
          <p:spPr>
            <a:xfrm>
              <a:off x="5722007" y="201101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5" name="pt3184"/>
            <p:cNvSpPr/>
            <p:nvPr/>
          </p:nvSpPr>
          <p:spPr>
            <a:xfrm>
              <a:off x="5740351" y="193693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6" name="pt3185"/>
            <p:cNvSpPr/>
            <p:nvPr/>
          </p:nvSpPr>
          <p:spPr>
            <a:xfrm>
              <a:off x="5489030" y="227305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7" name="pt3186"/>
            <p:cNvSpPr/>
            <p:nvPr/>
          </p:nvSpPr>
          <p:spPr>
            <a:xfrm>
              <a:off x="5602368" y="209718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8" name="pt3187"/>
            <p:cNvSpPr/>
            <p:nvPr/>
          </p:nvSpPr>
          <p:spPr>
            <a:xfrm>
              <a:off x="5601209" y="215254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9" name="pt3188"/>
            <p:cNvSpPr/>
            <p:nvPr/>
          </p:nvSpPr>
          <p:spPr>
            <a:xfrm>
              <a:off x="5623743" y="227121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0" name="pt3189"/>
            <p:cNvSpPr/>
            <p:nvPr/>
          </p:nvSpPr>
          <p:spPr>
            <a:xfrm>
              <a:off x="5597710" y="182804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1" name="pt3190"/>
            <p:cNvSpPr/>
            <p:nvPr/>
          </p:nvSpPr>
          <p:spPr>
            <a:xfrm>
              <a:off x="5697500" y="188274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2" name="pt3191"/>
            <p:cNvSpPr/>
            <p:nvPr/>
          </p:nvSpPr>
          <p:spPr>
            <a:xfrm>
              <a:off x="5623626" y="220975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3" name="pt3192"/>
            <p:cNvSpPr/>
            <p:nvPr/>
          </p:nvSpPr>
          <p:spPr>
            <a:xfrm>
              <a:off x="5611544" y="210460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4" name="pt3193"/>
            <p:cNvSpPr/>
            <p:nvPr/>
          </p:nvSpPr>
          <p:spPr>
            <a:xfrm>
              <a:off x="5659025" y="197968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5" name="pt3194"/>
            <p:cNvSpPr/>
            <p:nvPr/>
          </p:nvSpPr>
          <p:spPr>
            <a:xfrm>
              <a:off x="5616697" y="201241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6" name="pt3195"/>
            <p:cNvSpPr/>
            <p:nvPr/>
          </p:nvSpPr>
          <p:spPr>
            <a:xfrm>
              <a:off x="5602624" y="203311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7" name="pt3196"/>
            <p:cNvSpPr/>
            <p:nvPr/>
          </p:nvSpPr>
          <p:spPr>
            <a:xfrm>
              <a:off x="5577840" y="174955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8" name="pt3197"/>
            <p:cNvSpPr/>
            <p:nvPr/>
          </p:nvSpPr>
          <p:spPr>
            <a:xfrm>
              <a:off x="5670716" y="203936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9" name="pt3198"/>
            <p:cNvSpPr/>
            <p:nvPr/>
          </p:nvSpPr>
          <p:spPr>
            <a:xfrm>
              <a:off x="5545558" y="179386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0" name="pt3199"/>
            <p:cNvSpPr/>
            <p:nvPr/>
          </p:nvSpPr>
          <p:spPr>
            <a:xfrm>
              <a:off x="5498008" y="181080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1" name="pt3200"/>
            <p:cNvSpPr/>
            <p:nvPr/>
          </p:nvSpPr>
          <p:spPr>
            <a:xfrm>
              <a:off x="5570551" y="205314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2" name="pt3201"/>
            <p:cNvSpPr/>
            <p:nvPr/>
          </p:nvSpPr>
          <p:spPr>
            <a:xfrm>
              <a:off x="5535510" y="192687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3" name="pt3202"/>
            <p:cNvSpPr/>
            <p:nvPr/>
          </p:nvSpPr>
          <p:spPr>
            <a:xfrm>
              <a:off x="5517636" y="183814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4" name="pt3203"/>
            <p:cNvSpPr/>
            <p:nvPr/>
          </p:nvSpPr>
          <p:spPr>
            <a:xfrm>
              <a:off x="5480455" y="204983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5" name="pt3204"/>
            <p:cNvSpPr/>
            <p:nvPr/>
          </p:nvSpPr>
          <p:spPr>
            <a:xfrm>
              <a:off x="5618120" y="187688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6" name="pt3205"/>
            <p:cNvSpPr/>
            <p:nvPr/>
          </p:nvSpPr>
          <p:spPr>
            <a:xfrm>
              <a:off x="5661731" y="213977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7" name="pt3206"/>
            <p:cNvSpPr/>
            <p:nvPr/>
          </p:nvSpPr>
          <p:spPr>
            <a:xfrm>
              <a:off x="5610853" y="207472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8" name="pt3207"/>
            <p:cNvSpPr/>
            <p:nvPr/>
          </p:nvSpPr>
          <p:spPr>
            <a:xfrm>
              <a:off x="5479636" y="192441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9" name="pt3208"/>
            <p:cNvSpPr/>
            <p:nvPr/>
          </p:nvSpPr>
          <p:spPr>
            <a:xfrm>
              <a:off x="5581893" y="200238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0" name="pt3209"/>
            <p:cNvSpPr/>
            <p:nvPr/>
          </p:nvSpPr>
          <p:spPr>
            <a:xfrm>
              <a:off x="5640052" y="191239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1" name="pt3210"/>
            <p:cNvSpPr/>
            <p:nvPr/>
          </p:nvSpPr>
          <p:spPr>
            <a:xfrm>
              <a:off x="5645253" y="180744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2" name="pt3211"/>
            <p:cNvSpPr/>
            <p:nvPr/>
          </p:nvSpPr>
          <p:spPr>
            <a:xfrm>
              <a:off x="5604083" y="221655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3" name="pt3212"/>
            <p:cNvSpPr/>
            <p:nvPr/>
          </p:nvSpPr>
          <p:spPr>
            <a:xfrm>
              <a:off x="5619078" y="158623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4" name="pt3213"/>
            <p:cNvSpPr/>
            <p:nvPr/>
          </p:nvSpPr>
          <p:spPr>
            <a:xfrm>
              <a:off x="5469501" y="184950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5" name="pt3214"/>
            <p:cNvSpPr/>
            <p:nvPr/>
          </p:nvSpPr>
          <p:spPr>
            <a:xfrm>
              <a:off x="5547854" y="189161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6" name="pt3215"/>
            <p:cNvSpPr/>
            <p:nvPr/>
          </p:nvSpPr>
          <p:spPr>
            <a:xfrm>
              <a:off x="5684723" y="178685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7" name="pt3216"/>
            <p:cNvSpPr/>
            <p:nvPr/>
          </p:nvSpPr>
          <p:spPr>
            <a:xfrm>
              <a:off x="5572872" y="181663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8" name="pt3217"/>
            <p:cNvSpPr/>
            <p:nvPr/>
          </p:nvSpPr>
          <p:spPr>
            <a:xfrm>
              <a:off x="5778851" y="169251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9" name="pt3218"/>
            <p:cNvSpPr/>
            <p:nvPr/>
          </p:nvSpPr>
          <p:spPr>
            <a:xfrm>
              <a:off x="5662706" y="186689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0" name="pt3219"/>
            <p:cNvSpPr/>
            <p:nvPr/>
          </p:nvSpPr>
          <p:spPr>
            <a:xfrm>
              <a:off x="5632182" y="193326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1" name="pt3220"/>
            <p:cNvSpPr/>
            <p:nvPr/>
          </p:nvSpPr>
          <p:spPr>
            <a:xfrm>
              <a:off x="5593071" y="192675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2" name="pt3221"/>
            <p:cNvSpPr/>
            <p:nvPr/>
          </p:nvSpPr>
          <p:spPr>
            <a:xfrm>
              <a:off x="5508020" y="213356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3" name="pt3222"/>
            <p:cNvSpPr/>
            <p:nvPr/>
          </p:nvSpPr>
          <p:spPr>
            <a:xfrm>
              <a:off x="5723165" y="238204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4" name="pt3223"/>
            <p:cNvSpPr/>
            <p:nvPr/>
          </p:nvSpPr>
          <p:spPr>
            <a:xfrm>
              <a:off x="5794072" y="238918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5" name="pt3224"/>
            <p:cNvSpPr/>
            <p:nvPr/>
          </p:nvSpPr>
          <p:spPr>
            <a:xfrm>
              <a:off x="5523209" y="223088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6" name="pt3225"/>
            <p:cNvSpPr/>
            <p:nvPr/>
          </p:nvSpPr>
          <p:spPr>
            <a:xfrm>
              <a:off x="5734281" y="248232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7" name="pt3226"/>
            <p:cNvSpPr/>
            <p:nvPr/>
          </p:nvSpPr>
          <p:spPr>
            <a:xfrm>
              <a:off x="5599210" y="217843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8" name="pt3227"/>
            <p:cNvSpPr/>
            <p:nvPr/>
          </p:nvSpPr>
          <p:spPr>
            <a:xfrm>
              <a:off x="5617258" y="220018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9" name="pt3228"/>
            <p:cNvSpPr/>
            <p:nvPr/>
          </p:nvSpPr>
          <p:spPr>
            <a:xfrm>
              <a:off x="5590480" y="219734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0" name="pt3229"/>
            <p:cNvSpPr/>
            <p:nvPr/>
          </p:nvSpPr>
          <p:spPr>
            <a:xfrm>
              <a:off x="5604871" y="178748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1" name="pt3230"/>
            <p:cNvSpPr/>
            <p:nvPr/>
          </p:nvSpPr>
          <p:spPr>
            <a:xfrm>
              <a:off x="5586676" y="223042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2" name="pt3231"/>
            <p:cNvSpPr/>
            <p:nvPr/>
          </p:nvSpPr>
          <p:spPr>
            <a:xfrm>
              <a:off x="5687533" y="199715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3" name="pt3232"/>
            <p:cNvSpPr/>
            <p:nvPr/>
          </p:nvSpPr>
          <p:spPr>
            <a:xfrm>
              <a:off x="5514664" y="199409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4" name="pt3233"/>
            <p:cNvSpPr/>
            <p:nvPr/>
          </p:nvSpPr>
          <p:spPr>
            <a:xfrm>
              <a:off x="5534662" y="213151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5" name="pt3234"/>
            <p:cNvSpPr/>
            <p:nvPr/>
          </p:nvSpPr>
          <p:spPr>
            <a:xfrm>
              <a:off x="5533012" y="208518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6" name="pt3235"/>
            <p:cNvSpPr/>
            <p:nvPr/>
          </p:nvSpPr>
          <p:spPr>
            <a:xfrm>
              <a:off x="5543117" y="221531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7" name="pt3236"/>
            <p:cNvSpPr/>
            <p:nvPr/>
          </p:nvSpPr>
          <p:spPr>
            <a:xfrm>
              <a:off x="5687914" y="233108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8" name="pt3237"/>
            <p:cNvSpPr/>
            <p:nvPr/>
          </p:nvSpPr>
          <p:spPr>
            <a:xfrm>
              <a:off x="5606418" y="229948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9" name="pt3238"/>
            <p:cNvSpPr/>
            <p:nvPr/>
          </p:nvSpPr>
          <p:spPr>
            <a:xfrm>
              <a:off x="5687588" y="236331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0" name="pt3239"/>
            <p:cNvSpPr/>
            <p:nvPr/>
          </p:nvSpPr>
          <p:spPr>
            <a:xfrm>
              <a:off x="5811720" y="206256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1" name="pt3240"/>
            <p:cNvSpPr/>
            <p:nvPr/>
          </p:nvSpPr>
          <p:spPr>
            <a:xfrm>
              <a:off x="5731988" y="265292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2" name="pt3241"/>
            <p:cNvSpPr/>
            <p:nvPr/>
          </p:nvSpPr>
          <p:spPr>
            <a:xfrm>
              <a:off x="5587461" y="213254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3" name="pt3242"/>
            <p:cNvSpPr/>
            <p:nvPr/>
          </p:nvSpPr>
          <p:spPr>
            <a:xfrm>
              <a:off x="5569791" y="242309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4" name="pt3243"/>
            <p:cNvSpPr/>
            <p:nvPr/>
          </p:nvSpPr>
          <p:spPr>
            <a:xfrm>
              <a:off x="5479342" y="231472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5" name="pt3244"/>
            <p:cNvSpPr/>
            <p:nvPr/>
          </p:nvSpPr>
          <p:spPr>
            <a:xfrm>
              <a:off x="5748582" y="181656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6" name="pt3245"/>
            <p:cNvSpPr/>
            <p:nvPr/>
          </p:nvSpPr>
          <p:spPr>
            <a:xfrm>
              <a:off x="5612924" y="201205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7" name="pt3246"/>
            <p:cNvSpPr/>
            <p:nvPr/>
          </p:nvSpPr>
          <p:spPr>
            <a:xfrm>
              <a:off x="5636382" y="209986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8" name="pt3247"/>
            <p:cNvSpPr/>
            <p:nvPr/>
          </p:nvSpPr>
          <p:spPr>
            <a:xfrm>
              <a:off x="5749729" y="223453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9" name="pt3248"/>
            <p:cNvSpPr/>
            <p:nvPr/>
          </p:nvSpPr>
          <p:spPr>
            <a:xfrm>
              <a:off x="5695867" y="204954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0" name="pt3249"/>
            <p:cNvSpPr/>
            <p:nvPr/>
          </p:nvSpPr>
          <p:spPr>
            <a:xfrm>
              <a:off x="5703448" y="197240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1" name="pt3250"/>
            <p:cNvSpPr/>
            <p:nvPr/>
          </p:nvSpPr>
          <p:spPr>
            <a:xfrm>
              <a:off x="5667714" y="200039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2" name="pt3251"/>
            <p:cNvSpPr/>
            <p:nvPr/>
          </p:nvSpPr>
          <p:spPr>
            <a:xfrm>
              <a:off x="5583385" y="195064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3" name="pt3252"/>
            <p:cNvSpPr/>
            <p:nvPr/>
          </p:nvSpPr>
          <p:spPr>
            <a:xfrm>
              <a:off x="5636678" y="216941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4" name="pt3253"/>
            <p:cNvSpPr/>
            <p:nvPr/>
          </p:nvSpPr>
          <p:spPr>
            <a:xfrm>
              <a:off x="5650816" y="228495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5" name="pt3254"/>
            <p:cNvSpPr/>
            <p:nvPr/>
          </p:nvSpPr>
          <p:spPr>
            <a:xfrm>
              <a:off x="5584262" y="238367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6" name="pt3255"/>
            <p:cNvSpPr/>
            <p:nvPr/>
          </p:nvSpPr>
          <p:spPr>
            <a:xfrm>
              <a:off x="5619814" y="218049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7" name="pt3256"/>
            <p:cNvSpPr/>
            <p:nvPr/>
          </p:nvSpPr>
          <p:spPr>
            <a:xfrm>
              <a:off x="5666433" y="177361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8" name="pt3257"/>
            <p:cNvSpPr/>
            <p:nvPr/>
          </p:nvSpPr>
          <p:spPr>
            <a:xfrm>
              <a:off x="5570769" y="207572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9" name="pt3258"/>
            <p:cNvSpPr/>
            <p:nvPr/>
          </p:nvSpPr>
          <p:spPr>
            <a:xfrm>
              <a:off x="5604753" y="221904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0" name="pt3259"/>
            <p:cNvSpPr/>
            <p:nvPr/>
          </p:nvSpPr>
          <p:spPr>
            <a:xfrm>
              <a:off x="5552003" y="211377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1" name="pt3260"/>
            <p:cNvSpPr/>
            <p:nvPr/>
          </p:nvSpPr>
          <p:spPr>
            <a:xfrm>
              <a:off x="5609736" y="222746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2" name="pt3261"/>
            <p:cNvSpPr/>
            <p:nvPr/>
          </p:nvSpPr>
          <p:spPr>
            <a:xfrm>
              <a:off x="5703112" y="214023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3" name="pt3262"/>
            <p:cNvSpPr/>
            <p:nvPr/>
          </p:nvSpPr>
          <p:spPr>
            <a:xfrm>
              <a:off x="5684033" y="200226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4" name="pt3263"/>
            <p:cNvSpPr/>
            <p:nvPr/>
          </p:nvSpPr>
          <p:spPr>
            <a:xfrm>
              <a:off x="5644978" y="197341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5" name="pt3264"/>
            <p:cNvSpPr/>
            <p:nvPr/>
          </p:nvSpPr>
          <p:spPr>
            <a:xfrm>
              <a:off x="5621266" y="239517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6" name="pt3265"/>
            <p:cNvSpPr/>
            <p:nvPr/>
          </p:nvSpPr>
          <p:spPr>
            <a:xfrm>
              <a:off x="5605823" y="225376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7" name="pt3266"/>
            <p:cNvSpPr/>
            <p:nvPr/>
          </p:nvSpPr>
          <p:spPr>
            <a:xfrm>
              <a:off x="5684646" y="189648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8" name="pt3267"/>
            <p:cNvSpPr/>
            <p:nvPr/>
          </p:nvSpPr>
          <p:spPr>
            <a:xfrm>
              <a:off x="5704998" y="229711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9" name="pt3268"/>
            <p:cNvSpPr/>
            <p:nvPr/>
          </p:nvSpPr>
          <p:spPr>
            <a:xfrm>
              <a:off x="5617033" y="191883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0" name="pt3269"/>
            <p:cNvSpPr/>
            <p:nvPr/>
          </p:nvSpPr>
          <p:spPr>
            <a:xfrm>
              <a:off x="5627668" y="204233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1" name="pt3270"/>
            <p:cNvSpPr/>
            <p:nvPr/>
          </p:nvSpPr>
          <p:spPr>
            <a:xfrm>
              <a:off x="5630289" y="171277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2" name="pt3271"/>
            <p:cNvSpPr/>
            <p:nvPr/>
          </p:nvSpPr>
          <p:spPr>
            <a:xfrm>
              <a:off x="5619178" y="181333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3" name="pt3272"/>
            <p:cNvSpPr/>
            <p:nvPr/>
          </p:nvSpPr>
          <p:spPr>
            <a:xfrm>
              <a:off x="5524362" y="215990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4" name="pt3273"/>
            <p:cNvSpPr/>
            <p:nvPr/>
          </p:nvSpPr>
          <p:spPr>
            <a:xfrm>
              <a:off x="5671143" y="211398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5" name="pt3274"/>
            <p:cNvSpPr/>
            <p:nvPr/>
          </p:nvSpPr>
          <p:spPr>
            <a:xfrm>
              <a:off x="5606873" y="202164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6" name="pt3275"/>
            <p:cNvSpPr/>
            <p:nvPr/>
          </p:nvSpPr>
          <p:spPr>
            <a:xfrm>
              <a:off x="5730070" y="198987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7" name="pt3276"/>
            <p:cNvSpPr/>
            <p:nvPr/>
          </p:nvSpPr>
          <p:spPr>
            <a:xfrm>
              <a:off x="5643187" y="224807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8" name="pt3277"/>
            <p:cNvSpPr/>
            <p:nvPr/>
          </p:nvSpPr>
          <p:spPr>
            <a:xfrm>
              <a:off x="5521264" y="208635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9" name="pt3278"/>
            <p:cNvSpPr/>
            <p:nvPr/>
          </p:nvSpPr>
          <p:spPr>
            <a:xfrm>
              <a:off x="5650412" y="184797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0" name="pt3279"/>
            <p:cNvSpPr/>
            <p:nvPr/>
          </p:nvSpPr>
          <p:spPr>
            <a:xfrm>
              <a:off x="5636694" y="187735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1" name="pt3280"/>
            <p:cNvSpPr/>
            <p:nvPr/>
          </p:nvSpPr>
          <p:spPr>
            <a:xfrm>
              <a:off x="5654861" y="205110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2" name="pt3281"/>
            <p:cNvSpPr/>
            <p:nvPr/>
          </p:nvSpPr>
          <p:spPr>
            <a:xfrm>
              <a:off x="5601602" y="216828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3" name="pt3282"/>
            <p:cNvSpPr/>
            <p:nvPr/>
          </p:nvSpPr>
          <p:spPr>
            <a:xfrm>
              <a:off x="5690769" y="220549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4" name="pt3283"/>
            <p:cNvSpPr/>
            <p:nvPr/>
          </p:nvSpPr>
          <p:spPr>
            <a:xfrm>
              <a:off x="5578433" y="219127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5" name="pt3284"/>
            <p:cNvSpPr/>
            <p:nvPr/>
          </p:nvSpPr>
          <p:spPr>
            <a:xfrm>
              <a:off x="5717844" y="211249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6" name="pt3285"/>
            <p:cNvSpPr/>
            <p:nvPr/>
          </p:nvSpPr>
          <p:spPr>
            <a:xfrm>
              <a:off x="5598394" y="211152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7" name="pt3286"/>
            <p:cNvSpPr/>
            <p:nvPr/>
          </p:nvSpPr>
          <p:spPr>
            <a:xfrm>
              <a:off x="5855840" y="228360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8" name="pt3287"/>
            <p:cNvSpPr/>
            <p:nvPr/>
          </p:nvSpPr>
          <p:spPr>
            <a:xfrm>
              <a:off x="5914699" y="273039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9" name="pt3288"/>
            <p:cNvSpPr/>
            <p:nvPr/>
          </p:nvSpPr>
          <p:spPr>
            <a:xfrm>
              <a:off x="5705252" y="208998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0" name="pt3289"/>
            <p:cNvSpPr/>
            <p:nvPr/>
          </p:nvSpPr>
          <p:spPr>
            <a:xfrm>
              <a:off x="5758422" y="238359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1" name="pt3290"/>
            <p:cNvSpPr/>
            <p:nvPr/>
          </p:nvSpPr>
          <p:spPr>
            <a:xfrm>
              <a:off x="5695077" y="243537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2" name="pt3291"/>
            <p:cNvSpPr/>
            <p:nvPr/>
          </p:nvSpPr>
          <p:spPr>
            <a:xfrm>
              <a:off x="5748301" y="242326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3" name="pt3292"/>
            <p:cNvSpPr/>
            <p:nvPr/>
          </p:nvSpPr>
          <p:spPr>
            <a:xfrm>
              <a:off x="5665683" y="218652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4" name="pt3293"/>
            <p:cNvSpPr/>
            <p:nvPr/>
          </p:nvSpPr>
          <p:spPr>
            <a:xfrm>
              <a:off x="5789044" y="232184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5" name="pt3294"/>
            <p:cNvSpPr/>
            <p:nvPr/>
          </p:nvSpPr>
          <p:spPr>
            <a:xfrm>
              <a:off x="5648555" y="256793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6" name="pt3295"/>
            <p:cNvSpPr/>
            <p:nvPr/>
          </p:nvSpPr>
          <p:spPr>
            <a:xfrm>
              <a:off x="5585530" y="245305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7" name="pt3296"/>
            <p:cNvSpPr/>
            <p:nvPr/>
          </p:nvSpPr>
          <p:spPr>
            <a:xfrm>
              <a:off x="5678306" y="220603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8" name="pt3297"/>
            <p:cNvSpPr/>
            <p:nvPr/>
          </p:nvSpPr>
          <p:spPr>
            <a:xfrm>
              <a:off x="5701315" y="222596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9" name="pt3298"/>
            <p:cNvSpPr/>
            <p:nvPr/>
          </p:nvSpPr>
          <p:spPr>
            <a:xfrm>
              <a:off x="5777993" y="191097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0" name="pt3299"/>
            <p:cNvSpPr/>
            <p:nvPr/>
          </p:nvSpPr>
          <p:spPr>
            <a:xfrm>
              <a:off x="5871357" y="271033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1" name="pt3300"/>
            <p:cNvSpPr/>
            <p:nvPr/>
          </p:nvSpPr>
          <p:spPr>
            <a:xfrm>
              <a:off x="5622478" y="233138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2" name="pt3301"/>
            <p:cNvSpPr/>
            <p:nvPr/>
          </p:nvSpPr>
          <p:spPr>
            <a:xfrm>
              <a:off x="5829067" y="253354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3" name="pt3302"/>
            <p:cNvSpPr/>
            <p:nvPr/>
          </p:nvSpPr>
          <p:spPr>
            <a:xfrm>
              <a:off x="5676617" y="278307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4" name="pt3303"/>
            <p:cNvSpPr/>
            <p:nvPr/>
          </p:nvSpPr>
          <p:spPr>
            <a:xfrm>
              <a:off x="5833811" y="263089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5" name="pt3304"/>
            <p:cNvSpPr/>
            <p:nvPr/>
          </p:nvSpPr>
          <p:spPr>
            <a:xfrm>
              <a:off x="5711255" y="240432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6" name="pt3305"/>
            <p:cNvSpPr/>
            <p:nvPr/>
          </p:nvSpPr>
          <p:spPr>
            <a:xfrm>
              <a:off x="5682047" y="228990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7" name="pt3306"/>
            <p:cNvSpPr/>
            <p:nvPr/>
          </p:nvSpPr>
          <p:spPr>
            <a:xfrm>
              <a:off x="5781102" y="224657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8" name="pt3307"/>
            <p:cNvSpPr/>
            <p:nvPr/>
          </p:nvSpPr>
          <p:spPr>
            <a:xfrm>
              <a:off x="5736488" y="190333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9" name="pt3308"/>
            <p:cNvSpPr/>
            <p:nvPr/>
          </p:nvSpPr>
          <p:spPr>
            <a:xfrm>
              <a:off x="5659160" y="233874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0" name="pt3309"/>
            <p:cNvSpPr/>
            <p:nvPr/>
          </p:nvSpPr>
          <p:spPr>
            <a:xfrm>
              <a:off x="5781797" y="235512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1" name="pt3310"/>
            <p:cNvSpPr/>
            <p:nvPr/>
          </p:nvSpPr>
          <p:spPr>
            <a:xfrm>
              <a:off x="5603882" y="211521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2" name="pt3311"/>
            <p:cNvSpPr/>
            <p:nvPr/>
          </p:nvSpPr>
          <p:spPr>
            <a:xfrm>
              <a:off x="5838326" y="227850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3" name="pt3312"/>
            <p:cNvSpPr/>
            <p:nvPr/>
          </p:nvSpPr>
          <p:spPr>
            <a:xfrm>
              <a:off x="5759748" y="248177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4" name="pt3313"/>
            <p:cNvSpPr/>
            <p:nvPr/>
          </p:nvSpPr>
          <p:spPr>
            <a:xfrm>
              <a:off x="5831919" y="233196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5" name="pt3314"/>
            <p:cNvSpPr/>
            <p:nvPr/>
          </p:nvSpPr>
          <p:spPr>
            <a:xfrm>
              <a:off x="5614415" y="216066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6" name="pt3315"/>
            <p:cNvSpPr/>
            <p:nvPr/>
          </p:nvSpPr>
          <p:spPr>
            <a:xfrm>
              <a:off x="5688480" y="216514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7" name="pt3316"/>
            <p:cNvSpPr/>
            <p:nvPr/>
          </p:nvSpPr>
          <p:spPr>
            <a:xfrm>
              <a:off x="5796147" y="183032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8" name="pt3317"/>
            <p:cNvSpPr/>
            <p:nvPr/>
          </p:nvSpPr>
          <p:spPr>
            <a:xfrm>
              <a:off x="5745165" y="210898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9" name="pt3318"/>
            <p:cNvSpPr/>
            <p:nvPr/>
          </p:nvSpPr>
          <p:spPr>
            <a:xfrm>
              <a:off x="5591138" y="247091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0" name="pt3319"/>
            <p:cNvSpPr/>
            <p:nvPr/>
          </p:nvSpPr>
          <p:spPr>
            <a:xfrm>
              <a:off x="5760725" y="193143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1" name="pt3320"/>
            <p:cNvSpPr/>
            <p:nvPr/>
          </p:nvSpPr>
          <p:spPr>
            <a:xfrm>
              <a:off x="5938818" y="284578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2" name="pt3321"/>
            <p:cNvSpPr/>
            <p:nvPr/>
          </p:nvSpPr>
          <p:spPr>
            <a:xfrm>
              <a:off x="5726505" y="238490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3" name="pt3322"/>
            <p:cNvSpPr/>
            <p:nvPr/>
          </p:nvSpPr>
          <p:spPr>
            <a:xfrm>
              <a:off x="5521942" y="198932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4" name="pt3323"/>
            <p:cNvSpPr/>
            <p:nvPr/>
          </p:nvSpPr>
          <p:spPr>
            <a:xfrm>
              <a:off x="5532389" y="240234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5" name="pt3324"/>
            <p:cNvSpPr/>
            <p:nvPr/>
          </p:nvSpPr>
          <p:spPr>
            <a:xfrm>
              <a:off x="5589243" y="234330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6" name="pt3325"/>
            <p:cNvSpPr/>
            <p:nvPr/>
          </p:nvSpPr>
          <p:spPr>
            <a:xfrm>
              <a:off x="5515573" y="226584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7" name="pt3326"/>
            <p:cNvSpPr/>
            <p:nvPr/>
          </p:nvSpPr>
          <p:spPr>
            <a:xfrm>
              <a:off x="5669360" y="260577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8" name="pt3327"/>
            <p:cNvSpPr/>
            <p:nvPr/>
          </p:nvSpPr>
          <p:spPr>
            <a:xfrm>
              <a:off x="5631472" y="160936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9" name="pt3328"/>
            <p:cNvSpPr/>
            <p:nvPr/>
          </p:nvSpPr>
          <p:spPr>
            <a:xfrm>
              <a:off x="5580954" y="185885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0" name="pt3329"/>
            <p:cNvSpPr/>
            <p:nvPr/>
          </p:nvSpPr>
          <p:spPr>
            <a:xfrm>
              <a:off x="5699516" y="251839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1" name="pt3330"/>
            <p:cNvSpPr/>
            <p:nvPr/>
          </p:nvSpPr>
          <p:spPr>
            <a:xfrm>
              <a:off x="5714807" y="175062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2" name="pt3331"/>
            <p:cNvSpPr/>
            <p:nvPr/>
          </p:nvSpPr>
          <p:spPr>
            <a:xfrm>
              <a:off x="5568082" y="214725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3" name="pt3332"/>
            <p:cNvSpPr/>
            <p:nvPr/>
          </p:nvSpPr>
          <p:spPr>
            <a:xfrm>
              <a:off x="5630837" y="217670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4" name="pt3333"/>
            <p:cNvSpPr/>
            <p:nvPr/>
          </p:nvSpPr>
          <p:spPr>
            <a:xfrm>
              <a:off x="5781387" y="271340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5" name="pt3334"/>
            <p:cNvSpPr/>
            <p:nvPr/>
          </p:nvSpPr>
          <p:spPr>
            <a:xfrm>
              <a:off x="5783946" y="239510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6" name="pt3335"/>
            <p:cNvSpPr/>
            <p:nvPr/>
          </p:nvSpPr>
          <p:spPr>
            <a:xfrm>
              <a:off x="5932033" y="279576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7" name="pt3336"/>
            <p:cNvSpPr/>
            <p:nvPr/>
          </p:nvSpPr>
          <p:spPr>
            <a:xfrm>
              <a:off x="5804152" y="229000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8" name="pt3337"/>
            <p:cNvSpPr/>
            <p:nvPr/>
          </p:nvSpPr>
          <p:spPr>
            <a:xfrm>
              <a:off x="5654767" y="164762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9" name="pt3338"/>
            <p:cNvSpPr/>
            <p:nvPr/>
          </p:nvSpPr>
          <p:spPr>
            <a:xfrm>
              <a:off x="5612735" y="189120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0" name="pt3339"/>
            <p:cNvSpPr/>
            <p:nvPr/>
          </p:nvSpPr>
          <p:spPr>
            <a:xfrm>
              <a:off x="5753569" y="175925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1" name="pt3340"/>
            <p:cNvSpPr/>
            <p:nvPr/>
          </p:nvSpPr>
          <p:spPr>
            <a:xfrm>
              <a:off x="5574444" y="168122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2" name="pt3341"/>
            <p:cNvSpPr/>
            <p:nvPr/>
          </p:nvSpPr>
          <p:spPr>
            <a:xfrm>
              <a:off x="5765114" y="184332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3" name="pt3342"/>
            <p:cNvSpPr/>
            <p:nvPr/>
          </p:nvSpPr>
          <p:spPr>
            <a:xfrm>
              <a:off x="5780437" y="241848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4" name="pt3343"/>
            <p:cNvSpPr/>
            <p:nvPr/>
          </p:nvSpPr>
          <p:spPr>
            <a:xfrm>
              <a:off x="5808066" y="217855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5" name="pt3344"/>
            <p:cNvSpPr/>
            <p:nvPr/>
          </p:nvSpPr>
          <p:spPr>
            <a:xfrm>
              <a:off x="5668272" y="233353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6" name="pt3345"/>
            <p:cNvSpPr/>
            <p:nvPr/>
          </p:nvSpPr>
          <p:spPr>
            <a:xfrm>
              <a:off x="5737247" y="253512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7" name="pt3346"/>
            <p:cNvSpPr/>
            <p:nvPr/>
          </p:nvSpPr>
          <p:spPr>
            <a:xfrm>
              <a:off x="5738887" y="233078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8" name="pt3347"/>
            <p:cNvSpPr/>
            <p:nvPr/>
          </p:nvSpPr>
          <p:spPr>
            <a:xfrm>
              <a:off x="5907771" y="236678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9" name="pt3348"/>
            <p:cNvSpPr/>
            <p:nvPr/>
          </p:nvSpPr>
          <p:spPr>
            <a:xfrm>
              <a:off x="5634148" y="221342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0" name="pt3349"/>
            <p:cNvSpPr/>
            <p:nvPr/>
          </p:nvSpPr>
          <p:spPr>
            <a:xfrm>
              <a:off x="5779316" y="236276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1" name="pt3350"/>
            <p:cNvSpPr/>
            <p:nvPr/>
          </p:nvSpPr>
          <p:spPr>
            <a:xfrm>
              <a:off x="5639130" y="222917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2" name="pt3351"/>
            <p:cNvSpPr/>
            <p:nvPr/>
          </p:nvSpPr>
          <p:spPr>
            <a:xfrm>
              <a:off x="5781643" y="251882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3" name="pt3352"/>
            <p:cNvSpPr/>
            <p:nvPr/>
          </p:nvSpPr>
          <p:spPr>
            <a:xfrm>
              <a:off x="5732890" y="230155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4" name="pt3353"/>
            <p:cNvSpPr/>
            <p:nvPr/>
          </p:nvSpPr>
          <p:spPr>
            <a:xfrm>
              <a:off x="5630701" y="261081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5" name="pt3354"/>
            <p:cNvSpPr/>
            <p:nvPr/>
          </p:nvSpPr>
          <p:spPr>
            <a:xfrm>
              <a:off x="5607242" y="217031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6" name="pt3355"/>
            <p:cNvSpPr/>
            <p:nvPr/>
          </p:nvSpPr>
          <p:spPr>
            <a:xfrm>
              <a:off x="5527603" y="250108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7" name="pt3356"/>
            <p:cNvSpPr/>
            <p:nvPr/>
          </p:nvSpPr>
          <p:spPr>
            <a:xfrm>
              <a:off x="5791579" y="272562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8" name="pt3357"/>
            <p:cNvSpPr/>
            <p:nvPr/>
          </p:nvSpPr>
          <p:spPr>
            <a:xfrm>
              <a:off x="5892408" y="192072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9" name="pt3358"/>
            <p:cNvSpPr/>
            <p:nvPr/>
          </p:nvSpPr>
          <p:spPr>
            <a:xfrm>
              <a:off x="5596219" y="238664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0" name="pt3359"/>
            <p:cNvSpPr/>
            <p:nvPr/>
          </p:nvSpPr>
          <p:spPr>
            <a:xfrm>
              <a:off x="5716280" y="259152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" name="pt3360"/>
            <p:cNvSpPr/>
            <p:nvPr/>
          </p:nvSpPr>
          <p:spPr>
            <a:xfrm>
              <a:off x="5719561" y="243785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" name="pt3361"/>
            <p:cNvSpPr/>
            <p:nvPr/>
          </p:nvSpPr>
          <p:spPr>
            <a:xfrm>
              <a:off x="5667976" y="223438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3" name="pt3362"/>
            <p:cNvSpPr/>
            <p:nvPr/>
          </p:nvSpPr>
          <p:spPr>
            <a:xfrm>
              <a:off x="5596149" y="236362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4" name="pt3363"/>
            <p:cNvSpPr/>
            <p:nvPr/>
          </p:nvSpPr>
          <p:spPr>
            <a:xfrm>
              <a:off x="5771850" y="221089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5" name="pt3364"/>
            <p:cNvSpPr/>
            <p:nvPr/>
          </p:nvSpPr>
          <p:spPr>
            <a:xfrm>
              <a:off x="5787777" y="270895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6" name="pt3365"/>
            <p:cNvSpPr/>
            <p:nvPr/>
          </p:nvSpPr>
          <p:spPr>
            <a:xfrm>
              <a:off x="5819229" y="257568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7" name="pt3366"/>
            <p:cNvSpPr/>
            <p:nvPr/>
          </p:nvSpPr>
          <p:spPr>
            <a:xfrm>
              <a:off x="5505650" y="228223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8" name="pt3367"/>
            <p:cNvSpPr/>
            <p:nvPr/>
          </p:nvSpPr>
          <p:spPr>
            <a:xfrm>
              <a:off x="5575769" y="214581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9" name="pt3368"/>
            <p:cNvSpPr/>
            <p:nvPr/>
          </p:nvSpPr>
          <p:spPr>
            <a:xfrm>
              <a:off x="5546741" y="235141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0" name="pt3369"/>
            <p:cNvSpPr/>
            <p:nvPr/>
          </p:nvSpPr>
          <p:spPr>
            <a:xfrm>
              <a:off x="5732305" y="230329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1" name="pt3370"/>
            <p:cNvSpPr/>
            <p:nvPr/>
          </p:nvSpPr>
          <p:spPr>
            <a:xfrm>
              <a:off x="5597740" y="229347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2" name="pt3371"/>
            <p:cNvSpPr/>
            <p:nvPr/>
          </p:nvSpPr>
          <p:spPr>
            <a:xfrm>
              <a:off x="5611728" y="224716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3" name="pt3372"/>
            <p:cNvSpPr/>
            <p:nvPr/>
          </p:nvSpPr>
          <p:spPr>
            <a:xfrm>
              <a:off x="5507108" y="194047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4" name="pt3373"/>
            <p:cNvSpPr/>
            <p:nvPr/>
          </p:nvSpPr>
          <p:spPr>
            <a:xfrm>
              <a:off x="5616087" y="253906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5" name="pt3374"/>
            <p:cNvSpPr/>
            <p:nvPr/>
          </p:nvSpPr>
          <p:spPr>
            <a:xfrm>
              <a:off x="5629925" y="208503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6" name="pt3375"/>
            <p:cNvSpPr/>
            <p:nvPr/>
          </p:nvSpPr>
          <p:spPr>
            <a:xfrm>
              <a:off x="5508972" y="228476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7" name="pt3376"/>
            <p:cNvSpPr/>
            <p:nvPr/>
          </p:nvSpPr>
          <p:spPr>
            <a:xfrm>
              <a:off x="5734518" y="2184829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8" name="pt3377"/>
            <p:cNvSpPr/>
            <p:nvPr/>
          </p:nvSpPr>
          <p:spPr>
            <a:xfrm>
              <a:off x="5891018" y="189840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9" name="pt3378"/>
            <p:cNvSpPr/>
            <p:nvPr/>
          </p:nvSpPr>
          <p:spPr>
            <a:xfrm>
              <a:off x="5729002" y="2587879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0" name="pt3379"/>
            <p:cNvSpPr/>
            <p:nvPr/>
          </p:nvSpPr>
          <p:spPr>
            <a:xfrm>
              <a:off x="5662958" y="263667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1" name="pt3380"/>
            <p:cNvSpPr/>
            <p:nvPr/>
          </p:nvSpPr>
          <p:spPr>
            <a:xfrm>
              <a:off x="5824767" y="256256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2" name="pt3381"/>
            <p:cNvSpPr/>
            <p:nvPr/>
          </p:nvSpPr>
          <p:spPr>
            <a:xfrm>
              <a:off x="5624525" y="186622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3" name="pt3382"/>
            <p:cNvSpPr/>
            <p:nvPr/>
          </p:nvSpPr>
          <p:spPr>
            <a:xfrm>
              <a:off x="5865359" y="269757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4" name="pt3383"/>
            <p:cNvSpPr/>
            <p:nvPr/>
          </p:nvSpPr>
          <p:spPr>
            <a:xfrm>
              <a:off x="5526635" y="221602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5" name="pt3384"/>
            <p:cNvSpPr/>
            <p:nvPr/>
          </p:nvSpPr>
          <p:spPr>
            <a:xfrm>
              <a:off x="5832878" y="1697029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6" name="pt3385"/>
            <p:cNvSpPr/>
            <p:nvPr/>
          </p:nvSpPr>
          <p:spPr>
            <a:xfrm>
              <a:off x="5499280" y="229323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7" name="pt3386"/>
            <p:cNvSpPr/>
            <p:nvPr/>
          </p:nvSpPr>
          <p:spPr>
            <a:xfrm>
              <a:off x="5926958" y="299904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8" name="pt3387"/>
            <p:cNvSpPr/>
            <p:nvPr/>
          </p:nvSpPr>
          <p:spPr>
            <a:xfrm>
              <a:off x="5859168" y="296561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9" name="pt3388"/>
            <p:cNvSpPr/>
            <p:nvPr/>
          </p:nvSpPr>
          <p:spPr>
            <a:xfrm>
              <a:off x="5726098" y="240981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0" name="pt3389"/>
            <p:cNvSpPr/>
            <p:nvPr/>
          </p:nvSpPr>
          <p:spPr>
            <a:xfrm>
              <a:off x="5922755" y="295033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1" name="pt3390"/>
            <p:cNvSpPr/>
            <p:nvPr/>
          </p:nvSpPr>
          <p:spPr>
            <a:xfrm>
              <a:off x="5629124" y="217990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2" name="pt3391"/>
            <p:cNvSpPr/>
            <p:nvPr/>
          </p:nvSpPr>
          <p:spPr>
            <a:xfrm>
              <a:off x="5544682" y="219372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3" name="pt3392"/>
            <p:cNvSpPr/>
            <p:nvPr/>
          </p:nvSpPr>
          <p:spPr>
            <a:xfrm>
              <a:off x="5480139" y="162267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4" name="pt3393"/>
            <p:cNvSpPr/>
            <p:nvPr/>
          </p:nvSpPr>
          <p:spPr>
            <a:xfrm>
              <a:off x="5701463" y="233094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5" name="pt3394"/>
            <p:cNvSpPr/>
            <p:nvPr/>
          </p:nvSpPr>
          <p:spPr>
            <a:xfrm>
              <a:off x="5647168" y="212079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6" name="pt3395"/>
            <p:cNvSpPr/>
            <p:nvPr/>
          </p:nvSpPr>
          <p:spPr>
            <a:xfrm>
              <a:off x="5783563" y="202856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7" name="pt3396"/>
            <p:cNvSpPr/>
            <p:nvPr/>
          </p:nvSpPr>
          <p:spPr>
            <a:xfrm>
              <a:off x="5624997" y="218495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8" name="pt3397"/>
            <p:cNvSpPr/>
            <p:nvPr/>
          </p:nvSpPr>
          <p:spPr>
            <a:xfrm>
              <a:off x="5639557" y="221468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9" name="pt3398"/>
            <p:cNvSpPr/>
            <p:nvPr/>
          </p:nvSpPr>
          <p:spPr>
            <a:xfrm>
              <a:off x="5642877" y="233545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0" name="pt3399"/>
            <p:cNvSpPr/>
            <p:nvPr/>
          </p:nvSpPr>
          <p:spPr>
            <a:xfrm>
              <a:off x="5823513" y="202775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1" name="pt3400"/>
            <p:cNvSpPr/>
            <p:nvPr/>
          </p:nvSpPr>
          <p:spPr>
            <a:xfrm>
              <a:off x="5614442" y="247688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2" name="pt3401"/>
            <p:cNvSpPr/>
            <p:nvPr/>
          </p:nvSpPr>
          <p:spPr>
            <a:xfrm>
              <a:off x="5602145" y="206828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3" name="pt3402"/>
            <p:cNvSpPr/>
            <p:nvPr/>
          </p:nvSpPr>
          <p:spPr>
            <a:xfrm>
              <a:off x="5620146" y="213033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4" name="pt3403"/>
            <p:cNvSpPr/>
            <p:nvPr/>
          </p:nvSpPr>
          <p:spPr>
            <a:xfrm>
              <a:off x="5754291" y="173831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5" name="pt3404"/>
            <p:cNvSpPr/>
            <p:nvPr/>
          </p:nvSpPr>
          <p:spPr>
            <a:xfrm>
              <a:off x="5656980" y="238924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6" name="pt3405"/>
            <p:cNvSpPr/>
            <p:nvPr/>
          </p:nvSpPr>
          <p:spPr>
            <a:xfrm>
              <a:off x="5794304" y="255748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7" name="pt3406"/>
            <p:cNvSpPr/>
            <p:nvPr/>
          </p:nvSpPr>
          <p:spPr>
            <a:xfrm>
              <a:off x="5684739" y="229593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8" name="pt3407"/>
            <p:cNvSpPr/>
            <p:nvPr/>
          </p:nvSpPr>
          <p:spPr>
            <a:xfrm>
              <a:off x="5623573" y="230719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9" name="pt3408"/>
            <p:cNvSpPr/>
            <p:nvPr/>
          </p:nvSpPr>
          <p:spPr>
            <a:xfrm>
              <a:off x="5635806" y="205533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0" name="pt3409"/>
            <p:cNvSpPr/>
            <p:nvPr/>
          </p:nvSpPr>
          <p:spPr>
            <a:xfrm>
              <a:off x="5280228" y="208209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1" name="pt3410"/>
            <p:cNvSpPr/>
            <p:nvPr/>
          </p:nvSpPr>
          <p:spPr>
            <a:xfrm>
              <a:off x="5772746" y="216386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2" name="pt3411"/>
            <p:cNvSpPr/>
            <p:nvPr/>
          </p:nvSpPr>
          <p:spPr>
            <a:xfrm>
              <a:off x="5779622" y="209564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3" name="pt3412"/>
            <p:cNvSpPr/>
            <p:nvPr/>
          </p:nvSpPr>
          <p:spPr>
            <a:xfrm>
              <a:off x="5602801" y="238868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4" name="pt3413"/>
            <p:cNvSpPr/>
            <p:nvPr/>
          </p:nvSpPr>
          <p:spPr>
            <a:xfrm>
              <a:off x="5575115" y="220459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5" name="pt3414"/>
            <p:cNvSpPr/>
            <p:nvPr/>
          </p:nvSpPr>
          <p:spPr>
            <a:xfrm>
              <a:off x="5501637" y="233919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6" name="pt3415"/>
            <p:cNvSpPr/>
            <p:nvPr/>
          </p:nvSpPr>
          <p:spPr>
            <a:xfrm>
              <a:off x="5259723" y="209568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7" name="pt3416"/>
            <p:cNvSpPr/>
            <p:nvPr/>
          </p:nvSpPr>
          <p:spPr>
            <a:xfrm>
              <a:off x="5674937" y="252692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8" name="pt3417"/>
            <p:cNvSpPr/>
            <p:nvPr/>
          </p:nvSpPr>
          <p:spPr>
            <a:xfrm>
              <a:off x="5205755" y="190810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9" name="pt3418"/>
            <p:cNvSpPr/>
            <p:nvPr/>
          </p:nvSpPr>
          <p:spPr>
            <a:xfrm>
              <a:off x="5950930" y="202776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0" name="pt3419"/>
            <p:cNvSpPr/>
            <p:nvPr/>
          </p:nvSpPr>
          <p:spPr>
            <a:xfrm>
              <a:off x="5592032" y="201835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1" name="pt3420"/>
            <p:cNvSpPr/>
            <p:nvPr/>
          </p:nvSpPr>
          <p:spPr>
            <a:xfrm>
              <a:off x="5816880" y="200654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2" name="pt3421"/>
            <p:cNvSpPr/>
            <p:nvPr/>
          </p:nvSpPr>
          <p:spPr>
            <a:xfrm>
              <a:off x="5921068" y="204573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3" name="pt3422"/>
            <p:cNvSpPr/>
            <p:nvPr/>
          </p:nvSpPr>
          <p:spPr>
            <a:xfrm>
              <a:off x="5824140" y="251389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4" name="pt3423"/>
            <p:cNvSpPr/>
            <p:nvPr/>
          </p:nvSpPr>
          <p:spPr>
            <a:xfrm>
              <a:off x="5841258" y="250332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5" name="pt3424"/>
            <p:cNvSpPr/>
            <p:nvPr/>
          </p:nvSpPr>
          <p:spPr>
            <a:xfrm>
              <a:off x="5921955" y="265289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6" name="pt3425"/>
            <p:cNvSpPr/>
            <p:nvPr/>
          </p:nvSpPr>
          <p:spPr>
            <a:xfrm>
              <a:off x="5857147" y="250519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7" name="pt3426"/>
            <p:cNvSpPr/>
            <p:nvPr/>
          </p:nvSpPr>
          <p:spPr>
            <a:xfrm>
              <a:off x="5708009" y="234883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8" name="pt3427"/>
            <p:cNvSpPr/>
            <p:nvPr/>
          </p:nvSpPr>
          <p:spPr>
            <a:xfrm>
              <a:off x="5499389" y="192815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9" name="pt3428"/>
            <p:cNvSpPr/>
            <p:nvPr/>
          </p:nvSpPr>
          <p:spPr>
            <a:xfrm>
              <a:off x="5760958" y="226375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0" name="pt3429"/>
            <p:cNvSpPr/>
            <p:nvPr/>
          </p:nvSpPr>
          <p:spPr>
            <a:xfrm>
              <a:off x="5756774" y="169486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1" name="pt3430"/>
            <p:cNvSpPr/>
            <p:nvPr/>
          </p:nvSpPr>
          <p:spPr>
            <a:xfrm>
              <a:off x="5684863" y="184908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2" name="pt3431"/>
            <p:cNvSpPr/>
            <p:nvPr/>
          </p:nvSpPr>
          <p:spPr>
            <a:xfrm>
              <a:off x="5604237" y="198117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3" name="pt3432"/>
            <p:cNvSpPr/>
            <p:nvPr/>
          </p:nvSpPr>
          <p:spPr>
            <a:xfrm>
              <a:off x="5606583" y="219238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4" name="pt3433"/>
            <p:cNvSpPr/>
            <p:nvPr/>
          </p:nvSpPr>
          <p:spPr>
            <a:xfrm>
              <a:off x="5720247" y="221968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5" name="pt3434"/>
            <p:cNvSpPr/>
            <p:nvPr/>
          </p:nvSpPr>
          <p:spPr>
            <a:xfrm>
              <a:off x="5679531" y="1579877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6" name="pt3435"/>
            <p:cNvSpPr/>
            <p:nvPr/>
          </p:nvSpPr>
          <p:spPr>
            <a:xfrm>
              <a:off x="5673741" y="1592332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7" name="pt3436"/>
            <p:cNvSpPr/>
            <p:nvPr/>
          </p:nvSpPr>
          <p:spPr>
            <a:xfrm>
              <a:off x="5651027" y="1714485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8" name="pt3437"/>
            <p:cNvSpPr/>
            <p:nvPr/>
          </p:nvSpPr>
          <p:spPr>
            <a:xfrm>
              <a:off x="5687630" y="1687465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9" name="pt3438"/>
            <p:cNvSpPr/>
            <p:nvPr/>
          </p:nvSpPr>
          <p:spPr>
            <a:xfrm>
              <a:off x="5583632" y="219301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0" name="pt3439"/>
            <p:cNvSpPr/>
            <p:nvPr/>
          </p:nvSpPr>
          <p:spPr>
            <a:xfrm>
              <a:off x="5475063" y="196379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1" name="pt3440"/>
            <p:cNvSpPr/>
            <p:nvPr/>
          </p:nvSpPr>
          <p:spPr>
            <a:xfrm>
              <a:off x="5586215" y="224903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2" name="pt3441"/>
            <p:cNvSpPr/>
            <p:nvPr/>
          </p:nvSpPr>
          <p:spPr>
            <a:xfrm>
              <a:off x="5560246" y="198027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3" name="pt3442"/>
            <p:cNvSpPr/>
            <p:nvPr/>
          </p:nvSpPr>
          <p:spPr>
            <a:xfrm>
              <a:off x="5655801" y="1811181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4" name="pt3443"/>
            <p:cNvSpPr/>
            <p:nvPr/>
          </p:nvSpPr>
          <p:spPr>
            <a:xfrm>
              <a:off x="5598738" y="182514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5" name="pt3444"/>
            <p:cNvSpPr/>
            <p:nvPr/>
          </p:nvSpPr>
          <p:spPr>
            <a:xfrm>
              <a:off x="5616612" y="194704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6" name="pt3445"/>
            <p:cNvSpPr/>
            <p:nvPr/>
          </p:nvSpPr>
          <p:spPr>
            <a:xfrm>
              <a:off x="5647476" y="2086921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7" name="pt3446"/>
            <p:cNvSpPr/>
            <p:nvPr/>
          </p:nvSpPr>
          <p:spPr>
            <a:xfrm>
              <a:off x="5429039" y="1801036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8" name="pt3447"/>
            <p:cNvSpPr/>
            <p:nvPr/>
          </p:nvSpPr>
          <p:spPr>
            <a:xfrm>
              <a:off x="5569320" y="215571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9" name="pt3448"/>
            <p:cNvSpPr/>
            <p:nvPr/>
          </p:nvSpPr>
          <p:spPr>
            <a:xfrm>
              <a:off x="5697404" y="1932330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0" name="pt3449"/>
            <p:cNvSpPr/>
            <p:nvPr/>
          </p:nvSpPr>
          <p:spPr>
            <a:xfrm>
              <a:off x="5675158" y="234838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1" name="pt3450"/>
            <p:cNvSpPr/>
            <p:nvPr/>
          </p:nvSpPr>
          <p:spPr>
            <a:xfrm>
              <a:off x="5637242" y="219931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2" name="pt3451"/>
            <p:cNvSpPr/>
            <p:nvPr/>
          </p:nvSpPr>
          <p:spPr>
            <a:xfrm>
              <a:off x="5558604" y="2421119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3" name="pt3452"/>
            <p:cNvSpPr/>
            <p:nvPr/>
          </p:nvSpPr>
          <p:spPr>
            <a:xfrm>
              <a:off x="5651084" y="2000619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4" name="pt3453"/>
            <p:cNvSpPr/>
            <p:nvPr/>
          </p:nvSpPr>
          <p:spPr>
            <a:xfrm>
              <a:off x="5583160" y="226754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5" name="pt3454"/>
            <p:cNvSpPr/>
            <p:nvPr/>
          </p:nvSpPr>
          <p:spPr>
            <a:xfrm>
              <a:off x="5625656" y="2224323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6" name="pt3455"/>
            <p:cNvSpPr/>
            <p:nvPr/>
          </p:nvSpPr>
          <p:spPr>
            <a:xfrm>
              <a:off x="5543619" y="2198315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7" name="pt3456"/>
            <p:cNvSpPr/>
            <p:nvPr/>
          </p:nvSpPr>
          <p:spPr>
            <a:xfrm>
              <a:off x="5477924" y="233521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8" name="pt3457"/>
            <p:cNvSpPr/>
            <p:nvPr/>
          </p:nvSpPr>
          <p:spPr>
            <a:xfrm>
              <a:off x="5564352" y="2138184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9" name="pt3458"/>
            <p:cNvSpPr/>
            <p:nvPr/>
          </p:nvSpPr>
          <p:spPr>
            <a:xfrm>
              <a:off x="5452717" y="2026593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0" name="pt3459"/>
            <p:cNvSpPr/>
            <p:nvPr/>
          </p:nvSpPr>
          <p:spPr>
            <a:xfrm>
              <a:off x="5370045" y="1924312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1" name="pt3460"/>
            <p:cNvSpPr/>
            <p:nvPr/>
          </p:nvSpPr>
          <p:spPr>
            <a:xfrm>
              <a:off x="5594698" y="205545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2" name="pt3461"/>
            <p:cNvSpPr/>
            <p:nvPr/>
          </p:nvSpPr>
          <p:spPr>
            <a:xfrm>
              <a:off x="5537786" y="1866802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3" name="pt3462"/>
            <p:cNvSpPr/>
            <p:nvPr/>
          </p:nvSpPr>
          <p:spPr>
            <a:xfrm>
              <a:off x="5628337" y="199008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4" name="pt3463"/>
            <p:cNvSpPr/>
            <p:nvPr/>
          </p:nvSpPr>
          <p:spPr>
            <a:xfrm>
              <a:off x="5539272" y="222522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5" name="pt3464"/>
            <p:cNvSpPr/>
            <p:nvPr/>
          </p:nvSpPr>
          <p:spPr>
            <a:xfrm>
              <a:off x="5493310" y="204976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6" name="pt3465"/>
            <p:cNvSpPr/>
            <p:nvPr/>
          </p:nvSpPr>
          <p:spPr>
            <a:xfrm>
              <a:off x="5527213" y="2541550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7" name="pt3466"/>
            <p:cNvSpPr/>
            <p:nvPr/>
          </p:nvSpPr>
          <p:spPr>
            <a:xfrm>
              <a:off x="5444677" y="203199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8" name="pt3467"/>
            <p:cNvSpPr/>
            <p:nvPr/>
          </p:nvSpPr>
          <p:spPr>
            <a:xfrm>
              <a:off x="5474550" y="196499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9" name="pt3468"/>
            <p:cNvSpPr/>
            <p:nvPr/>
          </p:nvSpPr>
          <p:spPr>
            <a:xfrm>
              <a:off x="5328529" y="226776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0" name="pt3469"/>
            <p:cNvSpPr/>
            <p:nvPr/>
          </p:nvSpPr>
          <p:spPr>
            <a:xfrm>
              <a:off x="5590965" y="243714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1" name="pt3470"/>
            <p:cNvSpPr/>
            <p:nvPr/>
          </p:nvSpPr>
          <p:spPr>
            <a:xfrm>
              <a:off x="5550467" y="264966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2" name="pt3471"/>
            <p:cNvSpPr/>
            <p:nvPr/>
          </p:nvSpPr>
          <p:spPr>
            <a:xfrm>
              <a:off x="5479509" y="248459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3" name="pt3472"/>
            <p:cNvSpPr/>
            <p:nvPr/>
          </p:nvSpPr>
          <p:spPr>
            <a:xfrm>
              <a:off x="5629573" y="258969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4" name="pt3473"/>
            <p:cNvSpPr/>
            <p:nvPr/>
          </p:nvSpPr>
          <p:spPr>
            <a:xfrm>
              <a:off x="5663981" y="233220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5" name="pt3474"/>
            <p:cNvSpPr/>
            <p:nvPr/>
          </p:nvSpPr>
          <p:spPr>
            <a:xfrm>
              <a:off x="5684516" y="276833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6" name="pt3475"/>
            <p:cNvSpPr/>
            <p:nvPr/>
          </p:nvSpPr>
          <p:spPr>
            <a:xfrm>
              <a:off x="5453661" y="2575847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7" name="pt3476"/>
            <p:cNvSpPr/>
            <p:nvPr/>
          </p:nvSpPr>
          <p:spPr>
            <a:xfrm>
              <a:off x="5627056" y="236183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8" name="pt3477"/>
            <p:cNvSpPr/>
            <p:nvPr/>
          </p:nvSpPr>
          <p:spPr>
            <a:xfrm>
              <a:off x="5447350" y="214808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9" name="pt3478"/>
            <p:cNvSpPr/>
            <p:nvPr/>
          </p:nvSpPr>
          <p:spPr>
            <a:xfrm>
              <a:off x="5397058" y="242438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0" name="pt3479"/>
            <p:cNvSpPr/>
            <p:nvPr/>
          </p:nvSpPr>
          <p:spPr>
            <a:xfrm>
              <a:off x="5289841" y="2345971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1" name="pt3480"/>
            <p:cNvSpPr/>
            <p:nvPr/>
          </p:nvSpPr>
          <p:spPr>
            <a:xfrm>
              <a:off x="5490378" y="269845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2" name="pt3481"/>
            <p:cNvSpPr/>
            <p:nvPr/>
          </p:nvSpPr>
          <p:spPr>
            <a:xfrm>
              <a:off x="5480563" y="227613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3" name="pt3482"/>
            <p:cNvSpPr/>
            <p:nvPr/>
          </p:nvSpPr>
          <p:spPr>
            <a:xfrm>
              <a:off x="5462766" y="240300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4" name="pt3483"/>
            <p:cNvSpPr/>
            <p:nvPr/>
          </p:nvSpPr>
          <p:spPr>
            <a:xfrm>
              <a:off x="5460136" y="213068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5" name="pt3484"/>
            <p:cNvSpPr/>
            <p:nvPr/>
          </p:nvSpPr>
          <p:spPr>
            <a:xfrm>
              <a:off x="5497256" y="230498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6" name="pt3485"/>
            <p:cNvSpPr/>
            <p:nvPr/>
          </p:nvSpPr>
          <p:spPr>
            <a:xfrm>
              <a:off x="5579799" y="218597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7" name="pt3486"/>
            <p:cNvSpPr/>
            <p:nvPr/>
          </p:nvSpPr>
          <p:spPr>
            <a:xfrm>
              <a:off x="5687654" y="1985800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8" name="pt3487"/>
            <p:cNvSpPr/>
            <p:nvPr/>
          </p:nvSpPr>
          <p:spPr>
            <a:xfrm>
              <a:off x="5490601" y="210428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9" name="pt3488"/>
            <p:cNvSpPr/>
            <p:nvPr/>
          </p:nvSpPr>
          <p:spPr>
            <a:xfrm>
              <a:off x="5599179" y="201604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0" name="pt3489"/>
            <p:cNvSpPr/>
            <p:nvPr/>
          </p:nvSpPr>
          <p:spPr>
            <a:xfrm>
              <a:off x="5474564" y="247488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1" name="pt3490"/>
            <p:cNvSpPr/>
            <p:nvPr/>
          </p:nvSpPr>
          <p:spPr>
            <a:xfrm>
              <a:off x="5440203" y="243471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2" name="pt3491"/>
            <p:cNvSpPr/>
            <p:nvPr/>
          </p:nvSpPr>
          <p:spPr>
            <a:xfrm>
              <a:off x="5550576" y="212940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3" name="pt3492"/>
            <p:cNvSpPr/>
            <p:nvPr/>
          </p:nvSpPr>
          <p:spPr>
            <a:xfrm>
              <a:off x="5570541" y="2114548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4" name="pt3493"/>
            <p:cNvSpPr/>
            <p:nvPr/>
          </p:nvSpPr>
          <p:spPr>
            <a:xfrm>
              <a:off x="5528799" y="234516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5" name="pt3494"/>
            <p:cNvSpPr/>
            <p:nvPr/>
          </p:nvSpPr>
          <p:spPr>
            <a:xfrm>
              <a:off x="5358355" y="2207705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6" name="pt3495"/>
            <p:cNvSpPr/>
            <p:nvPr/>
          </p:nvSpPr>
          <p:spPr>
            <a:xfrm>
              <a:off x="5519167" y="231984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7" name="pt3496"/>
            <p:cNvSpPr/>
            <p:nvPr/>
          </p:nvSpPr>
          <p:spPr>
            <a:xfrm>
              <a:off x="5356330" y="2573601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8" name="pt3497"/>
            <p:cNvSpPr/>
            <p:nvPr/>
          </p:nvSpPr>
          <p:spPr>
            <a:xfrm>
              <a:off x="5454047" y="235939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9" name="pt3498"/>
            <p:cNvSpPr/>
            <p:nvPr/>
          </p:nvSpPr>
          <p:spPr>
            <a:xfrm>
              <a:off x="5495150" y="234758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0" name="pt3499"/>
            <p:cNvSpPr/>
            <p:nvPr/>
          </p:nvSpPr>
          <p:spPr>
            <a:xfrm>
              <a:off x="5454980" y="221164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1" name="pt3500"/>
            <p:cNvSpPr/>
            <p:nvPr/>
          </p:nvSpPr>
          <p:spPr>
            <a:xfrm>
              <a:off x="5439362" y="267335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2" name="pt3501"/>
            <p:cNvSpPr/>
            <p:nvPr/>
          </p:nvSpPr>
          <p:spPr>
            <a:xfrm>
              <a:off x="5599920" y="226044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3" name="pt3502"/>
            <p:cNvSpPr/>
            <p:nvPr/>
          </p:nvSpPr>
          <p:spPr>
            <a:xfrm>
              <a:off x="5398038" y="221820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4" name="pt3503"/>
            <p:cNvSpPr/>
            <p:nvPr/>
          </p:nvSpPr>
          <p:spPr>
            <a:xfrm>
              <a:off x="5515653" y="243469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5" name="pt3504"/>
            <p:cNvSpPr/>
            <p:nvPr/>
          </p:nvSpPr>
          <p:spPr>
            <a:xfrm>
              <a:off x="5611283" y="262826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6" name="pt3505"/>
            <p:cNvSpPr/>
            <p:nvPr/>
          </p:nvSpPr>
          <p:spPr>
            <a:xfrm>
              <a:off x="5606440" y="261103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7" name="pt3506"/>
            <p:cNvSpPr/>
            <p:nvPr/>
          </p:nvSpPr>
          <p:spPr>
            <a:xfrm>
              <a:off x="5465536" y="239620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8" name="pt3507"/>
            <p:cNvSpPr/>
            <p:nvPr/>
          </p:nvSpPr>
          <p:spPr>
            <a:xfrm>
              <a:off x="5536056" y="223283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9" name="pt3508"/>
            <p:cNvSpPr/>
            <p:nvPr/>
          </p:nvSpPr>
          <p:spPr>
            <a:xfrm>
              <a:off x="5760032" y="247083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0" name="pt3509"/>
            <p:cNvSpPr/>
            <p:nvPr/>
          </p:nvSpPr>
          <p:spPr>
            <a:xfrm>
              <a:off x="5627607" y="2366494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1" name="pt3510"/>
            <p:cNvSpPr/>
            <p:nvPr/>
          </p:nvSpPr>
          <p:spPr>
            <a:xfrm>
              <a:off x="5650826" y="268085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2" name="pt3511"/>
            <p:cNvSpPr/>
            <p:nvPr/>
          </p:nvSpPr>
          <p:spPr>
            <a:xfrm>
              <a:off x="5617897" y="282368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3" name="pt3512"/>
            <p:cNvSpPr/>
            <p:nvPr/>
          </p:nvSpPr>
          <p:spPr>
            <a:xfrm>
              <a:off x="5587580" y="269421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4" name="pt3513"/>
            <p:cNvSpPr/>
            <p:nvPr/>
          </p:nvSpPr>
          <p:spPr>
            <a:xfrm>
              <a:off x="5507070" y="247622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5" name="pt3514"/>
            <p:cNvSpPr/>
            <p:nvPr/>
          </p:nvSpPr>
          <p:spPr>
            <a:xfrm>
              <a:off x="5695301" y="285277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6" name="pt3515"/>
            <p:cNvSpPr/>
            <p:nvPr/>
          </p:nvSpPr>
          <p:spPr>
            <a:xfrm>
              <a:off x="5457801" y="196534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7" name="pt3516"/>
            <p:cNvSpPr/>
            <p:nvPr/>
          </p:nvSpPr>
          <p:spPr>
            <a:xfrm>
              <a:off x="5604876" y="251071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8" name="pt3517"/>
            <p:cNvSpPr/>
            <p:nvPr/>
          </p:nvSpPr>
          <p:spPr>
            <a:xfrm>
              <a:off x="5445624" y="206285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9" name="pt3518"/>
            <p:cNvSpPr/>
            <p:nvPr/>
          </p:nvSpPr>
          <p:spPr>
            <a:xfrm>
              <a:off x="5515556" y="264209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0" name="pt3519"/>
            <p:cNvSpPr/>
            <p:nvPr/>
          </p:nvSpPr>
          <p:spPr>
            <a:xfrm>
              <a:off x="5568259" y="223981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1" name="pt3520"/>
            <p:cNvSpPr/>
            <p:nvPr/>
          </p:nvSpPr>
          <p:spPr>
            <a:xfrm>
              <a:off x="5536049" y="202371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2" name="pt3521"/>
            <p:cNvSpPr/>
            <p:nvPr/>
          </p:nvSpPr>
          <p:spPr>
            <a:xfrm>
              <a:off x="5388482" y="216661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3" name="pt3522"/>
            <p:cNvSpPr/>
            <p:nvPr/>
          </p:nvSpPr>
          <p:spPr>
            <a:xfrm>
              <a:off x="5479923" y="223774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4" name="pt3523"/>
            <p:cNvSpPr/>
            <p:nvPr/>
          </p:nvSpPr>
          <p:spPr>
            <a:xfrm>
              <a:off x="5536272" y="192035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5" name="pt3524"/>
            <p:cNvSpPr/>
            <p:nvPr/>
          </p:nvSpPr>
          <p:spPr>
            <a:xfrm>
              <a:off x="5497368" y="213211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6" name="pt3525"/>
            <p:cNvSpPr/>
            <p:nvPr/>
          </p:nvSpPr>
          <p:spPr>
            <a:xfrm>
              <a:off x="5549099" y="208078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7" name="pt3526"/>
            <p:cNvSpPr/>
            <p:nvPr/>
          </p:nvSpPr>
          <p:spPr>
            <a:xfrm>
              <a:off x="5649747" y="256875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8" name="pt3527"/>
            <p:cNvSpPr/>
            <p:nvPr/>
          </p:nvSpPr>
          <p:spPr>
            <a:xfrm>
              <a:off x="5527865" y="232836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9" name="pt3528"/>
            <p:cNvSpPr/>
            <p:nvPr/>
          </p:nvSpPr>
          <p:spPr>
            <a:xfrm>
              <a:off x="5455290" y="192442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0" name="pt3529"/>
            <p:cNvSpPr/>
            <p:nvPr/>
          </p:nvSpPr>
          <p:spPr>
            <a:xfrm>
              <a:off x="5589205" y="237488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1" name="pt3530"/>
            <p:cNvSpPr/>
            <p:nvPr/>
          </p:nvSpPr>
          <p:spPr>
            <a:xfrm>
              <a:off x="5510440" y="232984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2" name="pt3531"/>
            <p:cNvSpPr/>
            <p:nvPr/>
          </p:nvSpPr>
          <p:spPr>
            <a:xfrm>
              <a:off x="5683079" y="279383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3" name="pt3532"/>
            <p:cNvSpPr/>
            <p:nvPr/>
          </p:nvSpPr>
          <p:spPr>
            <a:xfrm>
              <a:off x="5552613" y="201694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4" name="pt3533"/>
            <p:cNvSpPr/>
            <p:nvPr/>
          </p:nvSpPr>
          <p:spPr>
            <a:xfrm>
              <a:off x="5514946" y="1884292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5" name="pt3534"/>
            <p:cNvSpPr/>
            <p:nvPr/>
          </p:nvSpPr>
          <p:spPr>
            <a:xfrm>
              <a:off x="5518417" y="202142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6" name="pt3535"/>
            <p:cNvSpPr/>
            <p:nvPr/>
          </p:nvSpPr>
          <p:spPr>
            <a:xfrm>
              <a:off x="5406749" y="214550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7" name="pt3536"/>
            <p:cNvSpPr/>
            <p:nvPr/>
          </p:nvSpPr>
          <p:spPr>
            <a:xfrm>
              <a:off x="5637472" y="210870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8" name="pt3537"/>
            <p:cNvSpPr/>
            <p:nvPr/>
          </p:nvSpPr>
          <p:spPr>
            <a:xfrm>
              <a:off x="5527112" y="213412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9" name="pt3538"/>
            <p:cNvSpPr/>
            <p:nvPr/>
          </p:nvSpPr>
          <p:spPr>
            <a:xfrm>
              <a:off x="5455759" y="183066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0" name="pt3539"/>
            <p:cNvSpPr/>
            <p:nvPr/>
          </p:nvSpPr>
          <p:spPr>
            <a:xfrm>
              <a:off x="5465373" y="248570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1" name="pt3540"/>
            <p:cNvSpPr/>
            <p:nvPr/>
          </p:nvSpPr>
          <p:spPr>
            <a:xfrm>
              <a:off x="5548028" y="224159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2" name="pt3541"/>
            <p:cNvSpPr/>
            <p:nvPr/>
          </p:nvSpPr>
          <p:spPr>
            <a:xfrm>
              <a:off x="5515364" y="204809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3" name="pt3542"/>
            <p:cNvSpPr/>
            <p:nvPr/>
          </p:nvSpPr>
          <p:spPr>
            <a:xfrm>
              <a:off x="5480087" y="2002090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4" name="pt3543"/>
            <p:cNvSpPr/>
            <p:nvPr/>
          </p:nvSpPr>
          <p:spPr>
            <a:xfrm>
              <a:off x="5334569" y="205165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5" name="pt3544"/>
            <p:cNvSpPr/>
            <p:nvPr/>
          </p:nvSpPr>
          <p:spPr>
            <a:xfrm>
              <a:off x="5546446" y="224651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6" name="pt3545"/>
            <p:cNvSpPr/>
            <p:nvPr/>
          </p:nvSpPr>
          <p:spPr>
            <a:xfrm>
              <a:off x="5458377" y="213606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7" name="pt3546"/>
            <p:cNvSpPr/>
            <p:nvPr/>
          </p:nvSpPr>
          <p:spPr>
            <a:xfrm>
              <a:off x="5492643" y="228699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8" name="pt3547"/>
            <p:cNvSpPr/>
            <p:nvPr/>
          </p:nvSpPr>
          <p:spPr>
            <a:xfrm>
              <a:off x="5344603" y="192188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9" name="pt3548"/>
            <p:cNvSpPr/>
            <p:nvPr/>
          </p:nvSpPr>
          <p:spPr>
            <a:xfrm>
              <a:off x="5371898" y="205906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0" name="pt3549"/>
            <p:cNvSpPr/>
            <p:nvPr/>
          </p:nvSpPr>
          <p:spPr>
            <a:xfrm>
              <a:off x="5511230" y="238008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1" name="pt3550"/>
            <p:cNvSpPr/>
            <p:nvPr/>
          </p:nvSpPr>
          <p:spPr>
            <a:xfrm>
              <a:off x="5451322" y="240522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2" name="pt3551"/>
            <p:cNvSpPr/>
            <p:nvPr/>
          </p:nvSpPr>
          <p:spPr>
            <a:xfrm>
              <a:off x="5425279" y="236267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3" name="pt3552"/>
            <p:cNvSpPr/>
            <p:nvPr/>
          </p:nvSpPr>
          <p:spPr>
            <a:xfrm>
              <a:off x="5436483" y="230495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4" name="pt3553"/>
            <p:cNvSpPr/>
            <p:nvPr/>
          </p:nvSpPr>
          <p:spPr>
            <a:xfrm>
              <a:off x="5541172" y="228835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5" name="pt3554"/>
            <p:cNvSpPr/>
            <p:nvPr/>
          </p:nvSpPr>
          <p:spPr>
            <a:xfrm>
              <a:off x="5498026" y="1728354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6" name="pt3555"/>
            <p:cNvSpPr/>
            <p:nvPr/>
          </p:nvSpPr>
          <p:spPr>
            <a:xfrm>
              <a:off x="5526368" y="219628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7" name="pt3556"/>
            <p:cNvSpPr/>
            <p:nvPr/>
          </p:nvSpPr>
          <p:spPr>
            <a:xfrm>
              <a:off x="5428710" y="197084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8" name="pt3557"/>
            <p:cNvSpPr/>
            <p:nvPr/>
          </p:nvSpPr>
          <p:spPr>
            <a:xfrm>
              <a:off x="5405302" y="221240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9" name="pt3558"/>
            <p:cNvSpPr/>
            <p:nvPr/>
          </p:nvSpPr>
          <p:spPr>
            <a:xfrm>
              <a:off x="5568281" y="233841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0" name="pt3559"/>
            <p:cNvSpPr/>
            <p:nvPr/>
          </p:nvSpPr>
          <p:spPr>
            <a:xfrm>
              <a:off x="5472793" y="201614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1" name="pt3560"/>
            <p:cNvSpPr/>
            <p:nvPr/>
          </p:nvSpPr>
          <p:spPr>
            <a:xfrm>
              <a:off x="5411629" y="213852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2" name="pt3561"/>
            <p:cNvSpPr/>
            <p:nvPr/>
          </p:nvSpPr>
          <p:spPr>
            <a:xfrm>
              <a:off x="5513246" y="1913412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3" name="pt3562"/>
            <p:cNvSpPr/>
            <p:nvPr/>
          </p:nvSpPr>
          <p:spPr>
            <a:xfrm>
              <a:off x="5559900" y="227074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4" name="pt3563"/>
            <p:cNvSpPr/>
            <p:nvPr/>
          </p:nvSpPr>
          <p:spPr>
            <a:xfrm>
              <a:off x="5563150" y="217197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5" name="pt3564"/>
            <p:cNvSpPr/>
            <p:nvPr/>
          </p:nvSpPr>
          <p:spPr>
            <a:xfrm>
              <a:off x="5657398" y="232380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6" name="pt3565"/>
            <p:cNvSpPr/>
            <p:nvPr/>
          </p:nvSpPr>
          <p:spPr>
            <a:xfrm>
              <a:off x="5515741" y="199956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7" name="pt3566"/>
            <p:cNvSpPr/>
            <p:nvPr/>
          </p:nvSpPr>
          <p:spPr>
            <a:xfrm>
              <a:off x="5425661" y="218107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8" name="pt3567"/>
            <p:cNvSpPr/>
            <p:nvPr/>
          </p:nvSpPr>
          <p:spPr>
            <a:xfrm>
              <a:off x="5428887" y="237495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9" name="pt3568"/>
            <p:cNvSpPr/>
            <p:nvPr/>
          </p:nvSpPr>
          <p:spPr>
            <a:xfrm>
              <a:off x="5480523" y="226978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0" name="pt3569"/>
            <p:cNvSpPr/>
            <p:nvPr/>
          </p:nvSpPr>
          <p:spPr>
            <a:xfrm>
              <a:off x="5443302" y="2070120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1" name="pt3570"/>
            <p:cNvSpPr/>
            <p:nvPr/>
          </p:nvSpPr>
          <p:spPr>
            <a:xfrm>
              <a:off x="5489390" y="213374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2" name="pt3571"/>
            <p:cNvSpPr/>
            <p:nvPr/>
          </p:nvSpPr>
          <p:spPr>
            <a:xfrm>
              <a:off x="5413013" y="209216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3" name="pt3572"/>
            <p:cNvSpPr/>
            <p:nvPr/>
          </p:nvSpPr>
          <p:spPr>
            <a:xfrm>
              <a:off x="5413168" y="200787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4" name="pt3573"/>
            <p:cNvSpPr/>
            <p:nvPr/>
          </p:nvSpPr>
          <p:spPr>
            <a:xfrm>
              <a:off x="5744285" y="276868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5" name="pt3574"/>
            <p:cNvSpPr/>
            <p:nvPr/>
          </p:nvSpPr>
          <p:spPr>
            <a:xfrm>
              <a:off x="5413718" y="201947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6" name="pt3575"/>
            <p:cNvSpPr/>
            <p:nvPr/>
          </p:nvSpPr>
          <p:spPr>
            <a:xfrm>
              <a:off x="5744739" y="246281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7" name="pt3576"/>
            <p:cNvSpPr/>
            <p:nvPr/>
          </p:nvSpPr>
          <p:spPr>
            <a:xfrm>
              <a:off x="5549639" y="202994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8" name="pt3577"/>
            <p:cNvSpPr/>
            <p:nvPr/>
          </p:nvSpPr>
          <p:spPr>
            <a:xfrm>
              <a:off x="5532366" y="190507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9" name="pt3578"/>
            <p:cNvSpPr/>
            <p:nvPr/>
          </p:nvSpPr>
          <p:spPr>
            <a:xfrm>
              <a:off x="5499681" y="219428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0" name="pt3579"/>
            <p:cNvSpPr/>
            <p:nvPr/>
          </p:nvSpPr>
          <p:spPr>
            <a:xfrm>
              <a:off x="5474553" y="186052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1" name="pt3580"/>
            <p:cNvSpPr/>
            <p:nvPr/>
          </p:nvSpPr>
          <p:spPr>
            <a:xfrm>
              <a:off x="5428007" y="2238550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2" name="pt3581"/>
            <p:cNvSpPr/>
            <p:nvPr/>
          </p:nvSpPr>
          <p:spPr>
            <a:xfrm>
              <a:off x="5458358" y="212054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3" name="pt3582"/>
            <p:cNvSpPr/>
            <p:nvPr/>
          </p:nvSpPr>
          <p:spPr>
            <a:xfrm>
              <a:off x="5664126" y="234767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4" name="pt3583"/>
            <p:cNvSpPr/>
            <p:nvPr/>
          </p:nvSpPr>
          <p:spPr>
            <a:xfrm>
              <a:off x="5508377" y="213748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5" name="pt3584"/>
            <p:cNvSpPr/>
            <p:nvPr/>
          </p:nvSpPr>
          <p:spPr>
            <a:xfrm>
              <a:off x="5534904" y="236833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6" name="pt3585"/>
            <p:cNvSpPr/>
            <p:nvPr/>
          </p:nvSpPr>
          <p:spPr>
            <a:xfrm>
              <a:off x="5543309" y="235454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7" name="pt3586"/>
            <p:cNvSpPr/>
            <p:nvPr/>
          </p:nvSpPr>
          <p:spPr>
            <a:xfrm>
              <a:off x="5706482" y="252054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8" name="pt3587"/>
            <p:cNvSpPr/>
            <p:nvPr/>
          </p:nvSpPr>
          <p:spPr>
            <a:xfrm>
              <a:off x="5525493" y="226733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9" name="pt3588"/>
            <p:cNvSpPr/>
            <p:nvPr/>
          </p:nvSpPr>
          <p:spPr>
            <a:xfrm>
              <a:off x="5468024" y="181586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0" name="pt3589"/>
            <p:cNvSpPr/>
            <p:nvPr/>
          </p:nvSpPr>
          <p:spPr>
            <a:xfrm>
              <a:off x="5600875" y="211505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1" name="pt3590"/>
            <p:cNvSpPr/>
            <p:nvPr/>
          </p:nvSpPr>
          <p:spPr>
            <a:xfrm>
              <a:off x="5444411" y="186131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2" name="pt3591"/>
            <p:cNvSpPr/>
            <p:nvPr/>
          </p:nvSpPr>
          <p:spPr>
            <a:xfrm>
              <a:off x="5682556" y="208593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3" name="pt3592"/>
            <p:cNvSpPr/>
            <p:nvPr/>
          </p:nvSpPr>
          <p:spPr>
            <a:xfrm>
              <a:off x="5627993" y="209025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4" name="pt3593"/>
            <p:cNvSpPr/>
            <p:nvPr/>
          </p:nvSpPr>
          <p:spPr>
            <a:xfrm>
              <a:off x="5584481" y="215114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5" name="pt3594"/>
            <p:cNvSpPr/>
            <p:nvPr/>
          </p:nvSpPr>
          <p:spPr>
            <a:xfrm>
              <a:off x="5657601" y="212563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6" name="pt3595"/>
            <p:cNvSpPr/>
            <p:nvPr/>
          </p:nvSpPr>
          <p:spPr>
            <a:xfrm>
              <a:off x="5481530" y="220822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7" name="pt3596"/>
            <p:cNvSpPr/>
            <p:nvPr/>
          </p:nvSpPr>
          <p:spPr>
            <a:xfrm>
              <a:off x="5526145" y="210342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8" name="pt3597"/>
            <p:cNvSpPr/>
            <p:nvPr/>
          </p:nvSpPr>
          <p:spPr>
            <a:xfrm>
              <a:off x="5599361" y="216447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9" name="pt3598"/>
            <p:cNvSpPr/>
            <p:nvPr/>
          </p:nvSpPr>
          <p:spPr>
            <a:xfrm>
              <a:off x="5626604" y="265829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0" name="pt3599"/>
            <p:cNvSpPr/>
            <p:nvPr/>
          </p:nvSpPr>
          <p:spPr>
            <a:xfrm>
              <a:off x="5517443" y="240707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1" name="pt3600"/>
            <p:cNvSpPr/>
            <p:nvPr/>
          </p:nvSpPr>
          <p:spPr>
            <a:xfrm>
              <a:off x="5620946" y="243364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2" name="pt3601"/>
            <p:cNvSpPr/>
            <p:nvPr/>
          </p:nvSpPr>
          <p:spPr>
            <a:xfrm>
              <a:off x="5560845" y="208852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3" name="pt3602"/>
            <p:cNvSpPr/>
            <p:nvPr/>
          </p:nvSpPr>
          <p:spPr>
            <a:xfrm>
              <a:off x="5536664" y="242053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4" name="pt3603"/>
            <p:cNvSpPr/>
            <p:nvPr/>
          </p:nvSpPr>
          <p:spPr>
            <a:xfrm>
              <a:off x="5498603" y="212730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5" name="pt3604"/>
            <p:cNvSpPr/>
            <p:nvPr/>
          </p:nvSpPr>
          <p:spPr>
            <a:xfrm>
              <a:off x="5401947" y="199780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6" name="pt3605"/>
            <p:cNvSpPr/>
            <p:nvPr/>
          </p:nvSpPr>
          <p:spPr>
            <a:xfrm>
              <a:off x="5600558" y="247283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7" name="pt3606"/>
            <p:cNvSpPr/>
            <p:nvPr/>
          </p:nvSpPr>
          <p:spPr>
            <a:xfrm>
              <a:off x="4883458" y="244819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8" name="pt3607"/>
            <p:cNvSpPr/>
            <p:nvPr/>
          </p:nvSpPr>
          <p:spPr>
            <a:xfrm>
              <a:off x="5517794" y="242090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9" name="pt3608"/>
            <p:cNvSpPr/>
            <p:nvPr/>
          </p:nvSpPr>
          <p:spPr>
            <a:xfrm>
              <a:off x="5377972" y="220124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0" name="pt3609"/>
            <p:cNvSpPr/>
            <p:nvPr/>
          </p:nvSpPr>
          <p:spPr>
            <a:xfrm>
              <a:off x="5484215" y="200647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1" name="pt3610"/>
            <p:cNvSpPr/>
            <p:nvPr/>
          </p:nvSpPr>
          <p:spPr>
            <a:xfrm>
              <a:off x="5534486" y="215293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2" name="pt3611"/>
            <p:cNvSpPr/>
            <p:nvPr/>
          </p:nvSpPr>
          <p:spPr>
            <a:xfrm>
              <a:off x="5351525" y="203695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3" name="pt3612"/>
            <p:cNvSpPr/>
            <p:nvPr/>
          </p:nvSpPr>
          <p:spPr>
            <a:xfrm>
              <a:off x="5435552" y="220324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4" name="pt3613"/>
            <p:cNvSpPr/>
            <p:nvPr/>
          </p:nvSpPr>
          <p:spPr>
            <a:xfrm>
              <a:off x="5525459" y="224920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5" name="pt3614"/>
            <p:cNvSpPr/>
            <p:nvPr/>
          </p:nvSpPr>
          <p:spPr>
            <a:xfrm>
              <a:off x="5491377" y="167038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6" name="pt3615"/>
            <p:cNvSpPr/>
            <p:nvPr/>
          </p:nvSpPr>
          <p:spPr>
            <a:xfrm>
              <a:off x="5619516" y="209266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7" name="pt3616"/>
            <p:cNvSpPr/>
            <p:nvPr/>
          </p:nvSpPr>
          <p:spPr>
            <a:xfrm>
              <a:off x="5807756" y="164762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8" name="pt3617"/>
            <p:cNvSpPr/>
            <p:nvPr/>
          </p:nvSpPr>
          <p:spPr>
            <a:xfrm>
              <a:off x="5536456" y="148027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9" name="pt3618"/>
            <p:cNvSpPr/>
            <p:nvPr/>
          </p:nvSpPr>
          <p:spPr>
            <a:xfrm>
              <a:off x="5310592" y="261237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0" name="pt3619"/>
            <p:cNvSpPr/>
            <p:nvPr/>
          </p:nvSpPr>
          <p:spPr>
            <a:xfrm>
              <a:off x="5404827" y="182695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1" name="pt3620"/>
            <p:cNvSpPr/>
            <p:nvPr/>
          </p:nvSpPr>
          <p:spPr>
            <a:xfrm>
              <a:off x="5604457" y="232663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2" name="pt3621"/>
            <p:cNvSpPr/>
            <p:nvPr/>
          </p:nvSpPr>
          <p:spPr>
            <a:xfrm>
              <a:off x="5454198" y="234517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3" name="pt3622"/>
            <p:cNvSpPr/>
            <p:nvPr/>
          </p:nvSpPr>
          <p:spPr>
            <a:xfrm>
              <a:off x="5560107" y="229749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4" name="pt3623"/>
            <p:cNvSpPr/>
            <p:nvPr/>
          </p:nvSpPr>
          <p:spPr>
            <a:xfrm>
              <a:off x="5609624" y="224327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5" name="pt3624"/>
            <p:cNvSpPr/>
            <p:nvPr/>
          </p:nvSpPr>
          <p:spPr>
            <a:xfrm>
              <a:off x="5538872" y="208585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6" name="pt3625"/>
            <p:cNvSpPr/>
            <p:nvPr/>
          </p:nvSpPr>
          <p:spPr>
            <a:xfrm>
              <a:off x="5495789" y="219921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7" name="pt3626"/>
            <p:cNvSpPr/>
            <p:nvPr/>
          </p:nvSpPr>
          <p:spPr>
            <a:xfrm>
              <a:off x="5546948" y="262042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8" name="pt3627"/>
            <p:cNvSpPr/>
            <p:nvPr/>
          </p:nvSpPr>
          <p:spPr>
            <a:xfrm>
              <a:off x="5626421" y="242659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9" name="pt3628"/>
            <p:cNvSpPr/>
            <p:nvPr/>
          </p:nvSpPr>
          <p:spPr>
            <a:xfrm>
              <a:off x="5531457" y="228190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0" name="pt3629"/>
            <p:cNvSpPr/>
            <p:nvPr/>
          </p:nvSpPr>
          <p:spPr>
            <a:xfrm>
              <a:off x="5742573" y="251572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1" name="pt3630"/>
            <p:cNvSpPr/>
            <p:nvPr/>
          </p:nvSpPr>
          <p:spPr>
            <a:xfrm>
              <a:off x="5550253" y="190288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2" name="pt3631"/>
            <p:cNvSpPr/>
            <p:nvPr/>
          </p:nvSpPr>
          <p:spPr>
            <a:xfrm>
              <a:off x="5409582" y="224501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3" name="pt3632"/>
            <p:cNvSpPr/>
            <p:nvPr/>
          </p:nvSpPr>
          <p:spPr>
            <a:xfrm>
              <a:off x="5673583" y="228369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4" name="pt3633"/>
            <p:cNvSpPr/>
            <p:nvPr/>
          </p:nvSpPr>
          <p:spPr>
            <a:xfrm>
              <a:off x="5482197" y="210991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5" name="pt3634"/>
            <p:cNvSpPr/>
            <p:nvPr/>
          </p:nvSpPr>
          <p:spPr>
            <a:xfrm>
              <a:off x="5658631" y="226099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6" name="pt3635"/>
            <p:cNvSpPr/>
            <p:nvPr/>
          </p:nvSpPr>
          <p:spPr>
            <a:xfrm>
              <a:off x="5742732" y="259430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7" name="pt3636"/>
            <p:cNvSpPr/>
            <p:nvPr/>
          </p:nvSpPr>
          <p:spPr>
            <a:xfrm>
              <a:off x="5788351" y="164041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8" name="pt3637"/>
            <p:cNvSpPr/>
            <p:nvPr/>
          </p:nvSpPr>
          <p:spPr>
            <a:xfrm>
              <a:off x="5534707" y="233453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9" name="pt3638"/>
            <p:cNvSpPr/>
            <p:nvPr/>
          </p:nvSpPr>
          <p:spPr>
            <a:xfrm>
              <a:off x="5456118" y="178579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0" name="pt3639"/>
            <p:cNvSpPr/>
            <p:nvPr/>
          </p:nvSpPr>
          <p:spPr>
            <a:xfrm>
              <a:off x="5486295" y="244981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1" name="pt3640"/>
            <p:cNvSpPr/>
            <p:nvPr/>
          </p:nvSpPr>
          <p:spPr>
            <a:xfrm>
              <a:off x="5569358" y="234564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2" name="pt3641"/>
            <p:cNvSpPr/>
            <p:nvPr/>
          </p:nvSpPr>
          <p:spPr>
            <a:xfrm>
              <a:off x="5270925" y="212909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3" name="pt3642"/>
            <p:cNvSpPr/>
            <p:nvPr/>
          </p:nvSpPr>
          <p:spPr>
            <a:xfrm>
              <a:off x="5449891" y="242072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4" name="pt3643"/>
            <p:cNvSpPr/>
            <p:nvPr/>
          </p:nvSpPr>
          <p:spPr>
            <a:xfrm>
              <a:off x="5744227" y="174142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5" name="pt3644"/>
            <p:cNvSpPr/>
            <p:nvPr/>
          </p:nvSpPr>
          <p:spPr>
            <a:xfrm>
              <a:off x="5305408" y="223269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6" name="pt3645"/>
            <p:cNvSpPr/>
            <p:nvPr/>
          </p:nvSpPr>
          <p:spPr>
            <a:xfrm>
              <a:off x="5603421" y="199735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7" name="pt3646"/>
            <p:cNvSpPr/>
            <p:nvPr/>
          </p:nvSpPr>
          <p:spPr>
            <a:xfrm>
              <a:off x="5469193" y="215036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8" name="pt3647"/>
            <p:cNvSpPr/>
            <p:nvPr/>
          </p:nvSpPr>
          <p:spPr>
            <a:xfrm>
              <a:off x="5441320" y="192691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9" name="pt3648"/>
            <p:cNvSpPr/>
            <p:nvPr/>
          </p:nvSpPr>
          <p:spPr>
            <a:xfrm>
              <a:off x="5598721" y="197057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0" name="pt3649"/>
            <p:cNvSpPr/>
            <p:nvPr/>
          </p:nvSpPr>
          <p:spPr>
            <a:xfrm>
              <a:off x="5720881" y="199683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1" name="pt3650"/>
            <p:cNvSpPr/>
            <p:nvPr/>
          </p:nvSpPr>
          <p:spPr>
            <a:xfrm>
              <a:off x="5426090" y="218124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2" name="pt3651"/>
            <p:cNvSpPr/>
            <p:nvPr/>
          </p:nvSpPr>
          <p:spPr>
            <a:xfrm>
              <a:off x="5557443" y="244659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3" name="pt3652"/>
            <p:cNvSpPr/>
            <p:nvPr/>
          </p:nvSpPr>
          <p:spPr>
            <a:xfrm>
              <a:off x="5399601" y="247997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4" name="pt3653"/>
            <p:cNvSpPr/>
            <p:nvPr/>
          </p:nvSpPr>
          <p:spPr>
            <a:xfrm>
              <a:off x="5293851" y="215102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5" name="pt3654"/>
            <p:cNvSpPr/>
            <p:nvPr/>
          </p:nvSpPr>
          <p:spPr>
            <a:xfrm>
              <a:off x="5488958" y="250840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6" name="pt3655"/>
            <p:cNvSpPr/>
            <p:nvPr/>
          </p:nvSpPr>
          <p:spPr>
            <a:xfrm>
              <a:off x="5073097" y="222839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7" name="pt3656"/>
            <p:cNvSpPr/>
            <p:nvPr/>
          </p:nvSpPr>
          <p:spPr>
            <a:xfrm>
              <a:off x="5414124" y="261361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8" name="pt3657"/>
            <p:cNvSpPr/>
            <p:nvPr/>
          </p:nvSpPr>
          <p:spPr>
            <a:xfrm>
              <a:off x="5306754" y="227927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9" name="pt3658"/>
            <p:cNvSpPr/>
            <p:nvPr/>
          </p:nvSpPr>
          <p:spPr>
            <a:xfrm>
              <a:off x="5410222" y="222581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0" name="pt3659"/>
            <p:cNvSpPr/>
            <p:nvPr/>
          </p:nvSpPr>
          <p:spPr>
            <a:xfrm>
              <a:off x="6703234" y="222591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1" name="pt3660"/>
            <p:cNvSpPr/>
            <p:nvPr/>
          </p:nvSpPr>
          <p:spPr>
            <a:xfrm>
              <a:off x="5460072" y="216187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2" name="pt3661"/>
            <p:cNvSpPr/>
            <p:nvPr/>
          </p:nvSpPr>
          <p:spPr>
            <a:xfrm>
              <a:off x="5450263" y="225114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3" name="pt3662"/>
            <p:cNvSpPr/>
            <p:nvPr/>
          </p:nvSpPr>
          <p:spPr>
            <a:xfrm>
              <a:off x="5407197" y="226593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4" name="pt3663"/>
            <p:cNvSpPr/>
            <p:nvPr/>
          </p:nvSpPr>
          <p:spPr>
            <a:xfrm>
              <a:off x="5622867" y="167430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5" name="pt3664"/>
            <p:cNvSpPr/>
            <p:nvPr/>
          </p:nvSpPr>
          <p:spPr>
            <a:xfrm>
              <a:off x="5566850" y="250434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6" name="pt3665"/>
            <p:cNvSpPr/>
            <p:nvPr/>
          </p:nvSpPr>
          <p:spPr>
            <a:xfrm>
              <a:off x="5338080" y="170178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7" name="pt3666"/>
            <p:cNvSpPr/>
            <p:nvPr/>
          </p:nvSpPr>
          <p:spPr>
            <a:xfrm>
              <a:off x="5536086" y="244589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8" name="pt3667"/>
            <p:cNvSpPr/>
            <p:nvPr/>
          </p:nvSpPr>
          <p:spPr>
            <a:xfrm>
              <a:off x="5652330" y="197325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9" name="pt3668"/>
            <p:cNvSpPr/>
            <p:nvPr/>
          </p:nvSpPr>
          <p:spPr>
            <a:xfrm>
              <a:off x="5489721" y="200868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0" name="pt3669"/>
            <p:cNvSpPr/>
            <p:nvPr/>
          </p:nvSpPr>
          <p:spPr>
            <a:xfrm>
              <a:off x="5692770" y="195659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1" name="pt3670"/>
            <p:cNvSpPr/>
            <p:nvPr/>
          </p:nvSpPr>
          <p:spPr>
            <a:xfrm>
              <a:off x="5390748" y="197516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2" name="pt3671"/>
            <p:cNvSpPr/>
            <p:nvPr/>
          </p:nvSpPr>
          <p:spPr>
            <a:xfrm>
              <a:off x="5695492" y="255083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3" name="pt3672"/>
            <p:cNvSpPr/>
            <p:nvPr/>
          </p:nvSpPr>
          <p:spPr>
            <a:xfrm>
              <a:off x="5521369" y="170259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4" name="pt3673"/>
            <p:cNvSpPr/>
            <p:nvPr/>
          </p:nvSpPr>
          <p:spPr>
            <a:xfrm>
              <a:off x="5660783" y="208248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5" name="pt3674"/>
            <p:cNvSpPr/>
            <p:nvPr/>
          </p:nvSpPr>
          <p:spPr>
            <a:xfrm>
              <a:off x="5528185" y="248085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6" name="pt3675"/>
            <p:cNvSpPr/>
            <p:nvPr/>
          </p:nvSpPr>
          <p:spPr>
            <a:xfrm>
              <a:off x="5520587" y="230619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7" name="pt3676"/>
            <p:cNvSpPr/>
            <p:nvPr/>
          </p:nvSpPr>
          <p:spPr>
            <a:xfrm>
              <a:off x="5685155" y="173532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8" name="pt3677"/>
            <p:cNvSpPr/>
            <p:nvPr/>
          </p:nvSpPr>
          <p:spPr>
            <a:xfrm>
              <a:off x="5281952" y="230868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9" name="pt3678"/>
            <p:cNvSpPr/>
            <p:nvPr/>
          </p:nvSpPr>
          <p:spPr>
            <a:xfrm>
              <a:off x="5470195" y="213209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0" name="pt3679"/>
            <p:cNvSpPr/>
            <p:nvPr/>
          </p:nvSpPr>
          <p:spPr>
            <a:xfrm>
              <a:off x="5354251" y="215846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1" name="pt3680"/>
            <p:cNvSpPr/>
            <p:nvPr/>
          </p:nvSpPr>
          <p:spPr>
            <a:xfrm>
              <a:off x="5477492" y="204437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2" name="pt3681"/>
            <p:cNvSpPr/>
            <p:nvPr/>
          </p:nvSpPr>
          <p:spPr>
            <a:xfrm>
              <a:off x="5464198" y="268724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3" name="pt3682"/>
            <p:cNvSpPr/>
            <p:nvPr/>
          </p:nvSpPr>
          <p:spPr>
            <a:xfrm>
              <a:off x="5343893" y="276743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4" name="pt3683"/>
            <p:cNvSpPr/>
            <p:nvPr/>
          </p:nvSpPr>
          <p:spPr>
            <a:xfrm>
              <a:off x="5602783" y="229745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5" name="pt3684"/>
            <p:cNvSpPr/>
            <p:nvPr/>
          </p:nvSpPr>
          <p:spPr>
            <a:xfrm>
              <a:off x="5456778" y="237465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6" name="pt3685"/>
            <p:cNvSpPr/>
            <p:nvPr/>
          </p:nvSpPr>
          <p:spPr>
            <a:xfrm>
              <a:off x="5345711" y="232046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7" name="pt3686"/>
            <p:cNvSpPr/>
            <p:nvPr/>
          </p:nvSpPr>
          <p:spPr>
            <a:xfrm>
              <a:off x="5428753" y="261284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8" name="pt3687"/>
            <p:cNvSpPr/>
            <p:nvPr/>
          </p:nvSpPr>
          <p:spPr>
            <a:xfrm>
              <a:off x="5789122" y="205476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9" name="pt3688"/>
            <p:cNvSpPr/>
            <p:nvPr/>
          </p:nvSpPr>
          <p:spPr>
            <a:xfrm>
              <a:off x="5594046" y="236394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0" name="pt3689"/>
            <p:cNvSpPr/>
            <p:nvPr/>
          </p:nvSpPr>
          <p:spPr>
            <a:xfrm>
              <a:off x="5349502" y="249203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1" name="pt3690"/>
            <p:cNvSpPr/>
            <p:nvPr/>
          </p:nvSpPr>
          <p:spPr>
            <a:xfrm>
              <a:off x="5552074" y="212279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2" name="pt3691"/>
            <p:cNvSpPr/>
            <p:nvPr/>
          </p:nvSpPr>
          <p:spPr>
            <a:xfrm>
              <a:off x="5451235" y="242362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3" name="pt3692"/>
            <p:cNvSpPr/>
            <p:nvPr/>
          </p:nvSpPr>
          <p:spPr>
            <a:xfrm>
              <a:off x="5589156" y="175698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4" name="pt3693"/>
            <p:cNvSpPr/>
            <p:nvPr/>
          </p:nvSpPr>
          <p:spPr>
            <a:xfrm>
              <a:off x="5496839" y="232617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5" name="pt3694"/>
            <p:cNvSpPr/>
            <p:nvPr/>
          </p:nvSpPr>
          <p:spPr>
            <a:xfrm>
              <a:off x="5408443" y="235292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6" name="pt3695"/>
            <p:cNvSpPr/>
            <p:nvPr/>
          </p:nvSpPr>
          <p:spPr>
            <a:xfrm>
              <a:off x="5444659" y="228992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7" name="pt3696"/>
            <p:cNvSpPr/>
            <p:nvPr/>
          </p:nvSpPr>
          <p:spPr>
            <a:xfrm>
              <a:off x="5496757" y="206561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8" name="pt3697"/>
            <p:cNvSpPr/>
            <p:nvPr/>
          </p:nvSpPr>
          <p:spPr>
            <a:xfrm>
              <a:off x="5469959" y="217121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9" name="pt3698"/>
            <p:cNvSpPr/>
            <p:nvPr/>
          </p:nvSpPr>
          <p:spPr>
            <a:xfrm>
              <a:off x="5486628" y="222033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0" name="pt3699"/>
            <p:cNvSpPr/>
            <p:nvPr/>
          </p:nvSpPr>
          <p:spPr>
            <a:xfrm>
              <a:off x="5635874" y="251060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1" name="pt3700"/>
            <p:cNvSpPr/>
            <p:nvPr/>
          </p:nvSpPr>
          <p:spPr>
            <a:xfrm>
              <a:off x="5492600" y="215256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2" name="pt3701"/>
            <p:cNvSpPr/>
            <p:nvPr/>
          </p:nvSpPr>
          <p:spPr>
            <a:xfrm>
              <a:off x="5411712" y="237654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3" name="pt3702"/>
            <p:cNvSpPr/>
            <p:nvPr/>
          </p:nvSpPr>
          <p:spPr>
            <a:xfrm>
              <a:off x="5461899" y="214699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4" name="pt3703"/>
            <p:cNvSpPr/>
            <p:nvPr/>
          </p:nvSpPr>
          <p:spPr>
            <a:xfrm>
              <a:off x="5579408" y="198255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5" name="pt3704"/>
            <p:cNvSpPr/>
            <p:nvPr/>
          </p:nvSpPr>
          <p:spPr>
            <a:xfrm>
              <a:off x="5157755" y="185288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6" name="pt3705"/>
            <p:cNvSpPr/>
            <p:nvPr/>
          </p:nvSpPr>
          <p:spPr>
            <a:xfrm>
              <a:off x="5532921" y="196821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7" name="pt3706"/>
            <p:cNvSpPr/>
            <p:nvPr/>
          </p:nvSpPr>
          <p:spPr>
            <a:xfrm>
              <a:off x="5513451" y="208238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8" name="pt3707"/>
            <p:cNvSpPr/>
            <p:nvPr/>
          </p:nvSpPr>
          <p:spPr>
            <a:xfrm>
              <a:off x="5553827" y="190577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9" name="pt3708"/>
            <p:cNvSpPr/>
            <p:nvPr/>
          </p:nvSpPr>
          <p:spPr>
            <a:xfrm>
              <a:off x="5652677" y="198583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0" name="pt3709"/>
            <p:cNvSpPr/>
            <p:nvPr/>
          </p:nvSpPr>
          <p:spPr>
            <a:xfrm>
              <a:off x="5685673" y="222461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1" name="pt3710"/>
            <p:cNvSpPr/>
            <p:nvPr/>
          </p:nvSpPr>
          <p:spPr>
            <a:xfrm>
              <a:off x="5554706" y="218302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2" name="pt3711"/>
            <p:cNvSpPr/>
            <p:nvPr/>
          </p:nvSpPr>
          <p:spPr>
            <a:xfrm>
              <a:off x="5509692" y="247717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3" name="pt3712"/>
            <p:cNvSpPr/>
            <p:nvPr/>
          </p:nvSpPr>
          <p:spPr>
            <a:xfrm>
              <a:off x="5634524" y="249566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4" name="pt3713"/>
            <p:cNvSpPr/>
            <p:nvPr/>
          </p:nvSpPr>
          <p:spPr>
            <a:xfrm>
              <a:off x="5746343" y="165835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5" name="pt3714"/>
            <p:cNvSpPr/>
            <p:nvPr/>
          </p:nvSpPr>
          <p:spPr>
            <a:xfrm>
              <a:off x="5472866" y="222812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6" name="pt3715"/>
            <p:cNvSpPr/>
            <p:nvPr/>
          </p:nvSpPr>
          <p:spPr>
            <a:xfrm>
              <a:off x="5451040" y="230309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7" name="pt3716"/>
            <p:cNvSpPr/>
            <p:nvPr/>
          </p:nvSpPr>
          <p:spPr>
            <a:xfrm>
              <a:off x="5584428" y="234245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8" name="pt3717"/>
            <p:cNvSpPr/>
            <p:nvPr/>
          </p:nvSpPr>
          <p:spPr>
            <a:xfrm>
              <a:off x="5423131" y="232669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9" name="pt3718"/>
            <p:cNvSpPr/>
            <p:nvPr/>
          </p:nvSpPr>
          <p:spPr>
            <a:xfrm>
              <a:off x="5478416" y="235847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0" name="pt3719"/>
            <p:cNvSpPr/>
            <p:nvPr/>
          </p:nvSpPr>
          <p:spPr>
            <a:xfrm>
              <a:off x="5505724" y="229075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1" name="pt3720"/>
            <p:cNvSpPr/>
            <p:nvPr/>
          </p:nvSpPr>
          <p:spPr>
            <a:xfrm>
              <a:off x="5718111" y="261923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2" name="pt3721"/>
            <p:cNvSpPr/>
            <p:nvPr/>
          </p:nvSpPr>
          <p:spPr>
            <a:xfrm>
              <a:off x="5510600" y="215734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3" name="pt3722"/>
            <p:cNvSpPr/>
            <p:nvPr/>
          </p:nvSpPr>
          <p:spPr>
            <a:xfrm>
              <a:off x="5466257" y="212998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4" name="pt3723"/>
            <p:cNvSpPr/>
            <p:nvPr/>
          </p:nvSpPr>
          <p:spPr>
            <a:xfrm>
              <a:off x="5071416" y="243086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5" name="pt3724"/>
            <p:cNvSpPr/>
            <p:nvPr/>
          </p:nvSpPr>
          <p:spPr>
            <a:xfrm>
              <a:off x="5548418" y="200086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6" name="pt3725"/>
            <p:cNvSpPr/>
            <p:nvPr/>
          </p:nvSpPr>
          <p:spPr>
            <a:xfrm>
              <a:off x="5433565" y="195547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7" name="pt3726"/>
            <p:cNvSpPr/>
            <p:nvPr/>
          </p:nvSpPr>
          <p:spPr>
            <a:xfrm>
              <a:off x="5623772" y="239830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8" name="pt3727"/>
            <p:cNvSpPr/>
            <p:nvPr/>
          </p:nvSpPr>
          <p:spPr>
            <a:xfrm>
              <a:off x="5717940" y="237423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9" name="pt3728"/>
            <p:cNvSpPr/>
            <p:nvPr/>
          </p:nvSpPr>
          <p:spPr>
            <a:xfrm>
              <a:off x="5756436" y="192229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0" name="pt3729"/>
            <p:cNvSpPr/>
            <p:nvPr/>
          </p:nvSpPr>
          <p:spPr>
            <a:xfrm>
              <a:off x="5796168" y="229337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1" name="pt3730"/>
            <p:cNvSpPr/>
            <p:nvPr/>
          </p:nvSpPr>
          <p:spPr>
            <a:xfrm>
              <a:off x="5762813" y="161484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2" name="pt3731"/>
            <p:cNvSpPr/>
            <p:nvPr/>
          </p:nvSpPr>
          <p:spPr>
            <a:xfrm>
              <a:off x="5450803" y="249226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3" name="pt3732"/>
            <p:cNvSpPr/>
            <p:nvPr/>
          </p:nvSpPr>
          <p:spPr>
            <a:xfrm>
              <a:off x="5435095" y="245225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4" name="pt3733"/>
            <p:cNvSpPr/>
            <p:nvPr/>
          </p:nvSpPr>
          <p:spPr>
            <a:xfrm>
              <a:off x="5421235" y="193431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5" name="pt3734"/>
            <p:cNvSpPr/>
            <p:nvPr/>
          </p:nvSpPr>
          <p:spPr>
            <a:xfrm>
              <a:off x="5637533" y="153167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6" name="pt3735"/>
            <p:cNvSpPr/>
            <p:nvPr/>
          </p:nvSpPr>
          <p:spPr>
            <a:xfrm>
              <a:off x="5532854" y="221642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7" name="pt3736"/>
            <p:cNvSpPr/>
            <p:nvPr/>
          </p:nvSpPr>
          <p:spPr>
            <a:xfrm>
              <a:off x="5533901" y="218054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8" name="pt3737"/>
            <p:cNvSpPr/>
            <p:nvPr/>
          </p:nvSpPr>
          <p:spPr>
            <a:xfrm>
              <a:off x="5473552" y="237891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9" name="pt3738"/>
            <p:cNvSpPr/>
            <p:nvPr/>
          </p:nvSpPr>
          <p:spPr>
            <a:xfrm>
              <a:off x="5566430" y="227275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0" name="pt3739"/>
            <p:cNvSpPr/>
            <p:nvPr/>
          </p:nvSpPr>
          <p:spPr>
            <a:xfrm>
              <a:off x="5465227" y="274880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1" name="pt3740"/>
            <p:cNvSpPr/>
            <p:nvPr/>
          </p:nvSpPr>
          <p:spPr>
            <a:xfrm>
              <a:off x="5521580" y="231968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2" name="pt3741"/>
            <p:cNvSpPr/>
            <p:nvPr/>
          </p:nvSpPr>
          <p:spPr>
            <a:xfrm>
              <a:off x="5489133" y="217865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3" name="pt3742"/>
            <p:cNvSpPr/>
            <p:nvPr/>
          </p:nvSpPr>
          <p:spPr>
            <a:xfrm>
              <a:off x="5439970" y="264706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4" name="pt3743"/>
            <p:cNvSpPr/>
            <p:nvPr/>
          </p:nvSpPr>
          <p:spPr>
            <a:xfrm>
              <a:off x="5709214" y="192487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5" name="pt3744"/>
            <p:cNvSpPr/>
            <p:nvPr/>
          </p:nvSpPr>
          <p:spPr>
            <a:xfrm>
              <a:off x="5546812" y="231675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6" name="pt3745"/>
            <p:cNvSpPr/>
            <p:nvPr/>
          </p:nvSpPr>
          <p:spPr>
            <a:xfrm>
              <a:off x="5447924" y="215058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7" name="pt3746"/>
            <p:cNvSpPr/>
            <p:nvPr/>
          </p:nvSpPr>
          <p:spPr>
            <a:xfrm>
              <a:off x="5434635" y="188899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8" name="pt3747"/>
            <p:cNvSpPr/>
            <p:nvPr/>
          </p:nvSpPr>
          <p:spPr>
            <a:xfrm>
              <a:off x="5474275" y="193027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9" name="pt3748"/>
            <p:cNvSpPr/>
            <p:nvPr/>
          </p:nvSpPr>
          <p:spPr>
            <a:xfrm>
              <a:off x="5457107" y="215599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0" name="pt3749"/>
            <p:cNvSpPr/>
            <p:nvPr/>
          </p:nvSpPr>
          <p:spPr>
            <a:xfrm>
              <a:off x="5365748" y="220404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1" name="pt3750"/>
            <p:cNvSpPr/>
            <p:nvPr/>
          </p:nvSpPr>
          <p:spPr>
            <a:xfrm>
              <a:off x="5078705" y="189505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2" name="pt3751"/>
            <p:cNvSpPr/>
            <p:nvPr/>
          </p:nvSpPr>
          <p:spPr>
            <a:xfrm>
              <a:off x="5546047" y="192744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3" name="pt3752"/>
            <p:cNvSpPr/>
            <p:nvPr/>
          </p:nvSpPr>
          <p:spPr>
            <a:xfrm>
              <a:off x="5520018" y="216156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4" name="pt3753"/>
            <p:cNvSpPr/>
            <p:nvPr/>
          </p:nvSpPr>
          <p:spPr>
            <a:xfrm>
              <a:off x="5631512" y="191630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5" name="pt3754"/>
            <p:cNvSpPr/>
            <p:nvPr/>
          </p:nvSpPr>
          <p:spPr>
            <a:xfrm>
              <a:off x="5449240" y="203298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6" name="pt3755"/>
            <p:cNvSpPr/>
            <p:nvPr/>
          </p:nvSpPr>
          <p:spPr>
            <a:xfrm>
              <a:off x="5545694" y="206645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7" name="pt3756"/>
            <p:cNvSpPr/>
            <p:nvPr/>
          </p:nvSpPr>
          <p:spPr>
            <a:xfrm>
              <a:off x="5361745" y="215756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8" name="pt3757"/>
            <p:cNvSpPr/>
            <p:nvPr/>
          </p:nvSpPr>
          <p:spPr>
            <a:xfrm>
              <a:off x="5501682" y="183788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9" name="pt3758"/>
            <p:cNvSpPr/>
            <p:nvPr/>
          </p:nvSpPr>
          <p:spPr>
            <a:xfrm>
              <a:off x="5520632" y="199721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0" name="pt3759"/>
            <p:cNvSpPr/>
            <p:nvPr/>
          </p:nvSpPr>
          <p:spPr>
            <a:xfrm>
              <a:off x="5504896" y="204940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1" name="pt3760"/>
            <p:cNvSpPr/>
            <p:nvPr/>
          </p:nvSpPr>
          <p:spPr>
            <a:xfrm>
              <a:off x="5565624" y="181570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2" name="pt3761"/>
            <p:cNvSpPr/>
            <p:nvPr/>
          </p:nvSpPr>
          <p:spPr>
            <a:xfrm>
              <a:off x="5460504" y="205910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3" name="pt3762"/>
            <p:cNvSpPr/>
            <p:nvPr/>
          </p:nvSpPr>
          <p:spPr>
            <a:xfrm>
              <a:off x="5508700" y="200501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4" name="pt3763"/>
            <p:cNvSpPr/>
            <p:nvPr/>
          </p:nvSpPr>
          <p:spPr>
            <a:xfrm>
              <a:off x="5450338" y="173464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5" name="pt3764"/>
            <p:cNvSpPr/>
            <p:nvPr/>
          </p:nvSpPr>
          <p:spPr>
            <a:xfrm>
              <a:off x="5510228" y="195266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6" name="pt3765"/>
            <p:cNvSpPr/>
            <p:nvPr/>
          </p:nvSpPr>
          <p:spPr>
            <a:xfrm>
              <a:off x="5481513" y="210148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7" name="pt3766"/>
            <p:cNvSpPr/>
            <p:nvPr/>
          </p:nvSpPr>
          <p:spPr>
            <a:xfrm>
              <a:off x="5329906" y="201639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8" name="pt3767"/>
            <p:cNvSpPr/>
            <p:nvPr/>
          </p:nvSpPr>
          <p:spPr>
            <a:xfrm>
              <a:off x="5593184" y="239325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9" name="pt3768"/>
            <p:cNvSpPr/>
            <p:nvPr/>
          </p:nvSpPr>
          <p:spPr>
            <a:xfrm>
              <a:off x="5622355" y="209600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0" name="pt3769"/>
            <p:cNvSpPr/>
            <p:nvPr/>
          </p:nvSpPr>
          <p:spPr>
            <a:xfrm>
              <a:off x="5566050" y="211535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1" name="pt3770"/>
            <p:cNvSpPr/>
            <p:nvPr/>
          </p:nvSpPr>
          <p:spPr>
            <a:xfrm>
              <a:off x="5516786" y="219571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2" name="pt3771"/>
            <p:cNvSpPr/>
            <p:nvPr/>
          </p:nvSpPr>
          <p:spPr>
            <a:xfrm>
              <a:off x="5469359" y="194612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3" name="pt3772"/>
            <p:cNvSpPr/>
            <p:nvPr/>
          </p:nvSpPr>
          <p:spPr>
            <a:xfrm>
              <a:off x="5594121" y="223396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4" name="pt3773"/>
            <p:cNvSpPr/>
            <p:nvPr/>
          </p:nvSpPr>
          <p:spPr>
            <a:xfrm>
              <a:off x="5463076" y="207848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5" name="pt3774"/>
            <p:cNvSpPr/>
            <p:nvPr/>
          </p:nvSpPr>
          <p:spPr>
            <a:xfrm>
              <a:off x="5456778" y="233316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6" name="pt3775"/>
            <p:cNvSpPr/>
            <p:nvPr/>
          </p:nvSpPr>
          <p:spPr>
            <a:xfrm>
              <a:off x="5425622" y="207991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7" name="pt3776"/>
            <p:cNvSpPr/>
            <p:nvPr/>
          </p:nvSpPr>
          <p:spPr>
            <a:xfrm>
              <a:off x="5515142" y="193427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8" name="pt3777"/>
            <p:cNvSpPr/>
            <p:nvPr/>
          </p:nvSpPr>
          <p:spPr>
            <a:xfrm>
              <a:off x="5713028" y="265987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9" name="pt3778"/>
            <p:cNvSpPr/>
            <p:nvPr/>
          </p:nvSpPr>
          <p:spPr>
            <a:xfrm>
              <a:off x="5434937" y="273947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0" name="pt3779"/>
            <p:cNvSpPr/>
            <p:nvPr/>
          </p:nvSpPr>
          <p:spPr>
            <a:xfrm>
              <a:off x="5453343" y="255442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1" name="pt3780"/>
            <p:cNvSpPr/>
            <p:nvPr/>
          </p:nvSpPr>
          <p:spPr>
            <a:xfrm>
              <a:off x="5258343" y="223074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2" name="pt3781"/>
            <p:cNvSpPr/>
            <p:nvPr/>
          </p:nvSpPr>
          <p:spPr>
            <a:xfrm>
              <a:off x="5557881" y="233712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3" name="pt3782"/>
            <p:cNvSpPr/>
            <p:nvPr/>
          </p:nvSpPr>
          <p:spPr>
            <a:xfrm>
              <a:off x="5465815" y="270126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4" name="pt3783"/>
            <p:cNvSpPr/>
            <p:nvPr/>
          </p:nvSpPr>
          <p:spPr>
            <a:xfrm>
              <a:off x="5400431" y="211585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5" name="pt3784"/>
            <p:cNvSpPr/>
            <p:nvPr/>
          </p:nvSpPr>
          <p:spPr>
            <a:xfrm>
              <a:off x="5466599" y="208760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6" name="pt3785"/>
            <p:cNvSpPr/>
            <p:nvPr/>
          </p:nvSpPr>
          <p:spPr>
            <a:xfrm>
              <a:off x="5525454" y="223254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7" name="pt3786"/>
            <p:cNvSpPr/>
            <p:nvPr/>
          </p:nvSpPr>
          <p:spPr>
            <a:xfrm>
              <a:off x="5470230" y="208160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8" name="pt3787"/>
            <p:cNvSpPr/>
            <p:nvPr/>
          </p:nvSpPr>
          <p:spPr>
            <a:xfrm>
              <a:off x="5623278" y="214198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9" name="pt3788"/>
            <p:cNvSpPr/>
            <p:nvPr/>
          </p:nvSpPr>
          <p:spPr>
            <a:xfrm>
              <a:off x="5541240" y="204837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0" name="pt3789"/>
            <p:cNvSpPr/>
            <p:nvPr/>
          </p:nvSpPr>
          <p:spPr>
            <a:xfrm>
              <a:off x="5404918" y="228242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1" name="pt3790"/>
            <p:cNvSpPr/>
            <p:nvPr/>
          </p:nvSpPr>
          <p:spPr>
            <a:xfrm>
              <a:off x="5603044" y="213893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2" name="pt3791"/>
            <p:cNvSpPr/>
            <p:nvPr/>
          </p:nvSpPr>
          <p:spPr>
            <a:xfrm>
              <a:off x="5501744" y="228752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3" name="pt3792"/>
            <p:cNvSpPr/>
            <p:nvPr/>
          </p:nvSpPr>
          <p:spPr>
            <a:xfrm>
              <a:off x="5397791" y="217197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4" name="pt3793"/>
            <p:cNvSpPr/>
            <p:nvPr/>
          </p:nvSpPr>
          <p:spPr>
            <a:xfrm>
              <a:off x="5513660" y="217161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5" name="pt3794"/>
            <p:cNvSpPr/>
            <p:nvPr/>
          </p:nvSpPr>
          <p:spPr>
            <a:xfrm>
              <a:off x="5501464" y="240899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6" name="pt3795"/>
            <p:cNvSpPr/>
            <p:nvPr/>
          </p:nvSpPr>
          <p:spPr>
            <a:xfrm>
              <a:off x="5619460" y="181244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7" name="pt3796"/>
            <p:cNvSpPr/>
            <p:nvPr/>
          </p:nvSpPr>
          <p:spPr>
            <a:xfrm>
              <a:off x="5491445" y="232766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8" name="pt3797"/>
            <p:cNvSpPr/>
            <p:nvPr/>
          </p:nvSpPr>
          <p:spPr>
            <a:xfrm>
              <a:off x="5500252" y="228980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9" name="pt3798"/>
            <p:cNvSpPr/>
            <p:nvPr/>
          </p:nvSpPr>
          <p:spPr>
            <a:xfrm>
              <a:off x="5542391" y="229475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0" name="pt3799"/>
            <p:cNvSpPr/>
            <p:nvPr/>
          </p:nvSpPr>
          <p:spPr>
            <a:xfrm>
              <a:off x="5632788" y="233243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1" name="pt3800"/>
            <p:cNvSpPr/>
            <p:nvPr/>
          </p:nvSpPr>
          <p:spPr>
            <a:xfrm>
              <a:off x="5624029" y="229366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2" name="pt3801"/>
            <p:cNvSpPr/>
            <p:nvPr/>
          </p:nvSpPr>
          <p:spPr>
            <a:xfrm>
              <a:off x="5507384" y="197717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3" name="pt3802"/>
            <p:cNvSpPr/>
            <p:nvPr/>
          </p:nvSpPr>
          <p:spPr>
            <a:xfrm>
              <a:off x="5580156" y="254166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4" name="pt3803"/>
            <p:cNvSpPr/>
            <p:nvPr/>
          </p:nvSpPr>
          <p:spPr>
            <a:xfrm>
              <a:off x="5522544" y="274250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5" name="pt3804"/>
            <p:cNvSpPr/>
            <p:nvPr/>
          </p:nvSpPr>
          <p:spPr>
            <a:xfrm>
              <a:off x="5540721" y="220703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6" name="pt3805"/>
            <p:cNvSpPr/>
            <p:nvPr/>
          </p:nvSpPr>
          <p:spPr>
            <a:xfrm>
              <a:off x="5642009" y="208882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7" name="pt3806"/>
            <p:cNvSpPr/>
            <p:nvPr/>
          </p:nvSpPr>
          <p:spPr>
            <a:xfrm>
              <a:off x="5391471" y="231989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8" name="pt3807"/>
            <p:cNvSpPr/>
            <p:nvPr/>
          </p:nvSpPr>
          <p:spPr>
            <a:xfrm>
              <a:off x="5550038" y="219050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9" name="pt3808"/>
            <p:cNvSpPr/>
            <p:nvPr/>
          </p:nvSpPr>
          <p:spPr>
            <a:xfrm>
              <a:off x="5567736" y="231334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0" name="pt3809"/>
            <p:cNvSpPr/>
            <p:nvPr/>
          </p:nvSpPr>
          <p:spPr>
            <a:xfrm>
              <a:off x="5485993" y="209266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1" name="pt3810"/>
            <p:cNvSpPr/>
            <p:nvPr/>
          </p:nvSpPr>
          <p:spPr>
            <a:xfrm>
              <a:off x="5681393" y="184904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2" name="pt3811"/>
            <p:cNvSpPr/>
            <p:nvPr/>
          </p:nvSpPr>
          <p:spPr>
            <a:xfrm>
              <a:off x="5335160" y="208662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3" name="pt3812"/>
            <p:cNvSpPr/>
            <p:nvPr/>
          </p:nvSpPr>
          <p:spPr>
            <a:xfrm>
              <a:off x="5526569" y="184883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4" name="pt3813"/>
            <p:cNvSpPr/>
            <p:nvPr/>
          </p:nvSpPr>
          <p:spPr>
            <a:xfrm>
              <a:off x="5743648" y="260136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5" name="pt3814"/>
            <p:cNvSpPr/>
            <p:nvPr/>
          </p:nvSpPr>
          <p:spPr>
            <a:xfrm>
              <a:off x="5657529" y="205207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6" name="pt3815"/>
            <p:cNvSpPr/>
            <p:nvPr/>
          </p:nvSpPr>
          <p:spPr>
            <a:xfrm>
              <a:off x="5636325" y="186439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7" name="pt3816"/>
            <p:cNvSpPr/>
            <p:nvPr/>
          </p:nvSpPr>
          <p:spPr>
            <a:xfrm>
              <a:off x="5633775" y="217619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8" name="pt3817"/>
            <p:cNvSpPr/>
            <p:nvPr/>
          </p:nvSpPr>
          <p:spPr>
            <a:xfrm>
              <a:off x="5436992" y="222309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9" name="pt3818"/>
            <p:cNvSpPr/>
            <p:nvPr/>
          </p:nvSpPr>
          <p:spPr>
            <a:xfrm>
              <a:off x="5495571" y="195370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0" name="pt3819"/>
            <p:cNvSpPr/>
            <p:nvPr/>
          </p:nvSpPr>
          <p:spPr>
            <a:xfrm>
              <a:off x="5618318" y="180729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1" name="pt3820"/>
            <p:cNvSpPr/>
            <p:nvPr/>
          </p:nvSpPr>
          <p:spPr>
            <a:xfrm>
              <a:off x="5459681" y="204744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2" name="pt3821"/>
            <p:cNvSpPr/>
            <p:nvPr/>
          </p:nvSpPr>
          <p:spPr>
            <a:xfrm>
              <a:off x="5548987" y="217602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3" name="pt3822"/>
            <p:cNvSpPr/>
            <p:nvPr/>
          </p:nvSpPr>
          <p:spPr>
            <a:xfrm>
              <a:off x="5597300" y="169117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4" name="pt3823"/>
            <p:cNvSpPr/>
            <p:nvPr/>
          </p:nvSpPr>
          <p:spPr>
            <a:xfrm>
              <a:off x="5565893" y="205706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5" name="pt3824"/>
            <p:cNvSpPr/>
            <p:nvPr/>
          </p:nvSpPr>
          <p:spPr>
            <a:xfrm>
              <a:off x="5455114" y="219818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6" name="pt3825"/>
            <p:cNvSpPr/>
            <p:nvPr/>
          </p:nvSpPr>
          <p:spPr>
            <a:xfrm>
              <a:off x="5501619" y="210100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7" name="pt3826"/>
            <p:cNvSpPr/>
            <p:nvPr/>
          </p:nvSpPr>
          <p:spPr>
            <a:xfrm>
              <a:off x="5522209" y="222205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8" name="pt3827"/>
            <p:cNvSpPr/>
            <p:nvPr/>
          </p:nvSpPr>
          <p:spPr>
            <a:xfrm>
              <a:off x="5551320" y="219162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9" name="pt3828"/>
            <p:cNvSpPr/>
            <p:nvPr/>
          </p:nvSpPr>
          <p:spPr>
            <a:xfrm>
              <a:off x="5575909" y="207904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0" name="pt3829"/>
            <p:cNvSpPr/>
            <p:nvPr/>
          </p:nvSpPr>
          <p:spPr>
            <a:xfrm>
              <a:off x="5516271" y="238635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1" name="pt3830"/>
            <p:cNvSpPr/>
            <p:nvPr/>
          </p:nvSpPr>
          <p:spPr>
            <a:xfrm>
              <a:off x="5731350" y="150630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2" name="pt3831"/>
            <p:cNvSpPr/>
            <p:nvPr/>
          </p:nvSpPr>
          <p:spPr>
            <a:xfrm>
              <a:off x="5506172" y="197933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3" name="pt3832"/>
            <p:cNvSpPr/>
            <p:nvPr/>
          </p:nvSpPr>
          <p:spPr>
            <a:xfrm>
              <a:off x="5478458" y="197031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4" name="pt3833"/>
            <p:cNvSpPr/>
            <p:nvPr/>
          </p:nvSpPr>
          <p:spPr>
            <a:xfrm>
              <a:off x="5466048" y="206990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5" name="pt3834"/>
            <p:cNvSpPr/>
            <p:nvPr/>
          </p:nvSpPr>
          <p:spPr>
            <a:xfrm>
              <a:off x="5595308" y="214408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6" name="pt3835"/>
            <p:cNvSpPr/>
            <p:nvPr/>
          </p:nvSpPr>
          <p:spPr>
            <a:xfrm>
              <a:off x="5756042" y="155771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7" name="pt3836"/>
            <p:cNvSpPr/>
            <p:nvPr/>
          </p:nvSpPr>
          <p:spPr>
            <a:xfrm>
              <a:off x="5551750" y="222518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8" name="pt3837"/>
            <p:cNvSpPr/>
            <p:nvPr/>
          </p:nvSpPr>
          <p:spPr>
            <a:xfrm>
              <a:off x="5382594" y="256744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9" name="pt3838"/>
            <p:cNvSpPr/>
            <p:nvPr/>
          </p:nvSpPr>
          <p:spPr>
            <a:xfrm>
              <a:off x="5632984" y="251961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0" name="pt3839"/>
            <p:cNvSpPr/>
            <p:nvPr/>
          </p:nvSpPr>
          <p:spPr>
            <a:xfrm>
              <a:off x="5533191" y="203267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1" name="pt3840"/>
            <p:cNvSpPr/>
            <p:nvPr/>
          </p:nvSpPr>
          <p:spPr>
            <a:xfrm>
              <a:off x="5583286" y="226055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2" name="pt3841"/>
            <p:cNvSpPr/>
            <p:nvPr/>
          </p:nvSpPr>
          <p:spPr>
            <a:xfrm>
              <a:off x="5604798" y="255973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3" name="pt3842"/>
            <p:cNvSpPr/>
            <p:nvPr/>
          </p:nvSpPr>
          <p:spPr>
            <a:xfrm>
              <a:off x="5731620" y="265959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4" name="pt3843"/>
            <p:cNvSpPr/>
            <p:nvPr/>
          </p:nvSpPr>
          <p:spPr>
            <a:xfrm>
              <a:off x="6067353" y="134571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5" name="pt3844"/>
            <p:cNvSpPr/>
            <p:nvPr/>
          </p:nvSpPr>
          <p:spPr>
            <a:xfrm>
              <a:off x="5593094" y="181222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6" name="pt3845"/>
            <p:cNvSpPr/>
            <p:nvPr/>
          </p:nvSpPr>
          <p:spPr>
            <a:xfrm>
              <a:off x="5505574" y="201672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7" name="pt3846"/>
            <p:cNvSpPr/>
            <p:nvPr/>
          </p:nvSpPr>
          <p:spPr>
            <a:xfrm>
              <a:off x="5496040" y="208224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8" name="pt3847"/>
            <p:cNvSpPr/>
            <p:nvPr/>
          </p:nvSpPr>
          <p:spPr>
            <a:xfrm>
              <a:off x="5465774" y="212111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9" name="pt3848"/>
            <p:cNvSpPr/>
            <p:nvPr/>
          </p:nvSpPr>
          <p:spPr>
            <a:xfrm>
              <a:off x="5472708" y="227269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0" name="pt3849"/>
            <p:cNvSpPr/>
            <p:nvPr/>
          </p:nvSpPr>
          <p:spPr>
            <a:xfrm>
              <a:off x="5546596" y="231665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1" name="pt3850"/>
            <p:cNvSpPr/>
            <p:nvPr/>
          </p:nvSpPr>
          <p:spPr>
            <a:xfrm>
              <a:off x="5457141" y="222088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2" name="pt3851"/>
            <p:cNvSpPr/>
            <p:nvPr/>
          </p:nvSpPr>
          <p:spPr>
            <a:xfrm>
              <a:off x="5639339" y="235838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3" name="pt3852"/>
            <p:cNvSpPr/>
            <p:nvPr/>
          </p:nvSpPr>
          <p:spPr>
            <a:xfrm>
              <a:off x="5570360" y="265165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4" name="pt3853"/>
            <p:cNvSpPr/>
            <p:nvPr/>
          </p:nvSpPr>
          <p:spPr>
            <a:xfrm>
              <a:off x="5483853" y="233505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5" name="pt3854"/>
            <p:cNvSpPr/>
            <p:nvPr/>
          </p:nvSpPr>
          <p:spPr>
            <a:xfrm>
              <a:off x="5517324" y="222819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6" name="pt3855"/>
            <p:cNvSpPr/>
            <p:nvPr/>
          </p:nvSpPr>
          <p:spPr>
            <a:xfrm>
              <a:off x="5544578" y="272621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7" name="pt3856"/>
            <p:cNvSpPr/>
            <p:nvPr/>
          </p:nvSpPr>
          <p:spPr>
            <a:xfrm>
              <a:off x="5527343" y="219253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8" name="pt3857"/>
            <p:cNvSpPr/>
            <p:nvPr/>
          </p:nvSpPr>
          <p:spPr>
            <a:xfrm>
              <a:off x="5532968" y="217319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9" name="pt3858"/>
            <p:cNvSpPr/>
            <p:nvPr/>
          </p:nvSpPr>
          <p:spPr>
            <a:xfrm>
              <a:off x="5501311" y="199866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0" name="pt3859"/>
            <p:cNvSpPr/>
            <p:nvPr/>
          </p:nvSpPr>
          <p:spPr>
            <a:xfrm>
              <a:off x="5487063" y="205713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1" name="pt3860"/>
            <p:cNvSpPr/>
            <p:nvPr/>
          </p:nvSpPr>
          <p:spPr>
            <a:xfrm>
              <a:off x="5510093" y="211314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2" name="pt3861"/>
            <p:cNvSpPr/>
            <p:nvPr/>
          </p:nvSpPr>
          <p:spPr>
            <a:xfrm>
              <a:off x="5601215" y="245361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3" name="pt3862"/>
            <p:cNvSpPr/>
            <p:nvPr/>
          </p:nvSpPr>
          <p:spPr>
            <a:xfrm>
              <a:off x="5548862" y="245196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4" name="pt3863"/>
            <p:cNvSpPr/>
            <p:nvPr/>
          </p:nvSpPr>
          <p:spPr>
            <a:xfrm>
              <a:off x="5628008" y="238838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5" name="pt3864"/>
            <p:cNvSpPr/>
            <p:nvPr/>
          </p:nvSpPr>
          <p:spPr>
            <a:xfrm>
              <a:off x="5588375" y="197479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6" name="pt3865"/>
            <p:cNvSpPr/>
            <p:nvPr/>
          </p:nvSpPr>
          <p:spPr>
            <a:xfrm>
              <a:off x="5721786" y="222497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7" name="pt3866"/>
            <p:cNvSpPr/>
            <p:nvPr/>
          </p:nvSpPr>
          <p:spPr>
            <a:xfrm>
              <a:off x="5579129" y="241399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8" name="pt3867"/>
            <p:cNvSpPr/>
            <p:nvPr/>
          </p:nvSpPr>
          <p:spPr>
            <a:xfrm>
              <a:off x="5737667" y="222533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9" name="pt3868"/>
            <p:cNvSpPr/>
            <p:nvPr/>
          </p:nvSpPr>
          <p:spPr>
            <a:xfrm>
              <a:off x="5620276" y="208544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0" name="pt3869"/>
            <p:cNvSpPr/>
            <p:nvPr/>
          </p:nvSpPr>
          <p:spPr>
            <a:xfrm>
              <a:off x="5517534" y="218104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1" name="pt3870"/>
            <p:cNvSpPr/>
            <p:nvPr/>
          </p:nvSpPr>
          <p:spPr>
            <a:xfrm>
              <a:off x="5602659" y="234512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2" name="pt3871"/>
            <p:cNvSpPr/>
            <p:nvPr/>
          </p:nvSpPr>
          <p:spPr>
            <a:xfrm>
              <a:off x="5524956" y="235560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3" name="pt3872"/>
            <p:cNvSpPr/>
            <p:nvPr/>
          </p:nvSpPr>
          <p:spPr>
            <a:xfrm>
              <a:off x="5364533" y="243783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4" name="pt3873"/>
            <p:cNvSpPr/>
            <p:nvPr/>
          </p:nvSpPr>
          <p:spPr>
            <a:xfrm>
              <a:off x="5507093" y="194537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5" name="pt3874"/>
            <p:cNvSpPr/>
            <p:nvPr/>
          </p:nvSpPr>
          <p:spPr>
            <a:xfrm>
              <a:off x="5865987" y="185273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6" name="pt3875"/>
            <p:cNvSpPr/>
            <p:nvPr/>
          </p:nvSpPr>
          <p:spPr>
            <a:xfrm>
              <a:off x="5622017" y="216150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7" name="pt3876"/>
            <p:cNvSpPr/>
            <p:nvPr/>
          </p:nvSpPr>
          <p:spPr>
            <a:xfrm>
              <a:off x="5935961" y="197039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8" name="pt3877"/>
            <p:cNvSpPr/>
            <p:nvPr/>
          </p:nvSpPr>
          <p:spPr>
            <a:xfrm>
              <a:off x="5573096" y="225072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9" name="pt3878"/>
            <p:cNvSpPr/>
            <p:nvPr/>
          </p:nvSpPr>
          <p:spPr>
            <a:xfrm>
              <a:off x="5684178" y="198231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0" name="pt3879"/>
            <p:cNvSpPr/>
            <p:nvPr/>
          </p:nvSpPr>
          <p:spPr>
            <a:xfrm>
              <a:off x="5836064" y="261847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1" name="pt3880"/>
            <p:cNvSpPr/>
            <p:nvPr/>
          </p:nvSpPr>
          <p:spPr>
            <a:xfrm>
              <a:off x="5874388" y="265427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2" name="pt3881"/>
            <p:cNvSpPr/>
            <p:nvPr/>
          </p:nvSpPr>
          <p:spPr>
            <a:xfrm>
              <a:off x="5872452" y="234016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3" name="pt3882"/>
            <p:cNvSpPr/>
            <p:nvPr/>
          </p:nvSpPr>
          <p:spPr>
            <a:xfrm>
              <a:off x="5720147" y="262503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4" name="pt3883"/>
            <p:cNvSpPr/>
            <p:nvPr/>
          </p:nvSpPr>
          <p:spPr>
            <a:xfrm>
              <a:off x="5722699" y="278809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5" name="pt3884"/>
            <p:cNvSpPr/>
            <p:nvPr/>
          </p:nvSpPr>
          <p:spPr>
            <a:xfrm>
              <a:off x="5763208" y="248150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6" name="pt3885"/>
            <p:cNvSpPr/>
            <p:nvPr/>
          </p:nvSpPr>
          <p:spPr>
            <a:xfrm>
              <a:off x="5413725" y="253392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7" name="pt3886"/>
            <p:cNvSpPr/>
            <p:nvPr/>
          </p:nvSpPr>
          <p:spPr>
            <a:xfrm>
              <a:off x="5564111" y="212736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8" name="pt3887"/>
            <p:cNvSpPr/>
            <p:nvPr/>
          </p:nvSpPr>
          <p:spPr>
            <a:xfrm>
              <a:off x="5511838" y="216558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9" name="pt3888"/>
            <p:cNvSpPr/>
            <p:nvPr/>
          </p:nvSpPr>
          <p:spPr>
            <a:xfrm>
              <a:off x="5635814" y="187664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0" name="pt3889"/>
            <p:cNvSpPr/>
            <p:nvPr/>
          </p:nvSpPr>
          <p:spPr>
            <a:xfrm>
              <a:off x="5738857" y="211674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1" name="pt3890"/>
            <p:cNvSpPr/>
            <p:nvPr/>
          </p:nvSpPr>
          <p:spPr>
            <a:xfrm>
              <a:off x="5507672" y="217346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2" name="pt3891"/>
            <p:cNvSpPr/>
            <p:nvPr/>
          </p:nvSpPr>
          <p:spPr>
            <a:xfrm>
              <a:off x="5441895" y="257626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3" name="pt3892"/>
            <p:cNvSpPr/>
            <p:nvPr/>
          </p:nvSpPr>
          <p:spPr>
            <a:xfrm>
              <a:off x="5381701" y="234584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4" name="pt3893"/>
            <p:cNvSpPr/>
            <p:nvPr/>
          </p:nvSpPr>
          <p:spPr>
            <a:xfrm>
              <a:off x="5531118" y="203584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5" name="pt3894"/>
            <p:cNvSpPr/>
            <p:nvPr/>
          </p:nvSpPr>
          <p:spPr>
            <a:xfrm>
              <a:off x="5501674" y="219369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6" name="pt3895"/>
            <p:cNvSpPr/>
            <p:nvPr/>
          </p:nvSpPr>
          <p:spPr>
            <a:xfrm>
              <a:off x="5686049" y="189336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7" name="pt3896"/>
            <p:cNvSpPr/>
            <p:nvPr/>
          </p:nvSpPr>
          <p:spPr>
            <a:xfrm>
              <a:off x="5452493" y="204265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8" name="pt3897"/>
            <p:cNvSpPr/>
            <p:nvPr/>
          </p:nvSpPr>
          <p:spPr>
            <a:xfrm>
              <a:off x="5497475" y="233653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9" name="pt3898"/>
            <p:cNvSpPr/>
            <p:nvPr/>
          </p:nvSpPr>
          <p:spPr>
            <a:xfrm>
              <a:off x="5565906" y="203329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0" name="pt3899"/>
            <p:cNvSpPr/>
            <p:nvPr/>
          </p:nvSpPr>
          <p:spPr>
            <a:xfrm>
              <a:off x="5515415" y="240630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1" name="pt3900"/>
            <p:cNvSpPr/>
            <p:nvPr/>
          </p:nvSpPr>
          <p:spPr>
            <a:xfrm>
              <a:off x="5481077" y="220869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2" name="pt3901"/>
            <p:cNvSpPr/>
            <p:nvPr/>
          </p:nvSpPr>
          <p:spPr>
            <a:xfrm>
              <a:off x="5468921" y="266907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3" name="pt3902"/>
            <p:cNvSpPr/>
            <p:nvPr/>
          </p:nvSpPr>
          <p:spPr>
            <a:xfrm>
              <a:off x="5536154" y="247888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4" name="pt3903"/>
            <p:cNvSpPr/>
            <p:nvPr/>
          </p:nvSpPr>
          <p:spPr>
            <a:xfrm>
              <a:off x="5383401" y="243033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5" name="pt3904"/>
            <p:cNvSpPr/>
            <p:nvPr/>
          </p:nvSpPr>
          <p:spPr>
            <a:xfrm>
              <a:off x="5520862" y="220419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6" name="pt3905"/>
            <p:cNvSpPr/>
            <p:nvPr/>
          </p:nvSpPr>
          <p:spPr>
            <a:xfrm>
              <a:off x="5427462" y="288850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7" name="pt3906"/>
            <p:cNvSpPr/>
            <p:nvPr/>
          </p:nvSpPr>
          <p:spPr>
            <a:xfrm>
              <a:off x="5358110" y="217173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8" name="pt3907"/>
            <p:cNvSpPr/>
            <p:nvPr/>
          </p:nvSpPr>
          <p:spPr>
            <a:xfrm>
              <a:off x="5529773" y="198227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9" name="pt3908"/>
            <p:cNvSpPr/>
            <p:nvPr/>
          </p:nvSpPr>
          <p:spPr>
            <a:xfrm>
              <a:off x="5441986" y="171999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0" name="pt3909"/>
            <p:cNvSpPr/>
            <p:nvPr/>
          </p:nvSpPr>
          <p:spPr>
            <a:xfrm>
              <a:off x="5479421" y="224411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1" name="pt3910"/>
            <p:cNvSpPr/>
            <p:nvPr/>
          </p:nvSpPr>
          <p:spPr>
            <a:xfrm>
              <a:off x="5434637" y="220994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2" name="pt3911"/>
            <p:cNvSpPr/>
            <p:nvPr/>
          </p:nvSpPr>
          <p:spPr>
            <a:xfrm>
              <a:off x="5551994" y="242710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3" name="pt3912"/>
            <p:cNvSpPr/>
            <p:nvPr/>
          </p:nvSpPr>
          <p:spPr>
            <a:xfrm>
              <a:off x="5348285" y="219646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4" name="pt3913"/>
            <p:cNvSpPr/>
            <p:nvPr/>
          </p:nvSpPr>
          <p:spPr>
            <a:xfrm>
              <a:off x="5662441" y="246411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5" name="pt3914"/>
            <p:cNvSpPr/>
            <p:nvPr/>
          </p:nvSpPr>
          <p:spPr>
            <a:xfrm>
              <a:off x="5511720" y="227352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6" name="pt3915"/>
            <p:cNvSpPr/>
            <p:nvPr/>
          </p:nvSpPr>
          <p:spPr>
            <a:xfrm>
              <a:off x="5576806" y="237898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7" name="pt3916"/>
            <p:cNvSpPr/>
            <p:nvPr/>
          </p:nvSpPr>
          <p:spPr>
            <a:xfrm>
              <a:off x="5554060" y="223951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8" name="pt3917"/>
            <p:cNvSpPr/>
            <p:nvPr/>
          </p:nvSpPr>
          <p:spPr>
            <a:xfrm>
              <a:off x="5532622" y="239530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9" name="pt3918"/>
            <p:cNvSpPr/>
            <p:nvPr/>
          </p:nvSpPr>
          <p:spPr>
            <a:xfrm>
              <a:off x="5691205" y="215763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0" name="pt3919"/>
            <p:cNvSpPr/>
            <p:nvPr/>
          </p:nvSpPr>
          <p:spPr>
            <a:xfrm>
              <a:off x="5472450" y="203365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1" name="pt3920"/>
            <p:cNvSpPr/>
            <p:nvPr/>
          </p:nvSpPr>
          <p:spPr>
            <a:xfrm>
              <a:off x="5605120" y="248219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2" name="pt3921"/>
            <p:cNvSpPr/>
            <p:nvPr/>
          </p:nvSpPr>
          <p:spPr>
            <a:xfrm>
              <a:off x="5905455" y="185909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3" name="pt3922"/>
            <p:cNvSpPr/>
            <p:nvPr/>
          </p:nvSpPr>
          <p:spPr>
            <a:xfrm>
              <a:off x="5514160" y="283609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4" name="pt3923"/>
            <p:cNvSpPr/>
            <p:nvPr/>
          </p:nvSpPr>
          <p:spPr>
            <a:xfrm>
              <a:off x="5579429" y="231559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5" name="pt3924"/>
            <p:cNvSpPr/>
            <p:nvPr/>
          </p:nvSpPr>
          <p:spPr>
            <a:xfrm>
              <a:off x="5572807" y="223609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6" name="pt3925"/>
            <p:cNvSpPr/>
            <p:nvPr/>
          </p:nvSpPr>
          <p:spPr>
            <a:xfrm>
              <a:off x="5692293" y="196231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7" name="pt3926"/>
            <p:cNvSpPr/>
            <p:nvPr/>
          </p:nvSpPr>
          <p:spPr>
            <a:xfrm>
              <a:off x="5513813" y="227359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8" name="pt3927"/>
            <p:cNvSpPr/>
            <p:nvPr/>
          </p:nvSpPr>
          <p:spPr>
            <a:xfrm>
              <a:off x="5460374" y="270001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9" name="pt3928"/>
            <p:cNvSpPr/>
            <p:nvPr/>
          </p:nvSpPr>
          <p:spPr>
            <a:xfrm>
              <a:off x="5568456" y="218874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0" name="pt3929"/>
            <p:cNvSpPr/>
            <p:nvPr/>
          </p:nvSpPr>
          <p:spPr>
            <a:xfrm>
              <a:off x="5551585" y="215071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1" name="pt3930"/>
            <p:cNvSpPr/>
            <p:nvPr/>
          </p:nvSpPr>
          <p:spPr>
            <a:xfrm>
              <a:off x="5375288" y="226802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2" name="pt3931"/>
            <p:cNvSpPr/>
            <p:nvPr/>
          </p:nvSpPr>
          <p:spPr>
            <a:xfrm>
              <a:off x="5528536" y="252588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3" name="pt3932"/>
            <p:cNvSpPr/>
            <p:nvPr/>
          </p:nvSpPr>
          <p:spPr>
            <a:xfrm>
              <a:off x="5486108" y="226694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4" name="pt3933"/>
            <p:cNvSpPr/>
            <p:nvPr/>
          </p:nvSpPr>
          <p:spPr>
            <a:xfrm>
              <a:off x="5501530" y="251176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5" name="pt3934"/>
            <p:cNvSpPr/>
            <p:nvPr/>
          </p:nvSpPr>
          <p:spPr>
            <a:xfrm>
              <a:off x="5570003" y="220247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6" name="pt3935"/>
            <p:cNvSpPr/>
            <p:nvPr/>
          </p:nvSpPr>
          <p:spPr>
            <a:xfrm>
              <a:off x="5651960" y="232045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7" name="pt3936"/>
            <p:cNvSpPr/>
            <p:nvPr/>
          </p:nvSpPr>
          <p:spPr>
            <a:xfrm>
              <a:off x="5570974" y="227404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8" name="pt3937"/>
            <p:cNvSpPr/>
            <p:nvPr/>
          </p:nvSpPr>
          <p:spPr>
            <a:xfrm>
              <a:off x="5785051" y="265414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9" name="pt3938"/>
            <p:cNvSpPr/>
            <p:nvPr/>
          </p:nvSpPr>
          <p:spPr>
            <a:xfrm>
              <a:off x="5569822" y="208320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0" name="pt3939"/>
            <p:cNvSpPr/>
            <p:nvPr/>
          </p:nvSpPr>
          <p:spPr>
            <a:xfrm>
              <a:off x="5500601" y="214048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1" name="pt3940"/>
            <p:cNvSpPr/>
            <p:nvPr/>
          </p:nvSpPr>
          <p:spPr>
            <a:xfrm>
              <a:off x="5518801" y="199614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2" name="pt3941"/>
            <p:cNvSpPr/>
            <p:nvPr/>
          </p:nvSpPr>
          <p:spPr>
            <a:xfrm>
              <a:off x="5558094" y="227480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3" name="pt3942"/>
            <p:cNvSpPr/>
            <p:nvPr/>
          </p:nvSpPr>
          <p:spPr>
            <a:xfrm>
              <a:off x="5649242" y="241560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4" name="pt3943"/>
            <p:cNvSpPr/>
            <p:nvPr/>
          </p:nvSpPr>
          <p:spPr>
            <a:xfrm>
              <a:off x="5696361" y="194749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5" name="pt3944"/>
            <p:cNvSpPr/>
            <p:nvPr/>
          </p:nvSpPr>
          <p:spPr>
            <a:xfrm>
              <a:off x="5662413" y="189145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6" name="pt3945"/>
            <p:cNvSpPr/>
            <p:nvPr/>
          </p:nvSpPr>
          <p:spPr>
            <a:xfrm>
              <a:off x="5703478" y="206388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7" name="pt3946"/>
            <p:cNvSpPr/>
            <p:nvPr/>
          </p:nvSpPr>
          <p:spPr>
            <a:xfrm>
              <a:off x="5623029" y="233814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8" name="pt3947"/>
            <p:cNvSpPr/>
            <p:nvPr/>
          </p:nvSpPr>
          <p:spPr>
            <a:xfrm>
              <a:off x="5667382" y="230191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9" name="pt3948"/>
            <p:cNvSpPr/>
            <p:nvPr/>
          </p:nvSpPr>
          <p:spPr>
            <a:xfrm>
              <a:off x="5582159" y="228305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0" name="pt3949"/>
            <p:cNvSpPr/>
            <p:nvPr/>
          </p:nvSpPr>
          <p:spPr>
            <a:xfrm>
              <a:off x="5672461" y="199916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1" name="pt3950"/>
            <p:cNvSpPr/>
            <p:nvPr/>
          </p:nvSpPr>
          <p:spPr>
            <a:xfrm>
              <a:off x="5527862" y="244944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2" name="pt3951"/>
            <p:cNvSpPr/>
            <p:nvPr/>
          </p:nvSpPr>
          <p:spPr>
            <a:xfrm>
              <a:off x="5454451" y="252028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3" name="pt3952"/>
            <p:cNvSpPr/>
            <p:nvPr/>
          </p:nvSpPr>
          <p:spPr>
            <a:xfrm>
              <a:off x="5589729" y="245395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4" name="pt3953"/>
            <p:cNvSpPr/>
            <p:nvPr/>
          </p:nvSpPr>
          <p:spPr>
            <a:xfrm>
              <a:off x="5757449" y="206702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5" name="pt3954"/>
            <p:cNvSpPr/>
            <p:nvPr/>
          </p:nvSpPr>
          <p:spPr>
            <a:xfrm>
              <a:off x="5448584" y="213283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6" name="pt3955"/>
            <p:cNvSpPr/>
            <p:nvPr/>
          </p:nvSpPr>
          <p:spPr>
            <a:xfrm>
              <a:off x="5478918" y="225006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7" name="pt3956"/>
            <p:cNvSpPr/>
            <p:nvPr/>
          </p:nvSpPr>
          <p:spPr>
            <a:xfrm>
              <a:off x="5552009" y="230475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8" name="pt3957"/>
            <p:cNvSpPr/>
            <p:nvPr/>
          </p:nvSpPr>
          <p:spPr>
            <a:xfrm>
              <a:off x="5540334" y="248837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9" name="pt3958"/>
            <p:cNvSpPr/>
            <p:nvPr/>
          </p:nvSpPr>
          <p:spPr>
            <a:xfrm>
              <a:off x="5515628" y="213150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0" name="pt3959"/>
            <p:cNvSpPr/>
            <p:nvPr/>
          </p:nvSpPr>
          <p:spPr>
            <a:xfrm>
              <a:off x="5574025" y="204789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1" name="pt3960"/>
            <p:cNvSpPr/>
            <p:nvPr/>
          </p:nvSpPr>
          <p:spPr>
            <a:xfrm>
              <a:off x="5477594" y="233154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2" name="pt3961"/>
            <p:cNvSpPr/>
            <p:nvPr/>
          </p:nvSpPr>
          <p:spPr>
            <a:xfrm>
              <a:off x="5578687" y="229526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3" name="pt3962"/>
            <p:cNvSpPr/>
            <p:nvPr/>
          </p:nvSpPr>
          <p:spPr>
            <a:xfrm>
              <a:off x="5658831" y="241836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4" name="pt3963"/>
            <p:cNvSpPr/>
            <p:nvPr/>
          </p:nvSpPr>
          <p:spPr>
            <a:xfrm>
              <a:off x="5691352" y="204568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5" name="pt3964"/>
            <p:cNvSpPr/>
            <p:nvPr/>
          </p:nvSpPr>
          <p:spPr>
            <a:xfrm>
              <a:off x="5412313" y="206035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6" name="pt3965"/>
            <p:cNvSpPr/>
            <p:nvPr/>
          </p:nvSpPr>
          <p:spPr>
            <a:xfrm>
              <a:off x="5604237" y="259946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7" name="pt3966"/>
            <p:cNvSpPr/>
            <p:nvPr/>
          </p:nvSpPr>
          <p:spPr>
            <a:xfrm>
              <a:off x="5456276" y="209283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8" name="pt3967"/>
            <p:cNvSpPr/>
            <p:nvPr/>
          </p:nvSpPr>
          <p:spPr>
            <a:xfrm>
              <a:off x="5499538" y="243241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9" name="pt3968"/>
            <p:cNvSpPr/>
            <p:nvPr/>
          </p:nvSpPr>
          <p:spPr>
            <a:xfrm>
              <a:off x="5500180" y="204485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0" name="pt3969"/>
            <p:cNvSpPr/>
            <p:nvPr/>
          </p:nvSpPr>
          <p:spPr>
            <a:xfrm>
              <a:off x="5543491" y="222081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1" name="pt3970"/>
            <p:cNvSpPr/>
            <p:nvPr/>
          </p:nvSpPr>
          <p:spPr>
            <a:xfrm>
              <a:off x="5563407" y="220876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2" name="pt3971"/>
            <p:cNvSpPr/>
            <p:nvPr/>
          </p:nvSpPr>
          <p:spPr>
            <a:xfrm>
              <a:off x="5450201" y="229974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3" name="pt3972"/>
            <p:cNvSpPr/>
            <p:nvPr/>
          </p:nvSpPr>
          <p:spPr>
            <a:xfrm>
              <a:off x="5581789" y="189553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4" name="pt3973"/>
            <p:cNvSpPr/>
            <p:nvPr/>
          </p:nvSpPr>
          <p:spPr>
            <a:xfrm>
              <a:off x="5546106" y="192443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5" name="pt3974"/>
            <p:cNvSpPr/>
            <p:nvPr/>
          </p:nvSpPr>
          <p:spPr>
            <a:xfrm>
              <a:off x="5540022" y="224209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6" name="pt3975"/>
            <p:cNvSpPr/>
            <p:nvPr/>
          </p:nvSpPr>
          <p:spPr>
            <a:xfrm>
              <a:off x="5703827" y="226730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7" name="pt3976"/>
            <p:cNvSpPr/>
            <p:nvPr/>
          </p:nvSpPr>
          <p:spPr>
            <a:xfrm>
              <a:off x="5628262" y="178404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8" name="pt3977"/>
            <p:cNvSpPr/>
            <p:nvPr/>
          </p:nvSpPr>
          <p:spPr>
            <a:xfrm>
              <a:off x="4947494" y="260870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9" name="pt3978"/>
            <p:cNvSpPr/>
            <p:nvPr/>
          </p:nvSpPr>
          <p:spPr>
            <a:xfrm>
              <a:off x="5612189" y="215874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0" name="pt3979"/>
            <p:cNvSpPr/>
            <p:nvPr/>
          </p:nvSpPr>
          <p:spPr>
            <a:xfrm>
              <a:off x="5637241" y="241076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1" name="pt3980"/>
            <p:cNvSpPr/>
            <p:nvPr/>
          </p:nvSpPr>
          <p:spPr>
            <a:xfrm>
              <a:off x="5567864" y="208306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2" name="pt3981"/>
            <p:cNvSpPr/>
            <p:nvPr/>
          </p:nvSpPr>
          <p:spPr>
            <a:xfrm>
              <a:off x="5581316" y="219936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3" name="pt3982"/>
            <p:cNvSpPr/>
            <p:nvPr/>
          </p:nvSpPr>
          <p:spPr>
            <a:xfrm>
              <a:off x="5628256" y="255684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4" name="pt3983"/>
            <p:cNvSpPr/>
            <p:nvPr/>
          </p:nvSpPr>
          <p:spPr>
            <a:xfrm>
              <a:off x="5604372" y="268011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5" name="pt3984"/>
            <p:cNvSpPr/>
            <p:nvPr/>
          </p:nvSpPr>
          <p:spPr>
            <a:xfrm>
              <a:off x="5521574" y="237082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6" name="pt3985"/>
            <p:cNvSpPr/>
            <p:nvPr/>
          </p:nvSpPr>
          <p:spPr>
            <a:xfrm>
              <a:off x="5631104" y="245721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7" name="pt3986"/>
            <p:cNvSpPr/>
            <p:nvPr/>
          </p:nvSpPr>
          <p:spPr>
            <a:xfrm>
              <a:off x="5697179" y="231653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8" name="pt3987"/>
            <p:cNvSpPr/>
            <p:nvPr/>
          </p:nvSpPr>
          <p:spPr>
            <a:xfrm>
              <a:off x="5864507" y="184440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9" name="pt3988"/>
            <p:cNvSpPr/>
            <p:nvPr/>
          </p:nvSpPr>
          <p:spPr>
            <a:xfrm>
              <a:off x="5545025" y="172684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0" name="pt3989"/>
            <p:cNvSpPr/>
            <p:nvPr/>
          </p:nvSpPr>
          <p:spPr>
            <a:xfrm>
              <a:off x="5896350" y="189162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1" name="pt3990"/>
            <p:cNvSpPr/>
            <p:nvPr/>
          </p:nvSpPr>
          <p:spPr>
            <a:xfrm>
              <a:off x="5741217" y="233276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2" name="pt3991"/>
            <p:cNvSpPr/>
            <p:nvPr/>
          </p:nvSpPr>
          <p:spPr>
            <a:xfrm>
              <a:off x="5408391" y="2039103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3" name="pt3992"/>
            <p:cNvSpPr/>
            <p:nvPr/>
          </p:nvSpPr>
          <p:spPr>
            <a:xfrm>
              <a:off x="5237790" y="198499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4" name="pt3993"/>
            <p:cNvSpPr/>
            <p:nvPr/>
          </p:nvSpPr>
          <p:spPr>
            <a:xfrm>
              <a:off x="5492873" y="205259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5" name="pt3994"/>
            <p:cNvSpPr/>
            <p:nvPr/>
          </p:nvSpPr>
          <p:spPr>
            <a:xfrm>
              <a:off x="5706977" y="228600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6" name="pt3995"/>
            <p:cNvSpPr/>
            <p:nvPr/>
          </p:nvSpPr>
          <p:spPr>
            <a:xfrm>
              <a:off x="5630650" y="1693220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7" name="pt3996"/>
            <p:cNvSpPr/>
            <p:nvPr/>
          </p:nvSpPr>
          <p:spPr>
            <a:xfrm>
              <a:off x="4915529" y="248258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8" name="pt3997"/>
            <p:cNvSpPr/>
            <p:nvPr/>
          </p:nvSpPr>
          <p:spPr>
            <a:xfrm>
              <a:off x="5471214" y="216518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9" name="pt3998"/>
            <p:cNvSpPr/>
            <p:nvPr/>
          </p:nvSpPr>
          <p:spPr>
            <a:xfrm>
              <a:off x="5356980" y="2226056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0" name="pt3999"/>
            <p:cNvSpPr/>
            <p:nvPr/>
          </p:nvSpPr>
          <p:spPr>
            <a:xfrm>
              <a:off x="5537662" y="198439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1" name="pt4000"/>
            <p:cNvSpPr/>
            <p:nvPr/>
          </p:nvSpPr>
          <p:spPr>
            <a:xfrm>
              <a:off x="5477592" y="187929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2" name="pt4001"/>
            <p:cNvSpPr/>
            <p:nvPr/>
          </p:nvSpPr>
          <p:spPr>
            <a:xfrm>
              <a:off x="5445520" y="190889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3" name="pt4002"/>
            <p:cNvSpPr/>
            <p:nvPr/>
          </p:nvSpPr>
          <p:spPr>
            <a:xfrm>
              <a:off x="5324233" y="270084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4" name="pt4003"/>
            <p:cNvSpPr/>
            <p:nvPr/>
          </p:nvSpPr>
          <p:spPr>
            <a:xfrm>
              <a:off x="5584278" y="2179019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5" name="pt4004"/>
            <p:cNvSpPr/>
            <p:nvPr/>
          </p:nvSpPr>
          <p:spPr>
            <a:xfrm>
              <a:off x="5465312" y="204396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6" name="pt4005"/>
            <p:cNvSpPr/>
            <p:nvPr/>
          </p:nvSpPr>
          <p:spPr>
            <a:xfrm>
              <a:off x="5643505" y="226990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7" name="pt4006"/>
            <p:cNvSpPr/>
            <p:nvPr/>
          </p:nvSpPr>
          <p:spPr>
            <a:xfrm>
              <a:off x="5685367" y="224428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8" name="pt4007"/>
            <p:cNvSpPr/>
            <p:nvPr/>
          </p:nvSpPr>
          <p:spPr>
            <a:xfrm>
              <a:off x="5718416" y="225417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9" name="pt4008"/>
            <p:cNvSpPr/>
            <p:nvPr/>
          </p:nvSpPr>
          <p:spPr>
            <a:xfrm>
              <a:off x="5737075" y="249220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0" name="pt4009"/>
            <p:cNvSpPr/>
            <p:nvPr/>
          </p:nvSpPr>
          <p:spPr>
            <a:xfrm>
              <a:off x="5834663" y="241688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1" name="pt4010"/>
            <p:cNvSpPr/>
            <p:nvPr/>
          </p:nvSpPr>
          <p:spPr>
            <a:xfrm>
              <a:off x="5682196" y="208208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2" name="pt4011"/>
            <p:cNvSpPr/>
            <p:nvPr/>
          </p:nvSpPr>
          <p:spPr>
            <a:xfrm>
              <a:off x="5598958" y="215478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3" name="pt4012"/>
            <p:cNvSpPr/>
            <p:nvPr/>
          </p:nvSpPr>
          <p:spPr>
            <a:xfrm>
              <a:off x="5578163" y="237610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4" name="pt4013"/>
            <p:cNvSpPr/>
            <p:nvPr/>
          </p:nvSpPr>
          <p:spPr>
            <a:xfrm>
              <a:off x="5675769" y="217286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5" name="pt4014"/>
            <p:cNvSpPr/>
            <p:nvPr/>
          </p:nvSpPr>
          <p:spPr>
            <a:xfrm>
              <a:off x="5598049" y="207903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6" name="pt4015"/>
            <p:cNvSpPr/>
            <p:nvPr/>
          </p:nvSpPr>
          <p:spPr>
            <a:xfrm>
              <a:off x="5330431" y="2059443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7" name="pt4016"/>
            <p:cNvSpPr/>
            <p:nvPr/>
          </p:nvSpPr>
          <p:spPr>
            <a:xfrm>
              <a:off x="5473511" y="218734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8" name="pt4017"/>
            <p:cNvSpPr/>
            <p:nvPr/>
          </p:nvSpPr>
          <p:spPr>
            <a:xfrm>
              <a:off x="5748687" y="172083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9" name="pt4018"/>
            <p:cNvSpPr/>
            <p:nvPr/>
          </p:nvSpPr>
          <p:spPr>
            <a:xfrm>
              <a:off x="5313288" y="227543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0" name="pt4019"/>
            <p:cNvSpPr/>
            <p:nvPr/>
          </p:nvSpPr>
          <p:spPr>
            <a:xfrm>
              <a:off x="5591702" y="211619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1" name="pt4020"/>
            <p:cNvSpPr/>
            <p:nvPr/>
          </p:nvSpPr>
          <p:spPr>
            <a:xfrm>
              <a:off x="5691723" y="218861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2" name="pt4021"/>
            <p:cNvSpPr/>
            <p:nvPr/>
          </p:nvSpPr>
          <p:spPr>
            <a:xfrm>
              <a:off x="5519935" y="203513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3" name="pt4022"/>
            <p:cNvSpPr/>
            <p:nvPr/>
          </p:nvSpPr>
          <p:spPr>
            <a:xfrm>
              <a:off x="5539517" y="202568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4" name="pt4023"/>
            <p:cNvSpPr/>
            <p:nvPr/>
          </p:nvSpPr>
          <p:spPr>
            <a:xfrm>
              <a:off x="5692889" y="2063600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5" name="pt4024"/>
            <p:cNvSpPr/>
            <p:nvPr/>
          </p:nvSpPr>
          <p:spPr>
            <a:xfrm>
              <a:off x="5646345" y="192109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6" name="pt4025"/>
            <p:cNvSpPr/>
            <p:nvPr/>
          </p:nvSpPr>
          <p:spPr>
            <a:xfrm>
              <a:off x="5631193" y="227510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7" name="pt4026"/>
            <p:cNvSpPr/>
            <p:nvPr/>
          </p:nvSpPr>
          <p:spPr>
            <a:xfrm>
              <a:off x="5592311" y="1808815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8" name="pt4027"/>
            <p:cNvSpPr/>
            <p:nvPr/>
          </p:nvSpPr>
          <p:spPr>
            <a:xfrm>
              <a:off x="5606169" y="193146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9" name="pt4028"/>
            <p:cNvSpPr/>
            <p:nvPr/>
          </p:nvSpPr>
          <p:spPr>
            <a:xfrm>
              <a:off x="5304558" y="212859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0" name="pt4029"/>
            <p:cNvSpPr/>
            <p:nvPr/>
          </p:nvSpPr>
          <p:spPr>
            <a:xfrm>
              <a:off x="5550406" y="212469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1" name="pt4030"/>
            <p:cNvSpPr/>
            <p:nvPr/>
          </p:nvSpPr>
          <p:spPr>
            <a:xfrm>
              <a:off x="5525296" y="203355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2" name="pt4031"/>
            <p:cNvSpPr/>
            <p:nvPr/>
          </p:nvSpPr>
          <p:spPr>
            <a:xfrm>
              <a:off x="5348861" y="199322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3" name="pt4032"/>
            <p:cNvSpPr/>
            <p:nvPr/>
          </p:nvSpPr>
          <p:spPr>
            <a:xfrm>
              <a:off x="5575131" y="204829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4" name="pt4033"/>
            <p:cNvSpPr/>
            <p:nvPr/>
          </p:nvSpPr>
          <p:spPr>
            <a:xfrm>
              <a:off x="5512705" y="167988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5" name="pt4034"/>
            <p:cNvSpPr/>
            <p:nvPr/>
          </p:nvSpPr>
          <p:spPr>
            <a:xfrm>
              <a:off x="5458595" y="184698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6" name="pt4035"/>
            <p:cNvSpPr/>
            <p:nvPr/>
          </p:nvSpPr>
          <p:spPr>
            <a:xfrm>
              <a:off x="5536683" y="215235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7" name="pt4036"/>
            <p:cNvSpPr/>
            <p:nvPr/>
          </p:nvSpPr>
          <p:spPr>
            <a:xfrm>
              <a:off x="5747811" y="198942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8" name="pt4037"/>
            <p:cNvSpPr/>
            <p:nvPr/>
          </p:nvSpPr>
          <p:spPr>
            <a:xfrm>
              <a:off x="5730700" y="210246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9" name="pt4038"/>
            <p:cNvSpPr/>
            <p:nvPr/>
          </p:nvSpPr>
          <p:spPr>
            <a:xfrm>
              <a:off x="5666492" y="164997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0" name="pt4039"/>
            <p:cNvSpPr/>
            <p:nvPr/>
          </p:nvSpPr>
          <p:spPr>
            <a:xfrm>
              <a:off x="5656002" y="226171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1" name="pt4040"/>
            <p:cNvSpPr/>
            <p:nvPr/>
          </p:nvSpPr>
          <p:spPr>
            <a:xfrm>
              <a:off x="5780812" y="236744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2" name="pt4041"/>
            <p:cNvSpPr/>
            <p:nvPr/>
          </p:nvSpPr>
          <p:spPr>
            <a:xfrm>
              <a:off x="5671378" y="243126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3" name="pt4042"/>
            <p:cNvSpPr/>
            <p:nvPr/>
          </p:nvSpPr>
          <p:spPr>
            <a:xfrm>
              <a:off x="5640637" y="220858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4" name="pt4043"/>
            <p:cNvSpPr/>
            <p:nvPr/>
          </p:nvSpPr>
          <p:spPr>
            <a:xfrm>
              <a:off x="5639629" y="2157241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5" name="pt4044"/>
            <p:cNvSpPr/>
            <p:nvPr/>
          </p:nvSpPr>
          <p:spPr>
            <a:xfrm>
              <a:off x="5639297" y="173456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6" name="pt4045"/>
            <p:cNvSpPr/>
            <p:nvPr/>
          </p:nvSpPr>
          <p:spPr>
            <a:xfrm>
              <a:off x="5955035" y="227054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7" name="pt4046"/>
            <p:cNvSpPr/>
            <p:nvPr/>
          </p:nvSpPr>
          <p:spPr>
            <a:xfrm>
              <a:off x="5839222" y="226805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8" name="pt4047"/>
            <p:cNvSpPr/>
            <p:nvPr/>
          </p:nvSpPr>
          <p:spPr>
            <a:xfrm>
              <a:off x="5832084" y="1799644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9" name="pt4048"/>
            <p:cNvSpPr/>
            <p:nvPr/>
          </p:nvSpPr>
          <p:spPr>
            <a:xfrm>
              <a:off x="5828060" y="218172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0" name="pt4049"/>
            <p:cNvSpPr/>
            <p:nvPr/>
          </p:nvSpPr>
          <p:spPr>
            <a:xfrm>
              <a:off x="5865386" y="182310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1" name="pt4050"/>
            <p:cNvSpPr/>
            <p:nvPr/>
          </p:nvSpPr>
          <p:spPr>
            <a:xfrm>
              <a:off x="5801075" y="216552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2" name="pt4051"/>
            <p:cNvSpPr/>
            <p:nvPr/>
          </p:nvSpPr>
          <p:spPr>
            <a:xfrm>
              <a:off x="5769212" y="232188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3" name="pt4052"/>
            <p:cNvSpPr/>
            <p:nvPr/>
          </p:nvSpPr>
          <p:spPr>
            <a:xfrm>
              <a:off x="5622112" y="229530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4" name="pt4053"/>
            <p:cNvSpPr/>
            <p:nvPr/>
          </p:nvSpPr>
          <p:spPr>
            <a:xfrm>
              <a:off x="5445745" y="172708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5" name="pt4054"/>
            <p:cNvSpPr/>
            <p:nvPr/>
          </p:nvSpPr>
          <p:spPr>
            <a:xfrm>
              <a:off x="5395033" y="246545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6" name="pt4055"/>
            <p:cNvSpPr/>
            <p:nvPr/>
          </p:nvSpPr>
          <p:spPr>
            <a:xfrm>
              <a:off x="5470077" y="230740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7" name="pt4056"/>
            <p:cNvSpPr/>
            <p:nvPr/>
          </p:nvSpPr>
          <p:spPr>
            <a:xfrm>
              <a:off x="5730169" y="2192302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8" name="pt4057"/>
            <p:cNvSpPr/>
            <p:nvPr/>
          </p:nvSpPr>
          <p:spPr>
            <a:xfrm>
              <a:off x="5751397" y="221178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9" name="pt4058"/>
            <p:cNvSpPr/>
            <p:nvPr/>
          </p:nvSpPr>
          <p:spPr>
            <a:xfrm>
              <a:off x="5718548" y="219044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0" name="pt4059"/>
            <p:cNvSpPr/>
            <p:nvPr/>
          </p:nvSpPr>
          <p:spPr>
            <a:xfrm>
              <a:off x="5452829" y="223651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1" name="pt4060"/>
            <p:cNvSpPr/>
            <p:nvPr/>
          </p:nvSpPr>
          <p:spPr>
            <a:xfrm>
              <a:off x="5635666" y="206264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2" name="pt4061"/>
            <p:cNvSpPr/>
            <p:nvPr/>
          </p:nvSpPr>
          <p:spPr>
            <a:xfrm>
              <a:off x="5513237" y="237697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3" name="pt4062"/>
            <p:cNvSpPr/>
            <p:nvPr/>
          </p:nvSpPr>
          <p:spPr>
            <a:xfrm>
              <a:off x="5520889" y="155867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4" name="pt4063"/>
            <p:cNvSpPr/>
            <p:nvPr/>
          </p:nvSpPr>
          <p:spPr>
            <a:xfrm>
              <a:off x="5620617" y="219740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5" name="pt4064"/>
            <p:cNvSpPr/>
            <p:nvPr/>
          </p:nvSpPr>
          <p:spPr>
            <a:xfrm>
              <a:off x="5635138" y="233275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6" name="pt4065"/>
            <p:cNvSpPr/>
            <p:nvPr/>
          </p:nvSpPr>
          <p:spPr>
            <a:xfrm>
              <a:off x="5586916" y="174474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7" name="pt4066"/>
            <p:cNvSpPr/>
            <p:nvPr/>
          </p:nvSpPr>
          <p:spPr>
            <a:xfrm>
              <a:off x="5453681" y="191397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8" name="pt4067"/>
            <p:cNvSpPr/>
            <p:nvPr/>
          </p:nvSpPr>
          <p:spPr>
            <a:xfrm>
              <a:off x="5532151" y="234361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9" name="pt4068"/>
            <p:cNvSpPr/>
            <p:nvPr/>
          </p:nvSpPr>
          <p:spPr>
            <a:xfrm>
              <a:off x="5434239" y="205377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0" name="pt4069"/>
            <p:cNvSpPr/>
            <p:nvPr/>
          </p:nvSpPr>
          <p:spPr>
            <a:xfrm>
              <a:off x="5641928" y="216932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1" name="pt4070"/>
            <p:cNvSpPr/>
            <p:nvPr/>
          </p:nvSpPr>
          <p:spPr>
            <a:xfrm>
              <a:off x="5504281" y="211960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2" name="pt4071"/>
            <p:cNvSpPr/>
            <p:nvPr/>
          </p:nvSpPr>
          <p:spPr>
            <a:xfrm>
              <a:off x="5528050" y="182495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3" name="pt4072"/>
            <p:cNvSpPr/>
            <p:nvPr/>
          </p:nvSpPr>
          <p:spPr>
            <a:xfrm>
              <a:off x="5561004" y="206427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4" name="pt4073"/>
            <p:cNvSpPr/>
            <p:nvPr/>
          </p:nvSpPr>
          <p:spPr>
            <a:xfrm>
              <a:off x="5717050" y="1862561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5" name="pt4074"/>
            <p:cNvSpPr/>
            <p:nvPr/>
          </p:nvSpPr>
          <p:spPr>
            <a:xfrm>
              <a:off x="5541763" y="224497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6" name="pt4075"/>
            <p:cNvSpPr/>
            <p:nvPr/>
          </p:nvSpPr>
          <p:spPr>
            <a:xfrm>
              <a:off x="5564544" y="182570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7" name="pt4076"/>
            <p:cNvSpPr/>
            <p:nvPr/>
          </p:nvSpPr>
          <p:spPr>
            <a:xfrm>
              <a:off x="5531272" y="200544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8" name="pt4077"/>
            <p:cNvSpPr/>
            <p:nvPr/>
          </p:nvSpPr>
          <p:spPr>
            <a:xfrm>
              <a:off x="5790271" y="210283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9" name="pt4078"/>
            <p:cNvSpPr/>
            <p:nvPr/>
          </p:nvSpPr>
          <p:spPr>
            <a:xfrm>
              <a:off x="5849017" y="210258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0" name="pt4079"/>
            <p:cNvSpPr/>
            <p:nvPr/>
          </p:nvSpPr>
          <p:spPr>
            <a:xfrm>
              <a:off x="5394565" y="228602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1" name="pt4080"/>
            <p:cNvSpPr/>
            <p:nvPr/>
          </p:nvSpPr>
          <p:spPr>
            <a:xfrm>
              <a:off x="5520857" y="207110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2" name="pt4081"/>
            <p:cNvSpPr/>
            <p:nvPr/>
          </p:nvSpPr>
          <p:spPr>
            <a:xfrm>
              <a:off x="5594631" y="237002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3" name="pt4082"/>
            <p:cNvSpPr/>
            <p:nvPr/>
          </p:nvSpPr>
          <p:spPr>
            <a:xfrm>
              <a:off x="5395439" y="194544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4" name="pt4083"/>
            <p:cNvSpPr/>
            <p:nvPr/>
          </p:nvSpPr>
          <p:spPr>
            <a:xfrm>
              <a:off x="5504348" y="211446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5" name="pt4084"/>
            <p:cNvSpPr/>
            <p:nvPr/>
          </p:nvSpPr>
          <p:spPr>
            <a:xfrm>
              <a:off x="5586327" y="213216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6" name="pt4085"/>
            <p:cNvSpPr/>
            <p:nvPr/>
          </p:nvSpPr>
          <p:spPr>
            <a:xfrm>
              <a:off x="5629336" y="233485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7" name="pt4086"/>
            <p:cNvSpPr/>
            <p:nvPr/>
          </p:nvSpPr>
          <p:spPr>
            <a:xfrm>
              <a:off x="5434839" y="204761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8" name="pt4087"/>
            <p:cNvSpPr/>
            <p:nvPr/>
          </p:nvSpPr>
          <p:spPr>
            <a:xfrm>
              <a:off x="5521791" y="172513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9" name="pt4088"/>
            <p:cNvSpPr/>
            <p:nvPr/>
          </p:nvSpPr>
          <p:spPr>
            <a:xfrm>
              <a:off x="5544464" y="197475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0" name="pt4089"/>
            <p:cNvSpPr/>
            <p:nvPr/>
          </p:nvSpPr>
          <p:spPr>
            <a:xfrm>
              <a:off x="5384808" y="197005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1" name="pt4090"/>
            <p:cNvSpPr/>
            <p:nvPr/>
          </p:nvSpPr>
          <p:spPr>
            <a:xfrm>
              <a:off x="5636482" y="212723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2" name="pt4091"/>
            <p:cNvSpPr/>
            <p:nvPr/>
          </p:nvSpPr>
          <p:spPr>
            <a:xfrm>
              <a:off x="5626153" y="211447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3" name="pt4092"/>
            <p:cNvSpPr/>
            <p:nvPr/>
          </p:nvSpPr>
          <p:spPr>
            <a:xfrm>
              <a:off x="5602190" y="229064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4" name="pt4093"/>
            <p:cNvSpPr/>
            <p:nvPr/>
          </p:nvSpPr>
          <p:spPr>
            <a:xfrm>
              <a:off x="5533779" y="189729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5" name="pt4094"/>
            <p:cNvSpPr/>
            <p:nvPr/>
          </p:nvSpPr>
          <p:spPr>
            <a:xfrm>
              <a:off x="5472126" y="195956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6" name="pt4095"/>
            <p:cNvSpPr/>
            <p:nvPr/>
          </p:nvSpPr>
          <p:spPr>
            <a:xfrm>
              <a:off x="5637864" y="187539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7" name="pt4096"/>
            <p:cNvSpPr/>
            <p:nvPr/>
          </p:nvSpPr>
          <p:spPr>
            <a:xfrm>
              <a:off x="5589279" y="222401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8" name="pt4097"/>
            <p:cNvSpPr/>
            <p:nvPr/>
          </p:nvSpPr>
          <p:spPr>
            <a:xfrm>
              <a:off x="5836481" y="1674491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9" name="pt4098"/>
            <p:cNvSpPr/>
            <p:nvPr/>
          </p:nvSpPr>
          <p:spPr>
            <a:xfrm>
              <a:off x="5776590" y="256636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0" name="pt4099"/>
            <p:cNvSpPr/>
            <p:nvPr/>
          </p:nvSpPr>
          <p:spPr>
            <a:xfrm>
              <a:off x="5613405" y="197723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1" name="pt4100"/>
            <p:cNvSpPr/>
            <p:nvPr/>
          </p:nvSpPr>
          <p:spPr>
            <a:xfrm>
              <a:off x="5537127" y="2193802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2" name="pt4101"/>
            <p:cNvSpPr/>
            <p:nvPr/>
          </p:nvSpPr>
          <p:spPr>
            <a:xfrm>
              <a:off x="5560240" y="179100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3" name="pt4102"/>
            <p:cNvSpPr/>
            <p:nvPr/>
          </p:nvSpPr>
          <p:spPr>
            <a:xfrm>
              <a:off x="5500068" y="202008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4" name="pt4103"/>
            <p:cNvSpPr/>
            <p:nvPr/>
          </p:nvSpPr>
          <p:spPr>
            <a:xfrm>
              <a:off x="5561719" y="199762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5" name="pt4104"/>
            <p:cNvSpPr/>
            <p:nvPr/>
          </p:nvSpPr>
          <p:spPr>
            <a:xfrm>
              <a:off x="5485347" y="211844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6" name="pt4105"/>
            <p:cNvSpPr/>
            <p:nvPr/>
          </p:nvSpPr>
          <p:spPr>
            <a:xfrm>
              <a:off x="5550066" y="240343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7" name="pt4106"/>
            <p:cNvSpPr/>
            <p:nvPr/>
          </p:nvSpPr>
          <p:spPr>
            <a:xfrm>
              <a:off x="5592458" y="228246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8" name="pt4107"/>
            <p:cNvSpPr/>
            <p:nvPr/>
          </p:nvSpPr>
          <p:spPr>
            <a:xfrm>
              <a:off x="5570585" y="243699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9" name="pt4108"/>
            <p:cNvSpPr/>
            <p:nvPr/>
          </p:nvSpPr>
          <p:spPr>
            <a:xfrm>
              <a:off x="5664717" y="216827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0" name="pt4109"/>
            <p:cNvSpPr/>
            <p:nvPr/>
          </p:nvSpPr>
          <p:spPr>
            <a:xfrm>
              <a:off x="5517966" y="2478068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1" name="pt4110"/>
            <p:cNvSpPr/>
            <p:nvPr/>
          </p:nvSpPr>
          <p:spPr>
            <a:xfrm>
              <a:off x="5629895" y="244372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2" name="pt4111"/>
            <p:cNvSpPr/>
            <p:nvPr/>
          </p:nvSpPr>
          <p:spPr>
            <a:xfrm>
              <a:off x="6035308" y="201988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3" name="pt4112"/>
            <p:cNvSpPr/>
            <p:nvPr/>
          </p:nvSpPr>
          <p:spPr>
            <a:xfrm>
              <a:off x="5679734" y="2178878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4" name="pt4113"/>
            <p:cNvSpPr/>
            <p:nvPr/>
          </p:nvSpPr>
          <p:spPr>
            <a:xfrm>
              <a:off x="5574964" y="212464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5" name="pt4114"/>
            <p:cNvSpPr/>
            <p:nvPr/>
          </p:nvSpPr>
          <p:spPr>
            <a:xfrm>
              <a:off x="5678744" y="234643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6" name="pt4115"/>
            <p:cNvSpPr/>
            <p:nvPr/>
          </p:nvSpPr>
          <p:spPr>
            <a:xfrm>
              <a:off x="5686738" y="226409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7" name="pt4116"/>
            <p:cNvSpPr/>
            <p:nvPr/>
          </p:nvSpPr>
          <p:spPr>
            <a:xfrm>
              <a:off x="6062387" y="189842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8" name="pt4117"/>
            <p:cNvSpPr/>
            <p:nvPr/>
          </p:nvSpPr>
          <p:spPr>
            <a:xfrm>
              <a:off x="5557709" y="226808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9" name="pt4118"/>
            <p:cNvSpPr/>
            <p:nvPr/>
          </p:nvSpPr>
          <p:spPr>
            <a:xfrm>
              <a:off x="5508702" y="222851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0" name="pt4119"/>
            <p:cNvSpPr/>
            <p:nvPr/>
          </p:nvSpPr>
          <p:spPr>
            <a:xfrm>
              <a:off x="5576886" y="242908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1" name="pt4120"/>
            <p:cNvSpPr/>
            <p:nvPr/>
          </p:nvSpPr>
          <p:spPr>
            <a:xfrm>
              <a:off x="5580356" y="239853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2" name="pt4121"/>
            <p:cNvSpPr/>
            <p:nvPr/>
          </p:nvSpPr>
          <p:spPr>
            <a:xfrm>
              <a:off x="5582701" y="193144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3" name="pt4122"/>
            <p:cNvSpPr/>
            <p:nvPr/>
          </p:nvSpPr>
          <p:spPr>
            <a:xfrm>
              <a:off x="5561320" y="237526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4" name="pt4123"/>
            <p:cNvSpPr/>
            <p:nvPr/>
          </p:nvSpPr>
          <p:spPr>
            <a:xfrm>
              <a:off x="5281757" y="195675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5" name="pt4124"/>
            <p:cNvSpPr/>
            <p:nvPr/>
          </p:nvSpPr>
          <p:spPr>
            <a:xfrm>
              <a:off x="5442412" y="242973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6" name="pt4125"/>
            <p:cNvSpPr/>
            <p:nvPr/>
          </p:nvSpPr>
          <p:spPr>
            <a:xfrm>
              <a:off x="5434510" y="225220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7" name="pt4126"/>
            <p:cNvSpPr/>
            <p:nvPr/>
          </p:nvSpPr>
          <p:spPr>
            <a:xfrm>
              <a:off x="5636589" y="243705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8" name="pt4127"/>
            <p:cNvSpPr/>
            <p:nvPr/>
          </p:nvSpPr>
          <p:spPr>
            <a:xfrm>
              <a:off x="5619996" y="208780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9" name="pt4128"/>
            <p:cNvSpPr/>
            <p:nvPr/>
          </p:nvSpPr>
          <p:spPr>
            <a:xfrm>
              <a:off x="5547312" y="236934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0" name="pt4129"/>
            <p:cNvSpPr/>
            <p:nvPr/>
          </p:nvSpPr>
          <p:spPr>
            <a:xfrm>
              <a:off x="5574762" y="236872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1" name="pt4130"/>
            <p:cNvSpPr/>
            <p:nvPr/>
          </p:nvSpPr>
          <p:spPr>
            <a:xfrm>
              <a:off x="5715456" y="219658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2" name="pt4131"/>
            <p:cNvSpPr/>
            <p:nvPr/>
          </p:nvSpPr>
          <p:spPr>
            <a:xfrm>
              <a:off x="5510761" y="240616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3" name="pt4132"/>
            <p:cNvSpPr/>
            <p:nvPr/>
          </p:nvSpPr>
          <p:spPr>
            <a:xfrm>
              <a:off x="5597831" y="236872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4" name="pt4133"/>
            <p:cNvSpPr/>
            <p:nvPr/>
          </p:nvSpPr>
          <p:spPr>
            <a:xfrm>
              <a:off x="5703039" y="245987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5" name="pt4134"/>
            <p:cNvSpPr/>
            <p:nvPr/>
          </p:nvSpPr>
          <p:spPr>
            <a:xfrm>
              <a:off x="5729640" y="2569517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6" name="pt4135"/>
            <p:cNvSpPr/>
            <p:nvPr/>
          </p:nvSpPr>
          <p:spPr>
            <a:xfrm>
              <a:off x="5662863" y="273272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7" name="pt4136"/>
            <p:cNvSpPr/>
            <p:nvPr/>
          </p:nvSpPr>
          <p:spPr>
            <a:xfrm>
              <a:off x="5506121" y="239413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8" name="pt4137"/>
            <p:cNvSpPr/>
            <p:nvPr/>
          </p:nvSpPr>
          <p:spPr>
            <a:xfrm>
              <a:off x="5598924" y="246943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9" name="pt4138"/>
            <p:cNvSpPr/>
            <p:nvPr/>
          </p:nvSpPr>
          <p:spPr>
            <a:xfrm>
              <a:off x="5751400" y="228621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0" name="pt4139"/>
            <p:cNvSpPr/>
            <p:nvPr/>
          </p:nvSpPr>
          <p:spPr>
            <a:xfrm>
              <a:off x="5606892" y="226530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1" name="pt4140"/>
            <p:cNvSpPr/>
            <p:nvPr/>
          </p:nvSpPr>
          <p:spPr>
            <a:xfrm>
              <a:off x="5521225" y="2379200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2" name="pt4141"/>
            <p:cNvSpPr/>
            <p:nvPr/>
          </p:nvSpPr>
          <p:spPr>
            <a:xfrm>
              <a:off x="5568620" y="235241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3" name="pt4142"/>
            <p:cNvSpPr/>
            <p:nvPr/>
          </p:nvSpPr>
          <p:spPr>
            <a:xfrm>
              <a:off x="5469558" y="240687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4" name="pt4143"/>
            <p:cNvSpPr/>
            <p:nvPr/>
          </p:nvSpPr>
          <p:spPr>
            <a:xfrm>
              <a:off x="5744810" y="184985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5" name="pt4144"/>
            <p:cNvSpPr/>
            <p:nvPr/>
          </p:nvSpPr>
          <p:spPr>
            <a:xfrm>
              <a:off x="5666933" y="236964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6" name="pt4145"/>
            <p:cNvSpPr/>
            <p:nvPr/>
          </p:nvSpPr>
          <p:spPr>
            <a:xfrm>
              <a:off x="5801911" y="242124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7" name="pt4146"/>
            <p:cNvSpPr/>
            <p:nvPr/>
          </p:nvSpPr>
          <p:spPr>
            <a:xfrm>
              <a:off x="5672799" y="2218766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8" name="pt4147"/>
            <p:cNvSpPr/>
            <p:nvPr/>
          </p:nvSpPr>
          <p:spPr>
            <a:xfrm>
              <a:off x="5733007" y="196358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9" name="pt4148"/>
            <p:cNvSpPr/>
            <p:nvPr/>
          </p:nvSpPr>
          <p:spPr>
            <a:xfrm>
              <a:off x="5701076" y="217974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0" name="pt4149"/>
            <p:cNvSpPr/>
            <p:nvPr/>
          </p:nvSpPr>
          <p:spPr>
            <a:xfrm>
              <a:off x="5682645" y="230391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1" name="pt4150"/>
            <p:cNvSpPr/>
            <p:nvPr/>
          </p:nvSpPr>
          <p:spPr>
            <a:xfrm>
              <a:off x="5569291" y="209161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2" name="pt4151"/>
            <p:cNvSpPr/>
            <p:nvPr/>
          </p:nvSpPr>
          <p:spPr>
            <a:xfrm>
              <a:off x="5684795" y="2180477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3" name="pt4152"/>
            <p:cNvSpPr/>
            <p:nvPr/>
          </p:nvSpPr>
          <p:spPr>
            <a:xfrm>
              <a:off x="5608741" y="208358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4" name="pt4153"/>
            <p:cNvSpPr/>
            <p:nvPr/>
          </p:nvSpPr>
          <p:spPr>
            <a:xfrm>
              <a:off x="5576737" y="205590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5" name="pt4154"/>
            <p:cNvSpPr/>
            <p:nvPr/>
          </p:nvSpPr>
          <p:spPr>
            <a:xfrm>
              <a:off x="5362638" y="229118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6" name="pt4155"/>
            <p:cNvSpPr/>
            <p:nvPr/>
          </p:nvSpPr>
          <p:spPr>
            <a:xfrm>
              <a:off x="5586229" y="207069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7" name="pt4156"/>
            <p:cNvSpPr/>
            <p:nvPr/>
          </p:nvSpPr>
          <p:spPr>
            <a:xfrm>
              <a:off x="5654892" y="229761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8" name="pt4157"/>
            <p:cNvSpPr/>
            <p:nvPr/>
          </p:nvSpPr>
          <p:spPr>
            <a:xfrm>
              <a:off x="5468146" y="2626020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9" name="pt4158"/>
            <p:cNvSpPr/>
            <p:nvPr/>
          </p:nvSpPr>
          <p:spPr>
            <a:xfrm>
              <a:off x="5664826" y="219754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0" name="pt4159"/>
            <p:cNvSpPr/>
            <p:nvPr/>
          </p:nvSpPr>
          <p:spPr>
            <a:xfrm>
              <a:off x="5517042" y="262310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1" name="pt4160"/>
            <p:cNvSpPr/>
            <p:nvPr/>
          </p:nvSpPr>
          <p:spPr>
            <a:xfrm>
              <a:off x="5406512" y="239394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2" name="pt4161"/>
            <p:cNvSpPr/>
            <p:nvPr/>
          </p:nvSpPr>
          <p:spPr>
            <a:xfrm>
              <a:off x="5537245" y="257920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3" name="pt4162"/>
            <p:cNvSpPr/>
            <p:nvPr/>
          </p:nvSpPr>
          <p:spPr>
            <a:xfrm>
              <a:off x="5469591" y="252132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4" name="pt4163"/>
            <p:cNvSpPr/>
            <p:nvPr/>
          </p:nvSpPr>
          <p:spPr>
            <a:xfrm>
              <a:off x="5577034" y="227290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5" name="pt4164"/>
            <p:cNvSpPr/>
            <p:nvPr/>
          </p:nvSpPr>
          <p:spPr>
            <a:xfrm>
              <a:off x="5487826" y="224474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6" name="pt4165"/>
            <p:cNvSpPr/>
            <p:nvPr/>
          </p:nvSpPr>
          <p:spPr>
            <a:xfrm>
              <a:off x="5586088" y="222150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7" name="pt4166"/>
            <p:cNvSpPr/>
            <p:nvPr/>
          </p:nvSpPr>
          <p:spPr>
            <a:xfrm>
              <a:off x="5574456" y="217991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8" name="pt4167"/>
            <p:cNvSpPr/>
            <p:nvPr/>
          </p:nvSpPr>
          <p:spPr>
            <a:xfrm>
              <a:off x="5214613" y="194622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9" name="pt4168"/>
            <p:cNvSpPr/>
            <p:nvPr/>
          </p:nvSpPr>
          <p:spPr>
            <a:xfrm>
              <a:off x="5917540" y="169973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0" name="pt4169"/>
            <p:cNvSpPr/>
            <p:nvPr/>
          </p:nvSpPr>
          <p:spPr>
            <a:xfrm>
              <a:off x="5866949" y="230136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1" name="pt4170"/>
            <p:cNvSpPr/>
            <p:nvPr/>
          </p:nvSpPr>
          <p:spPr>
            <a:xfrm>
              <a:off x="5810044" y="264674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2" name="pt4171"/>
            <p:cNvSpPr/>
            <p:nvPr/>
          </p:nvSpPr>
          <p:spPr>
            <a:xfrm>
              <a:off x="5632492" y="255260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3" name="pt4172"/>
            <p:cNvSpPr/>
            <p:nvPr/>
          </p:nvSpPr>
          <p:spPr>
            <a:xfrm>
              <a:off x="5743155" y="203992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4" name="pt4173"/>
            <p:cNvSpPr/>
            <p:nvPr/>
          </p:nvSpPr>
          <p:spPr>
            <a:xfrm>
              <a:off x="5801401" y="2494170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5" name="pt4174"/>
            <p:cNvSpPr/>
            <p:nvPr/>
          </p:nvSpPr>
          <p:spPr>
            <a:xfrm>
              <a:off x="5587191" y="2262210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6" name="pt4175"/>
            <p:cNvSpPr/>
            <p:nvPr/>
          </p:nvSpPr>
          <p:spPr>
            <a:xfrm>
              <a:off x="5833954" y="205712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7" name="pt4176"/>
            <p:cNvSpPr/>
            <p:nvPr/>
          </p:nvSpPr>
          <p:spPr>
            <a:xfrm>
              <a:off x="5560165" y="236942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8" name="pt4177"/>
            <p:cNvSpPr/>
            <p:nvPr/>
          </p:nvSpPr>
          <p:spPr>
            <a:xfrm>
              <a:off x="5608815" y="219854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9" name="pt4178"/>
            <p:cNvSpPr/>
            <p:nvPr/>
          </p:nvSpPr>
          <p:spPr>
            <a:xfrm>
              <a:off x="5761448" y="249346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0" name="pt4179"/>
            <p:cNvSpPr/>
            <p:nvPr/>
          </p:nvSpPr>
          <p:spPr>
            <a:xfrm>
              <a:off x="5585563" y="242952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1" name="pt4180"/>
            <p:cNvSpPr/>
            <p:nvPr/>
          </p:nvSpPr>
          <p:spPr>
            <a:xfrm>
              <a:off x="5593257" y="238944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2" name="pt4181"/>
            <p:cNvSpPr/>
            <p:nvPr/>
          </p:nvSpPr>
          <p:spPr>
            <a:xfrm>
              <a:off x="5504806" y="264253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3" name="pt4182"/>
            <p:cNvSpPr/>
            <p:nvPr/>
          </p:nvSpPr>
          <p:spPr>
            <a:xfrm>
              <a:off x="5601350" y="2381797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4" name="pt4183"/>
            <p:cNvSpPr/>
            <p:nvPr/>
          </p:nvSpPr>
          <p:spPr>
            <a:xfrm>
              <a:off x="5539923" y="270703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5" name="pt4184"/>
            <p:cNvSpPr/>
            <p:nvPr/>
          </p:nvSpPr>
          <p:spPr>
            <a:xfrm>
              <a:off x="5469541" y="222507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6" name="pt4185"/>
            <p:cNvSpPr/>
            <p:nvPr/>
          </p:nvSpPr>
          <p:spPr>
            <a:xfrm>
              <a:off x="5507762" y="242131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7" name="pt4186"/>
            <p:cNvSpPr/>
            <p:nvPr/>
          </p:nvSpPr>
          <p:spPr>
            <a:xfrm>
              <a:off x="5405589" y="209458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8" name="pt4187"/>
            <p:cNvSpPr/>
            <p:nvPr/>
          </p:nvSpPr>
          <p:spPr>
            <a:xfrm>
              <a:off x="5567905" y="198682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9" name="pt4188"/>
            <p:cNvSpPr/>
            <p:nvPr/>
          </p:nvSpPr>
          <p:spPr>
            <a:xfrm>
              <a:off x="5614869" y="195838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0" name="pt4189"/>
            <p:cNvSpPr/>
            <p:nvPr/>
          </p:nvSpPr>
          <p:spPr>
            <a:xfrm>
              <a:off x="5590889" y="235569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1" name="pt4190"/>
            <p:cNvSpPr/>
            <p:nvPr/>
          </p:nvSpPr>
          <p:spPr>
            <a:xfrm>
              <a:off x="5568938" y="232793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2" name="pt4191"/>
            <p:cNvSpPr/>
            <p:nvPr/>
          </p:nvSpPr>
          <p:spPr>
            <a:xfrm>
              <a:off x="5240989" y="213804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3" name="pt4192"/>
            <p:cNvSpPr/>
            <p:nvPr/>
          </p:nvSpPr>
          <p:spPr>
            <a:xfrm>
              <a:off x="5616870" y="229322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4" name="pt4193"/>
            <p:cNvSpPr/>
            <p:nvPr/>
          </p:nvSpPr>
          <p:spPr>
            <a:xfrm>
              <a:off x="5581005" y="219716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5" name="pt4194"/>
            <p:cNvSpPr/>
            <p:nvPr/>
          </p:nvSpPr>
          <p:spPr>
            <a:xfrm>
              <a:off x="5506506" y="2326470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6" name="pt4195"/>
            <p:cNvSpPr/>
            <p:nvPr/>
          </p:nvSpPr>
          <p:spPr>
            <a:xfrm>
              <a:off x="5566136" y="209746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7" name="pt4196"/>
            <p:cNvSpPr/>
            <p:nvPr/>
          </p:nvSpPr>
          <p:spPr>
            <a:xfrm>
              <a:off x="5512540" y="198533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8" name="pt4197"/>
            <p:cNvSpPr/>
            <p:nvPr/>
          </p:nvSpPr>
          <p:spPr>
            <a:xfrm>
              <a:off x="5516706" y="221539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9" name="pt4198"/>
            <p:cNvSpPr/>
            <p:nvPr/>
          </p:nvSpPr>
          <p:spPr>
            <a:xfrm>
              <a:off x="5339613" y="201536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0" name="pt4199"/>
            <p:cNvSpPr/>
            <p:nvPr/>
          </p:nvSpPr>
          <p:spPr>
            <a:xfrm>
              <a:off x="5515712" y="1940020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1" name="pt4200"/>
            <p:cNvSpPr/>
            <p:nvPr/>
          </p:nvSpPr>
          <p:spPr>
            <a:xfrm>
              <a:off x="5442346" y="187881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2" name="pt4201"/>
            <p:cNvSpPr/>
            <p:nvPr/>
          </p:nvSpPr>
          <p:spPr>
            <a:xfrm>
              <a:off x="5534938" y="216999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3" name="pt4202"/>
            <p:cNvSpPr/>
            <p:nvPr/>
          </p:nvSpPr>
          <p:spPr>
            <a:xfrm>
              <a:off x="5584418" y="217901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4" name="pt4203"/>
            <p:cNvSpPr/>
            <p:nvPr/>
          </p:nvSpPr>
          <p:spPr>
            <a:xfrm>
              <a:off x="5587534" y="236496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5" name="pt4204"/>
            <p:cNvSpPr/>
            <p:nvPr/>
          </p:nvSpPr>
          <p:spPr>
            <a:xfrm>
              <a:off x="5417961" y="236002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6" name="pt4205"/>
            <p:cNvSpPr/>
            <p:nvPr/>
          </p:nvSpPr>
          <p:spPr>
            <a:xfrm>
              <a:off x="5589490" y="204601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7" name="pt4206"/>
            <p:cNvSpPr/>
            <p:nvPr/>
          </p:nvSpPr>
          <p:spPr>
            <a:xfrm>
              <a:off x="5636117" y="238653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8" name="pt4207"/>
            <p:cNvSpPr/>
            <p:nvPr/>
          </p:nvSpPr>
          <p:spPr>
            <a:xfrm>
              <a:off x="5598071" y="214948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9" name="pt4208"/>
            <p:cNvSpPr/>
            <p:nvPr/>
          </p:nvSpPr>
          <p:spPr>
            <a:xfrm>
              <a:off x="5683657" y="209190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0" name="pt4209"/>
            <p:cNvSpPr/>
            <p:nvPr/>
          </p:nvSpPr>
          <p:spPr>
            <a:xfrm>
              <a:off x="5601354" y="210249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1" name="pt4210"/>
            <p:cNvSpPr/>
            <p:nvPr/>
          </p:nvSpPr>
          <p:spPr>
            <a:xfrm>
              <a:off x="5553732" y="2130035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2" name="pt4211"/>
            <p:cNvSpPr/>
            <p:nvPr/>
          </p:nvSpPr>
          <p:spPr>
            <a:xfrm>
              <a:off x="5543306" y="215196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3" name="pt4212"/>
            <p:cNvSpPr/>
            <p:nvPr/>
          </p:nvSpPr>
          <p:spPr>
            <a:xfrm>
              <a:off x="5521272" y="239782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4" name="pt4213"/>
            <p:cNvSpPr/>
            <p:nvPr/>
          </p:nvSpPr>
          <p:spPr>
            <a:xfrm>
              <a:off x="5441012" y="223529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5" name="pt4214"/>
            <p:cNvSpPr/>
            <p:nvPr/>
          </p:nvSpPr>
          <p:spPr>
            <a:xfrm>
              <a:off x="5550106" y="247119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6" name="pt4215"/>
            <p:cNvSpPr/>
            <p:nvPr/>
          </p:nvSpPr>
          <p:spPr>
            <a:xfrm>
              <a:off x="5525629" y="251331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7" name="pt4216"/>
            <p:cNvSpPr/>
            <p:nvPr/>
          </p:nvSpPr>
          <p:spPr>
            <a:xfrm>
              <a:off x="5248515" y="209963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8" name="pt4217"/>
            <p:cNvSpPr/>
            <p:nvPr/>
          </p:nvSpPr>
          <p:spPr>
            <a:xfrm>
              <a:off x="5523122" y="222692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9" name="pt4218"/>
            <p:cNvSpPr/>
            <p:nvPr/>
          </p:nvSpPr>
          <p:spPr>
            <a:xfrm>
              <a:off x="5543848" y="238604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0" name="pt4219"/>
            <p:cNvSpPr/>
            <p:nvPr/>
          </p:nvSpPr>
          <p:spPr>
            <a:xfrm>
              <a:off x="5568185" y="219772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1" name="pt4220"/>
            <p:cNvSpPr/>
            <p:nvPr/>
          </p:nvSpPr>
          <p:spPr>
            <a:xfrm>
              <a:off x="5513936" y="207847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2" name="pt4221"/>
            <p:cNvSpPr/>
            <p:nvPr/>
          </p:nvSpPr>
          <p:spPr>
            <a:xfrm>
              <a:off x="5542137" y="203163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3" name="pt4222"/>
            <p:cNvSpPr/>
            <p:nvPr/>
          </p:nvSpPr>
          <p:spPr>
            <a:xfrm>
              <a:off x="5496690" y="231010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4" name="pt4223"/>
            <p:cNvSpPr/>
            <p:nvPr/>
          </p:nvSpPr>
          <p:spPr>
            <a:xfrm>
              <a:off x="5518302" y="248146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5" name="pt4224"/>
            <p:cNvSpPr/>
            <p:nvPr/>
          </p:nvSpPr>
          <p:spPr>
            <a:xfrm>
              <a:off x="5579793" y="195663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6" name="pt4225"/>
            <p:cNvSpPr/>
            <p:nvPr/>
          </p:nvSpPr>
          <p:spPr>
            <a:xfrm>
              <a:off x="5474311" y="246366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7" name="pt4226"/>
            <p:cNvSpPr/>
            <p:nvPr/>
          </p:nvSpPr>
          <p:spPr>
            <a:xfrm>
              <a:off x="5592080" y="218232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8" name="pt4227"/>
            <p:cNvSpPr/>
            <p:nvPr/>
          </p:nvSpPr>
          <p:spPr>
            <a:xfrm>
              <a:off x="5528022" y="192872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9" name="pt4228"/>
            <p:cNvSpPr/>
            <p:nvPr/>
          </p:nvSpPr>
          <p:spPr>
            <a:xfrm>
              <a:off x="5472421" y="194073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0" name="pt4229"/>
            <p:cNvSpPr/>
            <p:nvPr/>
          </p:nvSpPr>
          <p:spPr>
            <a:xfrm>
              <a:off x="5566433" y="214421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1" name="pt4230"/>
            <p:cNvSpPr/>
            <p:nvPr/>
          </p:nvSpPr>
          <p:spPr>
            <a:xfrm>
              <a:off x="5487643" y="211075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2" name="pt4231"/>
            <p:cNvSpPr/>
            <p:nvPr/>
          </p:nvSpPr>
          <p:spPr>
            <a:xfrm>
              <a:off x="5564371" y="240725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3" name="pt4232"/>
            <p:cNvSpPr/>
            <p:nvPr/>
          </p:nvSpPr>
          <p:spPr>
            <a:xfrm>
              <a:off x="5478499" y="221115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4" name="pt4233"/>
            <p:cNvSpPr/>
            <p:nvPr/>
          </p:nvSpPr>
          <p:spPr>
            <a:xfrm>
              <a:off x="5543981" y="198191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5" name="pt4234"/>
            <p:cNvSpPr/>
            <p:nvPr/>
          </p:nvSpPr>
          <p:spPr>
            <a:xfrm>
              <a:off x="5459471" y="247407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6" name="pt4235"/>
            <p:cNvSpPr/>
            <p:nvPr/>
          </p:nvSpPr>
          <p:spPr>
            <a:xfrm>
              <a:off x="5481269" y="240552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7" name="pt4236"/>
            <p:cNvSpPr/>
            <p:nvPr/>
          </p:nvSpPr>
          <p:spPr>
            <a:xfrm>
              <a:off x="5488099" y="223298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8" name="pt4237"/>
            <p:cNvSpPr/>
            <p:nvPr/>
          </p:nvSpPr>
          <p:spPr>
            <a:xfrm>
              <a:off x="5612144" y="226288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9" name="pt4238"/>
            <p:cNvSpPr/>
            <p:nvPr/>
          </p:nvSpPr>
          <p:spPr>
            <a:xfrm>
              <a:off x="5584355" y="227608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0" name="pt4239"/>
            <p:cNvSpPr/>
            <p:nvPr/>
          </p:nvSpPr>
          <p:spPr>
            <a:xfrm>
              <a:off x="5438875" y="245604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1" name="pt4240"/>
            <p:cNvSpPr/>
            <p:nvPr/>
          </p:nvSpPr>
          <p:spPr>
            <a:xfrm>
              <a:off x="5712442" y="225110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2" name="pt4241"/>
            <p:cNvSpPr/>
            <p:nvPr/>
          </p:nvSpPr>
          <p:spPr>
            <a:xfrm>
              <a:off x="5487035" y="227920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3" name="pt4242"/>
            <p:cNvSpPr/>
            <p:nvPr/>
          </p:nvSpPr>
          <p:spPr>
            <a:xfrm>
              <a:off x="5609745" y="259377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4" name="pt4243"/>
            <p:cNvSpPr/>
            <p:nvPr/>
          </p:nvSpPr>
          <p:spPr>
            <a:xfrm>
              <a:off x="5465258" y="252211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5" name="pt4244"/>
            <p:cNvSpPr/>
            <p:nvPr/>
          </p:nvSpPr>
          <p:spPr>
            <a:xfrm>
              <a:off x="5563885" y="258170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6" name="pt4245"/>
            <p:cNvSpPr/>
            <p:nvPr/>
          </p:nvSpPr>
          <p:spPr>
            <a:xfrm>
              <a:off x="5600741" y="189490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7" name="pt4246"/>
            <p:cNvSpPr/>
            <p:nvPr/>
          </p:nvSpPr>
          <p:spPr>
            <a:xfrm>
              <a:off x="5548169" y="241386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8" name="pt4247"/>
            <p:cNvSpPr/>
            <p:nvPr/>
          </p:nvSpPr>
          <p:spPr>
            <a:xfrm>
              <a:off x="5414044" y="233960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9" name="pt4248"/>
            <p:cNvSpPr/>
            <p:nvPr/>
          </p:nvSpPr>
          <p:spPr>
            <a:xfrm>
              <a:off x="5558813" y="264082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0" name="pt4249"/>
            <p:cNvSpPr/>
            <p:nvPr/>
          </p:nvSpPr>
          <p:spPr>
            <a:xfrm>
              <a:off x="5550519" y="2175454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1" name="pt4250"/>
            <p:cNvSpPr/>
            <p:nvPr/>
          </p:nvSpPr>
          <p:spPr>
            <a:xfrm>
              <a:off x="5508039" y="238335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2" name="pt4251"/>
            <p:cNvSpPr/>
            <p:nvPr/>
          </p:nvSpPr>
          <p:spPr>
            <a:xfrm>
              <a:off x="5520263" y="224896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3" name="pt4252"/>
            <p:cNvSpPr/>
            <p:nvPr/>
          </p:nvSpPr>
          <p:spPr>
            <a:xfrm>
              <a:off x="5539961" y="2398555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4" name="pt4253"/>
            <p:cNvSpPr/>
            <p:nvPr/>
          </p:nvSpPr>
          <p:spPr>
            <a:xfrm>
              <a:off x="5481962" y="239615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5" name="pt4254"/>
            <p:cNvSpPr/>
            <p:nvPr/>
          </p:nvSpPr>
          <p:spPr>
            <a:xfrm>
              <a:off x="5580277" y="199078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6" name="pt4255"/>
            <p:cNvSpPr/>
            <p:nvPr/>
          </p:nvSpPr>
          <p:spPr>
            <a:xfrm>
              <a:off x="5541215" y="2124652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7" name="pt4256"/>
            <p:cNvSpPr/>
            <p:nvPr/>
          </p:nvSpPr>
          <p:spPr>
            <a:xfrm>
              <a:off x="5499018" y="179855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8" name="pt4257"/>
            <p:cNvSpPr/>
            <p:nvPr/>
          </p:nvSpPr>
          <p:spPr>
            <a:xfrm>
              <a:off x="5740730" y="200521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9" name="pt4258"/>
            <p:cNvSpPr/>
            <p:nvPr/>
          </p:nvSpPr>
          <p:spPr>
            <a:xfrm>
              <a:off x="5566729" y="213971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0" name="pt4259"/>
            <p:cNvSpPr/>
            <p:nvPr/>
          </p:nvSpPr>
          <p:spPr>
            <a:xfrm>
              <a:off x="5599205" y="212332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1" name="pt4260"/>
            <p:cNvSpPr/>
            <p:nvPr/>
          </p:nvSpPr>
          <p:spPr>
            <a:xfrm>
              <a:off x="5611542" y="252580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2" name="pt4261"/>
            <p:cNvSpPr/>
            <p:nvPr/>
          </p:nvSpPr>
          <p:spPr>
            <a:xfrm>
              <a:off x="5574029" y="256999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3" name="pt4262"/>
            <p:cNvSpPr/>
            <p:nvPr/>
          </p:nvSpPr>
          <p:spPr>
            <a:xfrm>
              <a:off x="5604976" y="196665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4" name="pt4263"/>
            <p:cNvSpPr/>
            <p:nvPr/>
          </p:nvSpPr>
          <p:spPr>
            <a:xfrm>
              <a:off x="5247238" y="231364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5" name="pt4264"/>
            <p:cNvSpPr/>
            <p:nvPr/>
          </p:nvSpPr>
          <p:spPr>
            <a:xfrm>
              <a:off x="5390523" y="255870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6" name="pt4265"/>
            <p:cNvSpPr/>
            <p:nvPr/>
          </p:nvSpPr>
          <p:spPr>
            <a:xfrm>
              <a:off x="5606174" y="2267756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7" name="pt4266"/>
            <p:cNvSpPr/>
            <p:nvPr/>
          </p:nvSpPr>
          <p:spPr>
            <a:xfrm>
              <a:off x="5673933" y="234907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8" name="pt4267"/>
            <p:cNvSpPr/>
            <p:nvPr/>
          </p:nvSpPr>
          <p:spPr>
            <a:xfrm>
              <a:off x="5575256" y="231878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9" name="pt4268"/>
            <p:cNvSpPr/>
            <p:nvPr/>
          </p:nvSpPr>
          <p:spPr>
            <a:xfrm>
              <a:off x="5625445" y="2361990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0" name="pt4269"/>
            <p:cNvSpPr/>
            <p:nvPr/>
          </p:nvSpPr>
          <p:spPr>
            <a:xfrm>
              <a:off x="5575966" y="195196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1" name="pt4270"/>
            <p:cNvSpPr/>
            <p:nvPr/>
          </p:nvSpPr>
          <p:spPr>
            <a:xfrm>
              <a:off x="5596947" y="207144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2" name="pt4271"/>
            <p:cNvSpPr/>
            <p:nvPr/>
          </p:nvSpPr>
          <p:spPr>
            <a:xfrm>
              <a:off x="5636917" y="202107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3" name="pt4272"/>
            <p:cNvSpPr/>
            <p:nvPr/>
          </p:nvSpPr>
          <p:spPr>
            <a:xfrm>
              <a:off x="5721152" y="208357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4" name="pt4273"/>
            <p:cNvSpPr/>
            <p:nvPr/>
          </p:nvSpPr>
          <p:spPr>
            <a:xfrm>
              <a:off x="5687942" y="251650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5" name="pt4274"/>
            <p:cNvSpPr/>
            <p:nvPr/>
          </p:nvSpPr>
          <p:spPr>
            <a:xfrm>
              <a:off x="5530305" y="208425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6" name="pt4275"/>
            <p:cNvSpPr/>
            <p:nvPr/>
          </p:nvSpPr>
          <p:spPr>
            <a:xfrm>
              <a:off x="5630444" y="239881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7" name="pt4276"/>
            <p:cNvSpPr/>
            <p:nvPr/>
          </p:nvSpPr>
          <p:spPr>
            <a:xfrm>
              <a:off x="5596334" y="199433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8" name="pt4277"/>
            <p:cNvSpPr/>
            <p:nvPr/>
          </p:nvSpPr>
          <p:spPr>
            <a:xfrm>
              <a:off x="5531827" y="2183062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9" name="pt4278"/>
            <p:cNvSpPr/>
            <p:nvPr/>
          </p:nvSpPr>
          <p:spPr>
            <a:xfrm>
              <a:off x="5546260" y="203693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0" name="pt4279"/>
            <p:cNvSpPr/>
            <p:nvPr/>
          </p:nvSpPr>
          <p:spPr>
            <a:xfrm>
              <a:off x="5611996" y="237739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1" name="pt4280"/>
            <p:cNvSpPr/>
            <p:nvPr/>
          </p:nvSpPr>
          <p:spPr>
            <a:xfrm>
              <a:off x="5657466" y="198105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2" name="pt4281"/>
            <p:cNvSpPr/>
            <p:nvPr/>
          </p:nvSpPr>
          <p:spPr>
            <a:xfrm>
              <a:off x="5575666" y="206588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3" name="pt4282"/>
            <p:cNvSpPr/>
            <p:nvPr/>
          </p:nvSpPr>
          <p:spPr>
            <a:xfrm>
              <a:off x="5497756" y="2212177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4" name="pt4283"/>
            <p:cNvSpPr/>
            <p:nvPr/>
          </p:nvSpPr>
          <p:spPr>
            <a:xfrm>
              <a:off x="5633494" y="199310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5" name="pt4284"/>
            <p:cNvSpPr/>
            <p:nvPr/>
          </p:nvSpPr>
          <p:spPr>
            <a:xfrm>
              <a:off x="5551438" y="215163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6" name="pt4285"/>
            <p:cNvSpPr/>
            <p:nvPr/>
          </p:nvSpPr>
          <p:spPr>
            <a:xfrm>
              <a:off x="5531276" y="2718996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7" name="pt4286"/>
            <p:cNvSpPr/>
            <p:nvPr/>
          </p:nvSpPr>
          <p:spPr>
            <a:xfrm>
              <a:off x="5498983" y="223496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8" name="pt4287"/>
            <p:cNvSpPr/>
            <p:nvPr/>
          </p:nvSpPr>
          <p:spPr>
            <a:xfrm>
              <a:off x="5526119" y="2459584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9" name="pt4288"/>
            <p:cNvSpPr/>
            <p:nvPr/>
          </p:nvSpPr>
          <p:spPr>
            <a:xfrm>
              <a:off x="5454011" y="262155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0" name="pt4289"/>
            <p:cNvSpPr/>
            <p:nvPr/>
          </p:nvSpPr>
          <p:spPr>
            <a:xfrm>
              <a:off x="5499536" y="241848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1" name="pt4290"/>
            <p:cNvSpPr/>
            <p:nvPr/>
          </p:nvSpPr>
          <p:spPr>
            <a:xfrm>
              <a:off x="5611462" y="265087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2" name="pt4291"/>
            <p:cNvSpPr/>
            <p:nvPr/>
          </p:nvSpPr>
          <p:spPr>
            <a:xfrm>
              <a:off x="5467463" y="226192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3" name="pt4292"/>
            <p:cNvSpPr/>
            <p:nvPr/>
          </p:nvSpPr>
          <p:spPr>
            <a:xfrm>
              <a:off x="5565865" y="228492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4" name="pt4293"/>
            <p:cNvSpPr/>
            <p:nvPr/>
          </p:nvSpPr>
          <p:spPr>
            <a:xfrm>
              <a:off x="5629036" y="231167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5" name="pt4294"/>
            <p:cNvSpPr/>
            <p:nvPr/>
          </p:nvSpPr>
          <p:spPr>
            <a:xfrm>
              <a:off x="5309079" y="225855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6" name="pt4295"/>
            <p:cNvSpPr/>
            <p:nvPr/>
          </p:nvSpPr>
          <p:spPr>
            <a:xfrm>
              <a:off x="5606451" y="252450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7" name="pt4296"/>
            <p:cNvSpPr/>
            <p:nvPr/>
          </p:nvSpPr>
          <p:spPr>
            <a:xfrm>
              <a:off x="5778103" y="229544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8" name="pt4297"/>
            <p:cNvSpPr/>
            <p:nvPr/>
          </p:nvSpPr>
          <p:spPr>
            <a:xfrm>
              <a:off x="5484382" y="222509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9" name="pt4298"/>
            <p:cNvSpPr/>
            <p:nvPr/>
          </p:nvSpPr>
          <p:spPr>
            <a:xfrm>
              <a:off x="5613920" y="251420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0" name="pt4299"/>
            <p:cNvSpPr/>
            <p:nvPr/>
          </p:nvSpPr>
          <p:spPr>
            <a:xfrm>
              <a:off x="5566936" y="224014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1" name="pt4300"/>
            <p:cNvSpPr/>
            <p:nvPr/>
          </p:nvSpPr>
          <p:spPr>
            <a:xfrm>
              <a:off x="5317726" y="2335460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2" name="pt4301"/>
            <p:cNvSpPr/>
            <p:nvPr/>
          </p:nvSpPr>
          <p:spPr>
            <a:xfrm>
              <a:off x="5430054" y="223980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3" name="pt4302"/>
            <p:cNvSpPr/>
            <p:nvPr/>
          </p:nvSpPr>
          <p:spPr>
            <a:xfrm>
              <a:off x="5409886" y="229002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4" name="pt4303"/>
            <p:cNvSpPr/>
            <p:nvPr/>
          </p:nvSpPr>
          <p:spPr>
            <a:xfrm>
              <a:off x="5413262" y="244692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5" name="pt4304"/>
            <p:cNvSpPr/>
            <p:nvPr/>
          </p:nvSpPr>
          <p:spPr>
            <a:xfrm>
              <a:off x="5385498" y="256400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6" name="pt4305"/>
            <p:cNvSpPr/>
            <p:nvPr/>
          </p:nvSpPr>
          <p:spPr>
            <a:xfrm>
              <a:off x="5388347" y="1850557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7" name="pt4306"/>
            <p:cNvSpPr/>
            <p:nvPr/>
          </p:nvSpPr>
          <p:spPr>
            <a:xfrm>
              <a:off x="5346970" y="221724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8" name="pt4307"/>
            <p:cNvSpPr/>
            <p:nvPr/>
          </p:nvSpPr>
          <p:spPr>
            <a:xfrm>
              <a:off x="5378552" y="2418623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9" name="pt4308"/>
            <p:cNvSpPr/>
            <p:nvPr/>
          </p:nvSpPr>
          <p:spPr>
            <a:xfrm>
              <a:off x="5478566" y="230444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0" name="pt4309"/>
            <p:cNvSpPr/>
            <p:nvPr/>
          </p:nvSpPr>
          <p:spPr>
            <a:xfrm>
              <a:off x="5358652" y="229984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1" name="pt4310"/>
            <p:cNvSpPr/>
            <p:nvPr/>
          </p:nvSpPr>
          <p:spPr>
            <a:xfrm>
              <a:off x="5253563" y="227450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2" name="pt4311"/>
            <p:cNvSpPr/>
            <p:nvPr/>
          </p:nvSpPr>
          <p:spPr>
            <a:xfrm>
              <a:off x="5321852" y="234256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3" name="pt4312"/>
            <p:cNvSpPr/>
            <p:nvPr/>
          </p:nvSpPr>
          <p:spPr>
            <a:xfrm>
              <a:off x="5329922" y="192585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4" name="pt4313"/>
            <p:cNvSpPr/>
            <p:nvPr/>
          </p:nvSpPr>
          <p:spPr>
            <a:xfrm>
              <a:off x="5582985" y="273907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5" name="pt4314"/>
            <p:cNvSpPr/>
            <p:nvPr/>
          </p:nvSpPr>
          <p:spPr>
            <a:xfrm>
              <a:off x="5453918" y="275212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6" name="pt4315"/>
            <p:cNvSpPr/>
            <p:nvPr/>
          </p:nvSpPr>
          <p:spPr>
            <a:xfrm>
              <a:off x="5532709" y="1859486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7" name="pt4316"/>
            <p:cNvSpPr/>
            <p:nvPr/>
          </p:nvSpPr>
          <p:spPr>
            <a:xfrm>
              <a:off x="5582700" y="205689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8" name="pt4317"/>
            <p:cNvSpPr/>
            <p:nvPr/>
          </p:nvSpPr>
          <p:spPr>
            <a:xfrm>
              <a:off x="5283510" y="2385951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9" name="pt4318"/>
            <p:cNvSpPr/>
            <p:nvPr/>
          </p:nvSpPr>
          <p:spPr>
            <a:xfrm>
              <a:off x="5512746" y="2067980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0" name="pt4319"/>
            <p:cNvSpPr/>
            <p:nvPr/>
          </p:nvSpPr>
          <p:spPr>
            <a:xfrm>
              <a:off x="5591811" y="220826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1" name="pt4320"/>
            <p:cNvSpPr/>
            <p:nvPr/>
          </p:nvSpPr>
          <p:spPr>
            <a:xfrm>
              <a:off x="5704214" y="212382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2" name="pt4321"/>
            <p:cNvSpPr/>
            <p:nvPr/>
          </p:nvSpPr>
          <p:spPr>
            <a:xfrm>
              <a:off x="5584257" y="2222951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3" name="pt4322"/>
            <p:cNvSpPr/>
            <p:nvPr/>
          </p:nvSpPr>
          <p:spPr>
            <a:xfrm>
              <a:off x="5477572" y="180790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4" name="pt4323"/>
            <p:cNvSpPr/>
            <p:nvPr/>
          </p:nvSpPr>
          <p:spPr>
            <a:xfrm>
              <a:off x="5473487" y="193382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5" name="pt4324"/>
            <p:cNvSpPr/>
            <p:nvPr/>
          </p:nvSpPr>
          <p:spPr>
            <a:xfrm>
              <a:off x="5694983" y="200216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6" name="pt4325"/>
            <p:cNvSpPr/>
            <p:nvPr/>
          </p:nvSpPr>
          <p:spPr>
            <a:xfrm>
              <a:off x="5828181" y="243753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7" name="pt4326"/>
            <p:cNvSpPr/>
            <p:nvPr/>
          </p:nvSpPr>
          <p:spPr>
            <a:xfrm>
              <a:off x="5794792" y="200216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8" name="pt4327"/>
            <p:cNvSpPr/>
            <p:nvPr/>
          </p:nvSpPr>
          <p:spPr>
            <a:xfrm>
              <a:off x="5680459" y="219030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9" name="pt4328"/>
            <p:cNvSpPr/>
            <p:nvPr/>
          </p:nvSpPr>
          <p:spPr>
            <a:xfrm>
              <a:off x="5583156" y="2102397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0" name="pt4329"/>
            <p:cNvSpPr/>
            <p:nvPr/>
          </p:nvSpPr>
          <p:spPr>
            <a:xfrm>
              <a:off x="5729278" y="215489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1" name="pt4330"/>
            <p:cNvSpPr/>
            <p:nvPr/>
          </p:nvSpPr>
          <p:spPr>
            <a:xfrm>
              <a:off x="5664813" y="204529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2" name="pt4331"/>
            <p:cNvSpPr/>
            <p:nvPr/>
          </p:nvSpPr>
          <p:spPr>
            <a:xfrm>
              <a:off x="5731709" y="231909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3" name="pt4332"/>
            <p:cNvSpPr/>
            <p:nvPr/>
          </p:nvSpPr>
          <p:spPr>
            <a:xfrm>
              <a:off x="5541741" y="214771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4" name="pt4333"/>
            <p:cNvSpPr/>
            <p:nvPr/>
          </p:nvSpPr>
          <p:spPr>
            <a:xfrm>
              <a:off x="5695118" y="262601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5" name="pt4334"/>
            <p:cNvSpPr/>
            <p:nvPr/>
          </p:nvSpPr>
          <p:spPr>
            <a:xfrm>
              <a:off x="5478851" y="228685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6" name="pt4335"/>
            <p:cNvSpPr/>
            <p:nvPr/>
          </p:nvSpPr>
          <p:spPr>
            <a:xfrm>
              <a:off x="5555127" y="2051842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7" name="pt4336"/>
            <p:cNvSpPr/>
            <p:nvPr/>
          </p:nvSpPr>
          <p:spPr>
            <a:xfrm>
              <a:off x="5518598" y="248527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8" name="pt4337"/>
            <p:cNvSpPr/>
            <p:nvPr/>
          </p:nvSpPr>
          <p:spPr>
            <a:xfrm>
              <a:off x="5758241" y="2042839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9" name="pt4338"/>
            <p:cNvSpPr/>
            <p:nvPr/>
          </p:nvSpPr>
          <p:spPr>
            <a:xfrm>
              <a:off x="5573973" y="213460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0" name="pt4339"/>
            <p:cNvSpPr/>
            <p:nvPr/>
          </p:nvSpPr>
          <p:spPr>
            <a:xfrm>
              <a:off x="5620304" y="230908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1" name="pt4340"/>
            <p:cNvSpPr/>
            <p:nvPr/>
          </p:nvSpPr>
          <p:spPr>
            <a:xfrm>
              <a:off x="5592965" y="210679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2" name="pt4341"/>
            <p:cNvSpPr/>
            <p:nvPr/>
          </p:nvSpPr>
          <p:spPr>
            <a:xfrm>
              <a:off x="5830256" y="255526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3" name="pt4342"/>
            <p:cNvSpPr/>
            <p:nvPr/>
          </p:nvSpPr>
          <p:spPr>
            <a:xfrm>
              <a:off x="5801695" y="241622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4" name="pt4343"/>
            <p:cNvSpPr/>
            <p:nvPr/>
          </p:nvSpPr>
          <p:spPr>
            <a:xfrm>
              <a:off x="5801359" y="233787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5" name="pt4344"/>
            <p:cNvSpPr/>
            <p:nvPr/>
          </p:nvSpPr>
          <p:spPr>
            <a:xfrm>
              <a:off x="5641645" y="2309418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6" name="pt4345"/>
            <p:cNvSpPr/>
            <p:nvPr/>
          </p:nvSpPr>
          <p:spPr>
            <a:xfrm>
              <a:off x="5118789" y="269923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7" name="pt4346"/>
            <p:cNvSpPr/>
            <p:nvPr/>
          </p:nvSpPr>
          <p:spPr>
            <a:xfrm>
              <a:off x="5512770" y="210901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8" name="pt4347"/>
            <p:cNvSpPr/>
            <p:nvPr/>
          </p:nvSpPr>
          <p:spPr>
            <a:xfrm>
              <a:off x="5492847" y="215856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9" name="pt4348"/>
            <p:cNvSpPr/>
            <p:nvPr/>
          </p:nvSpPr>
          <p:spPr>
            <a:xfrm>
              <a:off x="5490302" y="222615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0" name="pt4349"/>
            <p:cNvSpPr/>
            <p:nvPr/>
          </p:nvSpPr>
          <p:spPr>
            <a:xfrm>
              <a:off x="5675305" y="184152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1" name="pt4350"/>
            <p:cNvSpPr/>
            <p:nvPr/>
          </p:nvSpPr>
          <p:spPr>
            <a:xfrm>
              <a:off x="5464373" y="242592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2" name="pt4351"/>
            <p:cNvSpPr/>
            <p:nvPr/>
          </p:nvSpPr>
          <p:spPr>
            <a:xfrm>
              <a:off x="5556843" y="221976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3" name="pt4352"/>
            <p:cNvSpPr/>
            <p:nvPr/>
          </p:nvSpPr>
          <p:spPr>
            <a:xfrm>
              <a:off x="5557792" y="209569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4" name="pt4353"/>
            <p:cNvSpPr/>
            <p:nvPr/>
          </p:nvSpPr>
          <p:spPr>
            <a:xfrm>
              <a:off x="5669555" y="2096949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5" name="pt4354"/>
            <p:cNvSpPr/>
            <p:nvPr/>
          </p:nvSpPr>
          <p:spPr>
            <a:xfrm>
              <a:off x="5543817" y="211064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6" name="pt4355"/>
            <p:cNvSpPr/>
            <p:nvPr/>
          </p:nvSpPr>
          <p:spPr>
            <a:xfrm>
              <a:off x="5542051" y="246277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7" name="pt4356"/>
            <p:cNvSpPr/>
            <p:nvPr/>
          </p:nvSpPr>
          <p:spPr>
            <a:xfrm>
              <a:off x="5706604" y="247800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8" name="pt4357"/>
            <p:cNvSpPr/>
            <p:nvPr/>
          </p:nvSpPr>
          <p:spPr>
            <a:xfrm>
              <a:off x="5724064" y="163468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9" name="pt4358"/>
            <p:cNvSpPr/>
            <p:nvPr/>
          </p:nvSpPr>
          <p:spPr>
            <a:xfrm>
              <a:off x="5555678" y="213953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0" name="pt4359"/>
            <p:cNvSpPr/>
            <p:nvPr/>
          </p:nvSpPr>
          <p:spPr>
            <a:xfrm>
              <a:off x="5518862" y="2219507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1" name="pt4360"/>
            <p:cNvSpPr/>
            <p:nvPr/>
          </p:nvSpPr>
          <p:spPr>
            <a:xfrm>
              <a:off x="5482914" y="209319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2" name="pt4361"/>
            <p:cNvSpPr/>
            <p:nvPr/>
          </p:nvSpPr>
          <p:spPr>
            <a:xfrm>
              <a:off x="5539709" y="234660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3" name="pt4362"/>
            <p:cNvSpPr/>
            <p:nvPr/>
          </p:nvSpPr>
          <p:spPr>
            <a:xfrm>
              <a:off x="5826662" y="183569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4" name="pt4363"/>
            <p:cNvSpPr/>
            <p:nvPr/>
          </p:nvSpPr>
          <p:spPr>
            <a:xfrm>
              <a:off x="5562175" y="218598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5" name="pt4364"/>
            <p:cNvSpPr/>
            <p:nvPr/>
          </p:nvSpPr>
          <p:spPr>
            <a:xfrm>
              <a:off x="5545686" y="2055034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6" name="pt4365"/>
            <p:cNvSpPr/>
            <p:nvPr/>
          </p:nvSpPr>
          <p:spPr>
            <a:xfrm>
              <a:off x="5657992" y="207426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7" name="pt4366"/>
            <p:cNvSpPr/>
            <p:nvPr/>
          </p:nvSpPr>
          <p:spPr>
            <a:xfrm>
              <a:off x="5722815" y="202246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8" name="pt4367"/>
            <p:cNvSpPr/>
            <p:nvPr/>
          </p:nvSpPr>
          <p:spPr>
            <a:xfrm>
              <a:off x="5476638" y="207410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9" name="pt4368"/>
            <p:cNvSpPr/>
            <p:nvPr/>
          </p:nvSpPr>
          <p:spPr>
            <a:xfrm>
              <a:off x="5651254" y="235563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0" name="pt4369"/>
            <p:cNvSpPr/>
            <p:nvPr/>
          </p:nvSpPr>
          <p:spPr>
            <a:xfrm>
              <a:off x="5531874" y="237873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1" name="pt4370"/>
            <p:cNvSpPr/>
            <p:nvPr/>
          </p:nvSpPr>
          <p:spPr>
            <a:xfrm>
              <a:off x="5385237" y="184000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2" name="pt4371"/>
            <p:cNvSpPr/>
            <p:nvPr/>
          </p:nvSpPr>
          <p:spPr>
            <a:xfrm>
              <a:off x="5531492" y="229084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3" name="pt4372"/>
            <p:cNvSpPr/>
            <p:nvPr/>
          </p:nvSpPr>
          <p:spPr>
            <a:xfrm>
              <a:off x="5661658" y="213219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4" name="pt4373"/>
            <p:cNvSpPr/>
            <p:nvPr/>
          </p:nvSpPr>
          <p:spPr>
            <a:xfrm>
              <a:off x="5436470" y="235004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5" name="pt4374"/>
            <p:cNvSpPr/>
            <p:nvPr/>
          </p:nvSpPr>
          <p:spPr>
            <a:xfrm>
              <a:off x="5505394" y="226637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6" name="pt4375"/>
            <p:cNvSpPr/>
            <p:nvPr/>
          </p:nvSpPr>
          <p:spPr>
            <a:xfrm>
              <a:off x="5675914" y="224328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7" name="pt4376"/>
            <p:cNvSpPr/>
            <p:nvPr/>
          </p:nvSpPr>
          <p:spPr>
            <a:xfrm>
              <a:off x="5667170" y="174744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8" name="pt4377"/>
            <p:cNvSpPr/>
            <p:nvPr/>
          </p:nvSpPr>
          <p:spPr>
            <a:xfrm>
              <a:off x="5658813" y="209287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9" name="pt4378"/>
            <p:cNvSpPr/>
            <p:nvPr/>
          </p:nvSpPr>
          <p:spPr>
            <a:xfrm>
              <a:off x="5373213" y="253066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0" name="pt4379"/>
            <p:cNvSpPr/>
            <p:nvPr/>
          </p:nvSpPr>
          <p:spPr>
            <a:xfrm>
              <a:off x="5560693" y="219769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1" name="pt4380"/>
            <p:cNvSpPr/>
            <p:nvPr/>
          </p:nvSpPr>
          <p:spPr>
            <a:xfrm>
              <a:off x="5468336" y="246539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2" name="pt4381"/>
            <p:cNvSpPr/>
            <p:nvPr/>
          </p:nvSpPr>
          <p:spPr>
            <a:xfrm>
              <a:off x="5495793" y="206783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3" name="pt4382"/>
            <p:cNvSpPr/>
            <p:nvPr/>
          </p:nvSpPr>
          <p:spPr>
            <a:xfrm>
              <a:off x="5626965" y="261510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4" name="pt4383"/>
            <p:cNvSpPr/>
            <p:nvPr/>
          </p:nvSpPr>
          <p:spPr>
            <a:xfrm>
              <a:off x="5819215" y="243139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5" name="pt4384"/>
            <p:cNvSpPr/>
            <p:nvPr/>
          </p:nvSpPr>
          <p:spPr>
            <a:xfrm>
              <a:off x="5306515" y="228296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6" name="pt4385"/>
            <p:cNvSpPr/>
            <p:nvPr/>
          </p:nvSpPr>
          <p:spPr>
            <a:xfrm>
              <a:off x="5490500" y="247712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7" name="pt4386"/>
            <p:cNvSpPr/>
            <p:nvPr/>
          </p:nvSpPr>
          <p:spPr>
            <a:xfrm>
              <a:off x="5637018" y="258189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8" name="pt4387"/>
            <p:cNvSpPr/>
            <p:nvPr/>
          </p:nvSpPr>
          <p:spPr>
            <a:xfrm>
              <a:off x="5545331" y="204834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9" name="pt4388"/>
            <p:cNvSpPr/>
            <p:nvPr/>
          </p:nvSpPr>
          <p:spPr>
            <a:xfrm>
              <a:off x="5531067" y="1980780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0" name="pt4389"/>
            <p:cNvSpPr/>
            <p:nvPr/>
          </p:nvSpPr>
          <p:spPr>
            <a:xfrm>
              <a:off x="5556481" y="244052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1" name="pt4390"/>
            <p:cNvSpPr/>
            <p:nvPr/>
          </p:nvSpPr>
          <p:spPr>
            <a:xfrm>
              <a:off x="5436024" y="201295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2" name="pt4391"/>
            <p:cNvSpPr/>
            <p:nvPr/>
          </p:nvSpPr>
          <p:spPr>
            <a:xfrm>
              <a:off x="5720380" y="255274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3" name="pt4392"/>
            <p:cNvSpPr/>
            <p:nvPr/>
          </p:nvSpPr>
          <p:spPr>
            <a:xfrm>
              <a:off x="5605448" y="2051960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4" name="pt4393"/>
            <p:cNvSpPr/>
            <p:nvPr/>
          </p:nvSpPr>
          <p:spPr>
            <a:xfrm>
              <a:off x="5787131" y="211383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5" name="pt4394"/>
            <p:cNvSpPr/>
            <p:nvPr/>
          </p:nvSpPr>
          <p:spPr>
            <a:xfrm>
              <a:off x="5744309" y="228090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6" name="pt4395"/>
            <p:cNvSpPr/>
            <p:nvPr/>
          </p:nvSpPr>
          <p:spPr>
            <a:xfrm>
              <a:off x="5542607" y="252540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7" name="pt4396"/>
            <p:cNvSpPr/>
            <p:nvPr/>
          </p:nvSpPr>
          <p:spPr>
            <a:xfrm>
              <a:off x="5556507" y="162304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8" name="pt4397"/>
            <p:cNvSpPr/>
            <p:nvPr/>
          </p:nvSpPr>
          <p:spPr>
            <a:xfrm>
              <a:off x="5655260" y="223567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9" name="pt4398"/>
            <p:cNvSpPr/>
            <p:nvPr/>
          </p:nvSpPr>
          <p:spPr>
            <a:xfrm>
              <a:off x="5500906" y="222535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0" name="pt4399"/>
            <p:cNvSpPr/>
            <p:nvPr/>
          </p:nvSpPr>
          <p:spPr>
            <a:xfrm>
              <a:off x="5469920" y="210786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1" name="pt4400"/>
            <p:cNvSpPr/>
            <p:nvPr/>
          </p:nvSpPr>
          <p:spPr>
            <a:xfrm>
              <a:off x="5359161" y="216791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2" name="pt4401"/>
            <p:cNvSpPr/>
            <p:nvPr/>
          </p:nvSpPr>
          <p:spPr>
            <a:xfrm>
              <a:off x="5562764" y="228501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3" name="pt4402"/>
            <p:cNvSpPr/>
            <p:nvPr/>
          </p:nvSpPr>
          <p:spPr>
            <a:xfrm>
              <a:off x="5616725" y="213542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4" name="pt4403"/>
            <p:cNvSpPr/>
            <p:nvPr/>
          </p:nvSpPr>
          <p:spPr>
            <a:xfrm>
              <a:off x="5605815" y="218986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5" name="pt4404"/>
            <p:cNvSpPr/>
            <p:nvPr/>
          </p:nvSpPr>
          <p:spPr>
            <a:xfrm>
              <a:off x="5555997" y="2251930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6" name="pt4405"/>
            <p:cNvSpPr/>
            <p:nvPr/>
          </p:nvSpPr>
          <p:spPr>
            <a:xfrm>
              <a:off x="5485586" y="218453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7" name="pt4406"/>
            <p:cNvSpPr/>
            <p:nvPr/>
          </p:nvSpPr>
          <p:spPr>
            <a:xfrm>
              <a:off x="5407051" y="232392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8" name="pt4407"/>
            <p:cNvSpPr/>
            <p:nvPr/>
          </p:nvSpPr>
          <p:spPr>
            <a:xfrm>
              <a:off x="5531851" y="188962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9" name="pt4408"/>
            <p:cNvSpPr/>
            <p:nvPr/>
          </p:nvSpPr>
          <p:spPr>
            <a:xfrm>
              <a:off x="5485750" y="228624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0" name="pt4409"/>
            <p:cNvSpPr/>
            <p:nvPr/>
          </p:nvSpPr>
          <p:spPr>
            <a:xfrm>
              <a:off x="5571004" y="172416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1" name="pt4410"/>
            <p:cNvSpPr/>
            <p:nvPr/>
          </p:nvSpPr>
          <p:spPr>
            <a:xfrm>
              <a:off x="5679423" y="227217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2" name="pt4411"/>
            <p:cNvSpPr/>
            <p:nvPr/>
          </p:nvSpPr>
          <p:spPr>
            <a:xfrm>
              <a:off x="5704492" y="246462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3" name="pt4412"/>
            <p:cNvSpPr/>
            <p:nvPr/>
          </p:nvSpPr>
          <p:spPr>
            <a:xfrm>
              <a:off x="5561484" y="207087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4" name="pt4413"/>
            <p:cNvSpPr/>
            <p:nvPr/>
          </p:nvSpPr>
          <p:spPr>
            <a:xfrm>
              <a:off x="5533268" y="226973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5" name="pt4414"/>
            <p:cNvSpPr/>
            <p:nvPr/>
          </p:nvSpPr>
          <p:spPr>
            <a:xfrm>
              <a:off x="5621452" y="246057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6" name="pt4415"/>
            <p:cNvSpPr/>
            <p:nvPr/>
          </p:nvSpPr>
          <p:spPr>
            <a:xfrm>
              <a:off x="5669626" y="2292377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7" name="pt4416"/>
            <p:cNvSpPr/>
            <p:nvPr/>
          </p:nvSpPr>
          <p:spPr>
            <a:xfrm>
              <a:off x="5426021" y="215774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8" name="pt4417"/>
            <p:cNvSpPr/>
            <p:nvPr/>
          </p:nvSpPr>
          <p:spPr>
            <a:xfrm>
              <a:off x="5559592" y="233138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9" name="pt4418"/>
            <p:cNvSpPr/>
            <p:nvPr/>
          </p:nvSpPr>
          <p:spPr>
            <a:xfrm>
              <a:off x="5399169" y="221698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0" name="pt4419"/>
            <p:cNvSpPr/>
            <p:nvPr/>
          </p:nvSpPr>
          <p:spPr>
            <a:xfrm>
              <a:off x="5524427" y="225655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1" name="pt4420"/>
            <p:cNvSpPr/>
            <p:nvPr/>
          </p:nvSpPr>
          <p:spPr>
            <a:xfrm>
              <a:off x="5459463" y="2302212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2" name="pt4421"/>
            <p:cNvSpPr/>
            <p:nvPr/>
          </p:nvSpPr>
          <p:spPr>
            <a:xfrm>
              <a:off x="5636586" y="241387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3" name="pt4422"/>
            <p:cNvSpPr/>
            <p:nvPr/>
          </p:nvSpPr>
          <p:spPr>
            <a:xfrm>
              <a:off x="5491348" y="230820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4" name="pt4423"/>
            <p:cNvSpPr/>
            <p:nvPr/>
          </p:nvSpPr>
          <p:spPr>
            <a:xfrm>
              <a:off x="5569355" y="205159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5" name="pt4424"/>
            <p:cNvSpPr/>
            <p:nvPr/>
          </p:nvSpPr>
          <p:spPr>
            <a:xfrm>
              <a:off x="5549662" y="245412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6" name="pt4425"/>
            <p:cNvSpPr/>
            <p:nvPr/>
          </p:nvSpPr>
          <p:spPr>
            <a:xfrm>
              <a:off x="5476121" y="217035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7" name="pt4426"/>
            <p:cNvSpPr/>
            <p:nvPr/>
          </p:nvSpPr>
          <p:spPr>
            <a:xfrm>
              <a:off x="5574271" y="244745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8" name="pt4427"/>
            <p:cNvSpPr/>
            <p:nvPr/>
          </p:nvSpPr>
          <p:spPr>
            <a:xfrm>
              <a:off x="5653214" y="217504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9" name="pt4428"/>
            <p:cNvSpPr/>
            <p:nvPr/>
          </p:nvSpPr>
          <p:spPr>
            <a:xfrm>
              <a:off x="5330669" y="225435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0" name="pt4429"/>
            <p:cNvSpPr/>
            <p:nvPr/>
          </p:nvSpPr>
          <p:spPr>
            <a:xfrm>
              <a:off x="5627767" y="196964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1" name="pt4430"/>
            <p:cNvSpPr/>
            <p:nvPr/>
          </p:nvSpPr>
          <p:spPr>
            <a:xfrm>
              <a:off x="5498439" y="186741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2" name="pt4431"/>
            <p:cNvSpPr/>
            <p:nvPr/>
          </p:nvSpPr>
          <p:spPr>
            <a:xfrm>
              <a:off x="5643589" y="209507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3" name="pt4432"/>
            <p:cNvSpPr/>
            <p:nvPr/>
          </p:nvSpPr>
          <p:spPr>
            <a:xfrm>
              <a:off x="5622529" y="236432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4" name="pt4433"/>
            <p:cNvSpPr/>
            <p:nvPr/>
          </p:nvSpPr>
          <p:spPr>
            <a:xfrm>
              <a:off x="5605010" y="236836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5" name="pt4434"/>
            <p:cNvSpPr/>
            <p:nvPr/>
          </p:nvSpPr>
          <p:spPr>
            <a:xfrm>
              <a:off x="5567680" y="213976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6" name="pt4435"/>
            <p:cNvSpPr/>
            <p:nvPr/>
          </p:nvSpPr>
          <p:spPr>
            <a:xfrm>
              <a:off x="5594082" y="193914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7" name="pt4436"/>
            <p:cNvSpPr/>
            <p:nvPr/>
          </p:nvSpPr>
          <p:spPr>
            <a:xfrm>
              <a:off x="5653431" y="209773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8" name="pt4437"/>
            <p:cNvSpPr/>
            <p:nvPr/>
          </p:nvSpPr>
          <p:spPr>
            <a:xfrm>
              <a:off x="5554243" y="246934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9" name="pt4438"/>
            <p:cNvSpPr/>
            <p:nvPr/>
          </p:nvSpPr>
          <p:spPr>
            <a:xfrm>
              <a:off x="5689668" y="217556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0" name="pt4439"/>
            <p:cNvSpPr/>
            <p:nvPr/>
          </p:nvSpPr>
          <p:spPr>
            <a:xfrm>
              <a:off x="5524581" y="224157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1" name="pt4440"/>
            <p:cNvSpPr/>
            <p:nvPr/>
          </p:nvSpPr>
          <p:spPr>
            <a:xfrm>
              <a:off x="5605873" y="232685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2" name="pt4441"/>
            <p:cNvSpPr/>
            <p:nvPr/>
          </p:nvSpPr>
          <p:spPr>
            <a:xfrm>
              <a:off x="5555398" y="236373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3" name="pt4442"/>
            <p:cNvSpPr/>
            <p:nvPr/>
          </p:nvSpPr>
          <p:spPr>
            <a:xfrm>
              <a:off x="5689925" y="229977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4" name="pt4443"/>
            <p:cNvSpPr/>
            <p:nvPr/>
          </p:nvSpPr>
          <p:spPr>
            <a:xfrm>
              <a:off x="5346731" y="243088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5" name="pt4444"/>
            <p:cNvSpPr/>
            <p:nvPr/>
          </p:nvSpPr>
          <p:spPr>
            <a:xfrm>
              <a:off x="5733726" y="218764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6" name="pt4445"/>
            <p:cNvSpPr/>
            <p:nvPr/>
          </p:nvSpPr>
          <p:spPr>
            <a:xfrm>
              <a:off x="5515628" y="226488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7" name="pt4446"/>
            <p:cNvSpPr/>
            <p:nvPr/>
          </p:nvSpPr>
          <p:spPr>
            <a:xfrm>
              <a:off x="5640219" y="233785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8" name="pt4447"/>
            <p:cNvSpPr/>
            <p:nvPr/>
          </p:nvSpPr>
          <p:spPr>
            <a:xfrm>
              <a:off x="5373907" y="225955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9" name="pt4448"/>
            <p:cNvSpPr/>
            <p:nvPr/>
          </p:nvSpPr>
          <p:spPr>
            <a:xfrm>
              <a:off x="5708348" y="184117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0" name="pt4449"/>
            <p:cNvSpPr/>
            <p:nvPr/>
          </p:nvSpPr>
          <p:spPr>
            <a:xfrm>
              <a:off x="5510488" y="216750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1" name="pt4450"/>
            <p:cNvSpPr/>
            <p:nvPr/>
          </p:nvSpPr>
          <p:spPr>
            <a:xfrm>
              <a:off x="6063072" y="219542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2" name="pt4451"/>
            <p:cNvSpPr/>
            <p:nvPr/>
          </p:nvSpPr>
          <p:spPr>
            <a:xfrm>
              <a:off x="5934917" y="213678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3" name="pt4452"/>
            <p:cNvSpPr/>
            <p:nvPr/>
          </p:nvSpPr>
          <p:spPr>
            <a:xfrm>
              <a:off x="5705154" y="238042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4" name="pt4453"/>
            <p:cNvSpPr/>
            <p:nvPr/>
          </p:nvSpPr>
          <p:spPr>
            <a:xfrm>
              <a:off x="5733633" y="242949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5" name="pt4454"/>
            <p:cNvSpPr/>
            <p:nvPr/>
          </p:nvSpPr>
          <p:spPr>
            <a:xfrm>
              <a:off x="6156179" y="1697348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6" name="pt4455"/>
            <p:cNvSpPr/>
            <p:nvPr/>
          </p:nvSpPr>
          <p:spPr>
            <a:xfrm>
              <a:off x="5770486" y="211750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7" name="pt4456"/>
            <p:cNvSpPr/>
            <p:nvPr/>
          </p:nvSpPr>
          <p:spPr>
            <a:xfrm>
              <a:off x="5548343" y="216758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8" name="pt4457"/>
            <p:cNvSpPr/>
            <p:nvPr/>
          </p:nvSpPr>
          <p:spPr>
            <a:xfrm>
              <a:off x="5508444" y="227368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9" name="pt4458"/>
            <p:cNvSpPr/>
            <p:nvPr/>
          </p:nvSpPr>
          <p:spPr>
            <a:xfrm>
              <a:off x="5465147" y="214530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0" name="pt4459"/>
            <p:cNvSpPr/>
            <p:nvPr/>
          </p:nvSpPr>
          <p:spPr>
            <a:xfrm>
              <a:off x="5645764" y="2270720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1" name="pt4460"/>
            <p:cNvSpPr/>
            <p:nvPr/>
          </p:nvSpPr>
          <p:spPr>
            <a:xfrm>
              <a:off x="5553986" y="230608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2" name="pt4461"/>
            <p:cNvSpPr/>
            <p:nvPr/>
          </p:nvSpPr>
          <p:spPr>
            <a:xfrm>
              <a:off x="5593788" y="237082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3" name="pt4462"/>
            <p:cNvSpPr/>
            <p:nvPr/>
          </p:nvSpPr>
          <p:spPr>
            <a:xfrm>
              <a:off x="5624606" y="220211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4" name="pt4463"/>
            <p:cNvSpPr/>
            <p:nvPr/>
          </p:nvSpPr>
          <p:spPr>
            <a:xfrm>
              <a:off x="5419754" y="186126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5" name="pt4464"/>
            <p:cNvSpPr/>
            <p:nvPr/>
          </p:nvSpPr>
          <p:spPr>
            <a:xfrm>
              <a:off x="5626020" y="205211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6" name="pt4465"/>
            <p:cNvSpPr/>
            <p:nvPr/>
          </p:nvSpPr>
          <p:spPr>
            <a:xfrm>
              <a:off x="5557105" y="2067768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7" name="pt4466"/>
            <p:cNvSpPr/>
            <p:nvPr/>
          </p:nvSpPr>
          <p:spPr>
            <a:xfrm>
              <a:off x="5864284" y="272404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8" name="pt4467"/>
            <p:cNvSpPr/>
            <p:nvPr/>
          </p:nvSpPr>
          <p:spPr>
            <a:xfrm>
              <a:off x="5620242" y="173011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9" name="pt4468"/>
            <p:cNvSpPr/>
            <p:nvPr/>
          </p:nvSpPr>
          <p:spPr>
            <a:xfrm>
              <a:off x="5592235" y="189293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0" name="pt4469"/>
            <p:cNvSpPr/>
            <p:nvPr/>
          </p:nvSpPr>
          <p:spPr>
            <a:xfrm>
              <a:off x="5287534" y="206899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1" name="pt4470"/>
            <p:cNvSpPr/>
            <p:nvPr/>
          </p:nvSpPr>
          <p:spPr>
            <a:xfrm>
              <a:off x="5646534" y="217600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2" name="pt4471"/>
            <p:cNvSpPr/>
            <p:nvPr/>
          </p:nvSpPr>
          <p:spPr>
            <a:xfrm>
              <a:off x="5913199" y="239974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3" name="pt4472"/>
            <p:cNvSpPr/>
            <p:nvPr/>
          </p:nvSpPr>
          <p:spPr>
            <a:xfrm>
              <a:off x="5800952" y="241211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4" name="pt4473"/>
            <p:cNvSpPr/>
            <p:nvPr/>
          </p:nvSpPr>
          <p:spPr>
            <a:xfrm>
              <a:off x="5615798" y="194330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5" name="pt4474"/>
            <p:cNvSpPr/>
            <p:nvPr/>
          </p:nvSpPr>
          <p:spPr>
            <a:xfrm>
              <a:off x="5677204" y="216334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6" name="pt4475"/>
            <p:cNvSpPr/>
            <p:nvPr/>
          </p:nvSpPr>
          <p:spPr>
            <a:xfrm>
              <a:off x="5484414" y="243022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7" name="pt4476"/>
            <p:cNvSpPr/>
            <p:nvPr/>
          </p:nvSpPr>
          <p:spPr>
            <a:xfrm>
              <a:off x="5655776" y="228764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8" name="pt4477"/>
            <p:cNvSpPr/>
            <p:nvPr/>
          </p:nvSpPr>
          <p:spPr>
            <a:xfrm>
              <a:off x="5664474" y="212708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9" name="pt4478"/>
            <p:cNvSpPr/>
            <p:nvPr/>
          </p:nvSpPr>
          <p:spPr>
            <a:xfrm>
              <a:off x="5778146" y="229054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0" name="pt4479"/>
            <p:cNvSpPr/>
            <p:nvPr/>
          </p:nvSpPr>
          <p:spPr>
            <a:xfrm>
              <a:off x="5535862" y="205514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1" name="pt4480"/>
            <p:cNvSpPr/>
            <p:nvPr/>
          </p:nvSpPr>
          <p:spPr>
            <a:xfrm>
              <a:off x="5688395" y="200454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2" name="pt4481"/>
            <p:cNvSpPr/>
            <p:nvPr/>
          </p:nvSpPr>
          <p:spPr>
            <a:xfrm>
              <a:off x="5444368" y="190173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3" name="pt4482"/>
            <p:cNvSpPr/>
            <p:nvPr/>
          </p:nvSpPr>
          <p:spPr>
            <a:xfrm>
              <a:off x="5858541" y="249308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4" name="pt4483"/>
            <p:cNvSpPr/>
            <p:nvPr/>
          </p:nvSpPr>
          <p:spPr>
            <a:xfrm>
              <a:off x="5630615" y="234258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5" name="pt4484"/>
            <p:cNvSpPr/>
            <p:nvPr/>
          </p:nvSpPr>
          <p:spPr>
            <a:xfrm>
              <a:off x="5676007" y="190290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6" name="pt4485"/>
            <p:cNvSpPr/>
            <p:nvPr/>
          </p:nvSpPr>
          <p:spPr>
            <a:xfrm>
              <a:off x="5546180" y="199799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7" name="pt4486"/>
            <p:cNvSpPr/>
            <p:nvPr/>
          </p:nvSpPr>
          <p:spPr>
            <a:xfrm>
              <a:off x="5419359" y="215080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8" name="pt4487"/>
            <p:cNvSpPr/>
            <p:nvPr/>
          </p:nvSpPr>
          <p:spPr>
            <a:xfrm>
              <a:off x="5701838" y="247542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9" name="pt4488"/>
            <p:cNvSpPr/>
            <p:nvPr/>
          </p:nvSpPr>
          <p:spPr>
            <a:xfrm>
              <a:off x="5527764" y="199139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0" name="pt4489"/>
            <p:cNvSpPr/>
            <p:nvPr/>
          </p:nvSpPr>
          <p:spPr>
            <a:xfrm>
              <a:off x="5503347" y="1962617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1" name="pt4490"/>
            <p:cNvSpPr/>
            <p:nvPr/>
          </p:nvSpPr>
          <p:spPr>
            <a:xfrm>
              <a:off x="5648211" y="219543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2" name="pt4491"/>
            <p:cNvSpPr/>
            <p:nvPr/>
          </p:nvSpPr>
          <p:spPr>
            <a:xfrm>
              <a:off x="5601854" y="262500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3" name="pt4492"/>
            <p:cNvSpPr/>
            <p:nvPr/>
          </p:nvSpPr>
          <p:spPr>
            <a:xfrm>
              <a:off x="5486549" y="195726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4" name="pt4493"/>
            <p:cNvSpPr/>
            <p:nvPr/>
          </p:nvSpPr>
          <p:spPr>
            <a:xfrm>
              <a:off x="5628552" y="229422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5" name="pt4494"/>
            <p:cNvSpPr/>
            <p:nvPr/>
          </p:nvSpPr>
          <p:spPr>
            <a:xfrm>
              <a:off x="5632816" y="196134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6" name="pt4495"/>
            <p:cNvSpPr/>
            <p:nvPr/>
          </p:nvSpPr>
          <p:spPr>
            <a:xfrm>
              <a:off x="5632835" y="254987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7" name="pt4496"/>
            <p:cNvSpPr/>
            <p:nvPr/>
          </p:nvSpPr>
          <p:spPr>
            <a:xfrm>
              <a:off x="5636544" y="225560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8" name="pt4497"/>
            <p:cNvSpPr/>
            <p:nvPr/>
          </p:nvSpPr>
          <p:spPr>
            <a:xfrm>
              <a:off x="5764239" y="259367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9" name="pt4498"/>
            <p:cNvSpPr/>
            <p:nvPr/>
          </p:nvSpPr>
          <p:spPr>
            <a:xfrm>
              <a:off x="5658010" y="232673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0" name="pt4499"/>
            <p:cNvSpPr/>
            <p:nvPr/>
          </p:nvSpPr>
          <p:spPr>
            <a:xfrm>
              <a:off x="5560071" y="197805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1" name="pt4500"/>
            <p:cNvSpPr/>
            <p:nvPr/>
          </p:nvSpPr>
          <p:spPr>
            <a:xfrm>
              <a:off x="5635401" y="2348678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2" name="pt4501"/>
            <p:cNvSpPr/>
            <p:nvPr/>
          </p:nvSpPr>
          <p:spPr>
            <a:xfrm>
              <a:off x="5759153" y="242231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3" name="pt4502"/>
            <p:cNvSpPr/>
            <p:nvPr/>
          </p:nvSpPr>
          <p:spPr>
            <a:xfrm>
              <a:off x="5507984" y="212963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4" name="pt4503"/>
            <p:cNvSpPr/>
            <p:nvPr/>
          </p:nvSpPr>
          <p:spPr>
            <a:xfrm>
              <a:off x="5685298" y="264758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5" name="pt4504"/>
            <p:cNvSpPr/>
            <p:nvPr/>
          </p:nvSpPr>
          <p:spPr>
            <a:xfrm>
              <a:off x="5636637" y="2423328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6" name="pt4505"/>
            <p:cNvSpPr/>
            <p:nvPr/>
          </p:nvSpPr>
          <p:spPr>
            <a:xfrm>
              <a:off x="5554923" y="224791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7" name="pt4506"/>
            <p:cNvSpPr/>
            <p:nvPr/>
          </p:nvSpPr>
          <p:spPr>
            <a:xfrm>
              <a:off x="5556530" y="257535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8" name="pt4507"/>
            <p:cNvSpPr/>
            <p:nvPr/>
          </p:nvSpPr>
          <p:spPr>
            <a:xfrm>
              <a:off x="5788989" y="194499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9" name="pt4508"/>
            <p:cNvSpPr/>
            <p:nvPr/>
          </p:nvSpPr>
          <p:spPr>
            <a:xfrm>
              <a:off x="5805339" y="219002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0" name="pt4509"/>
            <p:cNvSpPr/>
            <p:nvPr/>
          </p:nvSpPr>
          <p:spPr>
            <a:xfrm>
              <a:off x="5701106" y="210300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1" name="pt4510"/>
            <p:cNvSpPr/>
            <p:nvPr/>
          </p:nvSpPr>
          <p:spPr>
            <a:xfrm>
              <a:off x="5707493" y="204180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2" name="pt4511"/>
            <p:cNvSpPr/>
            <p:nvPr/>
          </p:nvSpPr>
          <p:spPr>
            <a:xfrm>
              <a:off x="5513914" y="196139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3" name="pt4512"/>
            <p:cNvSpPr/>
            <p:nvPr/>
          </p:nvSpPr>
          <p:spPr>
            <a:xfrm>
              <a:off x="5487889" y="233425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4" name="pt4513"/>
            <p:cNvSpPr/>
            <p:nvPr/>
          </p:nvSpPr>
          <p:spPr>
            <a:xfrm>
              <a:off x="5821460" y="243058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5" name="pt4514"/>
            <p:cNvSpPr/>
            <p:nvPr/>
          </p:nvSpPr>
          <p:spPr>
            <a:xfrm>
              <a:off x="5678984" y="262854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6" name="pt4515"/>
            <p:cNvSpPr/>
            <p:nvPr/>
          </p:nvSpPr>
          <p:spPr>
            <a:xfrm>
              <a:off x="5634541" y="221066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7" name="pt4516"/>
            <p:cNvSpPr/>
            <p:nvPr/>
          </p:nvSpPr>
          <p:spPr>
            <a:xfrm>
              <a:off x="5638657" y="232947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8" name="pt4517"/>
            <p:cNvSpPr/>
            <p:nvPr/>
          </p:nvSpPr>
          <p:spPr>
            <a:xfrm>
              <a:off x="5653180" y="246230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9" name="pt4518"/>
            <p:cNvSpPr/>
            <p:nvPr/>
          </p:nvSpPr>
          <p:spPr>
            <a:xfrm>
              <a:off x="5631979" y="215238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0" name="pt4519"/>
            <p:cNvSpPr/>
            <p:nvPr/>
          </p:nvSpPr>
          <p:spPr>
            <a:xfrm>
              <a:off x="5632471" y="214016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1" name="pt4520"/>
            <p:cNvSpPr/>
            <p:nvPr/>
          </p:nvSpPr>
          <p:spPr>
            <a:xfrm>
              <a:off x="5490748" y="227491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2" name="pt4521"/>
            <p:cNvSpPr/>
            <p:nvPr/>
          </p:nvSpPr>
          <p:spPr>
            <a:xfrm>
              <a:off x="5616179" y="201985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3" name="pt4522"/>
            <p:cNvSpPr/>
            <p:nvPr/>
          </p:nvSpPr>
          <p:spPr>
            <a:xfrm>
              <a:off x="5564780" y="214199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4" name="pt4523"/>
            <p:cNvSpPr/>
            <p:nvPr/>
          </p:nvSpPr>
          <p:spPr>
            <a:xfrm>
              <a:off x="5626919" y="235582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5" name="pt4524"/>
            <p:cNvSpPr/>
            <p:nvPr/>
          </p:nvSpPr>
          <p:spPr>
            <a:xfrm>
              <a:off x="5634568" y="216679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6" name="pt4525"/>
            <p:cNvSpPr/>
            <p:nvPr/>
          </p:nvSpPr>
          <p:spPr>
            <a:xfrm>
              <a:off x="5661798" y="239605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7" name="pt4526"/>
            <p:cNvSpPr/>
            <p:nvPr/>
          </p:nvSpPr>
          <p:spPr>
            <a:xfrm>
              <a:off x="5720109" y="248169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8" name="pt4527"/>
            <p:cNvSpPr/>
            <p:nvPr/>
          </p:nvSpPr>
          <p:spPr>
            <a:xfrm>
              <a:off x="5505825" y="224137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9" name="pt4528"/>
            <p:cNvSpPr/>
            <p:nvPr/>
          </p:nvSpPr>
          <p:spPr>
            <a:xfrm>
              <a:off x="5524805" y="219853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0" name="pt4529"/>
            <p:cNvSpPr/>
            <p:nvPr/>
          </p:nvSpPr>
          <p:spPr>
            <a:xfrm>
              <a:off x="5755540" y="235245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1" name="pt4530"/>
            <p:cNvSpPr/>
            <p:nvPr/>
          </p:nvSpPr>
          <p:spPr>
            <a:xfrm>
              <a:off x="5546069" y="223783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2" name="pt4531"/>
            <p:cNvSpPr/>
            <p:nvPr/>
          </p:nvSpPr>
          <p:spPr>
            <a:xfrm>
              <a:off x="5655297" y="249823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3" name="pt4532"/>
            <p:cNvSpPr/>
            <p:nvPr/>
          </p:nvSpPr>
          <p:spPr>
            <a:xfrm>
              <a:off x="5611097" y="232582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4" name="pt4533"/>
            <p:cNvSpPr/>
            <p:nvPr/>
          </p:nvSpPr>
          <p:spPr>
            <a:xfrm>
              <a:off x="5651747" y="223425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5" name="pt4534"/>
            <p:cNvSpPr/>
            <p:nvPr/>
          </p:nvSpPr>
          <p:spPr>
            <a:xfrm>
              <a:off x="5770987" y="205265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6" name="pt4535"/>
            <p:cNvSpPr/>
            <p:nvPr/>
          </p:nvSpPr>
          <p:spPr>
            <a:xfrm>
              <a:off x="5458701" y="192715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7" name="pt4536"/>
            <p:cNvSpPr/>
            <p:nvPr/>
          </p:nvSpPr>
          <p:spPr>
            <a:xfrm>
              <a:off x="5682607" y="242892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8" name="pt4537"/>
            <p:cNvSpPr/>
            <p:nvPr/>
          </p:nvSpPr>
          <p:spPr>
            <a:xfrm>
              <a:off x="5734663" y="210580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9" name="pt4538"/>
            <p:cNvSpPr/>
            <p:nvPr/>
          </p:nvSpPr>
          <p:spPr>
            <a:xfrm>
              <a:off x="5673905" y="192816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0" name="pt4539"/>
            <p:cNvSpPr/>
            <p:nvPr/>
          </p:nvSpPr>
          <p:spPr>
            <a:xfrm>
              <a:off x="5467694" y="215617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1" name="pt4540"/>
            <p:cNvSpPr/>
            <p:nvPr/>
          </p:nvSpPr>
          <p:spPr>
            <a:xfrm>
              <a:off x="5461470" y="221743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2" name="pt4541"/>
            <p:cNvSpPr/>
            <p:nvPr/>
          </p:nvSpPr>
          <p:spPr>
            <a:xfrm>
              <a:off x="5649159" y="222362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3" name="pt4542"/>
            <p:cNvSpPr/>
            <p:nvPr/>
          </p:nvSpPr>
          <p:spPr>
            <a:xfrm>
              <a:off x="5675976" y="244321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4" name="pt4543"/>
            <p:cNvSpPr/>
            <p:nvPr/>
          </p:nvSpPr>
          <p:spPr>
            <a:xfrm>
              <a:off x="5596080" y="242213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5" name="pt4544"/>
            <p:cNvSpPr/>
            <p:nvPr/>
          </p:nvSpPr>
          <p:spPr>
            <a:xfrm>
              <a:off x="5454803" y="248738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6" name="pt4545"/>
            <p:cNvSpPr/>
            <p:nvPr/>
          </p:nvSpPr>
          <p:spPr>
            <a:xfrm>
              <a:off x="5662001" y="191258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7" name="pt4546"/>
            <p:cNvSpPr/>
            <p:nvPr/>
          </p:nvSpPr>
          <p:spPr>
            <a:xfrm>
              <a:off x="5339231" y="217311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8" name="pt4547"/>
            <p:cNvSpPr/>
            <p:nvPr/>
          </p:nvSpPr>
          <p:spPr>
            <a:xfrm>
              <a:off x="5642889" y="222927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9" name="pt4548"/>
            <p:cNvSpPr/>
            <p:nvPr/>
          </p:nvSpPr>
          <p:spPr>
            <a:xfrm>
              <a:off x="5470494" y="204128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0" name="pt4549"/>
            <p:cNvSpPr/>
            <p:nvPr/>
          </p:nvSpPr>
          <p:spPr>
            <a:xfrm>
              <a:off x="5602613" y="240513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1" name="pt4550"/>
            <p:cNvSpPr/>
            <p:nvPr/>
          </p:nvSpPr>
          <p:spPr>
            <a:xfrm>
              <a:off x="5538560" y="193952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2" name="pt4551"/>
            <p:cNvSpPr/>
            <p:nvPr/>
          </p:nvSpPr>
          <p:spPr>
            <a:xfrm>
              <a:off x="5566987" y="217952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3" name="pt4552"/>
            <p:cNvSpPr/>
            <p:nvPr/>
          </p:nvSpPr>
          <p:spPr>
            <a:xfrm>
              <a:off x="5596354" y="202397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4" name="pt4553"/>
            <p:cNvSpPr/>
            <p:nvPr/>
          </p:nvSpPr>
          <p:spPr>
            <a:xfrm>
              <a:off x="5488947" y="216595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5" name="pt4554"/>
            <p:cNvSpPr/>
            <p:nvPr/>
          </p:nvSpPr>
          <p:spPr>
            <a:xfrm>
              <a:off x="5520607" y="201984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6" name="pt4555"/>
            <p:cNvSpPr/>
            <p:nvPr/>
          </p:nvSpPr>
          <p:spPr>
            <a:xfrm>
              <a:off x="5597504" y="197403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7" name="pt4556"/>
            <p:cNvSpPr/>
            <p:nvPr/>
          </p:nvSpPr>
          <p:spPr>
            <a:xfrm>
              <a:off x="5705522" y="248180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8" name="pt4557"/>
            <p:cNvSpPr/>
            <p:nvPr/>
          </p:nvSpPr>
          <p:spPr>
            <a:xfrm>
              <a:off x="5574855" y="216200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9" name="pt4558"/>
            <p:cNvSpPr/>
            <p:nvPr/>
          </p:nvSpPr>
          <p:spPr>
            <a:xfrm>
              <a:off x="5361330" y="234794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0" name="pt4559"/>
            <p:cNvSpPr/>
            <p:nvPr/>
          </p:nvSpPr>
          <p:spPr>
            <a:xfrm>
              <a:off x="5754615" y="217118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1" name="pt4560"/>
            <p:cNvSpPr/>
            <p:nvPr/>
          </p:nvSpPr>
          <p:spPr>
            <a:xfrm>
              <a:off x="5599928" y="2202490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2" name="pt4561"/>
            <p:cNvSpPr/>
            <p:nvPr/>
          </p:nvSpPr>
          <p:spPr>
            <a:xfrm>
              <a:off x="5668136" y="193616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3" name="pt4562"/>
            <p:cNvSpPr/>
            <p:nvPr/>
          </p:nvSpPr>
          <p:spPr>
            <a:xfrm>
              <a:off x="5743235" y="205864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4" name="pt4563"/>
            <p:cNvSpPr/>
            <p:nvPr/>
          </p:nvSpPr>
          <p:spPr>
            <a:xfrm>
              <a:off x="5662273" y="238392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5" name="pt4564"/>
            <p:cNvSpPr/>
            <p:nvPr/>
          </p:nvSpPr>
          <p:spPr>
            <a:xfrm>
              <a:off x="5610779" y="239411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6" name="pt4565"/>
            <p:cNvSpPr/>
            <p:nvPr/>
          </p:nvSpPr>
          <p:spPr>
            <a:xfrm>
              <a:off x="5571184" y="227744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7" name="pt4566"/>
            <p:cNvSpPr/>
            <p:nvPr/>
          </p:nvSpPr>
          <p:spPr>
            <a:xfrm>
              <a:off x="5647849" y="265256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8" name="pt4567"/>
            <p:cNvSpPr/>
            <p:nvPr/>
          </p:nvSpPr>
          <p:spPr>
            <a:xfrm>
              <a:off x="5516365" y="213225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9" name="pt4568"/>
            <p:cNvSpPr/>
            <p:nvPr/>
          </p:nvSpPr>
          <p:spPr>
            <a:xfrm>
              <a:off x="5463359" y="207501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0" name="pt4569"/>
            <p:cNvSpPr/>
            <p:nvPr/>
          </p:nvSpPr>
          <p:spPr>
            <a:xfrm>
              <a:off x="5522295" y="256637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1" name="pt4570"/>
            <p:cNvSpPr/>
            <p:nvPr/>
          </p:nvSpPr>
          <p:spPr>
            <a:xfrm>
              <a:off x="5589800" y="209412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2" name="pt4571"/>
            <p:cNvSpPr/>
            <p:nvPr/>
          </p:nvSpPr>
          <p:spPr>
            <a:xfrm>
              <a:off x="5683781" y="225787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3" name="pt4572"/>
            <p:cNvSpPr/>
            <p:nvPr/>
          </p:nvSpPr>
          <p:spPr>
            <a:xfrm>
              <a:off x="5536978" y="222845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4" name="pt4573"/>
            <p:cNvSpPr/>
            <p:nvPr/>
          </p:nvSpPr>
          <p:spPr>
            <a:xfrm>
              <a:off x="5609073" y="222193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5" name="pt4574"/>
            <p:cNvSpPr/>
            <p:nvPr/>
          </p:nvSpPr>
          <p:spPr>
            <a:xfrm>
              <a:off x="5514399" y="2328077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6" name="pt4575"/>
            <p:cNvSpPr/>
            <p:nvPr/>
          </p:nvSpPr>
          <p:spPr>
            <a:xfrm>
              <a:off x="6137511" y="239019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7" name="pt4576"/>
            <p:cNvSpPr/>
            <p:nvPr/>
          </p:nvSpPr>
          <p:spPr>
            <a:xfrm>
              <a:off x="5645411" y="226248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8" name="pt4577"/>
            <p:cNvSpPr/>
            <p:nvPr/>
          </p:nvSpPr>
          <p:spPr>
            <a:xfrm>
              <a:off x="5533252" y="209258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9" name="pt4578"/>
            <p:cNvSpPr/>
            <p:nvPr/>
          </p:nvSpPr>
          <p:spPr>
            <a:xfrm>
              <a:off x="5582537" y="2123050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0" name="pt4579"/>
            <p:cNvSpPr/>
            <p:nvPr/>
          </p:nvSpPr>
          <p:spPr>
            <a:xfrm>
              <a:off x="5563599" y="199380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1" name="pt4580"/>
            <p:cNvSpPr/>
            <p:nvPr/>
          </p:nvSpPr>
          <p:spPr>
            <a:xfrm>
              <a:off x="5648219" y="215796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2" name="pt4581"/>
            <p:cNvSpPr/>
            <p:nvPr/>
          </p:nvSpPr>
          <p:spPr>
            <a:xfrm>
              <a:off x="5462639" y="197474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3" name="pt4582"/>
            <p:cNvSpPr/>
            <p:nvPr/>
          </p:nvSpPr>
          <p:spPr>
            <a:xfrm>
              <a:off x="5491103" y="225509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4" name="pt4583"/>
            <p:cNvSpPr/>
            <p:nvPr/>
          </p:nvSpPr>
          <p:spPr>
            <a:xfrm>
              <a:off x="5628371" y="220628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5" name="pt4584"/>
            <p:cNvSpPr/>
            <p:nvPr/>
          </p:nvSpPr>
          <p:spPr>
            <a:xfrm>
              <a:off x="5653215" y="219573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6" name="pt4585"/>
            <p:cNvSpPr/>
            <p:nvPr/>
          </p:nvSpPr>
          <p:spPr>
            <a:xfrm>
              <a:off x="5665422" y="206907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7" name="pt4586"/>
            <p:cNvSpPr/>
            <p:nvPr/>
          </p:nvSpPr>
          <p:spPr>
            <a:xfrm>
              <a:off x="5658118" y="220227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8" name="pt4587"/>
            <p:cNvSpPr/>
            <p:nvPr/>
          </p:nvSpPr>
          <p:spPr>
            <a:xfrm>
              <a:off x="5678456" y="237204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9" name="pt4588"/>
            <p:cNvSpPr/>
            <p:nvPr/>
          </p:nvSpPr>
          <p:spPr>
            <a:xfrm>
              <a:off x="5673621" y="205652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0" name="pt4589"/>
            <p:cNvSpPr/>
            <p:nvPr/>
          </p:nvSpPr>
          <p:spPr>
            <a:xfrm>
              <a:off x="5696040" y="237785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1" name="pt4590"/>
            <p:cNvSpPr/>
            <p:nvPr/>
          </p:nvSpPr>
          <p:spPr>
            <a:xfrm>
              <a:off x="5618435" y="209818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2" name="pt4591"/>
            <p:cNvSpPr/>
            <p:nvPr/>
          </p:nvSpPr>
          <p:spPr>
            <a:xfrm>
              <a:off x="5697596" y="1664217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3" name="pt4592"/>
            <p:cNvSpPr/>
            <p:nvPr/>
          </p:nvSpPr>
          <p:spPr>
            <a:xfrm>
              <a:off x="5664103" y="205051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4" name="pt4593"/>
            <p:cNvSpPr/>
            <p:nvPr/>
          </p:nvSpPr>
          <p:spPr>
            <a:xfrm>
              <a:off x="5491766" y="218429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5" name="pt4594"/>
            <p:cNvSpPr/>
            <p:nvPr/>
          </p:nvSpPr>
          <p:spPr>
            <a:xfrm>
              <a:off x="5623534" y="219472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6" name="pt4595"/>
            <p:cNvSpPr/>
            <p:nvPr/>
          </p:nvSpPr>
          <p:spPr>
            <a:xfrm>
              <a:off x="5592860" y="197917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7" name="pt4596"/>
            <p:cNvSpPr/>
            <p:nvPr/>
          </p:nvSpPr>
          <p:spPr>
            <a:xfrm>
              <a:off x="5614567" y="192287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8" name="pt4597"/>
            <p:cNvSpPr/>
            <p:nvPr/>
          </p:nvSpPr>
          <p:spPr>
            <a:xfrm>
              <a:off x="5617358" y="224013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9" name="pt4598"/>
            <p:cNvSpPr/>
            <p:nvPr/>
          </p:nvSpPr>
          <p:spPr>
            <a:xfrm>
              <a:off x="5692700" y="216182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0" name="pt4599"/>
            <p:cNvSpPr/>
            <p:nvPr/>
          </p:nvSpPr>
          <p:spPr>
            <a:xfrm>
              <a:off x="5727650" y="205443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1" name="pt4600"/>
            <p:cNvSpPr/>
            <p:nvPr/>
          </p:nvSpPr>
          <p:spPr>
            <a:xfrm>
              <a:off x="5215356" y="231455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2" name="pt4601"/>
            <p:cNvSpPr/>
            <p:nvPr/>
          </p:nvSpPr>
          <p:spPr>
            <a:xfrm>
              <a:off x="5563610" y="266158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3" name="pt4602"/>
            <p:cNvSpPr/>
            <p:nvPr/>
          </p:nvSpPr>
          <p:spPr>
            <a:xfrm>
              <a:off x="5653420" y="224703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4" name="pt4603"/>
            <p:cNvSpPr/>
            <p:nvPr/>
          </p:nvSpPr>
          <p:spPr>
            <a:xfrm>
              <a:off x="5506466" y="2432567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5" name="pt4604"/>
            <p:cNvSpPr/>
            <p:nvPr/>
          </p:nvSpPr>
          <p:spPr>
            <a:xfrm>
              <a:off x="5637812" y="235470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6" name="pt4605"/>
            <p:cNvSpPr/>
            <p:nvPr/>
          </p:nvSpPr>
          <p:spPr>
            <a:xfrm>
              <a:off x="5522925" y="217838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7" name="pt4606"/>
            <p:cNvSpPr/>
            <p:nvPr/>
          </p:nvSpPr>
          <p:spPr>
            <a:xfrm>
              <a:off x="5718734" y="265716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8" name="pt4607"/>
            <p:cNvSpPr/>
            <p:nvPr/>
          </p:nvSpPr>
          <p:spPr>
            <a:xfrm>
              <a:off x="5719523" y="170863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9" name="pt4608"/>
            <p:cNvSpPr/>
            <p:nvPr/>
          </p:nvSpPr>
          <p:spPr>
            <a:xfrm>
              <a:off x="5460252" y="216637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0" name="pt4609"/>
            <p:cNvSpPr/>
            <p:nvPr/>
          </p:nvSpPr>
          <p:spPr>
            <a:xfrm>
              <a:off x="5861498" y="202653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1" name="pt4610"/>
            <p:cNvSpPr/>
            <p:nvPr/>
          </p:nvSpPr>
          <p:spPr>
            <a:xfrm>
              <a:off x="5603183" y="241265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2" name="pt4611"/>
            <p:cNvSpPr/>
            <p:nvPr/>
          </p:nvSpPr>
          <p:spPr>
            <a:xfrm>
              <a:off x="5620637" y="2435398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3" name="pt4612"/>
            <p:cNvSpPr/>
            <p:nvPr/>
          </p:nvSpPr>
          <p:spPr>
            <a:xfrm>
              <a:off x="5638166" y="201647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4" name="pt4613"/>
            <p:cNvSpPr/>
            <p:nvPr/>
          </p:nvSpPr>
          <p:spPr>
            <a:xfrm>
              <a:off x="5528757" y="208926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5" name="pt4614"/>
            <p:cNvSpPr/>
            <p:nvPr/>
          </p:nvSpPr>
          <p:spPr>
            <a:xfrm>
              <a:off x="5596969" y="193010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6" name="pt4615"/>
            <p:cNvSpPr/>
            <p:nvPr/>
          </p:nvSpPr>
          <p:spPr>
            <a:xfrm>
              <a:off x="5619027" y="219368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7" name="pt4616"/>
            <p:cNvSpPr/>
            <p:nvPr/>
          </p:nvSpPr>
          <p:spPr>
            <a:xfrm>
              <a:off x="5626618" y="186309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8" name="pt4617"/>
            <p:cNvSpPr/>
            <p:nvPr/>
          </p:nvSpPr>
          <p:spPr>
            <a:xfrm>
              <a:off x="5267570" y="212022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9" name="pt4618"/>
            <p:cNvSpPr/>
            <p:nvPr/>
          </p:nvSpPr>
          <p:spPr>
            <a:xfrm>
              <a:off x="5732847" y="2152235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0" name="pt4619"/>
            <p:cNvSpPr/>
            <p:nvPr/>
          </p:nvSpPr>
          <p:spPr>
            <a:xfrm>
              <a:off x="5654431" y="219765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1" name="pt4620"/>
            <p:cNvSpPr/>
            <p:nvPr/>
          </p:nvSpPr>
          <p:spPr>
            <a:xfrm>
              <a:off x="5461946" y="2400159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2" name="pt4621"/>
            <p:cNvSpPr/>
            <p:nvPr/>
          </p:nvSpPr>
          <p:spPr>
            <a:xfrm>
              <a:off x="5626600" y="249429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3" name="pt4622"/>
            <p:cNvSpPr/>
            <p:nvPr/>
          </p:nvSpPr>
          <p:spPr>
            <a:xfrm>
              <a:off x="5551298" y="238984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4" name="pt4623"/>
            <p:cNvSpPr/>
            <p:nvPr/>
          </p:nvSpPr>
          <p:spPr>
            <a:xfrm>
              <a:off x="5636179" y="253839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5" name="pt4624"/>
            <p:cNvSpPr/>
            <p:nvPr/>
          </p:nvSpPr>
          <p:spPr>
            <a:xfrm>
              <a:off x="5573965" y="223151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6" name="pt4625"/>
            <p:cNvSpPr/>
            <p:nvPr/>
          </p:nvSpPr>
          <p:spPr>
            <a:xfrm>
              <a:off x="5468090" y="215440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7" name="pt4626"/>
            <p:cNvSpPr/>
            <p:nvPr/>
          </p:nvSpPr>
          <p:spPr>
            <a:xfrm>
              <a:off x="5648886" y="208601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8" name="pt4627"/>
            <p:cNvSpPr/>
            <p:nvPr/>
          </p:nvSpPr>
          <p:spPr>
            <a:xfrm>
              <a:off x="5629851" y="1995103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9" name="pt4628"/>
            <p:cNvSpPr/>
            <p:nvPr/>
          </p:nvSpPr>
          <p:spPr>
            <a:xfrm>
              <a:off x="5581236" y="202670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0" name="pt4629"/>
            <p:cNvSpPr/>
            <p:nvPr/>
          </p:nvSpPr>
          <p:spPr>
            <a:xfrm>
              <a:off x="5699698" y="192109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1" name="pt4630"/>
            <p:cNvSpPr/>
            <p:nvPr/>
          </p:nvSpPr>
          <p:spPr>
            <a:xfrm>
              <a:off x="5573036" y="237566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2" name="pt4631"/>
            <p:cNvSpPr/>
            <p:nvPr/>
          </p:nvSpPr>
          <p:spPr>
            <a:xfrm>
              <a:off x="5686990" y="211169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3" name="pt4632"/>
            <p:cNvSpPr/>
            <p:nvPr/>
          </p:nvSpPr>
          <p:spPr>
            <a:xfrm>
              <a:off x="5488223" y="211749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4" name="pt4633"/>
            <p:cNvSpPr/>
            <p:nvPr/>
          </p:nvSpPr>
          <p:spPr>
            <a:xfrm>
              <a:off x="5712870" y="237966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5" name="pt4634"/>
            <p:cNvSpPr/>
            <p:nvPr/>
          </p:nvSpPr>
          <p:spPr>
            <a:xfrm>
              <a:off x="5670156" y="209421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6" name="pt4635"/>
            <p:cNvSpPr/>
            <p:nvPr/>
          </p:nvSpPr>
          <p:spPr>
            <a:xfrm>
              <a:off x="5545562" y="242550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7" name="pt4636"/>
            <p:cNvSpPr/>
            <p:nvPr/>
          </p:nvSpPr>
          <p:spPr>
            <a:xfrm>
              <a:off x="5542701" y="174562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8" name="pt4637"/>
            <p:cNvSpPr/>
            <p:nvPr/>
          </p:nvSpPr>
          <p:spPr>
            <a:xfrm>
              <a:off x="5723290" y="249040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9" name="pt4638"/>
            <p:cNvSpPr/>
            <p:nvPr/>
          </p:nvSpPr>
          <p:spPr>
            <a:xfrm>
              <a:off x="5541789" y="254327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0" name="pt4639"/>
            <p:cNvSpPr/>
            <p:nvPr/>
          </p:nvSpPr>
          <p:spPr>
            <a:xfrm>
              <a:off x="5522706" y="2180147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1" name="pt4640"/>
            <p:cNvSpPr/>
            <p:nvPr/>
          </p:nvSpPr>
          <p:spPr>
            <a:xfrm>
              <a:off x="5701933" y="209855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2" name="pt4641"/>
            <p:cNvSpPr/>
            <p:nvPr/>
          </p:nvSpPr>
          <p:spPr>
            <a:xfrm>
              <a:off x="5743748" y="224523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3" name="pt4642"/>
            <p:cNvSpPr/>
            <p:nvPr/>
          </p:nvSpPr>
          <p:spPr>
            <a:xfrm>
              <a:off x="5717279" y="230152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4" name="pt4643"/>
            <p:cNvSpPr/>
            <p:nvPr/>
          </p:nvSpPr>
          <p:spPr>
            <a:xfrm>
              <a:off x="5683317" y="278506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5" name="pt4644"/>
            <p:cNvSpPr/>
            <p:nvPr/>
          </p:nvSpPr>
          <p:spPr>
            <a:xfrm>
              <a:off x="5490275" y="211283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6" name="pt4645"/>
            <p:cNvSpPr/>
            <p:nvPr/>
          </p:nvSpPr>
          <p:spPr>
            <a:xfrm>
              <a:off x="5525880" y="244498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7" name="pt4646"/>
            <p:cNvSpPr/>
            <p:nvPr/>
          </p:nvSpPr>
          <p:spPr>
            <a:xfrm>
              <a:off x="5476315" y="238351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8" name="pt4647"/>
            <p:cNvSpPr/>
            <p:nvPr/>
          </p:nvSpPr>
          <p:spPr>
            <a:xfrm>
              <a:off x="5483080" y="224380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9" name="pt4648"/>
            <p:cNvSpPr/>
            <p:nvPr/>
          </p:nvSpPr>
          <p:spPr>
            <a:xfrm>
              <a:off x="5525168" y="212041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0" name="pt4649"/>
            <p:cNvSpPr/>
            <p:nvPr/>
          </p:nvSpPr>
          <p:spPr>
            <a:xfrm>
              <a:off x="5422106" y="219538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1" name="pt4650"/>
            <p:cNvSpPr/>
            <p:nvPr/>
          </p:nvSpPr>
          <p:spPr>
            <a:xfrm>
              <a:off x="5454562" y="190528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2" name="pt4651"/>
            <p:cNvSpPr/>
            <p:nvPr/>
          </p:nvSpPr>
          <p:spPr>
            <a:xfrm>
              <a:off x="5472703" y="250817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3" name="pt4652"/>
            <p:cNvSpPr/>
            <p:nvPr/>
          </p:nvSpPr>
          <p:spPr>
            <a:xfrm>
              <a:off x="5447991" y="1833390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4" name="pt4653"/>
            <p:cNvSpPr/>
            <p:nvPr/>
          </p:nvSpPr>
          <p:spPr>
            <a:xfrm>
              <a:off x="5520885" y="197954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5" name="pt4654"/>
            <p:cNvSpPr/>
            <p:nvPr/>
          </p:nvSpPr>
          <p:spPr>
            <a:xfrm>
              <a:off x="5412373" y="182891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6" name="pt4655"/>
            <p:cNvSpPr/>
            <p:nvPr/>
          </p:nvSpPr>
          <p:spPr>
            <a:xfrm>
              <a:off x="5474618" y="193371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7" name="pt4656"/>
            <p:cNvSpPr/>
            <p:nvPr/>
          </p:nvSpPr>
          <p:spPr>
            <a:xfrm>
              <a:off x="5519595" y="214587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8" name="pt4657"/>
            <p:cNvSpPr/>
            <p:nvPr/>
          </p:nvSpPr>
          <p:spPr>
            <a:xfrm>
              <a:off x="5033958" y="206179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9" name="pt4658"/>
            <p:cNvSpPr/>
            <p:nvPr/>
          </p:nvSpPr>
          <p:spPr>
            <a:xfrm>
              <a:off x="5406802" y="196585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0" name="pt4659"/>
            <p:cNvSpPr/>
            <p:nvPr/>
          </p:nvSpPr>
          <p:spPr>
            <a:xfrm>
              <a:off x="5386449" y="204274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1" name="pt4660"/>
            <p:cNvSpPr/>
            <p:nvPr/>
          </p:nvSpPr>
          <p:spPr>
            <a:xfrm>
              <a:off x="5386741" y="207191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2" name="pt4661"/>
            <p:cNvSpPr/>
            <p:nvPr/>
          </p:nvSpPr>
          <p:spPr>
            <a:xfrm>
              <a:off x="5457220" y="183568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3" name="pt4662"/>
            <p:cNvSpPr/>
            <p:nvPr/>
          </p:nvSpPr>
          <p:spPr>
            <a:xfrm>
              <a:off x="5506063" y="195096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4" name="pt4663"/>
            <p:cNvSpPr/>
            <p:nvPr/>
          </p:nvSpPr>
          <p:spPr>
            <a:xfrm>
              <a:off x="5460072" y="219640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5" name="pt4664"/>
            <p:cNvSpPr/>
            <p:nvPr/>
          </p:nvSpPr>
          <p:spPr>
            <a:xfrm>
              <a:off x="5500002" y="261247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6" name="pt4665"/>
            <p:cNvSpPr/>
            <p:nvPr/>
          </p:nvSpPr>
          <p:spPr>
            <a:xfrm>
              <a:off x="5609963" y="242325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7" name="pt4666"/>
            <p:cNvSpPr/>
            <p:nvPr/>
          </p:nvSpPr>
          <p:spPr>
            <a:xfrm>
              <a:off x="5407626" y="239304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8" name="pt4667"/>
            <p:cNvSpPr/>
            <p:nvPr/>
          </p:nvSpPr>
          <p:spPr>
            <a:xfrm>
              <a:off x="5510375" y="241677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9" name="pt4668"/>
            <p:cNvSpPr/>
            <p:nvPr/>
          </p:nvSpPr>
          <p:spPr>
            <a:xfrm>
              <a:off x="5398600" y="228102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0" name="pt4669"/>
            <p:cNvSpPr/>
            <p:nvPr/>
          </p:nvSpPr>
          <p:spPr>
            <a:xfrm>
              <a:off x="5587632" y="220611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1" name="pt4670"/>
            <p:cNvSpPr/>
            <p:nvPr/>
          </p:nvSpPr>
          <p:spPr>
            <a:xfrm>
              <a:off x="5502945" y="219659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2" name="pt4671"/>
            <p:cNvSpPr/>
            <p:nvPr/>
          </p:nvSpPr>
          <p:spPr>
            <a:xfrm>
              <a:off x="5401053" y="226458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3" name="pt4672"/>
            <p:cNvSpPr/>
            <p:nvPr/>
          </p:nvSpPr>
          <p:spPr>
            <a:xfrm>
              <a:off x="5409249" y="214431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4" name="pt4673"/>
            <p:cNvSpPr/>
            <p:nvPr/>
          </p:nvSpPr>
          <p:spPr>
            <a:xfrm>
              <a:off x="5460367" y="210690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5" name="pt4674"/>
            <p:cNvSpPr/>
            <p:nvPr/>
          </p:nvSpPr>
          <p:spPr>
            <a:xfrm>
              <a:off x="5491013" y="212218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6" name="pt4675"/>
            <p:cNvSpPr/>
            <p:nvPr/>
          </p:nvSpPr>
          <p:spPr>
            <a:xfrm>
              <a:off x="5428969" y="223005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7" name="pt4676"/>
            <p:cNvSpPr/>
            <p:nvPr/>
          </p:nvSpPr>
          <p:spPr>
            <a:xfrm>
              <a:off x="5502047" y="1786862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8" name="pt4677"/>
            <p:cNvSpPr/>
            <p:nvPr/>
          </p:nvSpPr>
          <p:spPr>
            <a:xfrm>
              <a:off x="5306369" y="220725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9" name="pt4678"/>
            <p:cNvSpPr/>
            <p:nvPr/>
          </p:nvSpPr>
          <p:spPr>
            <a:xfrm>
              <a:off x="5480754" y="239918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0" name="pt4679"/>
            <p:cNvSpPr/>
            <p:nvPr/>
          </p:nvSpPr>
          <p:spPr>
            <a:xfrm>
              <a:off x="5457226" y="2137789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1" name="pt4680"/>
            <p:cNvSpPr/>
            <p:nvPr/>
          </p:nvSpPr>
          <p:spPr>
            <a:xfrm>
              <a:off x="5742110" y="1804559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2" name="pt4681"/>
            <p:cNvSpPr/>
            <p:nvPr/>
          </p:nvSpPr>
          <p:spPr>
            <a:xfrm>
              <a:off x="4834310" y="229636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3" name="pt4682"/>
            <p:cNvSpPr/>
            <p:nvPr/>
          </p:nvSpPr>
          <p:spPr>
            <a:xfrm>
              <a:off x="5657714" y="180886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4" name="pt4683"/>
            <p:cNvSpPr/>
            <p:nvPr/>
          </p:nvSpPr>
          <p:spPr>
            <a:xfrm>
              <a:off x="5467528" y="228375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5" name="pt4684"/>
            <p:cNvSpPr/>
            <p:nvPr/>
          </p:nvSpPr>
          <p:spPr>
            <a:xfrm>
              <a:off x="5364974" y="222576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6" name="pt4685"/>
            <p:cNvSpPr/>
            <p:nvPr/>
          </p:nvSpPr>
          <p:spPr>
            <a:xfrm>
              <a:off x="5549420" y="245810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7" name="pt4686"/>
            <p:cNvSpPr/>
            <p:nvPr/>
          </p:nvSpPr>
          <p:spPr>
            <a:xfrm>
              <a:off x="5458721" y="233174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8" name="pt4687"/>
            <p:cNvSpPr/>
            <p:nvPr/>
          </p:nvSpPr>
          <p:spPr>
            <a:xfrm>
              <a:off x="5380628" y="228772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9" name="pt4688"/>
            <p:cNvSpPr/>
            <p:nvPr/>
          </p:nvSpPr>
          <p:spPr>
            <a:xfrm>
              <a:off x="5470164" y="235142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0" name="pt4689"/>
            <p:cNvSpPr/>
            <p:nvPr/>
          </p:nvSpPr>
          <p:spPr>
            <a:xfrm>
              <a:off x="5598476" y="214433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1" name="pt4690"/>
            <p:cNvSpPr/>
            <p:nvPr/>
          </p:nvSpPr>
          <p:spPr>
            <a:xfrm>
              <a:off x="5609502" y="239190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2" name="pt4691"/>
            <p:cNvSpPr/>
            <p:nvPr/>
          </p:nvSpPr>
          <p:spPr>
            <a:xfrm>
              <a:off x="5480986" y="203771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3" name="pt4692"/>
            <p:cNvSpPr/>
            <p:nvPr/>
          </p:nvSpPr>
          <p:spPr>
            <a:xfrm>
              <a:off x="5694334" y="239707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4" name="pt4693"/>
            <p:cNvSpPr/>
            <p:nvPr/>
          </p:nvSpPr>
          <p:spPr>
            <a:xfrm>
              <a:off x="5429460" y="258917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5" name="pt4694"/>
            <p:cNvSpPr/>
            <p:nvPr/>
          </p:nvSpPr>
          <p:spPr>
            <a:xfrm>
              <a:off x="5621456" y="181922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6" name="pt4695"/>
            <p:cNvSpPr/>
            <p:nvPr/>
          </p:nvSpPr>
          <p:spPr>
            <a:xfrm>
              <a:off x="5749108" y="208455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7" name="pt4696"/>
            <p:cNvSpPr/>
            <p:nvPr/>
          </p:nvSpPr>
          <p:spPr>
            <a:xfrm>
              <a:off x="5786451" y="188484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8" name="pt4697"/>
            <p:cNvSpPr/>
            <p:nvPr/>
          </p:nvSpPr>
          <p:spPr>
            <a:xfrm>
              <a:off x="5536096" y="231389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9" name="pt4698"/>
            <p:cNvSpPr/>
            <p:nvPr/>
          </p:nvSpPr>
          <p:spPr>
            <a:xfrm>
              <a:off x="5579382" y="225262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0" name="pt4699"/>
            <p:cNvSpPr/>
            <p:nvPr/>
          </p:nvSpPr>
          <p:spPr>
            <a:xfrm>
              <a:off x="5501301" y="257509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1" name="pt4700"/>
            <p:cNvSpPr/>
            <p:nvPr/>
          </p:nvSpPr>
          <p:spPr>
            <a:xfrm>
              <a:off x="5385578" y="217699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2" name="pt4701"/>
            <p:cNvSpPr/>
            <p:nvPr/>
          </p:nvSpPr>
          <p:spPr>
            <a:xfrm>
              <a:off x="5508426" y="230559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3" name="pt4702"/>
            <p:cNvSpPr/>
            <p:nvPr/>
          </p:nvSpPr>
          <p:spPr>
            <a:xfrm>
              <a:off x="5542059" y="223062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4" name="pt4703"/>
            <p:cNvSpPr/>
            <p:nvPr/>
          </p:nvSpPr>
          <p:spPr>
            <a:xfrm>
              <a:off x="5663709" y="203349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5" name="pt4704"/>
            <p:cNvSpPr/>
            <p:nvPr/>
          </p:nvSpPr>
          <p:spPr>
            <a:xfrm>
              <a:off x="5587206" y="217918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6" name="pt4705"/>
            <p:cNvSpPr/>
            <p:nvPr/>
          </p:nvSpPr>
          <p:spPr>
            <a:xfrm>
              <a:off x="5494292" y="227954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7" name="pt4706"/>
            <p:cNvSpPr/>
            <p:nvPr/>
          </p:nvSpPr>
          <p:spPr>
            <a:xfrm>
              <a:off x="5522930" y="268866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8" name="pt4707"/>
            <p:cNvSpPr/>
            <p:nvPr/>
          </p:nvSpPr>
          <p:spPr>
            <a:xfrm>
              <a:off x="5505179" y="2081259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9" name="pt4708"/>
            <p:cNvSpPr/>
            <p:nvPr/>
          </p:nvSpPr>
          <p:spPr>
            <a:xfrm>
              <a:off x="5534310" y="236844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0" name="pt4709"/>
            <p:cNvSpPr/>
            <p:nvPr/>
          </p:nvSpPr>
          <p:spPr>
            <a:xfrm>
              <a:off x="5775621" y="229316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1" name="pt4710"/>
            <p:cNvSpPr/>
            <p:nvPr/>
          </p:nvSpPr>
          <p:spPr>
            <a:xfrm>
              <a:off x="5663906" y="192875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2" name="pt4711"/>
            <p:cNvSpPr/>
            <p:nvPr/>
          </p:nvSpPr>
          <p:spPr>
            <a:xfrm>
              <a:off x="5602234" y="235913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3" name="pt4712"/>
            <p:cNvSpPr/>
            <p:nvPr/>
          </p:nvSpPr>
          <p:spPr>
            <a:xfrm>
              <a:off x="5642643" y="210820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4" name="pt4713"/>
            <p:cNvSpPr/>
            <p:nvPr/>
          </p:nvSpPr>
          <p:spPr>
            <a:xfrm>
              <a:off x="5557966" y="204620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5" name="pt4714"/>
            <p:cNvSpPr/>
            <p:nvPr/>
          </p:nvSpPr>
          <p:spPr>
            <a:xfrm>
              <a:off x="5714651" y="191797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6" name="pt4715"/>
            <p:cNvSpPr/>
            <p:nvPr/>
          </p:nvSpPr>
          <p:spPr>
            <a:xfrm>
              <a:off x="5799741" y="1995808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7" name="pt4716"/>
            <p:cNvSpPr/>
            <p:nvPr/>
          </p:nvSpPr>
          <p:spPr>
            <a:xfrm>
              <a:off x="5572682" y="1557036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8" name="pt4717"/>
            <p:cNvSpPr/>
            <p:nvPr/>
          </p:nvSpPr>
          <p:spPr>
            <a:xfrm>
              <a:off x="5441122" y="192953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9" name="pt4718"/>
            <p:cNvSpPr/>
            <p:nvPr/>
          </p:nvSpPr>
          <p:spPr>
            <a:xfrm>
              <a:off x="5801125" y="223140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0" name="pt4719"/>
            <p:cNvSpPr/>
            <p:nvPr/>
          </p:nvSpPr>
          <p:spPr>
            <a:xfrm>
              <a:off x="5724936" y="256167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1" name="pt4720"/>
            <p:cNvSpPr/>
            <p:nvPr/>
          </p:nvSpPr>
          <p:spPr>
            <a:xfrm>
              <a:off x="5440206" y="213331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2" name="pt4721"/>
            <p:cNvSpPr/>
            <p:nvPr/>
          </p:nvSpPr>
          <p:spPr>
            <a:xfrm>
              <a:off x="5420493" y="215788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3" name="pt4722"/>
            <p:cNvSpPr/>
            <p:nvPr/>
          </p:nvSpPr>
          <p:spPr>
            <a:xfrm>
              <a:off x="5536612" y="229449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4" name="pt4723"/>
            <p:cNvSpPr/>
            <p:nvPr/>
          </p:nvSpPr>
          <p:spPr>
            <a:xfrm>
              <a:off x="5425953" y="222444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5" name="pt4724"/>
            <p:cNvSpPr/>
            <p:nvPr/>
          </p:nvSpPr>
          <p:spPr>
            <a:xfrm>
              <a:off x="5424032" y="204930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6" name="pt4725"/>
            <p:cNvSpPr/>
            <p:nvPr/>
          </p:nvSpPr>
          <p:spPr>
            <a:xfrm>
              <a:off x="5533647" y="213039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7" name="pt4726"/>
            <p:cNvSpPr/>
            <p:nvPr/>
          </p:nvSpPr>
          <p:spPr>
            <a:xfrm>
              <a:off x="5459145" y="257679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8" name="pt4727"/>
            <p:cNvSpPr/>
            <p:nvPr/>
          </p:nvSpPr>
          <p:spPr>
            <a:xfrm>
              <a:off x="5643901" y="204870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9" name="pt4728"/>
            <p:cNvSpPr/>
            <p:nvPr/>
          </p:nvSpPr>
          <p:spPr>
            <a:xfrm>
              <a:off x="5495710" y="180687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0" name="pt4729"/>
            <p:cNvSpPr/>
            <p:nvPr/>
          </p:nvSpPr>
          <p:spPr>
            <a:xfrm>
              <a:off x="5544979" y="208917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1" name="pt4730"/>
            <p:cNvSpPr/>
            <p:nvPr/>
          </p:nvSpPr>
          <p:spPr>
            <a:xfrm>
              <a:off x="5503758" y="199749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2" name="pt4731"/>
            <p:cNvSpPr/>
            <p:nvPr/>
          </p:nvSpPr>
          <p:spPr>
            <a:xfrm>
              <a:off x="5750900" y="2062676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3" name="pt4732"/>
            <p:cNvSpPr/>
            <p:nvPr/>
          </p:nvSpPr>
          <p:spPr>
            <a:xfrm>
              <a:off x="5483166" y="214799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4" name="pt4733"/>
            <p:cNvSpPr/>
            <p:nvPr/>
          </p:nvSpPr>
          <p:spPr>
            <a:xfrm>
              <a:off x="5601874" y="205360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5" name="pt4734"/>
            <p:cNvSpPr/>
            <p:nvPr/>
          </p:nvSpPr>
          <p:spPr>
            <a:xfrm>
              <a:off x="5580679" y="138644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6" name="pt4735"/>
            <p:cNvSpPr/>
            <p:nvPr/>
          </p:nvSpPr>
          <p:spPr>
            <a:xfrm>
              <a:off x="5621062" y="219135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7" name="pt4736"/>
            <p:cNvSpPr/>
            <p:nvPr/>
          </p:nvSpPr>
          <p:spPr>
            <a:xfrm>
              <a:off x="5567854" y="2108328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8" name="pt4737"/>
            <p:cNvSpPr/>
            <p:nvPr/>
          </p:nvSpPr>
          <p:spPr>
            <a:xfrm>
              <a:off x="5667508" y="224855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9" name="pt4738"/>
            <p:cNvSpPr/>
            <p:nvPr/>
          </p:nvSpPr>
          <p:spPr>
            <a:xfrm>
              <a:off x="5482042" y="183399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0" name="pt4739"/>
            <p:cNvSpPr/>
            <p:nvPr/>
          </p:nvSpPr>
          <p:spPr>
            <a:xfrm>
              <a:off x="5586946" y="214433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1" name="pt4740"/>
            <p:cNvSpPr/>
            <p:nvPr/>
          </p:nvSpPr>
          <p:spPr>
            <a:xfrm>
              <a:off x="5587586" y="215880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2" name="pt4741"/>
            <p:cNvSpPr/>
            <p:nvPr/>
          </p:nvSpPr>
          <p:spPr>
            <a:xfrm>
              <a:off x="5416940" y="1802844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3" name="pt4742"/>
            <p:cNvSpPr/>
            <p:nvPr/>
          </p:nvSpPr>
          <p:spPr>
            <a:xfrm>
              <a:off x="5557844" y="254784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4" name="pt4743"/>
            <p:cNvSpPr/>
            <p:nvPr/>
          </p:nvSpPr>
          <p:spPr>
            <a:xfrm>
              <a:off x="5500129" y="228321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5" name="pt4744"/>
            <p:cNvSpPr/>
            <p:nvPr/>
          </p:nvSpPr>
          <p:spPr>
            <a:xfrm>
              <a:off x="5559919" y="225418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6" name="pt4745"/>
            <p:cNvSpPr/>
            <p:nvPr/>
          </p:nvSpPr>
          <p:spPr>
            <a:xfrm>
              <a:off x="5469438" y="199451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7" name="pt4746"/>
            <p:cNvSpPr/>
            <p:nvPr/>
          </p:nvSpPr>
          <p:spPr>
            <a:xfrm>
              <a:off x="5352965" y="216628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8" name="pt4747"/>
            <p:cNvSpPr/>
            <p:nvPr/>
          </p:nvSpPr>
          <p:spPr>
            <a:xfrm>
              <a:off x="5291584" y="258719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9" name="pt4748"/>
            <p:cNvSpPr/>
            <p:nvPr/>
          </p:nvSpPr>
          <p:spPr>
            <a:xfrm>
              <a:off x="5380673" y="250101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0" name="pt4749"/>
            <p:cNvSpPr/>
            <p:nvPr/>
          </p:nvSpPr>
          <p:spPr>
            <a:xfrm>
              <a:off x="5415601" y="255060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1" name="pt4750"/>
            <p:cNvSpPr/>
            <p:nvPr/>
          </p:nvSpPr>
          <p:spPr>
            <a:xfrm>
              <a:off x="5406079" y="251394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2" name="pt4751"/>
            <p:cNvSpPr/>
            <p:nvPr/>
          </p:nvSpPr>
          <p:spPr>
            <a:xfrm>
              <a:off x="5373409" y="274204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3" name="pt4752"/>
            <p:cNvSpPr/>
            <p:nvPr/>
          </p:nvSpPr>
          <p:spPr>
            <a:xfrm>
              <a:off x="5612467" y="210638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4" name="pt4753"/>
            <p:cNvSpPr/>
            <p:nvPr/>
          </p:nvSpPr>
          <p:spPr>
            <a:xfrm>
              <a:off x="5832125" y="220971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5" name="pt4754"/>
            <p:cNvSpPr/>
            <p:nvPr/>
          </p:nvSpPr>
          <p:spPr>
            <a:xfrm>
              <a:off x="5659065" y="2034197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6" name="pt4755"/>
            <p:cNvSpPr/>
            <p:nvPr/>
          </p:nvSpPr>
          <p:spPr>
            <a:xfrm>
              <a:off x="5610335" y="200150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7" name="pt4756"/>
            <p:cNvSpPr/>
            <p:nvPr/>
          </p:nvSpPr>
          <p:spPr>
            <a:xfrm>
              <a:off x="5747060" y="237695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8" name="pt4757"/>
            <p:cNvSpPr/>
            <p:nvPr/>
          </p:nvSpPr>
          <p:spPr>
            <a:xfrm>
              <a:off x="5462188" y="200195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9" name="pt4758"/>
            <p:cNvSpPr/>
            <p:nvPr/>
          </p:nvSpPr>
          <p:spPr>
            <a:xfrm>
              <a:off x="5558308" y="228975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0" name="pt4759"/>
            <p:cNvSpPr/>
            <p:nvPr/>
          </p:nvSpPr>
          <p:spPr>
            <a:xfrm>
              <a:off x="5564524" y="207931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1" name="pt4760"/>
            <p:cNvSpPr/>
            <p:nvPr/>
          </p:nvSpPr>
          <p:spPr>
            <a:xfrm>
              <a:off x="5571380" y="218412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2" name="pt4761"/>
            <p:cNvSpPr/>
            <p:nvPr/>
          </p:nvSpPr>
          <p:spPr>
            <a:xfrm>
              <a:off x="5551567" y="189223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3" name="pt4762"/>
            <p:cNvSpPr/>
            <p:nvPr/>
          </p:nvSpPr>
          <p:spPr>
            <a:xfrm>
              <a:off x="5427175" y="2221830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4" name="pt4763"/>
            <p:cNvSpPr/>
            <p:nvPr/>
          </p:nvSpPr>
          <p:spPr>
            <a:xfrm>
              <a:off x="5498423" y="198477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5" name="pt4764"/>
            <p:cNvSpPr/>
            <p:nvPr/>
          </p:nvSpPr>
          <p:spPr>
            <a:xfrm>
              <a:off x="5396833" y="180473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6" name="pt4765"/>
            <p:cNvSpPr/>
            <p:nvPr/>
          </p:nvSpPr>
          <p:spPr>
            <a:xfrm>
              <a:off x="5465941" y="183425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7" name="pt4766"/>
            <p:cNvSpPr/>
            <p:nvPr/>
          </p:nvSpPr>
          <p:spPr>
            <a:xfrm>
              <a:off x="5467035" y="251481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8" name="pt4767"/>
            <p:cNvSpPr/>
            <p:nvPr/>
          </p:nvSpPr>
          <p:spPr>
            <a:xfrm>
              <a:off x="5052853" y="199756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9" name="pt4768"/>
            <p:cNvSpPr/>
            <p:nvPr/>
          </p:nvSpPr>
          <p:spPr>
            <a:xfrm>
              <a:off x="5517492" y="203007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0" name="pt4769"/>
            <p:cNvSpPr/>
            <p:nvPr/>
          </p:nvSpPr>
          <p:spPr>
            <a:xfrm>
              <a:off x="5549439" y="188957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1" name="pt4770"/>
            <p:cNvSpPr/>
            <p:nvPr/>
          </p:nvSpPr>
          <p:spPr>
            <a:xfrm>
              <a:off x="5517067" y="202048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2" name="pt4771"/>
            <p:cNvSpPr/>
            <p:nvPr/>
          </p:nvSpPr>
          <p:spPr>
            <a:xfrm>
              <a:off x="5581532" y="241952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3" name="pt4772"/>
            <p:cNvSpPr/>
            <p:nvPr/>
          </p:nvSpPr>
          <p:spPr>
            <a:xfrm>
              <a:off x="5569322" y="225301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4" name="pt4773"/>
            <p:cNvSpPr/>
            <p:nvPr/>
          </p:nvSpPr>
          <p:spPr>
            <a:xfrm>
              <a:off x="5622173" y="243358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5" name="pt4774"/>
            <p:cNvSpPr/>
            <p:nvPr/>
          </p:nvSpPr>
          <p:spPr>
            <a:xfrm>
              <a:off x="5586260" y="206923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6" name="pt4775"/>
            <p:cNvSpPr/>
            <p:nvPr/>
          </p:nvSpPr>
          <p:spPr>
            <a:xfrm>
              <a:off x="5474135" y="211106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7" name="pt4776"/>
            <p:cNvSpPr/>
            <p:nvPr/>
          </p:nvSpPr>
          <p:spPr>
            <a:xfrm>
              <a:off x="5491827" y="235291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8" name="pt4777"/>
            <p:cNvSpPr/>
            <p:nvPr/>
          </p:nvSpPr>
          <p:spPr>
            <a:xfrm>
              <a:off x="5582228" y="223779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9" name="pt4778"/>
            <p:cNvSpPr/>
            <p:nvPr/>
          </p:nvSpPr>
          <p:spPr>
            <a:xfrm>
              <a:off x="5546004" y="213367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0" name="pt4779"/>
            <p:cNvSpPr/>
            <p:nvPr/>
          </p:nvSpPr>
          <p:spPr>
            <a:xfrm>
              <a:off x="5596730" y="201512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1" name="pt4780"/>
            <p:cNvSpPr/>
            <p:nvPr/>
          </p:nvSpPr>
          <p:spPr>
            <a:xfrm>
              <a:off x="5420442" y="215620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2" name="pt4781"/>
            <p:cNvSpPr/>
            <p:nvPr/>
          </p:nvSpPr>
          <p:spPr>
            <a:xfrm>
              <a:off x="5621885" y="2276049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3" name="pt4782"/>
            <p:cNvSpPr/>
            <p:nvPr/>
          </p:nvSpPr>
          <p:spPr>
            <a:xfrm>
              <a:off x="5548054" y="169041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4" name="pt4783"/>
            <p:cNvSpPr/>
            <p:nvPr/>
          </p:nvSpPr>
          <p:spPr>
            <a:xfrm>
              <a:off x="5481860" y="1903396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5" name="pt4784"/>
            <p:cNvSpPr/>
            <p:nvPr/>
          </p:nvSpPr>
          <p:spPr>
            <a:xfrm>
              <a:off x="5615388" y="208383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6" name="pt4785"/>
            <p:cNvSpPr/>
            <p:nvPr/>
          </p:nvSpPr>
          <p:spPr>
            <a:xfrm>
              <a:off x="5438809" y="192771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7" name="pt4786"/>
            <p:cNvSpPr/>
            <p:nvPr/>
          </p:nvSpPr>
          <p:spPr>
            <a:xfrm>
              <a:off x="5554631" y="220342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8" name="pt4787"/>
            <p:cNvSpPr/>
            <p:nvPr/>
          </p:nvSpPr>
          <p:spPr>
            <a:xfrm>
              <a:off x="5693026" y="187584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9" name="pt4788"/>
            <p:cNvSpPr/>
            <p:nvPr/>
          </p:nvSpPr>
          <p:spPr>
            <a:xfrm>
              <a:off x="5959699" y="1781098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0" name="pt4789"/>
            <p:cNvSpPr/>
            <p:nvPr/>
          </p:nvSpPr>
          <p:spPr>
            <a:xfrm>
              <a:off x="5712658" y="2001099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1" name="pt4790"/>
            <p:cNvSpPr/>
            <p:nvPr/>
          </p:nvSpPr>
          <p:spPr>
            <a:xfrm>
              <a:off x="5797258" y="178892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2" name="pt4791"/>
            <p:cNvSpPr/>
            <p:nvPr/>
          </p:nvSpPr>
          <p:spPr>
            <a:xfrm>
              <a:off x="5439729" y="225090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3" name="pt4792"/>
            <p:cNvSpPr/>
            <p:nvPr/>
          </p:nvSpPr>
          <p:spPr>
            <a:xfrm>
              <a:off x="5557386" y="208860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4" name="pt4793"/>
            <p:cNvSpPr/>
            <p:nvPr/>
          </p:nvSpPr>
          <p:spPr>
            <a:xfrm>
              <a:off x="5667407" y="209763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5" name="pt4794"/>
            <p:cNvSpPr/>
            <p:nvPr/>
          </p:nvSpPr>
          <p:spPr>
            <a:xfrm>
              <a:off x="5692448" y="201483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6" name="pt4795"/>
            <p:cNvSpPr/>
            <p:nvPr/>
          </p:nvSpPr>
          <p:spPr>
            <a:xfrm>
              <a:off x="5490950" y="186901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7" name="pt4796"/>
            <p:cNvSpPr/>
            <p:nvPr/>
          </p:nvSpPr>
          <p:spPr>
            <a:xfrm>
              <a:off x="5373973" y="218656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8" name="pt4797"/>
            <p:cNvSpPr/>
            <p:nvPr/>
          </p:nvSpPr>
          <p:spPr>
            <a:xfrm>
              <a:off x="5440647" y="2013925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9" name="pt4798"/>
            <p:cNvSpPr/>
            <p:nvPr/>
          </p:nvSpPr>
          <p:spPr>
            <a:xfrm>
              <a:off x="5386281" y="184968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0" name="pt4799"/>
            <p:cNvSpPr/>
            <p:nvPr/>
          </p:nvSpPr>
          <p:spPr>
            <a:xfrm>
              <a:off x="5541004" y="214925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1" name="pt4800"/>
            <p:cNvSpPr/>
            <p:nvPr/>
          </p:nvSpPr>
          <p:spPr>
            <a:xfrm>
              <a:off x="5633548" y="196754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2" name="pt4801"/>
            <p:cNvSpPr/>
            <p:nvPr/>
          </p:nvSpPr>
          <p:spPr>
            <a:xfrm>
              <a:off x="5484191" y="180154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3" name="pt4802"/>
            <p:cNvSpPr/>
            <p:nvPr/>
          </p:nvSpPr>
          <p:spPr>
            <a:xfrm>
              <a:off x="5314356" y="198835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4" name="pt4803"/>
            <p:cNvSpPr/>
            <p:nvPr/>
          </p:nvSpPr>
          <p:spPr>
            <a:xfrm>
              <a:off x="5552331" y="2196086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5" name="pt4804"/>
            <p:cNvSpPr/>
            <p:nvPr/>
          </p:nvSpPr>
          <p:spPr>
            <a:xfrm>
              <a:off x="5560332" y="192502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6" name="pt4805"/>
            <p:cNvSpPr/>
            <p:nvPr/>
          </p:nvSpPr>
          <p:spPr>
            <a:xfrm>
              <a:off x="5523929" y="217780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7" name="pt4806"/>
            <p:cNvSpPr/>
            <p:nvPr/>
          </p:nvSpPr>
          <p:spPr>
            <a:xfrm>
              <a:off x="5697349" y="225846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8" name="pt4807"/>
            <p:cNvSpPr/>
            <p:nvPr/>
          </p:nvSpPr>
          <p:spPr>
            <a:xfrm>
              <a:off x="5635008" y="216960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9" name="pt4808"/>
            <p:cNvSpPr/>
            <p:nvPr/>
          </p:nvSpPr>
          <p:spPr>
            <a:xfrm>
              <a:off x="5735936" y="256408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0" name="pt4809"/>
            <p:cNvSpPr/>
            <p:nvPr/>
          </p:nvSpPr>
          <p:spPr>
            <a:xfrm>
              <a:off x="5677383" y="279075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1" name="pt4810"/>
            <p:cNvSpPr/>
            <p:nvPr/>
          </p:nvSpPr>
          <p:spPr>
            <a:xfrm>
              <a:off x="5655673" y="219615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2" name="pt4811"/>
            <p:cNvSpPr/>
            <p:nvPr/>
          </p:nvSpPr>
          <p:spPr>
            <a:xfrm>
              <a:off x="5720885" y="257953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3" name="pt4812"/>
            <p:cNvSpPr/>
            <p:nvPr/>
          </p:nvSpPr>
          <p:spPr>
            <a:xfrm>
              <a:off x="5649101" y="219625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4" name="pt4813"/>
            <p:cNvSpPr/>
            <p:nvPr/>
          </p:nvSpPr>
          <p:spPr>
            <a:xfrm>
              <a:off x="5465239" y="2375558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5" name="pt4814"/>
            <p:cNvSpPr/>
            <p:nvPr/>
          </p:nvSpPr>
          <p:spPr>
            <a:xfrm>
              <a:off x="5592758" y="223578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6" name="pt4815"/>
            <p:cNvSpPr/>
            <p:nvPr/>
          </p:nvSpPr>
          <p:spPr>
            <a:xfrm>
              <a:off x="5551419" y="202390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7" name="pt4816"/>
            <p:cNvSpPr/>
            <p:nvPr/>
          </p:nvSpPr>
          <p:spPr>
            <a:xfrm>
              <a:off x="5563585" y="240264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8" name="pt4817"/>
            <p:cNvSpPr/>
            <p:nvPr/>
          </p:nvSpPr>
          <p:spPr>
            <a:xfrm>
              <a:off x="5525945" y="232250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9" name="pt4818"/>
            <p:cNvSpPr/>
            <p:nvPr/>
          </p:nvSpPr>
          <p:spPr>
            <a:xfrm>
              <a:off x="5421376" y="197970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0" name="pt4819"/>
            <p:cNvSpPr/>
            <p:nvPr/>
          </p:nvSpPr>
          <p:spPr>
            <a:xfrm>
              <a:off x="5546538" y="196328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1" name="pt4820"/>
            <p:cNvSpPr/>
            <p:nvPr/>
          </p:nvSpPr>
          <p:spPr>
            <a:xfrm>
              <a:off x="5612421" y="197201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2" name="pt4821"/>
            <p:cNvSpPr/>
            <p:nvPr/>
          </p:nvSpPr>
          <p:spPr>
            <a:xfrm>
              <a:off x="5572043" y="247206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3" name="pt4822"/>
            <p:cNvSpPr/>
            <p:nvPr/>
          </p:nvSpPr>
          <p:spPr>
            <a:xfrm>
              <a:off x="5707338" y="2479753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4" name="pt4823"/>
            <p:cNvSpPr/>
            <p:nvPr/>
          </p:nvSpPr>
          <p:spPr>
            <a:xfrm>
              <a:off x="5629088" y="237566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5" name="pt4824"/>
            <p:cNvSpPr/>
            <p:nvPr/>
          </p:nvSpPr>
          <p:spPr>
            <a:xfrm>
              <a:off x="5556268" y="232928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6" name="pt4825"/>
            <p:cNvSpPr/>
            <p:nvPr/>
          </p:nvSpPr>
          <p:spPr>
            <a:xfrm>
              <a:off x="5426022" y="231885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7" name="pt4826"/>
            <p:cNvSpPr/>
            <p:nvPr/>
          </p:nvSpPr>
          <p:spPr>
            <a:xfrm>
              <a:off x="5386223" y="2369562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8" name="pt4827"/>
            <p:cNvSpPr/>
            <p:nvPr/>
          </p:nvSpPr>
          <p:spPr>
            <a:xfrm>
              <a:off x="5587540" y="2282818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9" name="pt4828"/>
            <p:cNvSpPr/>
            <p:nvPr/>
          </p:nvSpPr>
          <p:spPr>
            <a:xfrm>
              <a:off x="5311765" y="2370263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0" name="pt4829"/>
            <p:cNvSpPr/>
            <p:nvPr/>
          </p:nvSpPr>
          <p:spPr>
            <a:xfrm>
              <a:off x="5521059" y="234209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1" name="pt4830"/>
            <p:cNvSpPr/>
            <p:nvPr/>
          </p:nvSpPr>
          <p:spPr>
            <a:xfrm>
              <a:off x="5662490" y="283441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2" name="pt4831"/>
            <p:cNvSpPr/>
            <p:nvPr/>
          </p:nvSpPr>
          <p:spPr>
            <a:xfrm>
              <a:off x="5681036" y="2141182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3" name="pt4832"/>
            <p:cNvSpPr/>
            <p:nvPr/>
          </p:nvSpPr>
          <p:spPr>
            <a:xfrm>
              <a:off x="5542721" y="259384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4" name="pt4833"/>
            <p:cNvSpPr/>
            <p:nvPr/>
          </p:nvSpPr>
          <p:spPr>
            <a:xfrm>
              <a:off x="5990347" y="1691890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5" name="pt4834"/>
            <p:cNvSpPr/>
            <p:nvPr/>
          </p:nvSpPr>
          <p:spPr>
            <a:xfrm>
              <a:off x="5399061" y="215268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6" name="pt4835"/>
            <p:cNvSpPr/>
            <p:nvPr/>
          </p:nvSpPr>
          <p:spPr>
            <a:xfrm>
              <a:off x="5469179" y="224650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7" name="pt4836"/>
            <p:cNvSpPr/>
            <p:nvPr/>
          </p:nvSpPr>
          <p:spPr>
            <a:xfrm>
              <a:off x="5638487" y="2301509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8" name="pt4837"/>
            <p:cNvSpPr/>
            <p:nvPr/>
          </p:nvSpPr>
          <p:spPr>
            <a:xfrm>
              <a:off x="5717409" y="244370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9" name="pt4838"/>
            <p:cNvSpPr/>
            <p:nvPr/>
          </p:nvSpPr>
          <p:spPr>
            <a:xfrm>
              <a:off x="5446805" y="2326940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0" name="pt4839"/>
            <p:cNvSpPr/>
            <p:nvPr/>
          </p:nvSpPr>
          <p:spPr>
            <a:xfrm>
              <a:off x="5394388" y="225835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1" name="pt4840"/>
            <p:cNvSpPr/>
            <p:nvPr/>
          </p:nvSpPr>
          <p:spPr>
            <a:xfrm>
              <a:off x="5609964" y="231625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2" name="pt4841"/>
            <p:cNvSpPr/>
            <p:nvPr/>
          </p:nvSpPr>
          <p:spPr>
            <a:xfrm>
              <a:off x="5614183" y="216642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3" name="pt4842"/>
            <p:cNvSpPr/>
            <p:nvPr/>
          </p:nvSpPr>
          <p:spPr>
            <a:xfrm>
              <a:off x="5543607" y="182543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4" name="pt4843"/>
            <p:cNvSpPr/>
            <p:nvPr/>
          </p:nvSpPr>
          <p:spPr>
            <a:xfrm>
              <a:off x="5320751" y="252468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5" name="pt4844"/>
            <p:cNvSpPr/>
            <p:nvPr/>
          </p:nvSpPr>
          <p:spPr>
            <a:xfrm>
              <a:off x="5409875" y="217676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6" name="pt4845"/>
            <p:cNvSpPr/>
            <p:nvPr/>
          </p:nvSpPr>
          <p:spPr>
            <a:xfrm>
              <a:off x="5599183" y="1972516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7" name="pt4846"/>
            <p:cNvSpPr/>
            <p:nvPr/>
          </p:nvSpPr>
          <p:spPr>
            <a:xfrm>
              <a:off x="5677789" y="241260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8" name="pt4847"/>
            <p:cNvSpPr/>
            <p:nvPr/>
          </p:nvSpPr>
          <p:spPr>
            <a:xfrm>
              <a:off x="5411507" y="213124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9" name="pt4848"/>
            <p:cNvSpPr/>
            <p:nvPr/>
          </p:nvSpPr>
          <p:spPr>
            <a:xfrm>
              <a:off x="5506229" y="2462584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0" name="pt4849"/>
            <p:cNvSpPr/>
            <p:nvPr/>
          </p:nvSpPr>
          <p:spPr>
            <a:xfrm>
              <a:off x="5531428" y="193630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1" name="pt4850"/>
            <p:cNvSpPr/>
            <p:nvPr/>
          </p:nvSpPr>
          <p:spPr>
            <a:xfrm>
              <a:off x="5681284" y="276262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2" name="pt4851"/>
            <p:cNvSpPr/>
            <p:nvPr/>
          </p:nvSpPr>
          <p:spPr>
            <a:xfrm>
              <a:off x="5673119" y="2663487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3" name="pt4852"/>
            <p:cNvSpPr/>
            <p:nvPr/>
          </p:nvSpPr>
          <p:spPr>
            <a:xfrm>
              <a:off x="5621589" y="248514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4" name="pt4853"/>
            <p:cNvSpPr/>
            <p:nvPr/>
          </p:nvSpPr>
          <p:spPr>
            <a:xfrm>
              <a:off x="5630774" y="223476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5" name="pt4854"/>
            <p:cNvSpPr/>
            <p:nvPr/>
          </p:nvSpPr>
          <p:spPr>
            <a:xfrm>
              <a:off x="5843441" y="2547970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6" name="pt4855"/>
            <p:cNvSpPr/>
            <p:nvPr/>
          </p:nvSpPr>
          <p:spPr>
            <a:xfrm>
              <a:off x="5744393" y="2427725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7" name="pt4856"/>
            <p:cNvSpPr/>
            <p:nvPr/>
          </p:nvSpPr>
          <p:spPr>
            <a:xfrm>
              <a:off x="5656917" y="244732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8" name="pt4857"/>
            <p:cNvSpPr/>
            <p:nvPr/>
          </p:nvSpPr>
          <p:spPr>
            <a:xfrm>
              <a:off x="5470647" y="231551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9" name="pt4858"/>
            <p:cNvSpPr/>
            <p:nvPr/>
          </p:nvSpPr>
          <p:spPr>
            <a:xfrm>
              <a:off x="5426332" y="232396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0" name="pt4859"/>
            <p:cNvSpPr/>
            <p:nvPr/>
          </p:nvSpPr>
          <p:spPr>
            <a:xfrm>
              <a:off x="5571112" y="1953464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1" name="pt4860"/>
            <p:cNvSpPr/>
            <p:nvPr/>
          </p:nvSpPr>
          <p:spPr>
            <a:xfrm>
              <a:off x="5427023" y="204284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2" name="pt4861"/>
            <p:cNvSpPr/>
            <p:nvPr/>
          </p:nvSpPr>
          <p:spPr>
            <a:xfrm>
              <a:off x="5642459" y="188521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3" name="pt4862"/>
            <p:cNvSpPr/>
            <p:nvPr/>
          </p:nvSpPr>
          <p:spPr>
            <a:xfrm>
              <a:off x="5623489" y="189554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4" name="pt4863"/>
            <p:cNvSpPr/>
            <p:nvPr/>
          </p:nvSpPr>
          <p:spPr>
            <a:xfrm>
              <a:off x="5421735" y="2118064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5" name="pt4864"/>
            <p:cNvSpPr/>
            <p:nvPr/>
          </p:nvSpPr>
          <p:spPr>
            <a:xfrm>
              <a:off x="5578965" y="2402453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6" name="pt4865"/>
            <p:cNvSpPr/>
            <p:nvPr/>
          </p:nvSpPr>
          <p:spPr>
            <a:xfrm>
              <a:off x="5523689" y="212825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7" name="pt4866"/>
            <p:cNvSpPr/>
            <p:nvPr/>
          </p:nvSpPr>
          <p:spPr>
            <a:xfrm>
              <a:off x="5526909" y="226031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8" name="pt4867"/>
            <p:cNvSpPr/>
            <p:nvPr/>
          </p:nvSpPr>
          <p:spPr>
            <a:xfrm>
              <a:off x="5481884" y="252849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9" name="pt4868"/>
            <p:cNvSpPr/>
            <p:nvPr/>
          </p:nvSpPr>
          <p:spPr>
            <a:xfrm>
              <a:off x="5527870" y="192128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0" name="pt4869"/>
            <p:cNvSpPr/>
            <p:nvPr/>
          </p:nvSpPr>
          <p:spPr>
            <a:xfrm>
              <a:off x="5477915" y="194442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1" name="pt4870"/>
            <p:cNvSpPr/>
            <p:nvPr/>
          </p:nvSpPr>
          <p:spPr>
            <a:xfrm>
              <a:off x="5393224" y="2227349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2" name="pt4871"/>
            <p:cNvSpPr/>
            <p:nvPr/>
          </p:nvSpPr>
          <p:spPr>
            <a:xfrm>
              <a:off x="5488878" y="199900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3" name="pt4872"/>
            <p:cNvSpPr/>
            <p:nvPr/>
          </p:nvSpPr>
          <p:spPr>
            <a:xfrm>
              <a:off x="5576904" y="225670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4" name="pt4873"/>
            <p:cNvSpPr/>
            <p:nvPr/>
          </p:nvSpPr>
          <p:spPr>
            <a:xfrm>
              <a:off x="5458110" y="245644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5" name="pt4874"/>
            <p:cNvSpPr/>
            <p:nvPr/>
          </p:nvSpPr>
          <p:spPr>
            <a:xfrm>
              <a:off x="5461714" y="1994738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6" name="pt4875"/>
            <p:cNvSpPr/>
            <p:nvPr/>
          </p:nvSpPr>
          <p:spPr>
            <a:xfrm>
              <a:off x="5471424" y="2018458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7" name="pt4876"/>
            <p:cNvSpPr/>
            <p:nvPr/>
          </p:nvSpPr>
          <p:spPr>
            <a:xfrm>
              <a:off x="5405487" y="2046026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8" name="pt4877"/>
            <p:cNvSpPr/>
            <p:nvPr/>
          </p:nvSpPr>
          <p:spPr>
            <a:xfrm>
              <a:off x="5705813" y="165497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9" name="pt4878"/>
            <p:cNvSpPr/>
            <p:nvPr/>
          </p:nvSpPr>
          <p:spPr>
            <a:xfrm>
              <a:off x="5500843" y="2191870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0" name="pt4879"/>
            <p:cNvSpPr/>
            <p:nvPr/>
          </p:nvSpPr>
          <p:spPr>
            <a:xfrm>
              <a:off x="5495517" y="2218918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1" name="pt4880"/>
            <p:cNvSpPr/>
            <p:nvPr/>
          </p:nvSpPr>
          <p:spPr>
            <a:xfrm>
              <a:off x="5678989" y="238847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2" name="pt4881"/>
            <p:cNvSpPr/>
            <p:nvPr/>
          </p:nvSpPr>
          <p:spPr>
            <a:xfrm>
              <a:off x="5553242" y="246882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3" name="pt4882"/>
            <p:cNvSpPr/>
            <p:nvPr/>
          </p:nvSpPr>
          <p:spPr>
            <a:xfrm>
              <a:off x="5591460" y="2353215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4" name="pt4883"/>
            <p:cNvSpPr/>
            <p:nvPr/>
          </p:nvSpPr>
          <p:spPr>
            <a:xfrm>
              <a:off x="5561309" y="2013987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5" name="pt4884"/>
            <p:cNvSpPr/>
            <p:nvPr/>
          </p:nvSpPr>
          <p:spPr>
            <a:xfrm>
              <a:off x="5814611" y="2163084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6" name="pt4885"/>
            <p:cNvSpPr/>
            <p:nvPr/>
          </p:nvSpPr>
          <p:spPr>
            <a:xfrm>
              <a:off x="5824453" y="2026152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7" name="pt4886"/>
            <p:cNvSpPr/>
            <p:nvPr/>
          </p:nvSpPr>
          <p:spPr>
            <a:xfrm>
              <a:off x="5443345" y="2422025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8" name="pt4887"/>
            <p:cNvSpPr/>
            <p:nvPr/>
          </p:nvSpPr>
          <p:spPr>
            <a:xfrm>
              <a:off x="5712417" y="1796199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9" name="pt4888"/>
            <p:cNvSpPr/>
            <p:nvPr/>
          </p:nvSpPr>
          <p:spPr>
            <a:xfrm>
              <a:off x="5509255" y="1948825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0" name="pt4889"/>
            <p:cNvSpPr/>
            <p:nvPr/>
          </p:nvSpPr>
          <p:spPr>
            <a:xfrm>
              <a:off x="5428076" y="187104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1" name="pt4890"/>
            <p:cNvSpPr/>
            <p:nvPr/>
          </p:nvSpPr>
          <p:spPr>
            <a:xfrm>
              <a:off x="5374159" y="199546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2" name="pt4891"/>
            <p:cNvSpPr/>
            <p:nvPr/>
          </p:nvSpPr>
          <p:spPr>
            <a:xfrm>
              <a:off x="5441914" y="2108680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3" name="pt4892"/>
            <p:cNvSpPr/>
            <p:nvPr/>
          </p:nvSpPr>
          <p:spPr>
            <a:xfrm>
              <a:off x="5417723" y="208843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4" name="pt4893"/>
            <p:cNvSpPr/>
            <p:nvPr/>
          </p:nvSpPr>
          <p:spPr>
            <a:xfrm>
              <a:off x="5356699" y="2032855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5" name="pt4894"/>
            <p:cNvSpPr/>
            <p:nvPr/>
          </p:nvSpPr>
          <p:spPr>
            <a:xfrm>
              <a:off x="5444125" y="237781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6" name="pt4895"/>
            <p:cNvSpPr/>
            <p:nvPr/>
          </p:nvSpPr>
          <p:spPr>
            <a:xfrm>
              <a:off x="5559053" y="2236841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7" name="pt4896"/>
            <p:cNvSpPr/>
            <p:nvPr/>
          </p:nvSpPr>
          <p:spPr>
            <a:xfrm>
              <a:off x="5418770" y="2385502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8" name="pt4897"/>
            <p:cNvSpPr/>
            <p:nvPr/>
          </p:nvSpPr>
          <p:spPr>
            <a:xfrm>
              <a:off x="5508325" y="2030062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9" name="pt4898"/>
            <p:cNvSpPr/>
            <p:nvPr/>
          </p:nvSpPr>
          <p:spPr>
            <a:xfrm>
              <a:off x="5426886" y="245104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0" name="pt4899"/>
            <p:cNvSpPr/>
            <p:nvPr/>
          </p:nvSpPr>
          <p:spPr>
            <a:xfrm>
              <a:off x="5491490" y="180416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1" name="pt4900"/>
            <p:cNvSpPr/>
            <p:nvPr/>
          </p:nvSpPr>
          <p:spPr>
            <a:xfrm>
              <a:off x="5436529" y="208513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2" name="pt4901"/>
            <p:cNvSpPr/>
            <p:nvPr/>
          </p:nvSpPr>
          <p:spPr>
            <a:xfrm>
              <a:off x="5504590" y="2007203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3" name="pt4902"/>
            <p:cNvSpPr/>
            <p:nvPr/>
          </p:nvSpPr>
          <p:spPr>
            <a:xfrm>
              <a:off x="5497829" y="2210389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4" name="pt4903"/>
            <p:cNvSpPr/>
            <p:nvPr/>
          </p:nvSpPr>
          <p:spPr>
            <a:xfrm>
              <a:off x="5577791" y="2362851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5" name="pt4904"/>
            <p:cNvSpPr/>
            <p:nvPr/>
          </p:nvSpPr>
          <p:spPr>
            <a:xfrm>
              <a:off x="5598250" y="1873617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6" name="pt4905"/>
            <p:cNvSpPr/>
            <p:nvPr/>
          </p:nvSpPr>
          <p:spPr>
            <a:xfrm>
              <a:off x="5436030" y="2096562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7" name="pt4906"/>
            <p:cNvSpPr/>
            <p:nvPr/>
          </p:nvSpPr>
          <p:spPr>
            <a:xfrm>
              <a:off x="5525593" y="2501303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8" name="pt4907"/>
            <p:cNvSpPr/>
            <p:nvPr/>
          </p:nvSpPr>
          <p:spPr>
            <a:xfrm>
              <a:off x="5429357" y="1932966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9" name="pt4908"/>
            <p:cNvSpPr/>
            <p:nvPr/>
          </p:nvSpPr>
          <p:spPr>
            <a:xfrm>
              <a:off x="5399473" y="2179415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0" name="pt4909"/>
            <p:cNvSpPr/>
            <p:nvPr/>
          </p:nvSpPr>
          <p:spPr>
            <a:xfrm>
              <a:off x="5436907" y="1785462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1" name="pt4910"/>
            <p:cNvSpPr/>
            <p:nvPr/>
          </p:nvSpPr>
          <p:spPr>
            <a:xfrm>
              <a:off x="5562404" y="2100996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2" name="pt4911"/>
            <p:cNvSpPr/>
            <p:nvPr/>
          </p:nvSpPr>
          <p:spPr>
            <a:xfrm>
              <a:off x="5543647" y="208635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3" name="pt4912"/>
            <p:cNvSpPr/>
            <p:nvPr/>
          </p:nvSpPr>
          <p:spPr>
            <a:xfrm>
              <a:off x="5603191" y="232396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4" name="pt4913"/>
            <p:cNvSpPr/>
            <p:nvPr/>
          </p:nvSpPr>
          <p:spPr>
            <a:xfrm>
              <a:off x="5434713" y="2401246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5" name="pt4914"/>
            <p:cNvSpPr/>
            <p:nvPr/>
          </p:nvSpPr>
          <p:spPr>
            <a:xfrm>
              <a:off x="5519442" y="2282400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6" name="pt4915"/>
            <p:cNvSpPr/>
            <p:nvPr/>
          </p:nvSpPr>
          <p:spPr>
            <a:xfrm>
              <a:off x="5834477" y="1619738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7" name="pt4916"/>
            <p:cNvSpPr/>
            <p:nvPr/>
          </p:nvSpPr>
          <p:spPr>
            <a:xfrm>
              <a:off x="5378176" y="2151302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8" name="pt4917"/>
            <p:cNvSpPr/>
            <p:nvPr/>
          </p:nvSpPr>
          <p:spPr>
            <a:xfrm>
              <a:off x="5461434" y="2289166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9" name="pt4918"/>
            <p:cNvSpPr/>
            <p:nvPr/>
          </p:nvSpPr>
          <p:spPr>
            <a:xfrm>
              <a:off x="5579919" y="1742727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0" name="pt4919"/>
            <p:cNvSpPr/>
            <p:nvPr/>
          </p:nvSpPr>
          <p:spPr>
            <a:xfrm>
              <a:off x="5551169" y="2255894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1" name="pt4920"/>
            <p:cNvSpPr/>
            <p:nvPr/>
          </p:nvSpPr>
          <p:spPr>
            <a:xfrm>
              <a:off x="5495313" y="2075793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2" name="pt4921"/>
            <p:cNvSpPr/>
            <p:nvPr/>
          </p:nvSpPr>
          <p:spPr>
            <a:xfrm>
              <a:off x="5508737" y="2238143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3" name="pt4922"/>
            <p:cNvSpPr/>
            <p:nvPr/>
          </p:nvSpPr>
          <p:spPr>
            <a:xfrm>
              <a:off x="5667736" y="220476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4" name="pt4923"/>
            <p:cNvSpPr/>
            <p:nvPr/>
          </p:nvSpPr>
          <p:spPr>
            <a:xfrm>
              <a:off x="5770845" y="208536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5" name="pt4924"/>
            <p:cNvSpPr/>
            <p:nvPr/>
          </p:nvSpPr>
          <p:spPr>
            <a:xfrm>
              <a:off x="5507716" y="1954194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6" name="pt4925"/>
            <p:cNvSpPr/>
            <p:nvPr/>
          </p:nvSpPr>
          <p:spPr>
            <a:xfrm>
              <a:off x="5639942" y="1943771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7" name="pt4926"/>
            <p:cNvSpPr/>
            <p:nvPr/>
          </p:nvSpPr>
          <p:spPr>
            <a:xfrm>
              <a:off x="5675681" y="2098398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8" name="pt4927"/>
            <p:cNvSpPr/>
            <p:nvPr/>
          </p:nvSpPr>
          <p:spPr>
            <a:xfrm>
              <a:off x="5640044" y="2002991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9" name="pt4928"/>
            <p:cNvSpPr/>
            <p:nvPr/>
          </p:nvSpPr>
          <p:spPr>
            <a:xfrm>
              <a:off x="5720112" y="1958208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0" name="pt4929"/>
            <p:cNvSpPr/>
            <p:nvPr/>
          </p:nvSpPr>
          <p:spPr>
            <a:xfrm>
              <a:off x="5777798" y="2329070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1" name="pt4930"/>
            <p:cNvSpPr/>
            <p:nvPr/>
          </p:nvSpPr>
          <p:spPr>
            <a:xfrm>
              <a:off x="5664597" y="2019029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2" name="pl4931"/>
            <p:cNvSpPr/>
            <p:nvPr/>
          </p:nvSpPr>
          <p:spPr>
            <a:xfrm>
              <a:off x="5584760" y="1618122"/>
              <a:ext cx="258027" cy="575973"/>
            </a:xfrm>
            <a:custGeom>
              <a:avLst/>
              <a:pathLst>
                <a:path w="258027" h="575973">
                  <a:moveTo>
                    <a:pt x="0" y="575973"/>
                  </a:moveTo>
                  <a:lnTo>
                    <a:pt x="258027" y="0"/>
                  </a:lnTo>
                </a:path>
              </a:pathLst>
            </a:custGeom>
            <a:ln w="27101" cap="flat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3" name="pl4932"/>
            <p:cNvSpPr/>
            <p:nvPr/>
          </p:nvSpPr>
          <p:spPr>
            <a:xfrm>
              <a:off x="5784441" y="1618122"/>
              <a:ext cx="65707" cy="71622"/>
            </a:xfrm>
            <a:custGeom>
              <a:avLst/>
              <a:pathLst>
                <a:path w="65707" h="71622">
                  <a:moveTo>
                    <a:pt x="65707" y="71622"/>
                  </a:moveTo>
                  <a:lnTo>
                    <a:pt x="58346" y="0"/>
                  </a:lnTo>
                  <a:lnTo>
                    <a:pt x="0" y="42186"/>
                  </a:lnTo>
                </a:path>
              </a:pathLst>
            </a:custGeom>
            <a:ln w="27101" cap="flat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4" name="pl4933"/>
            <p:cNvSpPr/>
            <p:nvPr/>
          </p:nvSpPr>
          <p:spPr>
            <a:xfrm>
              <a:off x="5584760" y="2194096"/>
              <a:ext cx="79786" cy="693832"/>
            </a:xfrm>
            <a:custGeom>
              <a:avLst/>
              <a:pathLst>
                <a:path w="79786" h="693832">
                  <a:moveTo>
                    <a:pt x="0" y="0"/>
                  </a:moveTo>
                  <a:lnTo>
                    <a:pt x="79786" y="693832"/>
                  </a:lnTo>
                </a:path>
              </a:pathLst>
            </a:custGeom>
            <a:ln w="27101" cap="flat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5" name="pl4934"/>
            <p:cNvSpPr/>
            <p:nvPr/>
          </p:nvSpPr>
          <p:spPr>
            <a:xfrm>
              <a:off x="5621659" y="2821870"/>
              <a:ext cx="71528" cy="66058"/>
            </a:xfrm>
            <a:custGeom>
              <a:avLst/>
              <a:pathLst>
                <a:path w="71528" h="66058">
                  <a:moveTo>
                    <a:pt x="0" y="8225"/>
                  </a:moveTo>
                  <a:lnTo>
                    <a:pt x="42887" y="66058"/>
                  </a:lnTo>
                  <a:lnTo>
                    <a:pt x="71528" y="0"/>
                  </a:lnTo>
                </a:path>
              </a:pathLst>
            </a:custGeom>
            <a:ln w="27101" cap="flat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6" name="pl4935"/>
            <p:cNvSpPr/>
            <p:nvPr/>
          </p:nvSpPr>
          <p:spPr>
            <a:xfrm>
              <a:off x="5163715" y="1969906"/>
              <a:ext cx="421044" cy="224190"/>
            </a:xfrm>
            <a:custGeom>
              <a:avLst/>
              <a:pathLst>
                <a:path w="421044" h="224190">
                  <a:moveTo>
                    <a:pt x="421044" y="22419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7" name="pl4936"/>
            <p:cNvSpPr/>
            <p:nvPr/>
          </p:nvSpPr>
          <p:spPr>
            <a:xfrm>
              <a:off x="5163715" y="1967435"/>
              <a:ext cx="71957" cy="63552"/>
            </a:xfrm>
            <a:custGeom>
              <a:avLst/>
              <a:pathLst>
                <a:path w="71957" h="63552">
                  <a:moveTo>
                    <a:pt x="71957" y="0"/>
                  </a:moveTo>
                  <a:lnTo>
                    <a:pt x="0" y="2470"/>
                  </a:lnTo>
                  <a:lnTo>
                    <a:pt x="38118" y="63552"/>
                  </a:lnTo>
                </a:path>
              </a:pathLst>
            </a:custGeom>
            <a:ln w="27101" cap="flat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8" name="pl4937"/>
            <p:cNvSpPr/>
            <p:nvPr/>
          </p:nvSpPr>
          <p:spPr>
            <a:xfrm>
              <a:off x="5584760" y="1916093"/>
              <a:ext cx="408814" cy="278003"/>
            </a:xfrm>
            <a:custGeom>
              <a:avLst/>
              <a:pathLst>
                <a:path w="408814" h="278003">
                  <a:moveTo>
                    <a:pt x="0" y="278003"/>
                  </a:moveTo>
                  <a:lnTo>
                    <a:pt x="408814" y="0"/>
                  </a:lnTo>
                </a:path>
              </a:pathLst>
            </a:custGeom>
            <a:ln w="27101" cap="flat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9" name="pl4938"/>
            <p:cNvSpPr/>
            <p:nvPr/>
          </p:nvSpPr>
          <p:spPr>
            <a:xfrm>
              <a:off x="5921770" y="1916093"/>
              <a:ext cx="71805" cy="64832"/>
            </a:xfrm>
            <a:custGeom>
              <a:avLst/>
              <a:pathLst>
                <a:path w="71805" h="64832">
                  <a:moveTo>
                    <a:pt x="40487" y="64832"/>
                  </a:moveTo>
                  <a:lnTo>
                    <a:pt x="71805" y="0"/>
                  </a:lnTo>
                  <a:lnTo>
                    <a:pt x="0" y="5293"/>
                  </a:lnTo>
                </a:path>
              </a:pathLst>
            </a:custGeom>
            <a:ln w="27101" cap="flat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0" name="tx4939"/>
            <p:cNvSpPr/>
            <p:nvPr/>
          </p:nvSpPr>
          <p:spPr>
            <a:xfrm>
              <a:off x="5732004" y="1519078"/>
              <a:ext cx="281086" cy="1036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SRL</a:t>
              </a:r>
            </a:p>
          </p:txBody>
        </p:sp>
        <p:sp>
          <p:nvSpPr>
            <p:cNvPr id="4941" name="tx4940"/>
            <p:cNvSpPr/>
            <p:nvPr/>
          </p:nvSpPr>
          <p:spPr>
            <a:xfrm>
              <a:off x="5589973" y="2883281"/>
              <a:ext cx="208666" cy="1036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RD</a:t>
              </a:r>
            </a:p>
          </p:txBody>
        </p:sp>
        <p:sp>
          <p:nvSpPr>
            <p:cNvPr id="4942" name="tx4941"/>
            <p:cNvSpPr/>
            <p:nvPr/>
          </p:nvSpPr>
          <p:spPr>
            <a:xfrm>
              <a:off x="4985503" y="1870861"/>
              <a:ext cx="296905" cy="1036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RTD</a:t>
              </a:r>
            </a:p>
          </p:txBody>
        </p:sp>
        <p:sp>
          <p:nvSpPr>
            <p:cNvPr id="4943" name="tx4942"/>
            <p:cNvSpPr/>
            <p:nvPr/>
          </p:nvSpPr>
          <p:spPr>
            <a:xfrm>
              <a:off x="5874790" y="1817048"/>
              <a:ext cx="297088" cy="1036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SRA</a:t>
              </a:r>
            </a:p>
          </p:txBody>
        </p:sp>
        <p:sp>
          <p:nvSpPr>
            <p:cNvPr id="4944" name="rc4943"/>
            <p:cNvSpPr/>
            <p:nvPr/>
          </p:nvSpPr>
          <p:spPr>
            <a:xfrm>
              <a:off x="4395337" y="1287054"/>
              <a:ext cx="2442947" cy="181866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945" name="pl4944"/>
            <p:cNvSpPr/>
            <p:nvPr/>
          </p:nvSpPr>
          <p:spPr>
            <a:xfrm>
              <a:off x="4395337" y="1287054"/>
              <a:ext cx="0" cy="1818668"/>
            </a:xfrm>
            <a:custGeom>
              <a:avLst/>
              <a:pathLst>
                <a:path w="0" h="1818668">
                  <a:moveTo>
                    <a:pt x="0" y="18186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6" name="tx4945"/>
            <p:cNvSpPr/>
            <p:nvPr/>
          </p:nvSpPr>
          <p:spPr>
            <a:xfrm rot="-5400000">
              <a:off x="4251237" y="2629641"/>
              <a:ext cx="90342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-2</a:t>
              </a:r>
            </a:p>
          </p:txBody>
        </p:sp>
        <p:sp>
          <p:nvSpPr>
            <p:cNvPr id="4947" name="tx4946"/>
            <p:cNvSpPr/>
            <p:nvPr/>
          </p:nvSpPr>
          <p:spPr>
            <a:xfrm rot="-5400000">
              <a:off x="4268153" y="215765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48" name="tx4947"/>
            <p:cNvSpPr/>
            <p:nvPr/>
          </p:nvSpPr>
          <p:spPr>
            <a:xfrm rot="-5400000">
              <a:off x="4268153" y="1685673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949" name="pl4948"/>
            <p:cNvSpPr/>
            <p:nvPr/>
          </p:nvSpPr>
          <p:spPr>
            <a:xfrm>
              <a:off x="4366869" y="2666080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0" name="pl4949"/>
            <p:cNvSpPr/>
            <p:nvPr/>
          </p:nvSpPr>
          <p:spPr>
            <a:xfrm>
              <a:off x="4366869" y="219409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1" name="pl4950"/>
            <p:cNvSpPr/>
            <p:nvPr/>
          </p:nvSpPr>
          <p:spPr>
            <a:xfrm>
              <a:off x="4366869" y="1722112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2" name="pl4951"/>
            <p:cNvSpPr/>
            <p:nvPr/>
          </p:nvSpPr>
          <p:spPr>
            <a:xfrm>
              <a:off x="4395337" y="3105722"/>
              <a:ext cx="2442947" cy="0"/>
            </a:xfrm>
            <a:custGeom>
              <a:avLst/>
              <a:pathLst>
                <a:path w="2442947" h="0">
                  <a:moveTo>
                    <a:pt x="0" y="0"/>
                  </a:moveTo>
                  <a:lnTo>
                    <a:pt x="244294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3" name="pl4952"/>
            <p:cNvSpPr/>
            <p:nvPr/>
          </p:nvSpPr>
          <p:spPr>
            <a:xfrm>
              <a:off x="4989568" y="310572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4" name="pl4953"/>
            <p:cNvSpPr/>
            <p:nvPr/>
          </p:nvSpPr>
          <p:spPr>
            <a:xfrm>
              <a:off x="5584760" y="310572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5" name="pl4954"/>
            <p:cNvSpPr/>
            <p:nvPr/>
          </p:nvSpPr>
          <p:spPr>
            <a:xfrm>
              <a:off x="6179952" y="310572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6" name="pl4955"/>
            <p:cNvSpPr/>
            <p:nvPr/>
          </p:nvSpPr>
          <p:spPr>
            <a:xfrm>
              <a:off x="6775144" y="310572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7" name="tx4956"/>
            <p:cNvSpPr/>
            <p:nvPr/>
          </p:nvSpPr>
          <p:spPr>
            <a:xfrm>
              <a:off x="4944397" y="3156965"/>
              <a:ext cx="90342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-4</a:t>
              </a:r>
            </a:p>
          </p:txBody>
        </p:sp>
        <p:sp>
          <p:nvSpPr>
            <p:cNvPr id="4958" name="tx4957"/>
            <p:cNvSpPr/>
            <p:nvPr/>
          </p:nvSpPr>
          <p:spPr>
            <a:xfrm>
              <a:off x="5556505" y="3156965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59" name="tx4958"/>
            <p:cNvSpPr/>
            <p:nvPr/>
          </p:nvSpPr>
          <p:spPr>
            <a:xfrm>
              <a:off x="6151697" y="3156965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960" name="tx4959"/>
            <p:cNvSpPr/>
            <p:nvPr/>
          </p:nvSpPr>
          <p:spPr>
            <a:xfrm>
              <a:off x="6746889" y="3156965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</a:t>
              </a:r>
            </a:p>
          </p:txBody>
        </p:sp>
        <p:sp>
          <p:nvSpPr>
            <p:cNvPr id="4961" name="tx4960"/>
            <p:cNvSpPr/>
            <p:nvPr/>
          </p:nvSpPr>
          <p:spPr>
            <a:xfrm>
              <a:off x="5253337" y="3314602"/>
              <a:ext cx="726948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PC1 (52.4%)</a:t>
              </a:r>
            </a:p>
          </p:txBody>
        </p:sp>
        <p:sp>
          <p:nvSpPr>
            <p:cNvPr id="4962" name="tx4961"/>
            <p:cNvSpPr/>
            <p:nvPr/>
          </p:nvSpPr>
          <p:spPr>
            <a:xfrm rot="-5400000">
              <a:off x="3754870" y="2150805"/>
              <a:ext cx="726948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PC2 (46.9%)</a:t>
              </a:r>
            </a:p>
          </p:txBody>
        </p:sp>
        <p:sp>
          <p:nvSpPr>
            <p:cNvPr id="4963" name="tx4962"/>
            <p:cNvSpPr/>
            <p:nvPr/>
          </p:nvSpPr>
          <p:spPr>
            <a:xfrm>
              <a:off x="4395337" y="1110514"/>
              <a:ext cx="1008674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(b) Belowground</a:t>
              </a:r>
            </a:p>
          </p:txBody>
        </p:sp>
        <p:sp>
          <p:nvSpPr>
            <p:cNvPr id="4964" name="rc4963"/>
            <p:cNvSpPr/>
            <p:nvPr/>
          </p:nvSpPr>
          <p:spPr>
            <a:xfrm>
              <a:off x="3040122" y="3412787"/>
              <a:ext cx="2162967" cy="5814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5" name="tx4964"/>
            <p:cNvSpPr/>
            <p:nvPr/>
          </p:nvSpPr>
          <p:spPr>
            <a:xfrm>
              <a:off x="3905579" y="3425452"/>
              <a:ext cx="432054" cy="82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Species</a:t>
              </a:r>
            </a:p>
          </p:txBody>
        </p:sp>
        <p:sp>
          <p:nvSpPr>
            <p:cNvPr id="4966" name="rc4965"/>
            <p:cNvSpPr/>
            <p:nvPr/>
          </p:nvSpPr>
          <p:spPr>
            <a:xfrm>
              <a:off x="3040122" y="3577348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7" name="pt4966"/>
            <p:cNvSpPr/>
            <p:nvPr/>
          </p:nvSpPr>
          <p:spPr>
            <a:xfrm>
              <a:off x="3106114" y="3643341"/>
              <a:ext cx="48015" cy="4801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  <a:ln w="7363" cap="rnd">
              <a:solidFill>
                <a:srgbClr val="5DC1A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8" name="rc4967"/>
            <p:cNvSpPr/>
            <p:nvPr/>
          </p:nvSpPr>
          <p:spPr>
            <a:xfrm>
              <a:off x="3040122" y="3814285"/>
              <a:ext cx="179999" cy="17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9" name="pt4968"/>
            <p:cNvSpPr/>
            <p:nvPr/>
          </p:nvSpPr>
          <p:spPr>
            <a:xfrm>
              <a:off x="3106114" y="3880277"/>
              <a:ext cx="48015" cy="4801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  <a:ln w="7363" cap="rnd">
              <a:solidFill>
                <a:srgbClr val="13815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0" name="rc4969"/>
            <p:cNvSpPr/>
            <p:nvPr/>
          </p:nvSpPr>
          <p:spPr>
            <a:xfrm>
              <a:off x="3492003" y="3577348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1" name="pt4970"/>
            <p:cNvSpPr/>
            <p:nvPr/>
          </p:nvSpPr>
          <p:spPr>
            <a:xfrm>
              <a:off x="3557995" y="3643341"/>
              <a:ext cx="48015" cy="4801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  <a:ln w="7363" cap="rnd">
              <a:solidFill>
                <a:srgbClr val="E4D79A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2" name="rc4971"/>
            <p:cNvSpPr/>
            <p:nvPr/>
          </p:nvSpPr>
          <p:spPr>
            <a:xfrm>
              <a:off x="3492003" y="3814285"/>
              <a:ext cx="179999" cy="17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3" name="pt4972"/>
            <p:cNvSpPr/>
            <p:nvPr/>
          </p:nvSpPr>
          <p:spPr>
            <a:xfrm>
              <a:off x="3557995" y="3880277"/>
              <a:ext cx="48015" cy="4801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  <a:ln w="7363" cap="rnd">
              <a:solidFill>
                <a:srgbClr val="F5434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4" name="rc4973"/>
            <p:cNvSpPr/>
            <p:nvPr/>
          </p:nvSpPr>
          <p:spPr>
            <a:xfrm>
              <a:off x="3938215" y="3577348"/>
              <a:ext cx="18000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5" name="pt4974"/>
            <p:cNvSpPr/>
            <p:nvPr/>
          </p:nvSpPr>
          <p:spPr>
            <a:xfrm>
              <a:off x="4004207" y="3643341"/>
              <a:ext cx="48015" cy="4801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  <a:ln w="7363" cap="rnd">
              <a:solidFill>
                <a:srgbClr val="7E0D1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6" name="rc4975"/>
            <p:cNvSpPr/>
            <p:nvPr/>
          </p:nvSpPr>
          <p:spPr>
            <a:xfrm>
              <a:off x="3938215" y="3814285"/>
              <a:ext cx="180000" cy="17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7" name="pt4976"/>
            <p:cNvSpPr/>
            <p:nvPr/>
          </p:nvSpPr>
          <p:spPr>
            <a:xfrm>
              <a:off x="4004207" y="3880277"/>
              <a:ext cx="48015" cy="4801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  <a:ln w="7363" cap="rnd">
              <a:solidFill>
                <a:srgbClr val="1B7C88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8" name="rc4977"/>
            <p:cNvSpPr/>
            <p:nvPr/>
          </p:nvSpPr>
          <p:spPr>
            <a:xfrm>
              <a:off x="4373180" y="3577348"/>
              <a:ext cx="18000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9" name="pt4978"/>
            <p:cNvSpPr/>
            <p:nvPr/>
          </p:nvSpPr>
          <p:spPr>
            <a:xfrm>
              <a:off x="4439172" y="3643341"/>
              <a:ext cx="48015" cy="4801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  <a:ln w="7363" cap="rnd">
              <a:solidFill>
                <a:srgbClr val="F7961E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0" name="rc4979"/>
            <p:cNvSpPr/>
            <p:nvPr/>
          </p:nvSpPr>
          <p:spPr>
            <a:xfrm>
              <a:off x="4373180" y="3814285"/>
              <a:ext cx="180000" cy="17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1" name="pt4980"/>
            <p:cNvSpPr/>
            <p:nvPr/>
          </p:nvSpPr>
          <p:spPr>
            <a:xfrm>
              <a:off x="4439172" y="3880277"/>
              <a:ext cx="48015" cy="4801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  <a:ln w="7363" cap="rnd">
              <a:solidFill>
                <a:srgbClr val="5F7385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2" name="rc4981"/>
            <p:cNvSpPr/>
            <p:nvPr/>
          </p:nvSpPr>
          <p:spPr>
            <a:xfrm>
              <a:off x="4819392" y="3577348"/>
              <a:ext cx="18000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3" name="pt4982"/>
            <p:cNvSpPr/>
            <p:nvPr/>
          </p:nvSpPr>
          <p:spPr>
            <a:xfrm>
              <a:off x="4885384" y="3643341"/>
              <a:ext cx="48015" cy="4801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  <a:ln w="7363" cap="rnd">
              <a:solidFill>
                <a:srgbClr val="FF999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4" name="rc4983"/>
            <p:cNvSpPr/>
            <p:nvPr/>
          </p:nvSpPr>
          <p:spPr>
            <a:xfrm>
              <a:off x="4819392" y="3814285"/>
              <a:ext cx="180000" cy="17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5" name="pt4984"/>
            <p:cNvSpPr/>
            <p:nvPr/>
          </p:nvSpPr>
          <p:spPr>
            <a:xfrm>
              <a:off x="4885384" y="3880277"/>
              <a:ext cx="48015" cy="4801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  <a:ln w="7363" cap="rnd">
              <a:solidFill>
                <a:srgbClr val="66B3FF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6" name="tx4985"/>
            <p:cNvSpPr/>
            <p:nvPr/>
          </p:nvSpPr>
          <p:spPr>
            <a:xfrm>
              <a:off x="3277058" y="3630910"/>
              <a:ext cx="15233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CG</a:t>
              </a:r>
            </a:p>
          </p:txBody>
        </p:sp>
        <p:sp>
          <p:nvSpPr>
            <p:cNvPr id="4987" name="tx4986"/>
            <p:cNvSpPr/>
            <p:nvPr/>
          </p:nvSpPr>
          <p:spPr>
            <a:xfrm>
              <a:off x="3277058" y="3867846"/>
              <a:ext cx="158008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CM</a:t>
              </a:r>
            </a:p>
          </p:txBody>
        </p:sp>
        <p:sp>
          <p:nvSpPr>
            <p:cNvPr id="4988" name="tx4987"/>
            <p:cNvSpPr/>
            <p:nvPr/>
          </p:nvSpPr>
          <p:spPr>
            <a:xfrm>
              <a:off x="3728939" y="3630910"/>
              <a:ext cx="141091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CS</a:t>
              </a:r>
            </a:p>
          </p:txBody>
        </p:sp>
        <p:sp>
          <p:nvSpPr>
            <p:cNvPr id="4989" name="tx4988"/>
            <p:cNvSpPr/>
            <p:nvPr/>
          </p:nvSpPr>
          <p:spPr>
            <a:xfrm>
              <a:off x="3728939" y="3867846"/>
              <a:ext cx="15233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</a:t>
              </a:r>
            </a:p>
          </p:txBody>
        </p:sp>
        <p:sp>
          <p:nvSpPr>
            <p:cNvPr id="4990" name="tx4989"/>
            <p:cNvSpPr/>
            <p:nvPr/>
          </p:nvSpPr>
          <p:spPr>
            <a:xfrm>
              <a:off x="4175151" y="3630910"/>
              <a:ext cx="141091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ED</a:t>
              </a:r>
            </a:p>
          </p:txBody>
        </p:sp>
        <p:sp>
          <p:nvSpPr>
            <p:cNvPr id="4991" name="tx4990"/>
            <p:cNvSpPr/>
            <p:nvPr/>
          </p:nvSpPr>
          <p:spPr>
            <a:xfrm>
              <a:off x="4175151" y="3867846"/>
              <a:ext cx="141091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</a:t>
              </a:r>
            </a:p>
          </p:txBody>
        </p:sp>
        <p:sp>
          <p:nvSpPr>
            <p:cNvPr id="4992" name="tx4991"/>
            <p:cNvSpPr/>
            <p:nvPr/>
          </p:nvSpPr>
          <p:spPr>
            <a:xfrm>
              <a:off x="4610116" y="3630910"/>
              <a:ext cx="12984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LH</a:t>
              </a:r>
            </a:p>
          </p:txBody>
        </p:sp>
        <p:sp>
          <p:nvSpPr>
            <p:cNvPr id="4993" name="tx4992"/>
            <p:cNvSpPr/>
            <p:nvPr/>
          </p:nvSpPr>
          <p:spPr>
            <a:xfrm>
              <a:off x="4610116" y="3867846"/>
              <a:ext cx="15233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QC</a:t>
              </a:r>
            </a:p>
          </p:txBody>
        </p:sp>
        <p:sp>
          <p:nvSpPr>
            <p:cNvPr id="4994" name="tx4993"/>
            <p:cNvSpPr/>
            <p:nvPr/>
          </p:nvSpPr>
          <p:spPr>
            <a:xfrm>
              <a:off x="5056328" y="3630910"/>
              <a:ext cx="146761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QS</a:t>
              </a:r>
            </a:p>
          </p:txBody>
        </p:sp>
        <p:sp>
          <p:nvSpPr>
            <p:cNvPr id="4995" name="tx4994"/>
            <p:cNvSpPr/>
            <p:nvPr/>
          </p:nvSpPr>
          <p:spPr>
            <a:xfrm>
              <a:off x="5056328" y="3867846"/>
              <a:ext cx="13551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jingyang</cp:lastModifiedBy>
  <cp:revision>3</cp:revision>
  <dcterms:created xsi:type="dcterms:W3CDTF">2017-02-13T16:18:36Z</dcterms:created>
  <dcterms:modified xsi:type="dcterms:W3CDTF">2026-07-20T11:39:40Z</dcterms:modified>
  <cp:category/>
</cp:coreProperties>
</file>