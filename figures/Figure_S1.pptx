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71191" y="27644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0777" y="29741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65211" y="25918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8675" y="25833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37679" y="25976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317" y="26695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22426" y="2537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85267" y="25973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21673" y="25413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7765" y="25637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33906" y="24003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47375" y="25256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43480" y="23197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00534" y="2392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97937" y="25332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6864" y="24069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8494" y="237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16241" y="2519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48112" y="2564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29411" y="26188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519" y="24685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6840" y="2499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9872" y="28483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2981" y="25706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44418" y="28059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56419" y="27975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81187" y="26765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1519" y="2669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11011" y="27269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53436" y="2719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58784" y="2665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01689" y="2852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5532" y="27435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7062" y="25805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07084" y="23625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10456" y="2463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04155" y="2453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07185" y="26930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83670" y="270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11348" y="25471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57397" y="26137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29217" y="26824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06741" y="27413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35180" y="2089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44" y="2354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33736" y="28284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44068" y="28166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0645" y="289684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82877" y="25210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17518" y="25472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62" y="25832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14265" y="28767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56755" y="2822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2632" y="27117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5087" y="2618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02864" y="26497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81287" y="27589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18231" y="25995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34063" y="2689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58789" y="26330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85208" y="2802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3568" y="24088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8857" y="27405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4279" y="26181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99920" y="26482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99612" y="24648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6145" y="2867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31274" y="246946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24800" y="31047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49068" y="2935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52147" y="29399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66521" y="25732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15854" y="2780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51232" y="281453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79" y="2794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6450" y="23746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94048" y="297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44277" y="25176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794" y="24798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20713" y="25945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10113" y="2736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77370" y="2657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99998" y="25655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72774" y="27047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23920" y="25224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12460" y="2779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1943" y="25003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30335" y="266056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8873" y="2701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97332" y="2495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50733" y="26901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25650" y="24896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73553" y="2552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97437" y="30148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01213" y="2805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70875" y="27032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41039" y="26188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85081" y="22909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44204" y="2197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72061" y="27854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5868" y="26111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56903" y="23750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28382" y="25538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56913" y="23553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59802" y="2516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39546" y="24556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35310" y="24713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63373" y="2534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74953" y="25968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6455" y="24206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81775" y="26501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85855" y="24688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20936" y="2432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0922" y="23605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35914" y="25396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46359" y="24755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716" y="2539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14349" y="2485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11215" y="259774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63350" y="24109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22872" y="25980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73809" y="24898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3096" y="2623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33620" y="26816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97004" y="25146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95216" y="25872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20784" y="2650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58645" y="2521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69938" y="2628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97870" y="30470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77006" y="25588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74776" y="26729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895" y="2883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0835" y="28389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03144" y="24891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97758" y="27523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31737" y="2761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3549" y="26662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23810" y="28872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9971" y="28192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50586" y="30340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5596" y="28923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73344" y="30430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03594" y="28975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9111" y="313937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106" y="30028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6907" y="306840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50504" y="316458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95132" y="29381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55254" y="2591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31031" y="23393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73852" y="25728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90150" y="25983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44557" y="26685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38581" y="25283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25900" y="2477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96873" y="24788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12864" y="23465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9627" y="258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31497" y="2400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96242" y="2301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59934" y="2466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49767" y="23482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51018" y="2656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39699" y="2380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85913" y="24969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56860" y="24720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94122" y="26147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116" y="2652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80184" y="2793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911369" y="25170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66671" y="2513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26090" y="26173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905" y="24210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903020" y="231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38691" y="25307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8333" y="24565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6954" y="23724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06574" y="27345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09305" y="2450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79979" y="25882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85544" y="27936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63853" y="25166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1268" y="22962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21260" y="2464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8828" y="26913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2117" y="26251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06796" y="25491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15514" y="24656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3089" y="2629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59012" y="256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4287" y="240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13024" y="2623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51938" y="261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902869" y="2466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58492" y="2604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4051" y="25645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42974" y="26855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73262" y="24469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40690" y="2445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41332" y="22766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9091" y="2485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92144" y="2538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91253" y="23638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16884" y="2815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94540" y="2438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6626" y="26679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18502" y="2694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71304" y="27742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48244" y="26887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44668" y="26081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85824" y="2441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95126" y="2414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30499" y="25439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27090" y="2597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16943" y="2586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60509" y="2658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38132" y="27201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97341" y="23742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3511" y="25345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8765" y="2551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0132" y="26004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48702" y="2553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75621" y="26200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8161" y="2637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57841" y="24545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6732" y="253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28706" y="26521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37406" y="25746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78458" y="26318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0984" y="24157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21640" y="2269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14246" y="27093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66883" y="2292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55724" y="257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74853" y="23961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29079" y="26770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90071" y="26041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20957" y="2620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05939" y="24802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782" y="2158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07171" y="18861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9954" y="21519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1360" y="1928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7793" y="184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51266" y="23200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48833" y="2047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72167" y="21697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14888" y="2197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20406" y="22397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7883" y="22465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5333" y="21550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08418" y="22064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27068" y="22225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84250" y="2229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37355" y="22562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79199" y="2202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0830" y="23867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76782" y="2124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201940" y="19439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84714" y="19164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12754" y="23808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42372" y="20620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22410" y="2371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93477" y="26398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83395" y="21174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74458" y="2146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92194" y="22873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03631" y="1991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70605" y="2155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41239" y="21447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62014" y="21460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94628" y="212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0382" y="2018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008620" y="18731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77350" y="1912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90258" y="1741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66327" y="1968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34313" y="2143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62450" y="19653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0466" y="18672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001297" y="19218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97857" y="20672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8224" y="22122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24637" y="23678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65924" y="2099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12994" y="2108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48840" y="1920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48432" y="23857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78038" y="19096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61410" y="2436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77236" y="2034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8747" y="22138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53967" y="2153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11015" y="24956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64626" y="1814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14038" y="2019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78249" y="22083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90839" y="1796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27713" y="21510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90885" y="20138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38802" y="2110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87489" y="1979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52946" y="20053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59227" y="2112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8829" y="20254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63827" y="18539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31654" y="2058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007274" y="21532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86555" y="2908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98415" y="29307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18073" y="27645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3654" y="26802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70925" y="25916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3394" y="2797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0311" y="2690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13987" y="2908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0614" y="29607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04497" y="3043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74817" y="2772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78275" y="2769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66160" y="29114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52599" y="29251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35673" y="27749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34781" y="28240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10745" y="28505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72319" y="2856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12379" y="2698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32593" y="28202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23851" y="3080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81458" y="3035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28486" y="27601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48515" y="26514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02342" y="27525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69343" y="30690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71374" y="26239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63447" y="28902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98309" y="2971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79111" y="30439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36009" y="2865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70665" y="2883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99755" y="25902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95161" y="27147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38653" y="28358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18057" y="2886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99798" y="2742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56982" y="26678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75251" y="29942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18586" y="3037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32146" y="281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23737" y="31844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85130" y="2908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75086" y="31603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88489" y="159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62231" y="176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22284" y="19706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91904" y="18451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18024" y="1719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20043" y="18025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31766" y="1720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19700" y="1389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53480" y="1600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84762" y="1677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00600" y="1710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46581" y="1761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70025" y="15596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61312" y="1564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71731" y="161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40622" y="17119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03073" y="1567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89566" y="13939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13016" y="14872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39890" y="1735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52593" y="20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72591" y="19293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76182" y="1613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93158" y="165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90316" y="14609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20623" y="17434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87974" y="1790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05804" y="1924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69816" y="1780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95175" y="176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98268" y="1908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14712" y="1726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10740" y="16088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54482" y="18665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82665" y="1620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51610" y="2085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73734" y="164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20391" y="1769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85060" y="1709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87016" y="1727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51920" y="1591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77624" y="1588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42028" y="1717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68253" y="1660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8309" y="1706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58823" y="1814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19549" y="1902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92370" y="1661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74974" y="172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38925" y="1599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9001" y="16797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91941" y="1894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49769" y="17115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98273" y="17997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48215" y="19482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11686" y="16495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02770" y="1867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89403" y="194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05073" y="1664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66613" y="1688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47545" y="1770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231" y="1745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89073" y="1516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398" y="16324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52215" y="1675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08259" y="16398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7727" y="18226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20" y="16459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046" y="19488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938" y="12701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65249" y="17563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71" y="1586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84279" y="1827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4810" y="1652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61019" y="1618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57927" y="15234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76293" y="1613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52022" y="185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62074" y="1742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27967" y="1535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98399" y="1661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54059" y="1805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46179" y="18154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13784" y="18050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19485" y="16467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33284" y="1797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13258" y="1823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45902" y="1645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76578" y="20011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3213" y="15534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81827" y="3171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59089" y="32144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59372" y="31714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89954" y="3243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8172" y="31868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88715" y="301486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43741" y="31658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55407" y="31302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60364" y="32187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10200" y="32673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57166" y="30608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70620" y="3158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66442" y="30924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79901" y="3082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83458" y="2992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83514" y="28419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47526" y="29606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45621" y="31111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52683" y="30832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63366" y="27090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34074" y="2957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15462" y="3234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72205" y="312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96329" y="31263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36350" y="2951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09192" y="26210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51212" y="31221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15601" y="277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1683" y="25997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12740" y="28486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342" y="2727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4335" y="25898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0826" y="26160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4773" y="253857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65325" y="26853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93096" y="30561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9777" y="2519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6967" y="25774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86073" y="29445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69357" y="31282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44239" y="2691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72219" y="26355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8842" y="2984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8121" y="24470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7040" y="30117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77233" y="287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99847" y="2718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3538" y="28517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5854" y="300264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37425" y="27514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63765" y="26779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66771" y="24937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2582" y="276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500246" y="3022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05545" y="26530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61512" y="26384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5229" y="3054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0683" y="29674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53164" y="27474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1631" y="28763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9772" y="2760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08215" y="2812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87230" y="28141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7880" y="28233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7345" y="27481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9658" y="29507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4431" y="3012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70473" y="30419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73447" y="28946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01631" y="1497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26751" y="26959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36606" y="1602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01200" y="1888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87746" y="18169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42570" y="17025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60814" y="18319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33352" y="17874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91758" y="13948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85832" y="2004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38162" y="1731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37957" y="18161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98940" y="1709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82189" y="25283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83251" y="1555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31849" y="1558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10674" y="19898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31859" y="23652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13453" y="16945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44551" y="25148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17458" y="16270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47645" y="24605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72572" y="1610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32592" y="294866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53604" y="1748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40249" y="18209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93582" y="31784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66891" y="1757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65210" y="3086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56451" y="1703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86534" y="1856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19897" y="2918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48051" y="16980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49046" y="1684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64780" y="2449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19883" y="1748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95550" y="17069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78896" y="1639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17888" y="24405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47884" y="17756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97173" y="1852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58861" y="1729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02652" y="20516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05726" y="1811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19287" y="2064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84037" y="186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66664" y="16880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35349" y="15754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73205" y="27599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76400" y="17456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10138" y="3066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61676" y="1574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35359" y="19533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48394" y="2808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08073" y="16851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69331" y="30898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05364" y="193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80615" y="3050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50112" y="2458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69370" y="168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20925" y="1813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21408" y="21260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68032" y="164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44087" y="281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64106" y="19860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52843" y="30768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30809" y="1699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14129" y="30038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76277" y="1859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34265" y="29797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37724" y="1728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00171" y="28198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68941" y="19740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94240" y="29355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77429" y="292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57125" y="1684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86973" y="33056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95969" y="1807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81151" y="3207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50735" y="1645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96189" y="2880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50820" y="1787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06236" y="1897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22813" y="2055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55919" y="18247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67338" y="3306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72420" y="2065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98561" y="27734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37128" y="2093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11339" y="1785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70363" y="3121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89849" y="202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98175" y="29925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37167" y="1624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16469" y="30013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21510" y="1583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66631" y="29615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24437" y="1528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11979" y="17898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31063" y="2856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82831" y="1743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69288" y="25276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96235" y="1618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11651" y="28021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89859" y="1784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69520" y="1911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60493" y="22073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91595" y="20973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20497" y="2186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13706" y="1948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71893" y="3045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42446" y="1344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62182" y="29301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29900" y="2990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79026" y="16131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54694" y="3123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28154" y="1746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06431" y="28334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22545" y="14422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23109" y="27673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69819" y="1725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78597" y="28838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43181" y="1501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35570" y="26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37703" y="28838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32618" y="28538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97427" y="26667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91964" y="27312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08367" y="25870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49208" y="25837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12513" y="26384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45389" y="24526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99016" y="2611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18788" y="25145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52801" y="2517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64690" y="25527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31622" y="2730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56178" y="2571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43886" y="2512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68275" y="26168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14542" y="27129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49606" y="22972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52096" y="26267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00009" y="26791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30905" y="25044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84338" y="23795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41642" y="2366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10553" y="28376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50191" y="26079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74624" y="25765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24881" y="23190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55245" y="22631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51282" y="27967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80619" y="1770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29226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05212" y="26934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60031" y="13843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87708" y="1819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41671" y="2803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44496" y="23933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29932" y="1672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38404" y="2119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2498" y="1861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24868" y="19468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44454" y="1971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63893" y="1527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24747" y="16918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371" y="1505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14245" y="2761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54712" y="26367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42764" y="2369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25573" y="15196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88355" y="25030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14291" y="17584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23672" y="1725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1692" y="1921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04775" y="1720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21799" y="17404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13479" y="1353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65943" y="1720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8860" y="14686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61878" y="2429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37689" y="1731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3912" y="26311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26842" y="1613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44418" y="25283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77846" y="161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22685" y="24579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05526" y="1868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19808" y="26307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31874" y="1751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76337" y="13298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45582" y="1662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71021" y="2567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96765" y="1571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86625" y="1670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84421" y="18399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81991" y="144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24397" y="23730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99945" y="1614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67459" y="2387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32938" y="1836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9990" y="21135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31715" y="2691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10397" y="19403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70574" y="2087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801475" y="1615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89677" y="17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59802" y="21216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66636" y="2007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83304" y="16756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40865" y="1923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08291" y="19355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71479" y="2070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5900" y="1791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0384" y="13589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29075" y="22573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9525" y="15818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87841" y="188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81921" y="16759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8345" y="1834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23360" y="1831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8321" y="19588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61623" y="182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69199" y="1592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44081" y="24083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60381" y="18637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8035" y="1998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8637" y="20497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57069" y="1517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74002" y="212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01395" y="22496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6377" y="153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65721" y="1760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7632" y="19899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71226" y="1655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8493" y="1898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09955" y="2066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955" y="21334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47305" y="15015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0047" y="21305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3291" y="24032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15770" y="167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89121" y="21825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13908" y="255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23358" y="2566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51744" y="18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37357" y="213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44370" y="18692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80765" y="220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31393" y="2056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92410" y="23945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90741" y="1648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8156" y="24302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13200" y="1431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12871" y="1683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13476" y="1415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10904" y="21274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55654" y="1822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00306" y="231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1827" y="1663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82470" y="2240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87523" y="21192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69469" y="2156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86409" y="1998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6551" y="1374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20954" y="1814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1350" y="2110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33741" y="183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3177" y="19868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90813" y="1792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93343" y="14884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902604" y="20582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36678" y="1995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47545" y="20784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40120" y="1834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46116" y="2451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77866" y="16776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00049" y="169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22889" y="17576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50305" y="1789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4288" y="25054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33535" y="1983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49585" y="15199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91569" y="1631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8892" y="2499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44992" y="15219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89510" y="2394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83449" y="1712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37527" y="1686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63611" y="1845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90874" y="1662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02970" y="163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675" y="2247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8082" y="2279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6912" y="22530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59568" y="2117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46614" y="18214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17298" y="1556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03522" y="1472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84592" y="258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85067" y="1697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39857" y="16984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92226" y="15835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85867" y="1398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2691" y="2054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92129" y="26495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04045" y="1722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20884" y="1607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74824" y="24006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85906" y="17678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72251" y="1823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89172" y="2042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49937" y="2056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79445" y="2182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02795" y="15108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82889" y="1930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70757" y="1908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87533" y="176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1790" y="2101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36047" y="25010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05960" y="17389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21755" y="1851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03261" y="1858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38230" y="23953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06694" y="2397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32240" y="1629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32549" y="21505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2684" y="2049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60522" y="1644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85804" y="1722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68655" y="14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51261" y="1714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77419" y="18193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84156" y="1490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38712" y="2147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5876" y="20862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24355" y="27087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49938" y="285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82884" y="25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8690" y="26277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28968" y="2513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27257" y="269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24592" y="2778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46065" y="2834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73942" y="2476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35278" y="2864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91547" y="2486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82931" y="28741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82047" y="2342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32655" y="28503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49560" y="30594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26921" y="24357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47029" y="30856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38708" y="26461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61296" y="22724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71834" y="2730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0234" y="25485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87391" y="2758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931" y="30842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40186" y="26750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93619" y="21600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34796" y="29422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30173" y="29404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37488" y="2664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5548" y="2353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72970" y="2632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68859" y="25263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54667" y="2716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0064" y="2248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03337" y="2450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9433" y="2320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92812" y="2398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60198" y="22615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5998" y="2215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42052" y="2533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49644" y="31613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76823" y="3064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3317" y="24933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47951" y="27959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3292" y="25628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80875" y="2693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89731" y="291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010411" y="29454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86156" y="27638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40536" y="21842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05084" y="2766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07742" y="216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7879" y="2872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5901" y="30369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3755" y="2579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009" y="26226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3735" y="2426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85660" y="26741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98346" y="2700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96158" y="24165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36012" y="2329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008" y="27819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5172" y="2549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45423" y="2653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06993" y="26571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38062" y="24449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7840" y="2778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60760" y="25485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5730" y="26649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96598" y="2622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89261" y="27518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33511" y="290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83963" y="26847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9129" y="27730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711191" y="27845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55533" y="26565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19120" y="23306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15803" y="2690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73925" y="23547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64870" y="28640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75635" y="27834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7085" y="26011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90265" y="26013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6388" y="26270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81532" y="2693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6304" y="27815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65541" y="2669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6666" y="27072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711633" y="2527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08408" y="29079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18792" y="27466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54137" y="2785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73934" y="26744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45851" y="2623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77592" y="26298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9602" y="263893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72399" y="26281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66469" y="2792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19978" y="26023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14266" y="2711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24216" y="28429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22691" y="25412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4480" y="2667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54433" y="22897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25310" y="2499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800491" y="278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807349" y="26627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85275" y="27106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909424" y="23345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6561" y="27917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704389" y="24887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49078" y="27499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35941" y="2639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3039" y="249020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18774" y="24924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77006" y="2929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25166" y="2406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78320" y="23596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72096" y="2357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44806" y="2655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77296" y="2707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18868" y="289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43144" y="23582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66048" y="27068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602443" y="2626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20106" y="2553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95499" y="2795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7268" y="2543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7223" y="25590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009072" y="28145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67244" y="27047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20722" y="2873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30470" y="2865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99545" y="24515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47550" y="2833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36253" y="2531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5630" y="22916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40950" y="25422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34198" y="29022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76132" y="25700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78364" y="2834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61519" y="28155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94889" y="312598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3227" y="31141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65726" y="25533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55979" y="28602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8689" y="29009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93942" y="25278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70378" y="29853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48112" y="29760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32849" y="280071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65574" y="29423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7452" y="23800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29506" y="276760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3890" y="30867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7180" y="27205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31373" y="29461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0941" y="294993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34456" y="26559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99147" y="25070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50734" y="28308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2586" y="2746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27671" y="30910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95705" y="2736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41212" y="31615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5569" y="25106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5625" y="30262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0240" y="28346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0950" y="274369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5516" y="26868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0308" y="28781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57010" y="27136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77614" y="27814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81024" y="26060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2878" y="234796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754" y="2239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89858" y="28124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05038" y="26477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48934" y="1431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77768" y="23807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42033" y="15317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12579" y="29136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04871" y="2262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76315" y="14361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31470" y="23441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42663" y="271545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8436" y="1632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00650" y="27533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98877" y="24134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83462" y="1754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90809" y="153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62999" y="267148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99414" y="25954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89058" y="2484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21615" y="27065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96878" y="15798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03729" y="28326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28864" y="1757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91867" y="27751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3755" y="2970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69746" y="2591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57245" y="18541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69344" y="29694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08458" y="3218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281" y="1735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93342" y="234901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66019" y="30043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34731" y="1664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10878" y="24927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97790" y="31234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66328" y="15336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86712" y="26740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67182" y="26033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04622" y="25795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35725" y="2580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2648" y="25684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36087" y="30839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07540" y="1743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94296" y="30771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53798" y="2425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95842" y="30696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77186" y="282717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56815" y="26242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59480" y="29913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96430" y="29229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10646" y="19770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90642" y="30533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14319" y="1339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70845" y="1680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69892" y="23523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92061" y="299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956" y="1984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13980" y="30476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59413" y="19426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59655" y="29670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67565" y="27166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05550" y="1909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04312" y="2893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50500" y="202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21640" y="186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88226" y="18135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90168" y="1878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27577" y="17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91038" y="277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61629" y="16380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46127" y="2555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36586" y="1811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0250" y="30120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35515" y="29978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953" y="2963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68995" y="30472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09107" y="2501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61087" y="1439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9448" y="16781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78913" y="2378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1229" y="3152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26271" y="175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72083" y="1791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71099" y="27717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70318" y="30469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78800" y="2854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4350" y="3077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67537" y="17256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26515" y="25600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95811" y="27620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01788" y="30716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19731" y="26009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72821" y="178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05089" y="162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89281" y="181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49846" y="3018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31395" y="28735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37232" y="3362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61216" y="1694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61040" y="29478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31459" y="28152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71496" y="256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62825" y="2867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10420" y="19516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88468" y="1688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13301" y="1473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47105" y="2098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24941" y="2118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24809" y="1857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85560" y="22783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13494" y="27839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10240" y="272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46566" y="25092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67084" y="1704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93125" y="26824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95111" y="1711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32404" y="2656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63564" y="15437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60896" y="29395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26707" y="1793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47818" y="2764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1535" y="32383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29573" y="2077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02158" y="2230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93304" y="234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47535" y="18688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30674" y="27476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29088" y="1829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56670" y="19973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24798" y="17791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19160" y="23971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07610" y="1840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41295" y="21716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12419" y="210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78691" y="2887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28752" y="22485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41929" y="1680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44885" y="24806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09421" y="2831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41828" y="2535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11608" y="15881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24919" y="26770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22700" y="1642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92612" y="26964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00056" y="17844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30845" y="24561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56359" y="26144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70406" y="18378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44168" y="1785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32689" y="1735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00904" y="28378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23494" y="17758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18802" y="1614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38117" y="25128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80051" y="15192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63551" y="25227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36149" y="23454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13813" y="17766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7381" y="2291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52694" y="24587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56841" y="1796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87536" y="16978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69982" y="17568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25651" y="20868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43597" y="24227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63989" y="1870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4933" y="257552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17215" y="265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91256" y="1710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70500" y="26321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74050" y="3125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68024" y="27719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55107" y="1691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36065" y="27071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00163" y="18285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92577" y="2517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99259" y="25447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00573" y="209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76086" y="2512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06828" y="24394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03522" y="1812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76227" y="2367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08571" y="18578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2772" y="29349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65433" y="1894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29707" y="28796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06334" y="27384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74092" y="1809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35629" y="16528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53201" y="24690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35797" y="16362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26188" y="25859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86558" y="1592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00714" y="13784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15432" y="28353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12141" y="27898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98704" y="19688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35703" y="23481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44031" y="2202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80728" y="1852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43112" y="26141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83869" y="1404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5839" y="1588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8355" y="25705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62568" y="1509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38350" y="27600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25843" y="246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88961" y="28151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30313" y="18568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33457" y="20901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29347" y="2929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57913" y="27262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87883" y="1872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75883" y="26143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305742" y="189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1736" y="1740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22473" y="2591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93183" y="19986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9443" y="2414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12533" y="16953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77938" y="24613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54293" y="16477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28781" y="245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25009" y="27266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81840" y="1715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12804" y="27375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31683" y="31132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48411" y="15194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50954" y="2856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26499" y="28219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90753" y="3007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204496" y="21085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44892" y="29437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28440" y="2074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08215" y="2746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14298" y="219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39534" y="30478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70423" y="19438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32292" y="2855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43776" y="2023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14760" y="31096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15754" y="20228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94818" y="32309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7944" y="2597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17399" y="1961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40654" y="27248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67800" y="1983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69622" y="2893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39225" y="23802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54279" y="23656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21784" y="30132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56946" y="24581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90013" y="23116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1257" y="1884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56496" y="31185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79180" y="24049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96978" y="2934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9101" y="1814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54385" y="2865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69017" y="2842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805682" y="2276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5155" y="158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55575" y="24881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30065" y="20572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40184" y="24919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32678" y="1769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6338" y="25969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92286" y="26264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42860" y="27426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4836" y="27263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45484" y="1971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65454" y="279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17962" y="21010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12056" y="1629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17916" y="28414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79575" y="1936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43410" y="30231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85702" y="1923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36580" y="2308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29753" y="30460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9727" y="1666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582" y="25390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2049" y="22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11209" y="225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245" y="26042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64447" y="27326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27350" y="17931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91875" y="1925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48600" y="25515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63479" y="16484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80405" y="2317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9999" y="2242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840" y="2627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07527" y="25613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8531" y="2624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5496" y="18244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51261" y="2855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77312" y="16810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22863" y="25362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65659" y="31754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292" y="23471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8765" y="2533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0845" y="1986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69046" y="23988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78380" y="17460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03848" y="2950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06428" y="22283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01017" y="2791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77695" y="18658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95651" y="23506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6898" y="2218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18748" y="2623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71091" y="17096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51798" y="28694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31569" y="201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87567" y="1580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34639" y="1958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61168" y="23348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10484" y="29853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40099" y="1806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2156" y="2866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17951" y="23242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66634" y="1851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73714" y="27941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0907" y="14391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7710" y="29001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62590" y="31842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68626" y="2024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16179" y="17629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900414" y="1929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50311" y="20443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05370" y="16500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61632" y="3049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41780" y="2204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85448" y="2505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05418" y="1663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52418" y="24070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45455" y="25933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97018" y="28703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81174" y="28166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60038" y="2004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37729" y="2245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36746" y="2790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14148" y="2158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67408" y="2222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64923" y="22991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45442" y="20741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58140" y="24946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51647" y="2090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56589" y="2561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71672" y="27307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600388" y="18539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45492" y="2291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17943" y="33290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52310" y="271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05789" y="1875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60333" y="2222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79050" y="23072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7289" y="31566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808263" y="27394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07987" y="1635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67019" y="1875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8455" y="29407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93027" y="18011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24009" y="2952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30121" y="1965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43847" y="17161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87696" y="24409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50939" y="2759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27659" y="20658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67769" y="1819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88671" y="2849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93726" y="1629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10724" y="2387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74755" y="260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55189" y="1698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3375" y="2687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46049" y="2965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58185" y="1956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14964" y="3116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61272" y="20162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51165" y="2755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97938" y="15943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53180" y="2155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75428" y="23741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13992" y="27334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25389" y="17044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28977" y="30281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2096" y="1786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65745" y="337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75917" y="2054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98219" y="3208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98359" y="1818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64293" y="30036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09007" y="1920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1606" y="2461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808312" y="21935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94886" y="2824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55909" y="27141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9765" y="2162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55261" y="27432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91418" y="18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89832" y="30208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03616" y="2402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93275" y="17417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4591" y="24686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57177" y="27392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2486" y="2752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7942" y="22661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46564" y="21835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46238" y="2092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45617" y="3131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64579" y="17469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96751" y="1808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93742" y="28033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37051" y="27472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8535" y="26293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91793" y="1776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46992" y="29171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6646" y="26628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64" y="26706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46203" y="1746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18473" y="1705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79105" y="295214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63471" y="246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82897" y="28794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46859" y="18740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0504" y="2597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005676" y="2156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52059" y="3085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77934" y="2108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81922" y="1734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60768" y="25953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24156" y="2726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40977" y="220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49394" y="30488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74740" y="24653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85380" y="2371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80467" y="19862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3377" y="25648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87080" y="1804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52856" y="1855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46141" y="29594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35993" y="22225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39335" y="29929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14236" y="19037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66287" y="19470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77763" y="29992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7246" y="2675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007163" y="18057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50244" y="2723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63483" y="17543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56476" y="18194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8700" y="28617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801070" y="19653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14324" y="20107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96961" y="18786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72955" y="2996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19831" y="2568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37298" y="27188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54220" y="18531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645" y="2587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82177" y="25929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905764" y="17452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63015" y="26811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4944" y="26205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86331" y="1755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34084" y="31112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67074" y="27530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85662" y="3154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30651" y="16106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17311" y="3007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80748" y="2839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701557" y="28042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17345" y="19185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902319" y="19856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88876" y="265149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0540" y="25998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90334" y="16130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5402" y="258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21233" y="1827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76109" y="16911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92386" y="2532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901860" y="28984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37111" y="26041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58397" y="28954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40409" y="199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3597" y="1766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9149" y="26449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88884" y="26194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27138" y="17756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901987" y="1849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5801" y="280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91852" y="267748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98069" y="16538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17556" y="20759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22321" y="2772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93986" y="27010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83693" y="25384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71783" y="1788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56000" y="20876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61807" y="2550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49146" y="1861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98199" y="213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63537" y="29786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79928" y="2679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41618" y="2293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43965" y="284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16602" y="2925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72727" y="1950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88682" y="23428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75446" y="1866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25665" y="200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58796" y="26107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89817" y="2728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02690" y="27263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00898" y="30677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28022" y="1839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39825" y="26558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94711" y="3070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55335" y="27965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87893" y="1927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93114" y="18350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68093" y="2779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91856" y="24885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2654" y="26231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5926" y="171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42510" y="25312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4960" y="2244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82646" y="19748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911622" y="25973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88562" y="29481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32979" y="19808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82329" y="2589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910784" y="22283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48551" y="20991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79343" y="21170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38544" y="29302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85226" y="33109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98531" y="1893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73434" y="3044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48437" y="1899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3260" y="2056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4291" y="27623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866" y="27637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99533" y="27424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2003" y="28756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0120" y="29563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26550" y="18885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2591" y="1602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19678" y="19444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79200" y="27074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4334" y="24672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36757" y="29172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85115" y="24858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037" y="23909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8934" y="27576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37645" y="1830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94097" y="26306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33651" y="1955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9836" y="2849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80312" y="25649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70440" y="2473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14551" y="2730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09690" y="1827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27444" y="27986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09465" y="280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71844" y="2732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62020" y="27353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10693" y="3147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65335" y="1686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86259" y="284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59694" y="20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46126" y="2348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08224" y="29412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102548" y="24933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53025" y="1836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09470" y="260603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9548" y="24403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49815" y="2350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4294" y="2052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7030" y="1910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72786" y="2707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11534" y="1667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7747" y="26194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1313" y="26304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4670" y="2858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26418" y="2571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52383" y="28814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66119" y="28704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87434" y="26744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5327" y="21912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802655" y="2856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71682" y="27719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25378" y="25680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9776" y="19438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53104" y="32342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14374" y="2143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23982" y="259956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5109" y="2778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85452" y="1890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28024" y="26775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59867" y="2133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78185" y="30229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58081" y="2721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56993" y="1923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70648" y="29568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33612" y="2602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91228" y="26749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37627" y="14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20810" y="1972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83973" y="19705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24016" y="25629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97445" y="34608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45158" y="23916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79103" y="27365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30075" y="17714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29575" y="2150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06849" y="3009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6210" y="22524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77382" y="3140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92049" y="1947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05001" y="2458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02871" y="272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99099" y="28657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43021" y="2841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49973" y="18174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69722" y="20577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63805" y="287714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27482" y="26979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80673" y="18670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95209" y="173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44826" y="26938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382" y="3038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19203" y="27273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36617" y="3005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70191" y="25914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00879" y="26784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03404" y="2550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104215" y="23382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47027" y="1564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36791" y="275375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92090" y="2240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41484" y="1912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18171" y="26611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65133" y="29977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46817" y="30228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18916" y="21013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68352" y="1777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53845" y="2405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84888" y="3074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17222" y="2399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33149" y="26521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47938" y="26381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49532" y="27347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12733" y="17852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21814" y="3086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31475" y="218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69670" y="28705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22293" y="26303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22225" y="28997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95466" y="25118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82290" y="285683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22425" y="2518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09227" y="28265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76385" y="25018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82145" y="27622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07893" y="2114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98218" y="1900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72132" y="29619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06169" y="27766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95064" y="22018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28429" y="24488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804222" y="25752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109452" y="20737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88666" y="18412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92077" y="2595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40847" y="28850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89108" y="27029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20058" y="31045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34215" y="27788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22026" y="19766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66768" y="1514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98772" y="27792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40277" y="27691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1261" y="2664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24964" y="269568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40987" y="2809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76997" y="29064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49906" y="15886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69973" y="26470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79993" y="25982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16965" y="28834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70783" y="31861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0557" y="25004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99994" y="2721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28014" y="2896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49379" y="275920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5256" y="271279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84974" y="20201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15971" y="2002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51064" y="26768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23184" y="29852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62607" y="30967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49373" y="28276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43721" y="1869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17776" y="1958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97455" y="300005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67203" y="3047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64979" y="2296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93594" y="2878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85621" y="24942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49843" y="31275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2369" y="2856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38930" y="31478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20692" y="18384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36216" y="2276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70144" y="2449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77823" y="30117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62030" y="21232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35599" y="2664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08227" y="2998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0283" y="1714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78991" y="26593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3287" y="26748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92837" y="25284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94739" y="284840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85616" y="1807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15179" y="27966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85348" y="1943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23711" y="27994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58769" y="30246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98911" y="2791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66704" y="28641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73778" y="1822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88216" y="28375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0289" y="26423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64333" y="1850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16226" y="2196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19107" y="2689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8312" y="26134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55205" y="1998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28899" y="23872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94454" y="2765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62170" y="26436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74125" y="30748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66648" y="30079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93009" y="2726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71331" y="212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15319" y="2995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03178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94836" y="28582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47824" y="31459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92085" y="21178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6967" y="26179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20921" y="17809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47224" y="2838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14973" y="29267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50721" y="24342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61597" y="25936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59534" y="2995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80936" y="2841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0495" y="27362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47103" y="2823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38276" y="1849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83626" y="1825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25515" y="28063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27773" y="2666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77659" y="1954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83342" y="2391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63284" y="303829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13006" y="26764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701342" y="2905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12388" y="27797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306386" y="22164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31990" y="2584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21328" y="28276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30472" y="29381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48506" y="2284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22360" y="2861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70839" y="1361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84053" y="26345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24143" y="3030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14572" y="2015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42132" y="1987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326" y="24457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26224" y="1407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30543" y="298585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4799" y="26796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60627" y="26454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31361" y="30182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47540" y="2782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80476" y="1837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28230" y="2727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15064" y="17341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80072" y="26144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36784" y="25530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99970" y="2925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45606" y="24803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74742" y="290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91068" y="18781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76809" y="1866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73846" y="25743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46606" y="28391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75614" y="28591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58916" y="2858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08418" y="2802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50306" y="167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95041" y="25682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17560" y="26182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21261" y="25898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01298" y="27498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54262" y="15112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58185" y="258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84486" y="2664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69945" y="26236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39687" y="23425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64788" y="2877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00084" y="1765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08431" y="23390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14123" y="27374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61161" y="2807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42060" y="1599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41694" y="26957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96511" y="27908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7018" y="24934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43515" y="24930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48" y="20907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007683" y="21319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40505" y="2793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75967" y="2896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55511" y="2628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47404" y="2445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92314" y="18478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002882" y="28593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18163" y="2818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40151" y="26452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41321" y="1962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60775" y="1862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38005" y="2642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8719" y="22592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4601" y="1842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89115" y="2565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46295" y="2743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52003" y="22567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34992" y="2575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70524" y="2797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17576" y="26812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90859" y="29667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75389" y="186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8652" y="3040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6669" y="2248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05940" y="1643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500145" y="2367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99542" y="19784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662" y="26676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8524" y="1635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54446" y="24859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84183" y="18687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53054" y="27930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83928" y="26720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28306" y="2933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42785" y="28400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09123" y="2819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76543" y="25734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41247" y="26597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63391" y="26744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26702" y="3108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27078" y="1610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62863" y="19984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42851" y="2601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86591" y="2714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77304" y="1892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40023" y="26752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7750" y="29985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04342" y="3129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601444" y="1741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64986" y="191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809032" y="2855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6773" y="26596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9050" y="2467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20876" y="26752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8067" y="26631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99213" y="3084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54495" y="1653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51959" y="27935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51582" y="27723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11203" y="2477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5754" y="27557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85050" y="20462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20820" y="24930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87270" y="2814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89182" y="28340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17986" y="2556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52319" y="1979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08467" y="15597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63598" y="2920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62819" y="25155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52590" y="20208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45760" y="17090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40560" y="28655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9593" y="2882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27763" y="284279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33063" y="22854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73381" y="250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77326" y="30292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77817" y="29461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18766" y="2089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5760" y="26951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7897" y="23440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50360" y="2762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7272" y="28759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60738" y="1914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3513" y="27799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910" y="26752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82146" y="2903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21421" y="2911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86295" y="28199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88104" y="31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65843" y="2080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58513" y="23899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95838" y="2711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15190" y="199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82734" y="2388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03728" y="2954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78790" y="2236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56004" y="2497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83624" y="26907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31029" y="3026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98372" y="18329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29687" y="1887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56795" y="29580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9170" y="267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81343" y="2031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21921" y="2028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3293" y="2701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27933" y="27750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77237" y="28203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20494" y="28744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37949" y="2119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37242" y="32018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35136" y="3120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6148" y="30727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30058" y="25349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002315" y="2336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41561" y="23233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811277" y="27748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05603" y="3024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85270" y="16888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37747" y="25960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33780" y="22691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55136" y="2871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5703" y="23864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48857" y="27111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8025" y="18921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49869" y="30733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07909" y="14844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1689" y="2358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64879" y="24784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5769" y="2413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4086" y="3043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60157" y="26245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37415" y="15440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1673" y="17156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5751" y="28875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28471" y="16793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88948" y="241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46015" y="2777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63818" y="3074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57250" y="28408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08507" y="1912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84795" y="28787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9768" y="30686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83070" y="26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18078" y="22605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1130" y="2883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49366" y="1649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1545" y="2678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592" y="26335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59693" y="2512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96544" y="24839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000837" y="254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73526" y="26172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36239" y="26093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61129" y="17037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97975" y="2908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08401" y="28432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85441" y="16656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27760" y="28599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86104" y="1881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45686" y="1881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58595" y="2585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55167" y="28067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70053" y="290324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810458" y="27954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13727" y="27260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62204" y="17070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46729" y="30767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85453" y="2025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76382" y="26908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18515" y="1898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59308" y="28652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50555" y="2911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95897" y="26474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74551" y="259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47346" y="21396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31455" y="24228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69359" y="3364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12324" y="1932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38919" y="25936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99512" y="27666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7529" y="1849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85452" y="2301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19190" y="29255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92774" y="26526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91283" y="17930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41312" y="256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35254" y="254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91279" y="186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58736" y="26007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01437" y="30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58275" y="2455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48963" y="27520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59728" y="27812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78258" y="24330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48137" y="2912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29109" y="263913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6585" y="2659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26539" y="25975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15801" y="1480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21421" y="1671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7383" y="18568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63334" y="229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57986" y="25597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86507" y="2950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36280" y="25802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66059" y="2668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70724" y="1794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89966" y="19519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33016" y="2580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39321" y="193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16346" y="23657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33049" y="20025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39990" y="2467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8194" y="27848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55998" y="17817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5981" y="293105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906" y="26969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16812" y="21546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78125" y="26916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28692" y="1564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90377" y="31986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60936" y="26968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58846" y="25888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16539" y="2635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7123" y="27600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52348" y="193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9184" y="2386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48348" y="1912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27443" y="296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29023" y="25863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25709" y="2898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52224" y="15729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54251" y="21350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1578" y="22669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14771" y="2953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37443" y="25860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52685" y="2492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806328" y="25123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38277" y="29086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62319" y="3116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72581" y="19076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89013" y="1348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61812" y="29287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56138" y="18968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73725" y="28541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98090" y="184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50553" y="33958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79550" y="29033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9187" y="265278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27185" y="29524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87315" y="28291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89448" y="1825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08094" y="2859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95565" y="18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89750" y="27337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69437" y="2606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26412" y="2142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78668" y="29107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50374" y="28030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52120" y="26998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42089" y="1599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24517" y="26290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20043" y="2332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80949" y="288927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15999" y="28541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86692" y="28659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72971" y="26626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46055" y="2895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95903" y="19897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62914" y="27080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53969" y="1579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38370" y="283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44873" y="30856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50722" y="16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53414" y="18204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98146" y="2799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55564" y="2510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20560" y="227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53294" y="1550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84003" y="2546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63979" y="2789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37045" y="2889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004998" y="27835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20212" y="2276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40035" y="256506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42167" y="1599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15488" y="17542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809227" y="24630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67800" y="1859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30090" y="3347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86103" y="17039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33322" y="2364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40276" y="26616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46585" y="2552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1721" y="17505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31916" y="2619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10331" y="27563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39855" y="2700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9932" y="15255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54525" y="1618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23750" y="23533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54919" y="26453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28612" y="20710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71290" y="2593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38229" y="29554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4105" y="29084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65065" y="1829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004906" y="2372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37599" y="28505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35861" y="27923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61455" y="27943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32141" y="2230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52367" y="2048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4428" y="2751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87391" y="29265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63574" y="287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41206" y="27456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28475" y="24341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47183" y="2867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000680" y="2745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71729" y="27777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50853" y="173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51617" y="30053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84473" y="20456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54763" y="24295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72451" y="29643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82873" y="1458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86598" y="24901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93532" y="28834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6224" y="27345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56595" y="2669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10379" y="26378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11617" y="2169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84123" y="17088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85098" y="2871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8579" y="1679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71072" y="2464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8788" y="2476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62164" y="27590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9838" y="2590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66070" y="2600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8286" y="26498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95878" y="2603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04061" y="3151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24953" y="14811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71702" y="18920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35811" y="3051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33817" y="25409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90619" y="2880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67963" y="1908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53619" y="2446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66374" y="24837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85015" y="1908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34653" y="1682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67826" y="25229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86085" y="2259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010250" y="23033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37985" y="27581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23717" y="26344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95183" y="2771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9650" y="24810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90352" y="1835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82739" y="25357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20542" y="2614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35238" y="2343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53522" y="1676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49139" y="25431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67483" y="28726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45674" y="2591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40796" y="206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97047" y="19266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6002" y="2644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46716" y="239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7081" y="26129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647" y="24635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71361" y="20195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86632" y="1595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08443" y="2637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7698" y="22004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4532" y="22259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49878" y="2575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4997" y="1946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000074" y="277401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17473" y="2605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23886" y="24531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81369" y="22679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67877" y="1973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4608" y="31004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002048" y="249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0255" y="28595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09491" y="2772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53799" y="25064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54661" y="2972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97176" y="26970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81419" y="1577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101671" y="2165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83490" y="30114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80843" y="2961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89152" y="2758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35694" y="25424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42967" y="27381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18020" y="1616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64518" y="2940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46667" y="27143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29485" y="27193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34745" y="22773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55945" y="1661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55748" y="2716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21144" y="15612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3432" y="2299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97757" y="27515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69926" y="22046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101231" y="2618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001609" y="2577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86678" y="1959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26309" y="255356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18153" y="26349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18619" y="25119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91218" y="19014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55343" y="284060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81401" y="29481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64814" y="192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72060" y="30588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11169" y="26819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65498" y="19397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75164" y="26576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42480" y="1916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94675" y="2555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73242" y="17391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32340" y="27572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36093" y="17548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80524" y="2934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26181" y="28850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38399" y="26169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92175" y="1800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56783" y="29229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97134" y="27164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9779" y="1919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99633" y="2595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68136" y="2601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06221" y="1572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05947" y="27269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44733" y="30691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46898" y="27118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0846" y="2653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8472" y="29610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907868" y="1784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02186" y="16920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37961" y="2866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85022" y="2551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17253" y="256214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37698" y="2524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63817" y="26349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90071" y="21640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70207" y="2211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103455" y="2317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21401" y="2370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02223" y="27436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25932" y="2717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27735" y="27431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31673" y="26179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5035" y="24824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45383" y="15712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10042" y="27352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63828" y="26982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8600" y="17960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54190" y="23340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47677" y="2422119"/>
              <a:ext cx="362799" cy="681074"/>
            </a:xfrm>
            <a:custGeom>
              <a:avLst/>
              <a:pathLst>
                <a:path w="362799" h="681074">
                  <a:moveTo>
                    <a:pt x="362799" y="0"/>
                  </a:moveTo>
                  <a:lnTo>
                    <a:pt x="0" y="68107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45219" y="3031236"/>
              <a:ext cx="63546" cy="71958"/>
            </a:xfrm>
            <a:custGeom>
              <a:avLst/>
              <a:pathLst>
                <a:path w="63546" h="71958">
                  <a:moveTo>
                    <a:pt x="0" y="0"/>
                  </a:moveTo>
                  <a:lnTo>
                    <a:pt x="2457" y="71958"/>
                  </a:lnTo>
                  <a:lnTo>
                    <a:pt x="63546" y="3385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0477" y="2422119"/>
              <a:ext cx="601800" cy="106106"/>
            </a:xfrm>
            <a:custGeom>
              <a:avLst/>
              <a:pathLst>
                <a:path w="601800" h="106106">
                  <a:moveTo>
                    <a:pt x="0" y="0"/>
                  </a:moveTo>
                  <a:lnTo>
                    <a:pt x="601800" y="10610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44620" y="2481945"/>
              <a:ext cx="67657" cy="70906"/>
            </a:xfrm>
            <a:custGeom>
              <a:avLst/>
              <a:pathLst>
                <a:path w="67657" h="70906">
                  <a:moveTo>
                    <a:pt x="0" y="70906"/>
                  </a:moveTo>
                  <a:lnTo>
                    <a:pt x="67657" y="46280"/>
                  </a:lnTo>
                  <a:lnTo>
                    <a:pt x="1250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0477" y="2184843"/>
              <a:ext cx="737487" cy="237275"/>
            </a:xfrm>
            <a:custGeom>
              <a:avLst/>
              <a:pathLst>
                <a:path w="737487" h="237275">
                  <a:moveTo>
                    <a:pt x="0" y="237275"/>
                  </a:moveTo>
                  <a:lnTo>
                    <a:pt x="73748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77581" y="2169670"/>
              <a:ext cx="70383" cy="68539"/>
            </a:xfrm>
            <a:custGeom>
              <a:avLst/>
              <a:pathLst>
                <a:path w="70383" h="68539">
                  <a:moveTo>
                    <a:pt x="22051" y="68539"/>
                  </a:moveTo>
                  <a:lnTo>
                    <a:pt x="70383" y="15172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97496" y="2257746"/>
              <a:ext cx="712981" cy="164372"/>
            </a:xfrm>
            <a:custGeom>
              <a:avLst/>
              <a:pathLst>
                <a:path w="712981" h="164372">
                  <a:moveTo>
                    <a:pt x="712981" y="16437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97496" y="2236674"/>
              <a:ext cx="68847" cy="70159"/>
            </a:xfrm>
            <a:custGeom>
              <a:avLst/>
              <a:pathLst>
                <a:path w="68847" h="70159">
                  <a:moveTo>
                    <a:pt x="68847" y="0"/>
                  </a:moveTo>
                  <a:lnTo>
                    <a:pt x="0" y="21072"/>
                  </a:lnTo>
                  <a:lnTo>
                    <a:pt x="52672" y="701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90443" y="1836268"/>
              <a:ext cx="420034" cy="585850"/>
            </a:xfrm>
            <a:custGeom>
              <a:avLst/>
              <a:pathLst>
                <a:path w="420034" h="585850">
                  <a:moveTo>
                    <a:pt x="420034" y="58585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90443" y="1836268"/>
              <a:ext cx="65589" cy="71651"/>
            </a:xfrm>
            <a:custGeom>
              <a:avLst/>
              <a:pathLst>
                <a:path w="65589" h="71651">
                  <a:moveTo>
                    <a:pt x="65589" y="29698"/>
                  </a:moveTo>
                  <a:lnTo>
                    <a:pt x="0" y="0"/>
                  </a:lnTo>
                  <a:lnTo>
                    <a:pt x="7075" y="7165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0477" y="2422119"/>
              <a:ext cx="110179" cy="573232"/>
            </a:xfrm>
            <a:custGeom>
              <a:avLst/>
              <a:pathLst>
                <a:path w="110179" h="573232">
                  <a:moveTo>
                    <a:pt x="0" y="0"/>
                  </a:moveTo>
                  <a:lnTo>
                    <a:pt x="110179" y="5732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3534" y="2927323"/>
              <a:ext cx="70705" cy="68028"/>
            </a:xfrm>
            <a:custGeom>
              <a:avLst/>
              <a:pathLst>
                <a:path w="70705" h="68028">
                  <a:moveTo>
                    <a:pt x="0" y="13590"/>
                  </a:moveTo>
                  <a:lnTo>
                    <a:pt x="47122" y="68028"/>
                  </a:lnTo>
                  <a:lnTo>
                    <a:pt x="7070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4106" y="1644948"/>
              <a:ext cx="6370" cy="777170"/>
            </a:xfrm>
            <a:custGeom>
              <a:avLst/>
              <a:pathLst>
                <a:path w="6370" h="777170">
                  <a:moveTo>
                    <a:pt x="6370" y="77717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68619" y="1644948"/>
              <a:ext cx="71997" cy="62646"/>
            </a:xfrm>
            <a:custGeom>
              <a:avLst/>
              <a:pathLst>
                <a:path w="71997" h="62646">
                  <a:moveTo>
                    <a:pt x="71997" y="62056"/>
                  </a:moveTo>
                  <a:lnTo>
                    <a:pt x="35487" y="0"/>
                  </a:lnTo>
                  <a:lnTo>
                    <a:pt x="0" y="6264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7302" y="3138840"/>
              <a:ext cx="316016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27583" y="2563872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76804" y="2032610"/>
              <a:ext cx="307055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4837" y="2105513"/>
              <a:ext cx="460583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41015" y="1684036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1088" y="3030998"/>
              <a:ext cx="243870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86876" y="1492716"/>
              <a:ext cx="46972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4266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81257" y="3320502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81257" y="285080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00276" y="238110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00276" y="191141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00276" y="1441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11032" y="3361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11032" y="2891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11032" y="242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11032" y="1952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11032" y="148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4266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86806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047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34148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36011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78702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202373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3335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3495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86131" y="18397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403997" y="234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23625" y="1770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59764" y="234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56515" y="21579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19389" y="19215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301282" y="24248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21394" y="17379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409504" y="2092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57822" y="21491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603178" y="27195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84707" y="17874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80940" y="22519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84773" y="19567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70456" y="2748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87707" y="23528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603596" y="25687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40810" y="24763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29193" y="2364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32194" y="20885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502470" y="234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52714" y="2387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506816" y="203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49472" y="20929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28291" y="22810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59907" y="21114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72449" y="23999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37457" y="24715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50983" y="27667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62272" y="226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53803" y="22040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509885" y="26742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77442" y="2573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17511" y="2496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16696" y="264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20194" y="23987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20663" y="25852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35661" y="22560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46742" y="23412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53499" y="27520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19523" y="1808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63173" y="22829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58026" y="26311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67906" y="19578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20163" y="2341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41759" y="25223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14933" y="18903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41780" y="22021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603480" y="18650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67127" y="2165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74414" y="23082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54565" y="25388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77267" y="1789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42160" y="25660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30730" y="18322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28407" y="21537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74182" y="22642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7488" y="22962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40247" y="23783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902842" y="26158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36870" y="2022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63027" y="2244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37800" y="2047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43316" y="2696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26629" y="2391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80761" y="2441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38428" y="2119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71535" y="22066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22184" y="24239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51077" y="2418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96649" y="2191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54017" y="26080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76553" y="27272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82097" y="3276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77651" y="25177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53969" y="26311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64125" y="24255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6513" y="21699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78684" y="2029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60347" y="25878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65194" y="197009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41229" y="22487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5533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505794" y="207646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35125" y="2361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46162" y="2029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74385" y="202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90880" y="28507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90534" y="2187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59980" y="15633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51594" y="18464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604012" y="2069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74511" y="30439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26978" y="2245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92131" y="2756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92610" y="21549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73728" y="25011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34129" y="26220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83638" y="2598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80397" y="27533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88871" y="21551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609498" y="2543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82527" y="2308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82992" y="25481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80248" y="25240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29415" y="257618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82401" y="23052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805746" y="193426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93985" y="1789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58811" y="1849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56600" y="19369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608883" y="2189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58625" y="24952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52435" y="254890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79402" y="245782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77590" y="24297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49974" y="2219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49327" y="2239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58727" y="24639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90358" y="24669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27783" y="22739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405527" y="232076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92514" y="23390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18566" y="23113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601243" y="193751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58662" y="2258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47199" y="2107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37932" y="2207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43697" y="23447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703931" y="2171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72882" y="2376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60603" y="18781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37047" y="221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86248" y="20704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45329" y="224201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95729" y="23958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91728" y="2812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28741" y="19847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53343" y="1792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412375" y="21855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45542" y="17696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56836" y="2202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91092" y="21524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58637" y="24830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79237" y="21160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400191" y="2311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29681" y="23651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51944" y="22021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98931" y="21780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22839" y="2401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513498" y="23123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84090" y="24135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18486" y="2280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83496" y="23229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39341" y="18973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42583" y="18682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92504" y="181079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43807" y="165750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92736" y="18543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64599" y="18762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31795" y="185913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72703" y="200195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99350" y="2713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85315" y="2234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28277" y="23840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81890" y="23556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709260" y="24829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86684" y="273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19846" y="2329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24410" y="2186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42693" y="21638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80440" y="2798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34428" y="231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25008" y="2394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34241" y="22085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512474" y="21939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610884" y="24303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71454" y="28169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88932" y="2599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34798" y="21414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44118" y="19503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31780" y="23869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61428" y="23352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610070" y="23238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87322" y="2115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72483" y="20107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27644" y="224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54669" y="21110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706761" y="20793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99484" y="22831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22079" y="21689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33215" y="2291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85150" y="2194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28120" y="264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60020" y="22206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24068" y="2518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85112" y="236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39086" y="260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60877" y="20038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73365" y="25851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99173" y="2655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30020" y="2340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16281" y="20762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39850" y="2556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28998" y="26826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91226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75104" y="2393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21514" y="24649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69155" y="2328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38094" y="24369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90715" y="2408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502694" y="23552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84903" y="21289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70094" y="2152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95879" y="25071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91837" y="24255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70061" y="24090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80187" y="23943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22238" y="2198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805343" y="3090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45938" y="22427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44127" y="21947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63581" y="232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67590" y="23555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67836" y="2121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36860" y="2287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71874" y="2564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90869" y="2169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93719" y="2004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41348" y="21532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59442" y="2365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608250" y="25579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21546" y="263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502242" y="20374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47772" y="2060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47643" y="2299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69114" y="2356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96418" y="23950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56017" y="25098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2686" y="19664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61543" y="2558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24610" y="2190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32139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90974" y="251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26421" y="2811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87847" y="26411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57579" y="23816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68808" y="21965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25330" y="23258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94814" y="2099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54452" y="2610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77776" y="2159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83128" y="220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32145" y="2174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21708" y="2158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6653" y="233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45201" y="18973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19123" y="1316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609696" y="22640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97816" y="20042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14861" y="2109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27709" y="1905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6074" y="1923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16078" y="2035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78131" y="2103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92231" y="2224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39276" y="2452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36152" y="18725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66409" y="1541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75610" y="19415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49143" y="20312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70046" y="1777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711457" y="2328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76396" y="20112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34725" y="2147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40272" y="2065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28707" y="20895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506397" y="19826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22845" y="232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32757" y="23089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60816" y="2047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91660" y="20103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43362" y="20110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94312" y="20650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21855" y="2059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39458" y="22388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9731" y="186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59649" y="203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603405" y="24599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676" y="21036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81303" y="22726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98409" y="19681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41995" y="33765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84514" y="2161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35658" y="19133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43560" y="18475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17635" y="18854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67154" y="19012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44411" y="1909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41274" y="19628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516219" y="1756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200891" y="20053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23085" y="16875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42700" y="18686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71917" y="2147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11442" y="18090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41939" y="18671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58829" y="1822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47919" y="21746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27094" y="2075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97761" y="18910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90247" y="18975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49051" y="210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2532" y="1864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603248" y="20368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96048" y="1976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58043" y="2024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49513" y="2033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74381" y="1726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36065" y="2065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62968" y="1904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76975" y="17379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5008" y="21967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21714" y="16986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67813" y="18478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29774" y="21189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615750" y="17550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70628" y="160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92225" y="2035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60019" y="2065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10889" y="2133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48385" y="2613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70386" y="24255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41512" y="3284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80812" y="2417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45637" y="26460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107364" y="23577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9929" y="22478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303585" y="21438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42772" y="218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1346" y="23271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62187" y="17960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32684" y="22923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84725" y="18262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3593" y="2198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42173" y="22949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28069" y="2228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613200" y="2802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39222" y="225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306982" y="21776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19534" y="23088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67862" y="1966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7157" y="21842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9517" y="30477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88858" y="2375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83547" y="17212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7624" y="1926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705543" y="1767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23391" y="24985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68375" y="26208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80072" y="27897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97020" y="2819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17942" y="25833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614058" y="29953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56009" y="25141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80058" y="2497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702288" y="25087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615916" y="2754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88379" y="23207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606410" y="2353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700640" y="22685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74697" y="2393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78635" y="2082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5836" y="20637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45627" y="27846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78857" y="3010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65024" y="310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87652" y="26338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513033" y="1968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98318" y="2810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505701" y="3119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28523" y="21571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615820" y="2111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32528" y="2547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61033" y="2319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58352" y="2580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67770" y="2341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404457" y="24730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45517" y="2411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38305" y="24567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516617" y="22923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88204" y="259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54508" y="2652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92230" y="2317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86247" y="24159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18630" y="21838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40376" y="2387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37526" y="2971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65932" y="248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407004" y="26926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42011" y="2177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409432" y="211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86008" y="2413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94215" y="2283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65603" y="2234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72171" y="23903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38288" y="2186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48360" y="25187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80787" y="2405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95557" y="2396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614867" y="198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30008" y="2122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506192" y="22125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32032" y="2156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34319" y="22740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48596" y="2247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25915" y="2258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603848" y="20853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505275" y="2071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83306" y="1893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95339" y="2309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511639" y="2472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202438" y="19939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605957" y="19827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66706" y="22731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509316" y="2230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22094" y="23550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96480" y="2155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5641" y="2235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20310" y="22558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413629" y="24476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612305" y="1794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76996" y="20829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80626" y="2161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52950" y="2036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515315" y="2347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97613" y="2103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68757" y="21477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71620" y="21575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65716" y="2146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55575" y="2278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65810" y="2275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73410" y="2221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608970" y="2197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95389" y="2321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32988" y="2284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609437" y="23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98685" y="20159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17491" y="25452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88139" y="21735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58878" y="21000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94889" y="26439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45713" y="246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44960" y="2670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48095" y="2681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31605" y="2652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38015" y="2953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28136" y="27723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37364" y="2776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75017" y="24992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87368" y="21785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713350" y="20324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68160" y="24808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80282" y="2426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44110" y="229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21905" y="20390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603080" y="2427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85568" y="23440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73263" y="24015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509231" y="2100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71600" y="23570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71508" y="25855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50781" y="2114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908270" y="17833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517077" y="21893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513564" y="2412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501629" y="2306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73967" y="2466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45013" y="21943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59562" y="2143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72642" y="24154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45516" y="22672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77944" y="18652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42990" y="21552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64391" y="2451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516268" y="22101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505166" y="19431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99694" y="21476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74859" y="19130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87735" y="2160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62032" y="23400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33055" y="24176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51292" y="2607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83211" y="2046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73721" y="25012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36949" y="24963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43592" y="2069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28042" y="18668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20966" y="2402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43916" y="2266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58589" y="23947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41525" y="26871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610565" y="2220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58577" y="20739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516643" y="24125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72802" y="22738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56505" y="2126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613800" y="2175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61273" y="23387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7344" y="18723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40522" y="1566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64765" y="21745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44250" y="23766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33598" y="22602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34440" y="15959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65592" y="20111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607574" y="17949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64490" y="17942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83562" y="19664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48419" y="237619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611279" y="21679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712137" y="21555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702198" y="21149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703295" y="2426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56379" y="22513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82488" y="2357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71908" y="28195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67855" y="24877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72850" y="2048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58294" y="2902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615104" y="26056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63687" y="23756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88210" y="20691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711486" y="21213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17248" y="21126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407403" y="19364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45317" y="25456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50924" y="16711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73428" y="2377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39639" y="20648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81815" y="2531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41875" y="19806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56689" y="20837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72616" y="1971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612634" y="227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76777" y="20558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31334" y="2285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43312" y="2110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83778" y="1821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43449" y="24975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809760" y="2194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83639" y="223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56275" y="2134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607639" y="20710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68856" y="22326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36061" y="25187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54539" y="22567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53425" y="2281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35338" y="2030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503138" y="20913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28813" y="182047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600055" y="21607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28444" y="22137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41630" y="1984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608758" y="2080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29607" y="2257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73594" y="2512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79764" y="214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34480" y="2124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50114" y="17755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27555" y="2132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55909" y="20540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61164" y="2171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63754" y="20892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19071" y="22447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86699" y="2347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18163" y="2406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64499" y="2284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96794" y="21088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72270" y="24419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613250" y="2143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28460" y="202189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48748" y="2064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92351" y="14307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76690" y="24242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54319" y="2127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82213" y="2261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59168" y="2110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74153" y="2223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27841" y="2339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706995" y="2376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21201" y="22363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88279" y="2392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411965" y="271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409421" y="28026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410072" y="2268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50017" y="217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26246" y="22190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401277" y="279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23595" y="2583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81280" y="23847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517053" y="2482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39119" y="26370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91318" y="21938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97946" y="22255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89977" y="28807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27726" y="2583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50441" y="25270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91974" y="2363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18722" y="2793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16514" y="29546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65839" y="2295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27428" y="2879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77245" y="2390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51788" y="3006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65738" y="2422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49128" y="2784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35536" y="23127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91483" y="2661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611157" y="25205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18992" y="23665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514537" y="28648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501650" y="2438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75376" y="2836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503049" y="2339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69284" y="23293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28322" y="2386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74951" y="27239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20948" y="2120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61863" y="2259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14299" y="18620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73141" y="2067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30370" y="21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92134" y="235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93837" y="22105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87873" y="22107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43287" y="24024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58433" y="2073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98483" y="23347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405562" y="2043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76072" y="2298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30053" y="2163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77467" y="22689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504866" y="23369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18874" y="2039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14593" y="219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710961" y="17834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77003" y="2040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70463" y="2087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99996" y="2377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9063" y="26390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34370" y="2316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32961" y="2193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20019" y="2588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66226" y="2672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44743" y="2646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80804" y="2489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32803" y="24467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67761" y="2670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31066" y="239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603534" y="2189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82799" y="246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705409" y="2261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81572" y="2022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34688" y="259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91635" y="24053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58548" y="20285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506206" y="22534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52269" y="256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97293" y="24407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74219" y="23743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99036" y="29116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48265" y="24495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74748" y="25367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42511" y="21980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34100" y="2605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14976" y="23224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85666" y="2401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32320" y="2528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79789" y="2236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78520" y="2214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67466" y="21327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63589" y="21817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411688" y="15973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68234" y="25558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83419" y="2592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92105" y="20561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47252" y="2445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84709" y="23132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02745" y="28498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18727" y="2664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04950" y="27466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53001" y="21847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612862" y="241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30313" y="22725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27743" y="24663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85198" y="20449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605986" y="19962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75984" y="21190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55631" y="19986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714190" y="23343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22468" y="28612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28218" y="275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37195" y="2318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607098" y="24678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50605" y="25328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75252" y="2382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93163" y="22416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25970" y="27193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58711" y="21979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71822" y="28153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94501" y="2520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27876" y="20768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64026" y="23451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81724" y="24769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501004" y="2500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28415" y="2610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20128" y="2218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28616" y="18490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43597" y="21653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20573" y="231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44568" y="24847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64620" y="23545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71670" y="25726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31393" y="276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97776" y="2122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92686" y="28576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93756" y="25041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41687" y="26077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67640" y="22721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72040" y="2246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44041" y="2579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79852" y="22714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18633" y="1678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611034" y="2390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611822" y="26925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76622" y="2090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60350" y="2119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41960" y="243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96169" y="227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84712" y="25183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37737" y="2072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31552" y="2178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712057" y="2495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702301" y="25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505544" y="2233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44863" y="23775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31393" y="24695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72236" y="2248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602085" y="21231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48121" y="236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77494" y="2470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82768" y="26671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53577" y="2235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603464" y="2110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98625" y="22836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33053" y="22602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30295" y="2444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49940" y="24870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509144" y="236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96275" y="2226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70099" y="2591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60572" y="238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65817" y="29518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27165" y="2438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89048" y="223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52316" y="24797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82912" y="25928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92752" y="20967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60206" y="1942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23656" y="2252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600695" y="22889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97739" y="1928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69593" y="1633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85290" y="19826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66883" y="24085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615411" y="1993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35981" y="2064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44449" y="1988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16122" y="20137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32166" y="2196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710565" y="2328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58073" y="2570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50743" y="1870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61582" y="2431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37185" y="22747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72820" y="2176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47069" y="21489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42782" y="23956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92063" y="28254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60064" y="26416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74520" y="26876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35328" y="27677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66770" y="21543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42823" y="1757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38852" y="20381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75816" y="2262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32124" y="2095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92264" y="18156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40639" y="2190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17240" y="2532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52034" y="2113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95982" y="23653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61837" y="23175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23101" y="22437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500521" y="2493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66214" y="24206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516616" y="1823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20806" y="21416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94697" y="2497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54711" y="2151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74093" y="20535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508556" y="24989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28305" y="2265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27081" y="2339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50889" y="2496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23384" y="19092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28818" y="19817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50766" y="24150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38000" y="2275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88166" y="21101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43445" y="215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28576" y="2180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602390" y="18052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700519" y="21892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68281" y="18639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18042" y="18864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94688" y="22075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57665" y="20402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38780" y="19226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99497" y="22031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44948" y="19739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91025" y="23223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37270" y="2236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98630" y="203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606672" y="2140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68120" y="20210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73616" y="188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30117" y="24240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45960" y="1588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87923" y="19377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70708" y="1993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15318" y="1854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97140" y="1894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14770" y="17296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92056" y="19607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59806" y="2048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18483" y="20400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28620" y="23140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55935" y="2643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30852" y="26527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44669" y="244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67680" y="27761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24969" y="2373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44037" y="2402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615745" y="23985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30950" y="18555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611725" y="2442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18287" y="2133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35641" y="2129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56770" y="2311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55026" y="224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65702" y="24224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18690" y="2575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32584" y="253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18345" y="26185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49498" y="22200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65257" y="30022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612555" y="2312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93885" y="2697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98320" y="2554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82789" y="1894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39457" y="21530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64242" y="2269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84001" y="2447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27092" y="22027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35103" y="2100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97347" y="2137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608248" y="20717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64556" y="23615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79493" y="251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609175" y="26454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46738" y="2376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95994" y="1837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94919" y="22374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30825" y="2427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75091" y="2287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36090" y="2438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34747" y="23229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714589" y="2140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73325" y="21018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48272" y="2660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31955" y="2473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15237" y="1999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36740" y="25307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43799" y="20295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55036" y="2193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57805" y="17565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46065" y="188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45887" y="23489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700970" y="22881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33065" y="21657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63230" y="2123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71432" y="2465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42613" y="2251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79067" y="193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64572" y="19746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83767" y="22048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27495" y="2360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21706" y="24093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603016" y="2390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50312" y="228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24107" y="22848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96114" y="2512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58302" y="3104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37009" y="2256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93185" y="264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26257" y="2713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82492" y="2697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95201" y="23842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25540" y="25635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77104" y="28896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610515" y="27374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708539" y="2410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32849" y="24365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13864" y="20191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12509" y="30783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49552" y="257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67826" y="28440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706753" y="31746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72839" y="29730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43350" y="26728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712491" y="2521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17148" y="24638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70011" y="2009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88309" y="25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17882" y="26076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29904" y="22897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77609" y="2506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94586" y="27754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70840" y="25769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41033" y="23499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19287" y="23559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33044" y="191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79179" y="22815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16440" y="27610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95619" y="20462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83786" y="32577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59463" y="2647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43329" y="2122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54368" y="267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614438" y="2591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36601" y="24893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99086" y="2939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59055" y="16195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605680" y="19500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30948" y="28239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47104" y="18066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92080" y="2332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58384" y="23712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17450" y="3082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20153" y="26606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76616" y="31914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41502" y="25213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83667" y="16702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39259" y="19929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88058" y="1818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98801" y="17147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800256" y="1929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16445" y="26915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45637" y="23736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97937" y="2579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70812" y="2846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72546" y="25753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50983" y="26230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61882" y="24198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15262" y="2617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67146" y="24407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17720" y="28245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66209" y="2536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58241" y="2946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33454" y="23627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49311" y="2801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28219" y="30985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34750" y="20320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21808" y="26494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48660" y="2920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52127" y="27172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97624" y="2447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21734" y="2618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807373" y="241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24201" y="30764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57432" y="2899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26116" y="25110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600202" y="23303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69531" y="2602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65591" y="25389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23415" y="25259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38194" y="24646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27657" y="20582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42800" y="28513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57420" y="22497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29626" y="2514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67929" y="238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33281" y="20024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62102" y="2916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92322" y="29806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63283" y="28825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51715" y="195985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906172" y="3061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48288" y="24233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71853" y="17356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19386" y="2525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71255" y="346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99630" y="341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59033" y="26801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66813" y="33962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56575" y="237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67356" y="2393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99162" y="16371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33004" y="2575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75639" y="22971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19749" y="21749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52214" y="2382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67597" y="2421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71106" y="2581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61958" y="21738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41062" y="2768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28069" y="2227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47089" y="23098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88821" y="17903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86006" y="26528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31097" y="28757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15335" y="25292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50709" y="25441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63635" y="22104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7944" y="2245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808320" y="23542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15584" y="22638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28762" y="26521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99511" y="2408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21877" y="25865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66279" y="2263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704979" y="2835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9258" y="20153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96582" y="21738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17384" y="21614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54950" y="2145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65031" y="21977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62621" y="2818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80707" y="280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65968" y="30021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97495" y="28064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39921" y="25993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19501" y="2041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95865" y="2486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91444" y="1732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15466" y="1937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30279" y="21121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32759" y="23920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52852" y="24281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709832" y="15804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703714" y="1596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79716" y="175880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18390" y="1723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608510" y="23928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93799" y="20891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611238" y="24670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83801" y="21109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84760" y="18869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24469" y="19054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43354" y="20669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75964" y="22522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45172" y="18734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93388" y="23434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28717" y="204744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705212" y="25987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65151" y="24011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82065" y="2695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79776" y="21379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608010" y="24916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52910" y="243433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66233" y="239987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96822" y="25812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88139" y="23202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70190" y="217234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82841" y="20368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20201" y="22105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60070" y="19606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55743" y="21239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61640" y="24355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513079" y="2203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48899" y="28546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61694" y="2179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93258" y="20907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38977" y="24918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16256" y="27163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73468" y="29979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98496" y="2779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57048" y="2918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93403" y="2577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15100" y="3155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71187" y="29001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54390" y="2616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64518" y="2333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411382" y="26994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8101" y="2595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509980" y="3062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99611" y="25029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80807" y="26710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78028" y="23102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17248" y="25412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604460" y="23835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18415" y="2118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510217" y="22752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24935" y="2158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93272" y="2766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56967" y="27131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73583" y="23085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94678" y="2288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50575" y="2594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70490" y="2412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40398" y="25608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68351" y="2897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71595" y="2613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515023" y="2597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72580" y="24175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56079" y="302929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25718" y="2482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412417" y="24262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36685" y="2713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37724" y="29695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32608" y="2946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83733" y="2662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58242" y="24456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94886" y="27609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54971" y="262271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79504" y="30392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44712" y="32284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612681" y="30569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27617" y="27681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26495" y="3267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75560" y="209118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30954" y="28138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62695" y="22203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36582" y="29878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92266" y="2454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58235" y="2168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402321" y="2357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98934" y="24521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58471" y="2031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17366" y="2312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72023" y="2244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78364" y="2890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49588" y="25721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72908" y="20369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614398" y="2633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31177" y="25741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713581" y="31889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75736" y="21595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35938" y="19837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39606" y="2165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21621" y="23299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65394" y="2281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48792" y="23148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73404" y="19127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83561" y="2780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70892" y="24572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36380" y="2200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99108" y="21398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45359" y="22055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69220" y="2463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76169" y="23173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512374" y="251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55960" y="20336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84799" y="2215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32012" y="2640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68715" y="2674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41200" y="2617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53037" y="2541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63648" y="2519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18061" y="17771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48007" y="23971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44824" y="2098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2009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92289" y="2585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91401" y="2158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26778" y="2320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34142" y="20223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83435" y="24958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86868" y="23649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86448" y="25661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36778" y="21365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41603" y="23770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45011" y="26339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99568" y="2494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60242" y="22300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508937" y="2314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28240" y="22592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28404" y="2147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78249" y="3155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28984" y="2162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78729" y="27503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72593" y="2176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54343" y="20113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19810" y="2394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93260" y="19523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44082" y="2453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76149" y="2296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93556" y="25977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28997" y="23192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57025" y="262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65905" y="2606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38308" y="2826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47082" y="2491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86362" y="18931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26727" y="22895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61413" y="1953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713028" y="22509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55379" y="22567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609406" y="23373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86662" y="2303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500632" y="2413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47770" y="22741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25128" y="23550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53912" y="30093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38576" y="26764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47934" y="2711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84433" y="2254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58885" y="26943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18671" y="2305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16548" y="2134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26393" y="27636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68732" y="27309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38948" y="26948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91216" y="24037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503469" y="21456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56584" y="23397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63274" y="2186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52054" y="24064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47046" y="2467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511036" y="170037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46423" y="2259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45310" y="16702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58665" y="1448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20026" y="2948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19591" y="190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30512" y="2569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71754" y="25944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83654" y="25312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35971" y="24594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61217" y="22508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515697" y="24010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69750" y="2959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53718" y="27023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53383" y="2510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76440" y="2820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73242" y="20084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24615" y="24617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703548" y="25129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501336" y="22827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87750" y="24829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76608" y="29245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24807" y="1660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56817" y="2580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73783" y="18532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505666" y="2733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93427" y="259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8115" y="2308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67203" y="2694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78188" y="1794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14548" y="24454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29417" y="21336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87597" y="23363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58148" y="20402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24452" y="2098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53521" y="21329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42057" y="23772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80839" y="2728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414069" y="27730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302337" y="2337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508480" y="2810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69097" y="24397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29413" y="29501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15971" y="2507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25291" y="2436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1438" y="2436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77961" y="2351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67596" y="24698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22095" y="2489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49964" y="1705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90778" y="28053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49068" y="17419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58274" y="27279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81093" y="21016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509286" y="214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23820" y="2079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404716" y="2104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26696" y="2866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42724" y="17430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90023" y="22463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49926" y="2774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41898" y="2542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15774" y="17864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9765" y="25461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88656" y="23121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66154" y="23470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96365" y="2195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82320" y="30477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55210" y="31539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28743" y="2531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74480" y="2633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57131" y="25617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44870" y="2949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25622" y="22096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19512" y="26193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61136" y="2789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75166" y="22998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68624" y="2698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614345" y="181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516807" y="2569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23411" y="26047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61675" y="25212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516721" y="22240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88407" y="23639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506018" y="24290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63706" y="2813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512328" y="23392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26865" y="263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79890" y="23318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604047" y="2113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8543" y="19421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54930" y="20950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34358" y="22462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77019" y="20122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81459" y="2118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16322" y="24347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77947" y="2379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30387" y="2769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62280" y="27938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80424" y="16844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91477" y="24393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68418" y="2538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609350" y="25908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38930" y="2569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97342" y="26120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26195" y="25223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50595" y="2957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31346" y="2345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84495" y="2309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67321" y="27080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71303" y="2138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49954" y="20781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50920" y="26648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50414" y="2632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91088" y="20341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33066" y="25258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97825" y="162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68168" y="2789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51571" y="27363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36927" y="20500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65459" y="1516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54860" y="24238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55966" y="23763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92203" y="26391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90334" y="2498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83407" y="3129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42948" y="25606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508666" y="2373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56722" y="2994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41194" y="2037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69606" y="25568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65125" y="23366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51084" y="19900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92966" y="20447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74828" y="234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78301" y="24074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5023" y="1998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68798" y="20409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41298" y="23511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59097" y="202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66516" y="21808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68426" y="2225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74071" y="23458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21924" y="1922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41945" y="21334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25320" y="2202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89483" y="18929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78416" y="2215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29339" y="214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67676" y="17855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30954" y="2074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500614" y="2271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40431" y="21588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18601" y="26581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49422" y="22643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89933" y="228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37882" y="23964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87773" y="20657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19591" y="24471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81134" y="2241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74480" y="25785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41561" y="22429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36145" y="2050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45224" y="30114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51403" y="3116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70850" y="2871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64821" y="244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81302" y="25837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84028" y="3066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14946" y="2290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84856" y="2253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47040" y="2445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88693" y="22452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50398" y="2325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63720" y="2201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19687" y="25113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29019" y="23211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21989" y="25180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412156" y="23649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34579" y="23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21693" y="2679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46363" y="1888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511108" y="2571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20413" y="25210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64936" y="2527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60446" y="257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51191" y="2526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27948" y="2106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604837" y="2854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43966" y="3120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63171" y="24114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70188" y="22548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405479" y="2560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73015" y="2389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91714" y="25522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505348" y="22598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711800" y="19370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45983" y="22518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48218" y="19368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77576" y="2933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86586" y="22061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64183" y="1957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61488" y="2370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53575" y="2432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515467" y="2075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45157" y="1881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77548" y="21999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71905" y="2370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22950" y="17279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89767" y="2212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72722" y="2399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21857" y="2270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43611" y="24313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74369" y="2391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600349" y="22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37338" y="2649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64582" y="14829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26668" y="210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97386" y="209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84274" y="22297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20846" y="23280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90671" y="15510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74824" y="24354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96100" y="28889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60653" y="28255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55215" y="21804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608144" y="24823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30872" y="28787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64867" y="30110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9590" y="1270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18506" y="188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26036" y="2159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515962" y="22460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83985" y="229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91311" y="2498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69379" y="2556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74864" y="2429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67367" y="26119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94486" y="30005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503086" y="25810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38451" y="24394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67246" y="30993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49036" y="23922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54980" y="2366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21531" y="2135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506478" y="2212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30810" y="2287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27086" y="2738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71772" y="27359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55395" y="26517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613520" y="2103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54478" y="24351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603752" y="268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71257" y="24356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47226" y="2250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38673" y="237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28612" y="25943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46514" y="26082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77017" y="27172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27641" y="2064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906835" y="1941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49065" y="2351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80767" y="2097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97378" y="2469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14742" y="21136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75219" y="2956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15711" y="3004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13665" y="25878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52746" y="296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55443" y="31813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98243" y="2775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28992" y="28445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87884" y="2305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32655" y="23565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63642" y="19736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72514" y="22917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28253" y="23669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58755" y="29006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95157" y="25953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53024" y="2184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21916" y="239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16719" y="19958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69953" y="21936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17479" y="2583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89781" y="2181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36434" y="26754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500153" y="24136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87310" y="30236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58345" y="27716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96953" y="270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42189" y="24076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43506" y="33143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70231" y="2364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51604" y="2113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58851" y="17661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98404" y="24605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51087" y="24152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75082" y="27030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59850" y="23974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91776" y="27520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32530" y="24995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601297" y="263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77265" y="2454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54614" y="26608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22167" y="23459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91039" y="2181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31213" y="277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48535" y="19504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35108" y="3244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604069" y="2555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97072" y="24499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23316" y="20871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34741" y="2499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78280" y="306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92475" y="23871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74650" y="23368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88381" y="2492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50297" y="2833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505469" y="24908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21763" y="28151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94110" y="24053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80702" y="2561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95136" y="25002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21321" y="30038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93918" y="2247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20782" y="2323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40011" y="21320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81527" y="2501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77830" y="2687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27615" y="20675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91746" y="1993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35134" y="22217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50134" y="25851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96996" y="25371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606953" y="2512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702363" y="21359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49584" y="273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72021" y="28264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614951" y="2738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92157" y="22259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65823" y="23131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97872" y="2468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75097" y="25409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62762" y="27842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36659" y="2311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98359" y="22005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96474" y="2576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603284" y="252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87962" y="2691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22322" y="21976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27500" y="22170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30279" y="29313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73950" y="22601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19658" y="27100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20336" y="219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66098" y="2429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87140" y="2413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67531" y="25342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606562" y="19986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68860" y="203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62432" y="2457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35503" y="249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55663" y="18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36390" y="29436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38681" y="2347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65150" y="26813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91850" y="2247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606062" y="2401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55657" y="28749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30422" y="303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42941" y="26284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58667" y="2742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28478" y="2556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905271" y="1930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67718" y="1775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38915" y="19935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75008" y="25780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23357" y="21889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43106" y="2117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512617" y="2206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38831" y="2516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58187" y="173062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02617" y="27765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89733" y="2355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69037" y="243663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59939" y="2116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96472" y="197717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62585" y="2016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34438" y="3065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609191" y="23743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83497" y="2195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71769" y="2494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15999" y="24607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50917" y="2473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70631" y="27892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73739" y="26894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712649" y="22458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24702" y="2342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602731" y="2635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705858" y="23661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23742" y="224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40987" y="221587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92160" y="23853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82900" y="17672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22874" y="25020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17036" y="22910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22714" y="23870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41209" y="21836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61899" y="2171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23946" y="22213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74769" y="20325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58760" y="250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17679" y="18837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32321" y="20462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13651" y="23074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73403" y="2302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46874" y="2181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60459" y="212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99527" y="220109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33570" y="17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76400" y="19343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58905" y="233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81974" y="2123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63896" y="2272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96056" y="1673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84972" y="2483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16842" y="26239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701218" y="270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68739" y="24134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67674" y="23454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67323" y="17854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000919" y="24955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78556" y="24922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71014" y="187163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66763" y="23778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906199" y="1902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38251" y="2356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804586" y="25636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49165" y="25283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62823" y="17755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409243" y="2753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88532" y="25444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63335" y="23919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85763" y="2417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51056" y="23894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70308" y="24504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63486" y="2220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34132" y="2636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42218" y="15523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47587" y="2398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62928" y="25780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611978" y="1798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71208" y="20231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54116" y="25923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50667" y="22083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70103" y="23614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24670" y="2295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49783" y="19051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84601" y="2222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49474" y="1955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64271" y="2461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88342" y="1906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53188" y="21443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26836" y="22733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88905" y="2273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408748" y="25160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42183" y="22313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20130" y="26273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409672" y="2064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24741" y="22887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611356" y="2312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56798" y="2580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51300" y="22001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43171" y="1772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67126" y="2103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98439" y="2097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64348" y="23056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53436" y="2288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28117" y="25222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55836" y="20010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90696" y="2083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65809" y="19720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614475" y="2433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75660" y="1705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812381" y="2887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39967" y="2106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59373" y="23938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83795" y="18601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20219" y="216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85356" y="21339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504665" y="22940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73044" y="26716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17834" y="25113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94725" y="27161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94181" y="2360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39129" y="27705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57389" y="27250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85733" y="21634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710046" y="237412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99351" y="2302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709001" y="25961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17448" y="2487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14344" y="20025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81120" y="24923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29341" y="243988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601382" y="27056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605048" y="26651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607526" y="20462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84935" y="2634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9559" y="2079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59302" y="2706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50952" y="2471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64461" y="27162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46930" y="22534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70135" y="2626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99138" y="26256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47790" y="2397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31517" y="2675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23511" y="26256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34670" y="274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62776" y="28917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92222" y="31079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26614" y="26593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24666" y="2759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85766" y="2516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33085" y="2488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42572" y="263954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92648" y="26040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87983" y="26762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78804" y="19381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96522" y="2626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39134" y="26952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702720" y="24269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66333" y="2088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32596" y="23752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713122" y="25397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93357" y="22585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15394" y="23762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35039" y="22478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601224" y="22111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75015" y="252292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611253" y="223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83799" y="2531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86491" y="29665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94295" y="23988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38153" y="2962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21371" y="26590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59499" y="29045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88018" y="28278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601538" y="2498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507285" y="2461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611105" y="24305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98814" y="23754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8617" y="20658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61304" y="1739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907851" y="2536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47728" y="2994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60133" y="28693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77056" y="2190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38596" y="279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612269" y="24845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72990" y="22127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83715" y="26265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35116" y="2400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96383" y="27909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610550" y="270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18679" y="26531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25225" y="29884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27230" y="264298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62328" y="30739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87965" y="24353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28347" y="26953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20396" y="2262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91892" y="21196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41513" y="20819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16177" y="26083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92984" y="257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6486" y="2320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43627" y="25256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605733" y="23983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27020" y="2569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90024" y="22662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33396" y="21176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37797" y="24225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50688" y="2157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36748" y="2057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59232" y="19765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57061" y="2362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609340" y="237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612632" y="2620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33467" y="26141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614699" y="21980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63963" y="26492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23765" y="2335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714192" y="22588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27233" y="22729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76918" y="23094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65902" y="2338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42622" y="26642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57822" y="24488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73087" y="2761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47225" y="2817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54437" y="2269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44577" y="2437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66475" y="26486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92188" y="23990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34871" y="22410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64668" y="21790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516650" y="25479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39484" y="27750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604453" y="20796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93005" y="27514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17436" y="23786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49754" y="2042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91007" y="20585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90337" y="2328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507091" y="2283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88158" y="26767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97430" y="2416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66616" y="2113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77326" y="27652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500356" y="26744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507573" y="24458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38634" y="2485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609273" y="2502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55564" y="27413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44605" y="24698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506448" y="2507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36099" y="2923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83440" y="2828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87645" y="29078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26586" y="199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71040" y="2685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29329" y="25870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82286" y="2986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73523" y="2369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28641" y="2645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41555" y="24669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62368" y="26651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501088" y="26620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604964" y="21249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63693" y="230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19109" y="1870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74493" y="214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90650" y="232223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24964" y="23005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37998" y="28337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98363" y="28923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31060" y="20929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53088" y="25526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404477" y="2877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32326" y="2491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703918" y="25996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99659" y="25594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52687" y="26167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600410" y="20734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22577" y="2231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64808" y="21650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53808" y="2247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18719" y="2821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52166" y="22487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57969" y="2665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21930" y="212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53774" y="23796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69024" y="21860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38478" y="26371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86519" y="2112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600093" y="22244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17776" y="2418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61191" y="21279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74494" y="23380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53192" y="308977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19072" y="24484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47743" y="27460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71557" y="29606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19657" y="2691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37913" y="29995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85769" y="2484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89737" y="2514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56482" y="25500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18427" y="24796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32618" y="28320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13980" y="25285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503645" y="24353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40511" y="28184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90869" y="24552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27562" y="25815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46244" y="2454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24936" y="25213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28503" y="27292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99168" y="2884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402178" y="19390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58461" y="24249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91830" y="26917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97500" y="2540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70804" y="25344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9771" y="2500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31922" y="2591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40449" y="2038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607825" y="31163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71458" y="31336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54706" y="1950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607525" y="22124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91411" y="26484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33614" y="22271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17151" y="2413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35911" y="2301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609170" y="2432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96451" y="18825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92135" y="2049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26159" y="21399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66890" y="27168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31613" y="213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710813" y="2389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608006" y="22727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62393" y="2342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94282" y="21971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64961" y="2559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64249" y="23328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26301" y="2966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97801" y="25171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78392" y="2205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39797" y="2780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92994" y="2193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98304" y="2315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47255" y="2546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18370" y="2278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69083" y="2872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38906" y="26886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38551" y="25847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69804" y="25470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7373" y="3063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33639" y="2281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512589" y="2347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509900" y="24367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705368" y="192713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82505" y="27014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80205" y="24282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81208" y="22638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99292" y="2265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66442" y="228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64576" y="2750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38436" y="277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56884" y="16530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78974" y="23219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40076" y="24279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502095" y="22605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62102" y="25963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65285" y="19194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85839" y="2383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68417" y="22100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87075" y="22355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55564" y="21668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95463" y="22352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79956" y="26083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53824" y="26389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98892" y="192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53420" y="2522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90949" y="2312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53023" y="26009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25845" y="24900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706011" y="24594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96773" y="18024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87943" y="2260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86188" y="2840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84273" y="2399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86692" y="27537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515702" y="22269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54294" y="29521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57417" y="2708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15718" y="2512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510110" y="2769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64915" y="29081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68042" y="22011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52971" y="21116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79822" y="27207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52552" y="21542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52992" y="28694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31559" y="22059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23518" y="2287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78274" y="25093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65164" y="28332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79850" y="1637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84188" y="2449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21104" y="24357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88365" y="22800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71342" y="2359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86461" y="25147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43474" y="2316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31947" y="23886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79311" y="2470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504917" y="23816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21940" y="25663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53800" y="1990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505091" y="2516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95166" y="17716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709718" y="24977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36205" y="275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85108" y="22310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55296" y="2494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48469" y="2747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99367" y="25245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41983" y="23461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83109" y="25761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413613" y="2424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45955" y="2477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77317" y="2537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64458" y="2685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511006" y="2545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93424" y="220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72618" y="273882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94917" y="23628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98618" y="272997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82026" y="2369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41238" y="24741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55141" y="2096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18498" y="19614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71858" y="226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49607" y="26198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31097" y="26251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91654" y="23223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19550" y="20564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82257" y="22666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77458" y="2758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20542" y="2369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46118" y="2457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32008" y="2570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78679" y="261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20814" y="25343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58209" y="2708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67093" y="2385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36659" y="24880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68296" y="258476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86922" y="24810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40280" y="19266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31228" y="23590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15067" y="2396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79664" y="23183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36905" y="26411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66995" y="27061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13440" y="17360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805932" y="22927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71224" y="2359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29069" y="24997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83322" y="2329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74155" y="24958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77186" y="25426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19240" y="2628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51801" y="24049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35362" y="19532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53295" y="22061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80482" y="2226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905035" y="30964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47190" y="1779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17598" y="1995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95664" y="222852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74969" y="23703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56717" y="26667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38121" y="268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42494" y="206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707374" y="23535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503679" y="270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84734" y="25182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93924" y="2305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14025" y="25220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58037" y="221017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19198" y="21431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61368" y="20069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98968" y="27904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58149" y="2591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706109" y="2008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68939" y="21344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34944" y="23369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33401" y="276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49481" y="21257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23683" y="20875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76741" y="2396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27761" y="29652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505935" y="20804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55970" y="2526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60476" y="2085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60495" y="286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64414" y="24757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99332" y="29237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87094" y="25700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83616" y="2108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63206" y="25991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93958" y="2696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28582" y="23088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15926" y="29951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64513" y="269801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78176" y="2465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79874" y="28994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25482" y="20642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42756" y="2388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32627" y="2273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39376" y="2192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34847" y="20859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507350" y="25799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59789" y="2707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709255" y="29699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62298" y="2416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66646" y="25736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81991" y="27496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59590" y="23390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60110" y="2322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510372" y="2501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42897" y="21634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88591" y="23252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54245" y="2608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62327" y="2358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91096" y="266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52706" y="27753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26301" y="24569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46355" y="2400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90141" y="2604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68821" y="2452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84228" y="27972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37527" y="25688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80477" y="24474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806462" y="2206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76511" y="20405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713082" y="270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68083" y="22773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703889" y="20419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86013" y="23440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79437" y="24252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77742" y="2433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706077" y="2724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21662" y="26964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72394" y="278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91311" y="202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50285" y="23664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71117" y="24408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88971" y="2191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28563" y="26739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60888" y="205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90923" y="2374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21951" y="21688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508469" y="2356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41920" y="21633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23165" y="2102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37294" y="2775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99236" y="2351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73633" y="25981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89163" y="236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25727" y="24054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97793" y="20525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77140" y="22148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91598" y="26458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37192" y="2659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95357" y="25047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76359" y="30017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37437" y="2312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81433" y="22364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43702" y="288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615027" y="22618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714323" y="2478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59217" y="2439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35389" y="24311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35360" y="25718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93716" y="2654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73783" y="24848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55279" y="22597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607352" y="230014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87343" y="21288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76750" y="2346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80672" y="2103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510746" y="2475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55779" y="24104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82027" y="2396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94926" y="22286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87209" y="240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708696" y="2630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703588" y="22120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27275" y="26377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45281" y="22671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28919" y="1692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93532" y="22040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511447" y="2381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50668" y="23951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18259" y="21095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41193" y="2034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44143" y="2455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23747" y="235152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60673" y="2209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9402" y="25538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87354" y="30136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82244" y="2464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26979" y="271025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65753" y="2607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44368" y="237347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51252" y="300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52086" y="17510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78151" y="23575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902092" y="2172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29166" y="268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47607" y="2714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66128" y="21589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50531" y="22553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22601" y="204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45906" y="23937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53927" y="1955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74570" y="22964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66164" y="23388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83313" y="23989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79941" y="26673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53907" y="2792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74346" y="2653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64029" y="28504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98295" y="2443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86432" y="23416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77454" y="22510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57343" y="21306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605978" y="217249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31140" y="20325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97314" y="26348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17714" y="22851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507703" y="22927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45057" y="2640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99927" y="22619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68286" y="2700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65264" y="18000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56067" y="27868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64299" y="2856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44137" y="23758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33501" y="2267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77682" y="2462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49716" y="2536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713833" y="31773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509872" y="22866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47491" y="27267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95122" y="2645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502269" y="24601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46738" y="2296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37847" y="239598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72139" y="2011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91306" y="2810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65196" y="19163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42214" y="21100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27563" y="19104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93330" y="20492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40850" y="2330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27745" y="2218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21677" y="209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400173" y="21937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400482" y="22324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74947" y="19193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26553" y="20721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77961" y="23973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20148" y="2948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36329" y="26979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22548" y="26578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31109" y="268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413012" y="25094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612736" y="2410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23258" y="23976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15603" y="24876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24262" y="23283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78272" y="2278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510652" y="22989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45098" y="2441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22309" y="18547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15563" y="24117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99813" y="26660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74953" y="2319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75951" y="18781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16804" y="2529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86781" y="1883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85838" y="2513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77483" y="24362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72362" y="2744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76533" y="25766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94023" y="25183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88623" y="2602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24193" y="2328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35843" y="2656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500057" y="21870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25472" y="2663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45617" y="29177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48472" y="18975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83344" y="22491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22800" y="198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58285" y="25530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604019" y="247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21521" y="28991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99253" y="23716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29049" y="25420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64585" y="24426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93115" y="21814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612286" y="23745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514116" y="2507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44374" y="3049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25618" y="2244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56397" y="2625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811358" y="25255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93324" y="204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28163" y="26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70858" y="22804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81392" y="2198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46939" y="20284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36841" y="21315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96940" y="155018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57938" y="204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38304" y="2443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57805" y="28813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56971" y="23137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36143" y="2346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58830" y="2527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41911" y="2434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39882" y="22024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55697" y="23098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76981" y="29013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72187" y="2201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515614" y="18812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67669" y="2255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24117" y="2133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85239" y="2220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502361" y="23332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27783" y="2208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605389" y="13241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48056" y="23906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91838" y="2280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97129" y="2466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501173" y="19171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612011" y="2328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612687" y="2347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32389" y="18758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81263" y="28629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20283" y="2512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83455" y="24738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87856" y="21298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64796" y="2357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9942" y="29151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94070" y="2800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30974" y="28666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20913" y="2818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86396" y="3120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38975" y="22780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71058" y="24149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88209" y="2182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36723" y="2139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81181" y="26365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80196" y="2139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81753" y="25210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88321" y="22421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95564" y="23810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74630" y="1994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43203" y="24310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18480" y="2116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411144" y="18783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84161" y="19175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85317" y="281922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47708" y="21338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38628" y="21769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72382" y="1990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38179" y="2164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606290" y="2692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93390" y="24723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49230" y="27116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611286" y="2228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92819" y="22842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511511" y="2604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607025" y="2452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68753" y="2314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22348" y="21571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36089" y="23440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48926" y="25028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70919" y="1726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500981" y="2009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42061" y="22481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55495" y="20413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77868" y="2406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24090" y="19726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005847" y="18470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44833" y="2138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34218" y="1857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56467" y="2469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80779" y="22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97023" y="22664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23480" y="2156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510585" y="19635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86991" y="23843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57437" y="2155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99996" y="19379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63471" y="23348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61248" y="2094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503444" y="18741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24003" y="21216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75438" y="2396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83891" y="203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45429" y="2372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28658" y="2479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62791" y="2361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69427" y="28845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707563" y="3184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84625" y="2397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53526" y="29049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77681" y="23971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83419" y="2634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18151" y="2449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74474" y="2168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87328" y="2670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47559" y="25644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37075" y="21102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69317" y="2088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38927" y="21000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96264" y="27625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39212" y="2772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56536" y="26348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79597" y="25734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41985" y="2559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99934" y="26267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612638" y="25118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21264" y="2627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42397" y="25903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91827" y="3242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711423" y="2324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65285" y="2923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38229" y="17288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413498" y="23394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87582" y="2463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66467" y="25366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49853" y="2725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63943" y="2570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408561" y="2479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36331" y="255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40789" y="23576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66220" y="19058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30759" y="28323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24924" y="23713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24940" y="210069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707991" y="26838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26648" y="23110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26729" y="2750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53352" y="20527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711684" y="31475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703058" y="30162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48613" y="27799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58318" y="24481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83013" y="286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78363" y="27038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85939" y="27298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89134" y="2555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42312" y="256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95281" y="2075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43042" y="21938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70664" y="19850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50620" y="19987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37455" y="22935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603579" y="26703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45176" y="23070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48577" y="2482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501006" y="28373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49594" y="20328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96813" y="2063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407332" y="24383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508396" y="21357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601400" y="2477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75887" y="2741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79695" y="21301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89955" y="21615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20288" y="2198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37601" y="167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21038" y="23913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515410" y="24271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709260" y="265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76401" y="27582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16780" y="260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84923" y="21556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52553" y="2353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62951" y="21717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60287" y="26962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44579" y="18670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29925" y="2069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44154" y="19662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87188" y="21310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58776" y="22811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33216" y="2254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68740" y="218064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61112" y="2637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82540" y="24509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34323" y="2647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28942" y="2176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42897" y="27347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511156" y="18776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53086" y="2249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24996" y="21466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17853" y="24158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602338" y="26178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23954" y="19696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52558" y="22650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47187" y="28013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45508" y="20482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413934" y="2374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53485" y="185284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86081" y="22709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66263" y="22515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29175" y="2566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51167" y="2668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40689" y="25112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73542" y="163326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91432" y="23375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79399" y="2520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604587" y="179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74210" y="2476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515194" y="22375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29378" y="24526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97370" y="2408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806311" y="2250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28299" y="20764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68004" y="20626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705765" y="2267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68112" y="21410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52709" y="20817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13658" y="257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94053" y="21623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608752" y="1623731"/>
              <a:ext cx="272622" cy="763160"/>
            </a:xfrm>
            <a:custGeom>
              <a:avLst/>
              <a:pathLst>
                <a:path w="272622" h="763160">
                  <a:moveTo>
                    <a:pt x="0" y="763160"/>
                  </a:moveTo>
                  <a:lnTo>
                    <a:pt x="272622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26496" y="1623731"/>
              <a:ext cx="67803" cy="70830"/>
            </a:xfrm>
            <a:custGeom>
              <a:avLst/>
              <a:pathLst>
                <a:path w="67803" h="70830">
                  <a:moveTo>
                    <a:pt x="67803" y="70830"/>
                  </a:moveTo>
                  <a:lnTo>
                    <a:pt x="54878" y="0"/>
                  </a:lnTo>
                  <a:lnTo>
                    <a:pt x="0" y="4660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608752" y="2386891"/>
              <a:ext cx="84299" cy="919322"/>
            </a:xfrm>
            <a:custGeom>
              <a:avLst/>
              <a:pathLst>
                <a:path w="84299" h="919322">
                  <a:moveTo>
                    <a:pt x="0" y="0"/>
                  </a:moveTo>
                  <a:lnTo>
                    <a:pt x="84299" y="9193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51508" y="3240833"/>
              <a:ext cx="71699" cy="65380"/>
            </a:xfrm>
            <a:custGeom>
              <a:avLst/>
              <a:pathLst>
                <a:path w="71699" h="65380">
                  <a:moveTo>
                    <a:pt x="0" y="6574"/>
                  </a:moveTo>
                  <a:lnTo>
                    <a:pt x="41543" y="65380"/>
                  </a:lnTo>
                  <a:lnTo>
                    <a:pt x="7169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892" y="2089841"/>
              <a:ext cx="444859" cy="297049"/>
            </a:xfrm>
            <a:custGeom>
              <a:avLst/>
              <a:pathLst>
                <a:path w="444859" h="297049">
                  <a:moveTo>
                    <a:pt x="444859" y="29704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892" y="2089841"/>
              <a:ext cx="71847" cy="64565"/>
            </a:xfrm>
            <a:custGeom>
              <a:avLst/>
              <a:pathLst>
                <a:path w="71847" h="64565">
                  <a:moveTo>
                    <a:pt x="71847" y="4687"/>
                  </a:moveTo>
                  <a:lnTo>
                    <a:pt x="0" y="0"/>
                  </a:lnTo>
                  <a:lnTo>
                    <a:pt x="31864" y="6456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608752" y="2018539"/>
              <a:ext cx="431938" cy="368351"/>
            </a:xfrm>
            <a:custGeom>
              <a:avLst/>
              <a:pathLst>
                <a:path w="431938" h="368351">
                  <a:moveTo>
                    <a:pt x="0" y="368351"/>
                  </a:moveTo>
                  <a:lnTo>
                    <a:pt x="43193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69886" y="2018539"/>
              <a:ext cx="70804" cy="67852"/>
            </a:xfrm>
            <a:custGeom>
              <a:avLst/>
              <a:pathLst>
                <a:path w="70804" h="67852">
                  <a:moveTo>
                    <a:pt x="46719" y="67852"/>
                  </a:moveTo>
                  <a:lnTo>
                    <a:pt x="70804" y="0"/>
                  </a:lnTo>
                  <a:lnTo>
                    <a:pt x="0" y="13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4763" y="1502901"/>
              <a:ext cx="316108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7086" y="3310458"/>
              <a:ext cx="23481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5389" y="1969011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05072" y="1897709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5205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90646" y="297125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09666" y="23458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09666" y="17205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20422" y="3012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20422" y="2386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20422" y="17615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5205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79895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608752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37610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646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29100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76977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5834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4691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4274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4434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52053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548979" y="3934484"/>
              <a:ext cx="51778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548979" y="3978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092484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158067" y="4000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570460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636043" y="40000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54745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20328" y="4000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2010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85685" y="400006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9807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63660" y="40000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6343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529017" y="4000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92879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94374" y="4000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38143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447020" y="40000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85941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924996" y="4000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331079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396662" y="40000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335747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13723" y="3983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29800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3364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41340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70669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172053" y="3983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624700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6102676" y="3983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574342" y="3983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2026-07-20T17:44:19Z</dcterms:modified>
  <cp:category/>
</cp:coreProperties>
</file>