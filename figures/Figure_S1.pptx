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42663" y="1185068"/>
              <a:ext cx="2581125" cy="2409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871191" y="27644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10777" y="29741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65211" y="25918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58675" y="25833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37679" y="25976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33317" y="26695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22426" y="25379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85267" y="25973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921673" y="25413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7765" y="256375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33906" y="24003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47375" y="25256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43480" y="23197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00534" y="23921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897937" y="25332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06864" y="24069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48494" y="23700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16241" y="25198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48112" y="25641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29411" y="26188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89519" y="24685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06840" y="24993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19872" y="28483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72981" y="25706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44418" y="28059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56419" y="27975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981187" y="26765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51519" y="26698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011011" y="27269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53436" y="2719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58784" y="26654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001689" y="28529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45532" y="27435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107062" y="25805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07084" y="23625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010456" y="24637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04155" y="24530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07185" y="269309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883670" y="27088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11348" y="25471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57397" y="26137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29217" y="26824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906741" y="27413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35180" y="20899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69544" y="235413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33736" y="28284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44068" y="28166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70645" y="289684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982877" y="25210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17518" y="25472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28962" y="25832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14265" y="287673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56755" y="28223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52632" y="27117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75087" y="26189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02864" y="26497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981287" y="27589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018231" y="25995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34063" y="26896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58789" y="263303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985208" y="28022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23568" y="24088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18857" y="27405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34279" y="26181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899920" y="264821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99612" y="24648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46145" y="2867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31274" y="246946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24800" y="310470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49068" y="29355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52147" y="293991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66521" y="257327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15854" y="27807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51232" y="281453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50079" y="27944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26450" y="23746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294048" y="297928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44277" y="25176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78794" y="24798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20713" y="25945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10113" y="27366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77370" y="26572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99998" y="256559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72774" y="270470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923920" y="25224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012460" y="2779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41943" y="250037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30335" y="266056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08873" y="27017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97332" y="24950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50733" y="26901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25650" y="24896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73553" y="2552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97437" y="30148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01213" y="28057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70875" y="27032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41039" y="26188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85081" y="229095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44204" y="21977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72061" y="278541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55868" y="261115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56903" y="23750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28382" y="25538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56913" y="235534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59802" y="25167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39546" y="24556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35310" y="24713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63373" y="25340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974953" y="25968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26455" y="24206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881775" y="26501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85855" y="24688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20936" y="24325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30922" y="23605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35914" y="25396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46359" y="24755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84716" y="25397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214349" y="24855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311215" y="259774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63350" y="241095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22872" y="25980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73809" y="24898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03096" y="26237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33620" y="26816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997004" y="25146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95216" y="25872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20784" y="26506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58645" y="25216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69938" y="26287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097870" y="30470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77006" y="255886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74776" y="26729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78895" y="28837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90835" y="28389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03144" y="24891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097758" y="275232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31737" y="27610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23549" y="266622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23810" y="288724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69971" y="28192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50586" y="30340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05596" y="289234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73344" y="304302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603594" y="289756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59111" y="313937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75106" y="300281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86907" y="306840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50504" y="316458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395132" y="29381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55254" y="2591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31031" y="23393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73852" y="25728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90150" y="25983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44557" y="26685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38581" y="25283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25900" y="24773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96873" y="24788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612864" y="23465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09627" y="25876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31497" y="24007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96242" y="2301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59934" y="24668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49767" y="23482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51018" y="26563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39699" y="23806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85913" y="24969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56860" y="24720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94122" y="26147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805116" y="26529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80184" y="27933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911369" y="25170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66671" y="25131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26090" y="26173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56905" y="242102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903020" y="2316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38691" y="25307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808333" y="24565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56954" y="23724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706574" y="27345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809305" y="24509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79979" y="258821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85544" y="27936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63853" y="25166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91268" y="22962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21260" y="2464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88828" y="26913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92117" y="26251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706796" y="25491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15514" y="24656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83089" y="2629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59012" y="2564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34287" y="24053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913024" y="26230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51938" y="26118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902869" y="24662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58492" y="2604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44051" y="25645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42974" y="26855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73262" y="24469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40690" y="2445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41332" y="22766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49091" y="24851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92144" y="25388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91253" y="23638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816884" y="28157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94540" y="2438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36626" y="26679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18502" y="2694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71304" y="27742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48244" y="26887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44668" y="26081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85824" y="24419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95126" y="24146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30499" y="25439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27090" y="25976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16943" y="25860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60509" y="26585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38132" y="27201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97341" y="23742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43511" y="25345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38765" y="25512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60132" y="26004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48702" y="25532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75621" y="262006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68161" y="26375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57841" y="24545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36732" y="2531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28706" y="26521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37406" y="25746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78458" y="26318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30984" y="24157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21640" y="22698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14246" y="27093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66883" y="22925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55724" y="257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74853" y="23961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29079" y="26770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90071" y="26041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20957" y="26206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705939" y="24802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54782" y="2158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07171" y="18861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69954" y="215190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71360" y="19280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67793" y="18475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51266" y="23200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48833" y="20478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72167" y="21697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14888" y="21972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220406" y="22397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47883" y="22465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95333" y="21550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108418" y="22064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227068" y="22225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84250" y="22292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237355" y="22562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79199" y="22020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90830" y="23867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76782" y="2124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201940" y="19439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84714" y="19164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912754" y="23808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42372" y="20620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022410" y="23714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93477" y="26398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83395" y="21174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74458" y="21464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92194" y="22873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203631" y="19913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70605" y="21559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41239" y="21447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62014" y="21460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94628" y="2129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40382" y="2018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008620" y="18731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77350" y="19129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90258" y="17418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66327" y="19689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34313" y="21431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62450" y="19653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200466" y="18672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001297" y="19218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97857" y="20672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68224" y="22122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024637" y="23678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65924" y="2099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912994" y="21083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48840" y="19207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48432" y="23857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78038" y="19096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61410" y="24365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77236" y="20343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48747" y="22138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53967" y="21533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411015" y="24956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64626" y="18140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014038" y="20193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78249" y="22083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90839" y="17960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027713" y="21510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90885" y="20138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38802" y="2110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87489" y="19794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52946" y="20053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59227" y="21126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78829" y="20254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63827" y="18539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131654" y="2058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007274" y="21532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86555" y="29082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198415" y="29307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218073" y="27645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83654" y="26802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70925" y="25916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23394" y="27979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20311" y="2690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213987" y="2908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20614" y="29607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004497" y="30439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74817" y="27727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978275" y="2769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66160" y="29114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52599" y="29251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35673" y="27749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34781" y="28240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010745" y="28505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872319" y="28561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512379" y="26981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32593" y="28202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923851" y="30802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081458" y="30355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28486" y="27601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48515" y="26514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202342" y="27525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69343" y="30690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871374" y="26239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63447" y="28902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398309" y="2971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979111" y="30439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36009" y="2865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70665" y="2883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999755" y="25902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995161" y="27147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38653" y="28358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918057" y="28868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199798" y="27424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56982" y="26678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75251" y="29942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018586" y="30373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32146" y="28123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23737" y="31844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085130" y="29086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875086" y="31603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088489" y="1597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62231" y="17636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922284" y="19706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991904" y="18451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818024" y="17196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020043" y="18025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31766" y="17207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019700" y="1389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53480" y="1600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084762" y="16771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900600" y="1710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46581" y="1761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70025" y="15596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61312" y="15646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71731" y="16143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40622" y="17119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103073" y="1567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089566" y="13939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113016" y="14872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39890" y="17356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52593" y="2022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972591" y="19293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976182" y="1613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093158" y="16536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090316" y="14609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220623" y="17434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987974" y="17906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305804" y="19243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69816" y="1780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995175" y="1762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898268" y="19081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114712" y="17261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910740" y="16088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54482" y="18665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082665" y="16203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51610" y="20851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973734" y="1643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820391" y="17696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185060" y="1709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87016" y="17271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51920" y="1591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77624" y="1588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42028" y="1717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68253" y="1660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508309" y="17069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58823" y="18141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919549" y="19023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092370" y="16614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74974" y="1722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38925" y="1599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49001" y="16797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91941" y="1894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49769" y="17115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898273" y="17997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48215" y="19482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11686" y="16495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902770" y="18675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889403" y="19478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905073" y="16648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66613" y="1688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47545" y="17700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17231" y="17453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89073" y="15167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28398" y="16324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52215" y="1675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08259" y="16398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97727" y="18226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41120" y="16459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29046" y="19488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44938" y="12701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65249" y="17563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49471" y="15867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984279" y="18271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14810" y="16527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61019" y="16181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57927" y="15234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976293" y="16131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52022" y="1855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62074" y="1742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27967" y="15356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98399" y="1661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54059" y="18050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46179" y="18154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813784" y="18050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819485" y="16467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33284" y="1797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913258" y="1823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45902" y="16457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1976578" y="20011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93213" y="15534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81827" y="31716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59089" y="32144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59372" y="31714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89954" y="324353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28172" y="318681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188715" y="301486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43741" y="316581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55407" y="31302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60364" y="32187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110200" y="32673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57166" y="30608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70620" y="31588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66442" y="30924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79901" y="308239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083458" y="29920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883514" y="28419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47526" y="29606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45621" y="311119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52683" y="30832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63366" y="27090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34074" y="29570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115462" y="32341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72205" y="31222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1996329" y="31263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36350" y="29514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209192" y="262105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51212" y="31221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215601" y="277022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41683" y="25997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612740" y="28486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5342" y="27272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94335" y="25898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60826" y="261605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54773" y="253857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65325" y="26853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93096" y="30561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29777" y="25195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76967" y="25774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86073" y="29445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69357" y="312828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44239" y="26919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72219" y="26355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608842" y="29840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78121" y="24470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507040" y="30117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77233" y="28734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99847" y="2718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23538" y="28517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55854" y="300264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37425" y="27514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63765" y="26779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66771" y="24937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32582" y="2763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500246" y="30223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205545" y="26530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61512" y="26384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55229" y="30542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40683" y="29674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53164" y="27474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51631" y="28763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69772" y="27609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308215" y="28123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87230" y="28141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37880" y="28233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87345" y="274815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59658" y="29507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34431" y="30122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70473" y="30419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73447" y="28946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001631" y="1497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26751" y="26959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36606" y="16029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201200" y="18889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087746" y="18169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42570" y="17025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60814" y="18319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33352" y="17874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891758" y="13948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885832" y="2004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38162" y="1731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37957" y="18161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798940" y="17097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1982189" y="25283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883251" y="1555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31849" y="1558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910674" y="19898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31859" y="236523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913453" y="16945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44551" y="25148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817458" y="16270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47645" y="24605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772572" y="16101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32592" y="294866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53604" y="17489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40249" y="18209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093582" y="317848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66891" y="1757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65210" y="30860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56451" y="17034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1986534" y="18568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119897" y="29187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48051" y="16980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49046" y="16846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64780" y="24491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919883" y="1748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895550" y="17069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878896" y="1639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917888" y="244051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47884" y="17756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1997173" y="18521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58861" y="1729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102652" y="20516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005726" y="18110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119287" y="20643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084037" y="18656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66664" y="16880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35349" y="15754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773205" y="27599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876400" y="17456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210138" y="30662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61676" y="1574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35359" y="19533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48394" y="28082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008073" y="16851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69331" y="30898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905364" y="19343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80615" y="30506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50112" y="24586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69370" y="1689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920925" y="18130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921408" y="21260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868032" y="16430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44087" y="28196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64106" y="19860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52843" y="30768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30809" y="1699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914129" y="30038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76277" y="1859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34265" y="29797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37724" y="17280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300171" y="28198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68941" y="19740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1994240" y="29355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777429" y="29210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57125" y="1684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886973" y="33056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795969" y="18071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781151" y="3207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50735" y="1645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896189" y="2880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50820" y="1787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806236" y="18974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22813" y="2055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55919" y="18247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867338" y="33065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1972420" y="2065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798561" y="27734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37128" y="2093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711339" y="17854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870363" y="31218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1989849" y="2029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1998175" y="29925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37167" y="16245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016469" y="30013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021510" y="15837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66631" y="29615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24437" y="15281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011979" y="17898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31063" y="28566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882831" y="17433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869288" y="25276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896235" y="16185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911651" y="28021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089859" y="1784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69520" y="1911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60493" y="22073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891595" y="20973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920497" y="21860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913706" y="19480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71893" y="30459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42446" y="13447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62182" y="29301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29900" y="29907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1979026" y="16131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54694" y="31239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28154" y="17467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906431" y="28334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822545" y="14422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623109" y="27673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669819" y="17256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478597" y="28838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43181" y="1501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35570" y="26859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37703" y="28838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32618" y="28538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897427" y="26667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891964" y="27312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908367" y="25870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49208" y="25837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812513" y="263848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45389" y="24526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699016" y="2611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718788" y="25145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552801" y="25173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64690" y="25527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31622" y="27308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56178" y="25719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43886" y="2512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868275" y="26168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814542" y="27129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49606" y="22972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52096" y="26267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700009" y="26791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30905" y="25044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984338" y="23795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41642" y="2366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010553" y="28376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50191" y="26079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974624" y="25765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24881" y="23190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55245" y="22631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51282" y="27967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80619" y="17703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29226" y="1922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105212" y="26934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60031" y="13843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887708" y="18198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41671" y="28030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44496" y="23933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29932" y="16721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38404" y="21199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62498" y="18614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24868" y="19468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44454" y="1971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63893" y="15279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24747" y="16918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82371" y="1505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914245" y="2761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54712" y="26367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42764" y="23690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25573" y="15196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788355" y="25030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914291" y="17584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23672" y="1725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61692" y="19218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204775" y="17204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21799" y="17404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13479" y="13535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65943" y="17202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88860" y="14686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61878" y="24293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37689" y="1731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03912" y="26311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26842" y="16132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44418" y="25283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977846" y="1616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922685" y="24579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905526" y="18688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19808" y="26307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31874" y="1751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76337" y="13298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45582" y="16623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71021" y="2567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96765" y="15713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986625" y="16705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984421" y="18399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981991" y="1442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924397" y="23730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999945" y="1614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67459" y="2387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32938" y="1836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19990" y="21135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31715" y="26915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10397" y="19403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70574" y="20879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801475" y="16155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89677" y="1741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59802" y="21216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66636" y="20078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83304" y="16756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40865" y="19235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908291" y="19355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71479" y="20703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095900" y="1791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90384" y="13589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29075" y="22573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39525" y="15818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87841" y="18828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981921" y="16759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68345" y="18342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23360" y="18317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98321" y="19588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61623" y="1824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69199" y="1592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44081" y="24083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60381" y="18637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78035" y="19981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88637" y="20497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57069" y="15179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874002" y="2122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301395" y="22496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66377" y="1532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65721" y="17601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07632" y="19899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71226" y="16558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48493" y="18981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909955" y="2066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03955" y="21334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47305" y="15015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20047" y="21305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63291" y="24032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215770" y="1673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089121" y="21825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113908" y="2550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23358" y="2566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51744" y="186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37357" y="21371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44370" y="18692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80765" y="2205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31393" y="20560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92410" y="23945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090741" y="1648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88156" y="24302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013200" y="1431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12871" y="1683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13476" y="14157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910904" y="21274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55654" y="18227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800306" y="23197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11827" y="16633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082470" y="2240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87523" y="21192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69469" y="21568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86409" y="1998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26551" y="13747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120954" y="1814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71350" y="21102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33741" y="183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503177" y="19868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90813" y="17926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893343" y="14884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902604" y="20582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36678" y="1995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47545" y="20784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40120" y="18348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46116" y="24517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977866" y="16776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100049" y="16956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22889" y="17576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50305" y="17895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34288" y="25054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33535" y="1983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49585" y="15199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891569" y="1631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28892" y="24994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44992" y="15219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89510" y="23948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83449" y="1712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37527" y="1686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63611" y="1845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190874" y="16626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102970" y="16393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503675" y="22470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98082" y="22790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56912" y="22530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59568" y="21174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46614" y="18214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117298" y="15569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203522" y="14728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84592" y="25831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085067" y="16973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39857" y="16984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092226" y="15835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085867" y="13985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412691" y="2054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92129" y="26495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304045" y="1722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20884" y="1607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74824" y="24006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185906" y="17678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72251" y="18232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189172" y="20424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49937" y="2056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79445" y="2182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102795" y="15108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082889" y="1930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70757" y="19085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887533" y="1769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51790" y="2101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36047" y="25010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205960" y="17389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121755" y="18512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203261" y="1858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38230" y="23953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306694" y="2397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32240" y="1629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32549" y="21505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602684" y="20498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60522" y="16448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085804" y="1722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68655" y="146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51261" y="17148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77419" y="18193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84156" y="1490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38712" y="2147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25876" y="20862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024355" y="27087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49938" y="2856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1982884" y="2548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58690" y="26277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28968" y="25138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27257" y="2693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24592" y="2778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46065" y="28346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73942" y="24762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35278" y="28640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91547" y="2486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82931" y="287417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82047" y="2342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32655" y="28503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49560" y="30594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26921" y="24357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47029" y="30856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38708" y="26461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61296" y="22724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71834" y="27305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30234" y="25485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87391" y="27587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08931" y="30842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40186" y="26750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93619" y="21600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34796" y="29422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30173" y="29404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37488" y="26649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15548" y="23535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72970" y="2632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68859" y="25263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54667" y="27167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70064" y="22483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103337" y="2450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39433" y="2320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092812" y="23989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60198" y="22615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85998" y="22152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42052" y="25335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49644" y="316136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76823" y="3064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73317" y="24933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47951" y="27959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73292" y="25628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80875" y="26935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89731" y="2911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3010411" y="29454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86156" y="27638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40536" y="21842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205084" y="27665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707742" y="216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57879" y="28720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25901" y="30369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43755" y="25794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92009" y="26226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83735" y="2426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85660" y="26741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298346" y="27001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96158" y="241659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36012" y="23298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75008" y="27819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25172" y="25499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45423" y="26536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706993" y="26571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38062" y="24449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97840" y="27782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60760" y="25485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75730" y="26649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96598" y="26221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89261" y="27518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33511" y="29020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83963" y="26847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69129" y="27730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711191" y="27845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55533" y="26565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919120" y="23306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815803" y="26900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73925" y="23547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64870" y="28640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75635" y="278346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607085" y="26011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90265" y="260137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96388" y="26270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81532" y="2693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26304" y="27815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65541" y="266962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46666" y="27072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711633" y="25273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208408" y="29079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318792" y="27466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54137" y="27854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73934" y="26744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45851" y="26230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77592" y="26298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79602" y="263893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72399" y="26281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66469" y="2792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19978" y="26023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614266" y="27117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24216" y="28429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22691" y="25412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54480" y="26676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54433" y="22897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25310" y="24996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800491" y="27865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807349" y="26627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85275" y="27106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909424" y="233455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96561" y="27917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704389" y="248873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49078" y="274995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35941" y="26399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403039" y="249020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18774" y="24924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77006" y="29295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25166" y="24067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78320" y="23596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72096" y="2357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44806" y="26551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77296" y="27072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18868" y="289022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43144" y="23582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66048" y="27068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602443" y="2626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20106" y="25539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95499" y="27959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67268" y="2543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67223" y="25590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009072" y="28145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67244" y="27047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20722" y="28732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30470" y="28658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99545" y="24515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47550" y="28334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36253" y="25314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505630" y="22916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40950" y="25422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34198" y="29022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76132" y="25700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78364" y="28347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61519" y="28155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94889" y="312598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43227" y="311419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65726" y="25533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55979" y="28602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48689" y="29009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93942" y="25278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70378" y="29853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48112" y="297606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32849" y="280071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65574" y="294236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77452" y="23800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29506" y="276760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43890" y="30867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57180" y="272051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31373" y="29461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80941" y="294993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34456" y="26559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399147" y="25070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50734" y="283088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22586" y="27463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27671" y="30910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95705" y="27367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41212" y="316156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85569" y="25106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415625" y="302629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410240" y="28346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40950" y="274369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505516" y="268680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70308" y="287811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57010" y="271365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77614" y="278142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81024" y="26060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22878" y="234796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97754" y="22391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89858" y="281248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205038" y="264772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48934" y="14311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777768" y="23807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42033" y="15317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12579" y="291367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804871" y="22620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976315" y="14361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31470" y="23441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42663" y="271545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08436" y="1632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300650" y="27533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898877" y="24134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983462" y="1754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090809" y="1531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762999" y="267148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099414" y="25954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89058" y="24848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021615" y="270659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96878" y="15798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003729" y="28326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28864" y="1757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891867" y="27751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73755" y="2970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69746" y="25919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57245" y="18541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69344" y="29694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208458" y="32187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48281" y="1735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93342" y="234901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66019" y="30043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34731" y="1664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110878" y="24927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397790" y="31234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66328" y="15336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86712" y="26740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67182" y="26033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04622" y="257951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35725" y="25801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62648" y="25684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36087" y="30839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207540" y="1743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094296" y="307713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53798" y="24250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095842" y="30696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77186" y="282717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56815" y="262426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59480" y="29913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196430" y="29229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10646" y="19770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90642" y="30533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114319" y="13394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70845" y="1680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69892" y="23523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292061" y="2995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58956" y="1984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213980" y="30476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59413" y="19426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59655" y="29670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67565" y="271660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205550" y="19098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04312" y="2893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50500" y="2020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21640" y="1860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088226" y="18135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990168" y="1878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27577" y="1702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291038" y="27760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61629" y="16380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46127" y="2555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36586" y="1811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70250" y="30120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35515" y="29978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97953" y="29630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68995" y="30472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909107" y="25017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61087" y="1439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89448" y="16781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878913" y="2378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31229" y="3152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26271" y="1759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72083" y="17911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71099" y="27717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70318" y="30469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78800" y="28540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34350" y="3077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867537" y="17256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26515" y="25600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095811" y="27620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301788" y="30716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019731" y="26009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972821" y="1786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05089" y="1624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89281" y="1815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49846" y="30184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31395" y="28735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37232" y="33621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61216" y="16942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61040" y="29478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31459" y="28152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71496" y="2563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62825" y="28674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110420" y="19516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88468" y="16889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113301" y="14732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47105" y="20989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24941" y="2118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24809" y="1857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085560" y="22783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913494" y="27839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210240" y="2726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46566" y="25092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67084" y="1704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93125" y="26824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95111" y="1711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32404" y="26565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63564" y="15437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60896" y="29395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26707" y="17930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47818" y="27649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21535" y="32383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29573" y="2077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002158" y="22300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093304" y="23437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47535" y="18688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30674" y="27476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29088" y="18298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56670" y="19973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24798" y="17791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119160" y="23971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107610" y="18400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41295" y="21716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112419" y="2100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78691" y="28877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28752" y="22485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41929" y="16807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44885" y="24806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209421" y="28313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41828" y="25356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111608" y="15881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24919" y="26770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022700" y="1642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892612" y="26964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000056" y="17844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30845" y="24561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56359" y="26144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70406" y="18378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44168" y="17852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32689" y="1735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000904" y="28378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23494" y="17758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018802" y="16143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38117" y="25128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1980051" y="15192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63551" y="25227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36149" y="23454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213813" y="17766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17381" y="22913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52694" y="24587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56841" y="17969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187536" y="16978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69982" y="17568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25651" y="20868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43597" y="24227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63989" y="1870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414933" y="257552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917215" y="26564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1991256" y="1710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70500" y="26321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674050" y="31258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68024" y="27719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55107" y="1691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36065" y="27071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200163" y="18285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892577" y="25173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199259" y="25447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100573" y="2091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1976086" y="25122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106828" y="24394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003522" y="18128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76227" y="2367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208571" y="18578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82772" y="29349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65433" y="18946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29707" y="28796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206334" y="27384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774092" y="18090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35629" y="16528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53201" y="24690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35797" y="16362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26188" y="258599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186558" y="1592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300714" y="13784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215432" y="28353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212141" y="27898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198704" y="19688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35703" y="23481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44031" y="2202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80728" y="18527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43112" y="26141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83869" y="14047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85839" y="15888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508355" y="25705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62568" y="1509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38350" y="27600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25843" y="2469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188961" y="28151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30313" y="18568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33457" y="20901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29347" y="29297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57913" y="27262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87883" y="1872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75883" y="26143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305742" y="18967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51736" y="17405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22473" y="25913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93183" y="19986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79443" y="2414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112533" y="16953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77938" y="24613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54293" y="16477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28781" y="24586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825009" y="27266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81840" y="1715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112804" y="27375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31683" y="31132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48411" y="15194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50954" y="2856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26499" y="28219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290753" y="3007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204496" y="21085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44892" y="29437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28440" y="20741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308215" y="27469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14298" y="21931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39534" y="30478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70423" y="19438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32292" y="28558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43776" y="20230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014760" y="31096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15754" y="20228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294818" y="32309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47944" y="25976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417399" y="19614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40654" y="27248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67800" y="19836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69622" y="28933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39225" y="23802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54279" y="23656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121784" y="30132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56946" y="24581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90013" y="23116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411257" y="18842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56496" y="31185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79180" y="24049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396978" y="2934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99101" y="18140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54385" y="28658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69017" y="28426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805682" y="22768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35155" y="15856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55575" y="24881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230065" y="20572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40184" y="24919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232678" y="17699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26338" y="25969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92286" y="262648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42860" y="27426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64836" y="27263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45484" y="19718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65454" y="27962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017962" y="21010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212056" y="1629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017916" y="28414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79575" y="19368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43410" y="30231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85702" y="19239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36580" y="23080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29753" y="30460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29727" y="16663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02582" y="25390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82049" y="2250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411209" y="2255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90245" y="26042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64447" y="27326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27350" y="17931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91875" y="19255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48600" y="25515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63479" y="16484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80405" y="2317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69999" y="22427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28840" y="26276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407527" y="25613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98531" y="26244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85496" y="18244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51261" y="28554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77312" y="16810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022863" y="25362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65659" y="31754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86292" y="23471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708765" y="2533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50845" y="19860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69046" y="23988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78380" y="17460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103848" y="29503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106428" y="22283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001017" y="27912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77695" y="18658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395651" y="23506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86898" y="2218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18748" y="26233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71091" y="17096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51798" y="28694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31569" y="2010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087567" y="1580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34639" y="1958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61168" y="23348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910484" y="29853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40099" y="18066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22156" y="28669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017951" y="23242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66634" y="18518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73714" y="27941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40907" y="14391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607710" y="29001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62590" y="31842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68626" y="20243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916179" y="17629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900414" y="1929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50311" y="20443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105370" y="16500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61632" y="30490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41780" y="22044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85448" y="25050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005418" y="1663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52418" y="24070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45455" y="25933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97018" y="28703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81174" y="28166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60038" y="20041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37729" y="22457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36746" y="27902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214148" y="2158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67408" y="2222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64923" y="22991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45442" y="20741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58140" y="24946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51647" y="2090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56589" y="2561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71672" y="27307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600388" y="18539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45492" y="2291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317943" y="33290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52310" y="27176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305789" y="18751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60333" y="22223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79050" y="23072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47289" y="31566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808263" y="27394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307987" y="16359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67019" y="18755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48455" y="29407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193027" y="18011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24009" y="29527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30121" y="1965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43847" y="17161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87696" y="24409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50939" y="27594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127659" y="20658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67769" y="1819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88671" y="2849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293726" y="1629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10724" y="23876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74755" y="2609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55189" y="1698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53375" y="2687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46049" y="29657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58185" y="19563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114964" y="3116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61272" y="20162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51165" y="27552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097938" y="15943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53180" y="21555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75428" y="23741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913992" y="27334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25389" y="17044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28977" y="30281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52096" y="1786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65745" y="33723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75917" y="20540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198219" y="32088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198359" y="18186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64293" y="30036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109007" y="19204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61606" y="24611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808312" y="21935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1994886" y="2824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55909" y="27141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29765" y="2162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55261" y="27432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291418" y="18545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189832" y="30208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303616" y="2402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093275" y="17417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54591" y="24686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57177" y="27392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32486" y="27524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57942" y="22661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46564" y="21835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46238" y="20928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45617" y="31310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64579" y="17469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096751" y="18084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93742" y="28033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37051" y="27472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48535" y="262933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91793" y="17764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46992" y="29171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56646" y="26628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92364" y="26706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46203" y="17466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118473" y="17054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79105" y="295214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63471" y="2460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82897" y="28794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46859" y="18740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410504" y="25974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005676" y="21565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52059" y="30855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77934" y="21089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81922" y="1734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60768" y="25953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024156" y="27268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40977" y="2208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49394" y="30488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74740" y="24653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85380" y="23716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80467" y="19862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63377" y="25648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87080" y="18049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52856" y="1855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46141" y="29594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35993" y="22225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39335" y="299292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914236" y="19037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66287" y="19470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77763" y="299928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17246" y="267523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007163" y="18057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50244" y="27234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63483" y="17543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56476" y="18194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88700" y="28617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801070" y="19653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814324" y="20107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96961" y="18786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72955" y="2996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919831" y="25689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37298" y="27188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54220" y="18531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90645" y="258762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82177" y="25929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905764" y="17452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63015" y="268116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24944" y="26205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86331" y="17550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34084" y="31112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67074" y="27530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85662" y="31545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130651" y="16106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817311" y="30072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80748" y="28396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701557" y="28042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217345" y="19185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902319" y="19856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88876" y="265149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70540" y="25998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90334" y="16130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75402" y="25808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121233" y="18276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76109" y="16911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192386" y="25321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901860" y="28984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37111" y="26041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58397" y="28954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40409" y="1999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23597" y="17669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49149" y="26449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88884" y="26194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27138" y="17756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901987" y="1849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25801" y="2806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91852" y="267748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98069" y="16538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917556" y="20759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922321" y="27722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93986" y="27010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83693" y="25384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71783" y="1788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56000" y="20876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61807" y="25508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49146" y="18614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98199" y="2131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63537" y="29786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79928" y="2679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41618" y="22937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43965" y="28434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916602" y="2925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72727" y="19501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088682" y="23428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75446" y="1866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025665" y="20028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58796" y="26107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189817" y="27280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102690" y="27263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100898" y="30677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128022" y="18393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39825" y="26558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094711" y="30708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55335" y="27965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087893" y="1927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93114" y="18350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68093" y="27797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91856" y="24885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72654" y="26231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65926" y="1712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42510" y="253121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414960" y="22446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82646" y="19748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911622" y="25973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1988562" y="29481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32979" y="19808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82329" y="25898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910784" y="22283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48551" y="20991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79343" y="21170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38544" y="29302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185226" y="33109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98531" y="18937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73434" y="30444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48437" y="18999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43260" y="20563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94291" y="276239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97866" y="27637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399533" y="274245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72003" y="28756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70120" y="29563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226550" y="18885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72591" y="16020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019678" y="19444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79200" y="27074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94334" y="24672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36757" y="29172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85115" y="24858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81037" y="23909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68934" y="27576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37645" y="18308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94097" y="26306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333651" y="19559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99836" y="28494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80312" y="25649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70440" y="2473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214551" y="2730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209690" y="18274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27444" y="27986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009465" y="28030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71844" y="27324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62020" y="27353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110693" y="31475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65335" y="1686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86259" y="28478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59694" y="2002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46126" y="23486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208224" y="29412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102548" y="24933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53025" y="18366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409470" y="260603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29548" y="24403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49815" y="2350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624294" y="20527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47030" y="19108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72786" y="2707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111534" y="1667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17747" y="261940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51313" y="26304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44670" y="28580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26418" y="2571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52383" y="28814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66119" y="28704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87434" y="267445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545327" y="21912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802655" y="2856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71682" y="27719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25378" y="25680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109776" y="19438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53104" y="32342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014374" y="21431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23982" y="259956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35109" y="2778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85452" y="18901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28024" y="26775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59867" y="21335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1978185" y="302297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58081" y="27219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56993" y="1923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70648" y="29568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33612" y="26028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291228" y="267496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37627" y="1410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220810" y="19724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83973" y="19705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24016" y="256291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097445" y="34608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45158" y="23916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79103" y="27365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30075" y="17714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29575" y="21501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306849" y="30095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526210" y="22524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77382" y="31404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292049" y="19471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105001" y="24583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002871" y="27288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099099" y="28657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43021" y="28412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49973" y="18174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69722" y="20577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63805" y="287714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27482" y="26979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80673" y="18670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095209" y="17393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44826" y="26938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91382" y="30386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119203" y="27273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36617" y="30052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70191" y="25914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000879" y="26784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203404" y="25500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104215" y="23382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47027" y="1564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36791" y="275375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92090" y="22409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41484" y="19122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218171" y="26611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65133" y="29977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46817" y="30228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118916" y="21013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68352" y="17778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53845" y="24054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084888" y="3074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017222" y="23992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33149" y="26521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47938" y="26381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49532" y="273470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112733" y="17852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21814" y="30866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31475" y="21850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69670" y="28705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022293" y="26303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22225" y="28997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95466" y="25118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82290" y="285683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22425" y="2518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909227" y="28265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876385" y="250188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1982145" y="27622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307893" y="21145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98218" y="1900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72132" y="29619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106169" y="27766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195064" y="22018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28429" y="244882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804222" y="25752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109452" y="20737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188666" y="18412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292077" y="25959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40847" y="28850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189108" y="27029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920058" y="31045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34215" y="27788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022026" y="19766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66768" y="1514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198772" y="27792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40277" y="27691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41261" y="26640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24964" y="269568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40987" y="28096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76997" y="29064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49906" y="15886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69973" y="26470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079993" y="25982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216965" y="28834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70783" y="31861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30557" y="25004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99994" y="27219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28014" y="28965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49379" y="275920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35256" y="271279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84974" y="20201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115971" y="2002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51064" y="26768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23184" y="29852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62607" y="30967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49373" y="282767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43721" y="1869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117776" y="19582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197455" y="300005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67203" y="30470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64979" y="2296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293594" y="28783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85621" y="24942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49843" y="31275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42369" y="28564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38930" y="31478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220692" y="18384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36216" y="22766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70144" y="244900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77823" y="30117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62030" y="21232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35599" y="26640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408227" y="29985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410283" y="17147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78991" y="26593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43287" y="26748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92837" y="25284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294739" y="284840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85616" y="18077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815179" y="27966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85348" y="19439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23711" y="27994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58769" y="30246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298911" y="27912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66704" y="286416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73778" y="1822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1988216" y="28375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20289" y="26423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64333" y="18508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316226" y="21969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919107" y="26894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68312" y="261342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55205" y="19986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28899" y="23872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094454" y="27655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62170" y="26436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74125" y="30748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66648" y="30079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93009" y="27262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71331" y="2128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115319" y="2995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103178" y="1922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1994836" y="28582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47824" y="31459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92085" y="21178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26967" y="26179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20921" y="17809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47224" y="28388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814973" y="29267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50721" y="24342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61597" y="25936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59534" y="29955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080936" y="28419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50495" y="27362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47103" y="28233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38276" y="18491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83626" y="1825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25515" y="28063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27773" y="26660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77659" y="19549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83342" y="23912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63284" y="303829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913006" y="26764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701342" y="29056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212388" y="27797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306386" y="22164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31990" y="25846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021328" y="28276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30472" y="29381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48506" y="22844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022360" y="28613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70839" y="1361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84053" y="263457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24143" y="303039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214572" y="20157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42132" y="1987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74326" y="24457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26224" y="1407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30543" y="298585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34799" y="26796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60627" y="26454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31361" y="301825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47540" y="27823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1980476" y="1837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28230" y="27278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115064" y="17341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080072" y="26144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36784" y="25530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99970" y="29255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45606" y="24803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74742" y="29073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91068" y="18781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76809" y="18666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73846" y="25743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46606" y="28391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75614" y="285912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58916" y="28587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108418" y="28023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50306" y="1670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1995041" y="25682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917560" y="26182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021261" y="25898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101298" y="27498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54262" y="15112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58185" y="2588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84486" y="26640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69945" y="26236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39687" y="23425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64788" y="28771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100084" y="1765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708431" y="23390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714123" y="27374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61161" y="28077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42060" y="1599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41694" y="26957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1996511" y="279085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27018" y="24934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43515" y="24930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33448" y="20907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3007683" y="21319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40505" y="27933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1975967" y="28968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55511" y="26289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47404" y="2445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892314" y="18478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3002882" y="28593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18163" y="28183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40151" y="26452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41321" y="19620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60775" y="18622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38005" y="2642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758719" y="22592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54601" y="1842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89115" y="25651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46295" y="27431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52003" y="225674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34992" y="25753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70524" y="27971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317576" y="26812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90859" y="29667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75389" y="1866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68652" y="30406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96669" y="22485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905940" y="16433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500145" y="2367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99542" y="19784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503662" y="26676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38524" y="16358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54446" y="24859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84183" y="18687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53054" y="27930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83928" y="26720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28306" y="29333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42785" y="28400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909123" y="28192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76543" y="25734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41247" y="26597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63391" y="26744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26702" y="31085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27078" y="1610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62863" y="19984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42851" y="2601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086591" y="2714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77304" y="18924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40023" y="267522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67750" y="29985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004342" y="31292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601444" y="1741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64986" y="1914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809032" y="28556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506773" y="265969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19050" y="2467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20876" y="26752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48067" y="26631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99213" y="30840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54495" y="16533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51959" y="27935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51582" y="277235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611203" y="24774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415754" y="27557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85050" y="20462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20820" y="24930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87270" y="28142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089182" y="28340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117986" y="25566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52319" y="19792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108467" y="15597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63598" y="29202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62819" y="25155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52590" y="20208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45760" y="17090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40560" y="286551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29593" y="28824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27763" y="284279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33063" y="22854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873381" y="25056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77326" y="30292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77817" y="29461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118766" y="20898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25760" y="26951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307897" y="23440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50360" y="27627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97272" y="28759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60738" y="19149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43513" y="277992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502910" y="26752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82146" y="29039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21421" y="29115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86295" y="28199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88104" y="3148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65843" y="20807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58513" y="23899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95838" y="27118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215190" y="19946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82734" y="23880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303728" y="29540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78790" y="2236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56004" y="2497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83624" y="26907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31029" y="30269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98372" y="18329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29687" y="1887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56795" y="29580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19170" y="26737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81343" y="20316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21921" y="20280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43293" y="27011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227933" y="277501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77237" y="282039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20494" y="287446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237949" y="2119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37242" y="32018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35136" y="3120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56148" y="30727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30058" y="25349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3002315" y="23365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41561" y="23233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811277" y="27748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105603" y="30240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1985270" y="16888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37747" y="25960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33780" y="22691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55136" y="28718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45703" y="23864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48857" y="27111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68025" y="18921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49869" y="307337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407909" y="14844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91689" y="23581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64879" y="24784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25769" y="24132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64086" y="30430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60157" y="26245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37415" y="15440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511673" y="17156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25751" y="28875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28471" y="16793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88948" y="2418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46015" y="27778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63818" y="30741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57250" y="28408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408507" y="1912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84795" y="28787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29768" y="306861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83070" y="26796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118078" y="22605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41130" y="28830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49366" y="16495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21545" y="26788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82592" y="26335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59693" y="25122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96544" y="24839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3000837" y="2549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73526" y="26172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36239" y="26093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61129" y="17037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297975" y="2908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208401" y="284324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185441" y="16656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27760" y="28599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186104" y="18819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45686" y="18813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58595" y="25858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55167" y="28067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70053" y="290324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810458" y="27954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113727" y="27260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62204" y="17070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46729" y="30767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85453" y="20255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76382" y="26908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118515" y="18982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59308" y="286521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50555" y="29113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095897" y="26474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74551" y="2597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47346" y="21396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31455" y="24228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69359" y="33641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012324" y="1932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38919" y="25936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99512" y="27666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327529" y="18497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85452" y="23015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319190" y="29255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192774" y="265261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091283" y="17930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41312" y="25610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35254" y="2546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91279" y="1864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558736" y="26007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201437" y="30712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58275" y="24554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48963" y="27520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59728" y="27812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778258" y="243305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48137" y="29121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29109" y="263913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86585" y="26596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26539" y="25975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115801" y="14804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021421" y="16715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77383" y="18568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63334" y="2293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57986" y="25597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186507" y="29509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36280" y="25802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66059" y="26687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70724" y="1794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89966" y="19519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33016" y="25803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39321" y="1930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916346" y="23657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33049" y="20025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39990" y="24676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18194" y="278486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55998" y="17817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45981" y="293105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89906" y="26969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016812" y="21546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78125" y="26916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28692" y="15648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190377" y="31986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60936" y="26968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58846" y="25888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116539" y="26359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57123" y="276000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52348" y="1939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79184" y="2386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48348" y="1912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27443" y="29626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29023" y="258631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825709" y="28983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52224" y="15729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54251" y="21350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61578" y="226692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014771" y="29534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37443" y="25860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52685" y="24926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806328" y="25123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38277" y="29086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62319" y="31169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72581" y="19076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189013" y="1348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61812" y="29287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56138" y="18968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73725" y="28541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198090" y="1842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50553" y="33958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79550" y="29033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39187" y="265278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27185" y="29524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87315" y="28291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89448" y="18254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108094" y="28592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095565" y="1864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089750" y="27337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69437" y="2606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126412" y="21429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78668" y="29107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50374" y="28030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52120" y="26998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42089" y="15997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24517" y="262907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020043" y="2332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80949" y="288927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015999" y="28541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086692" y="28659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72971" y="26626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46055" y="28958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95903" y="19897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62914" y="27080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53969" y="15791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38370" y="28396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44873" y="30856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50722" y="1610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53414" y="18204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098146" y="2799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55564" y="25109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20560" y="22767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53294" y="15506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84003" y="25469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63979" y="27894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37045" y="2889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3004998" y="278358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120212" y="22765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40035" y="256506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42167" y="1599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415488" y="17542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809227" y="24630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67800" y="18595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30090" y="33476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1986103" y="17039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33322" y="23648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40276" y="26616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46585" y="2552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71721" y="17505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31916" y="26199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110331" y="27563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39855" y="27004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49932" y="15255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54525" y="16189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23750" y="23533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54919" y="26453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28612" y="20710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71290" y="25935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38229" y="29554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414105" y="29084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65065" y="1829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3004906" y="23727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37599" y="285059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35861" y="27923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61455" y="27943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132141" y="22309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52367" y="2048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54428" y="27511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187391" y="29265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63574" y="2879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41206" y="274561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028475" y="24341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47183" y="28678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3000680" y="2745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71729" y="27777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50853" y="1731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51617" y="30053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84473" y="20456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54763" y="24295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72451" y="29643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82873" y="14587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1986598" y="24901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93532" y="28834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76224" y="27345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56595" y="26697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110379" y="26378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011617" y="21693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184123" y="17088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85098" y="28714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18579" y="1679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71072" y="24646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88788" y="24762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62164" y="275908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89838" y="25903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66070" y="260023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508286" y="26498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095878" y="26036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204061" y="31515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24953" y="14811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71702" y="18920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35811" y="30517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33817" y="25409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90619" y="2880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67963" y="19080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53619" y="24463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66374" y="24837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85015" y="19085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34653" y="1682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67826" y="25229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86085" y="22599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3010250" y="23033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37985" y="27581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023717" y="26344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95183" y="2771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39650" y="24810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90352" y="18355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82739" y="253577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20542" y="26140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35238" y="23433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53522" y="1676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49139" y="25431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67483" y="28726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45674" y="2591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40796" y="20682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097047" y="19266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56002" y="264462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46716" y="23927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67081" y="26129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84647" y="246353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71361" y="20195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086632" y="15957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208443" y="26378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507698" y="22004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44532" y="22259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49878" y="2575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24997" y="19462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3000074" y="277401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017473" y="26059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23886" y="24531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81369" y="22679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67877" y="19735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34608" y="31004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3002048" y="24962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80255" y="28595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209491" y="27728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53799" y="25064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54661" y="29727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097176" y="26970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1981419" y="15775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101671" y="21658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83490" y="30114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80843" y="29611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1989152" y="2758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35694" y="25424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42967" y="27381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218020" y="16165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64518" y="2940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46667" y="27143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29485" y="27193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34745" y="22773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55945" y="16618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55748" y="27169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21144" y="15612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513432" y="2299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397757" y="275156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69926" y="22046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101231" y="2618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3001609" y="25771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86678" y="19594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26309" y="255356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018153" y="26349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118619" y="25119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91218" y="19014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55343" y="284060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81401" y="29481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64814" y="19246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72060" y="305884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911169" y="26819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65498" y="19397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75164" y="26576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42480" y="1916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94675" y="25556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73242" y="17391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32340" y="27572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36093" y="17548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80524" y="2934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26181" y="28850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38399" y="26169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92175" y="18005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56783" y="29229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097134" y="27164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509779" y="19199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099633" y="25955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68136" y="2601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006221" y="15722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005947" y="27269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44733" y="30691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46898" y="27118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30846" y="26534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18472" y="29610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907868" y="1784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002186" y="16920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37961" y="28665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85022" y="25513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417253" y="256214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37698" y="25243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63817" y="26349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90071" y="21640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70207" y="22119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103455" y="23177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21401" y="23707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002223" y="27436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25932" y="27175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27735" y="27431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31673" y="26179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55035" y="24824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45383" y="15712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210042" y="273523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63828" y="26982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208600" y="17960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54190" y="23340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47677" y="2422119"/>
              <a:ext cx="362799" cy="681074"/>
            </a:xfrm>
            <a:custGeom>
              <a:avLst/>
              <a:pathLst>
                <a:path w="362799" h="681074">
                  <a:moveTo>
                    <a:pt x="362799" y="0"/>
                  </a:moveTo>
                  <a:lnTo>
                    <a:pt x="0" y="68107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45219" y="3031236"/>
              <a:ext cx="63546" cy="71958"/>
            </a:xfrm>
            <a:custGeom>
              <a:avLst/>
              <a:pathLst>
                <a:path w="63546" h="71958">
                  <a:moveTo>
                    <a:pt x="0" y="0"/>
                  </a:moveTo>
                  <a:lnTo>
                    <a:pt x="2457" y="71958"/>
                  </a:lnTo>
                  <a:lnTo>
                    <a:pt x="63546" y="3385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410477" y="2422119"/>
              <a:ext cx="601800" cy="106106"/>
            </a:xfrm>
            <a:custGeom>
              <a:avLst/>
              <a:pathLst>
                <a:path w="601800" h="106106">
                  <a:moveTo>
                    <a:pt x="0" y="0"/>
                  </a:moveTo>
                  <a:lnTo>
                    <a:pt x="601800" y="10610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44620" y="2481945"/>
              <a:ext cx="67657" cy="70906"/>
            </a:xfrm>
            <a:custGeom>
              <a:avLst/>
              <a:pathLst>
                <a:path w="67657" h="70906">
                  <a:moveTo>
                    <a:pt x="0" y="70906"/>
                  </a:moveTo>
                  <a:lnTo>
                    <a:pt x="67657" y="46280"/>
                  </a:lnTo>
                  <a:lnTo>
                    <a:pt x="1250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410477" y="2184843"/>
              <a:ext cx="737487" cy="237275"/>
            </a:xfrm>
            <a:custGeom>
              <a:avLst/>
              <a:pathLst>
                <a:path w="737487" h="237275">
                  <a:moveTo>
                    <a:pt x="0" y="237275"/>
                  </a:moveTo>
                  <a:lnTo>
                    <a:pt x="73748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77581" y="2169670"/>
              <a:ext cx="70383" cy="68539"/>
            </a:xfrm>
            <a:custGeom>
              <a:avLst/>
              <a:pathLst>
                <a:path w="70383" h="68539">
                  <a:moveTo>
                    <a:pt x="22051" y="68539"/>
                  </a:moveTo>
                  <a:lnTo>
                    <a:pt x="70383" y="15172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697496" y="2257746"/>
              <a:ext cx="712981" cy="164372"/>
            </a:xfrm>
            <a:custGeom>
              <a:avLst/>
              <a:pathLst>
                <a:path w="712981" h="164372">
                  <a:moveTo>
                    <a:pt x="712981" y="164372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697496" y="2236674"/>
              <a:ext cx="68847" cy="70159"/>
            </a:xfrm>
            <a:custGeom>
              <a:avLst/>
              <a:pathLst>
                <a:path w="68847" h="70159">
                  <a:moveTo>
                    <a:pt x="68847" y="0"/>
                  </a:moveTo>
                  <a:lnTo>
                    <a:pt x="0" y="21072"/>
                  </a:lnTo>
                  <a:lnTo>
                    <a:pt x="52672" y="7015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1990443" y="1836268"/>
              <a:ext cx="420034" cy="585850"/>
            </a:xfrm>
            <a:custGeom>
              <a:avLst/>
              <a:pathLst>
                <a:path w="420034" h="585850">
                  <a:moveTo>
                    <a:pt x="420034" y="58585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1990443" y="1836268"/>
              <a:ext cx="65589" cy="71651"/>
            </a:xfrm>
            <a:custGeom>
              <a:avLst/>
              <a:pathLst>
                <a:path w="65589" h="71651">
                  <a:moveTo>
                    <a:pt x="65589" y="29698"/>
                  </a:moveTo>
                  <a:lnTo>
                    <a:pt x="0" y="0"/>
                  </a:lnTo>
                  <a:lnTo>
                    <a:pt x="7075" y="7165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410477" y="2422119"/>
              <a:ext cx="110179" cy="573232"/>
            </a:xfrm>
            <a:custGeom>
              <a:avLst/>
              <a:pathLst>
                <a:path w="110179" h="573232">
                  <a:moveTo>
                    <a:pt x="0" y="0"/>
                  </a:moveTo>
                  <a:lnTo>
                    <a:pt x="110179" y="57323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73534" y="2927323"/>
              <a:ext cx="70705" cy="68028"/>
            </a:xfrm>
            <a:custGeom>
              <a:avLst/>
              <a:pathLst>
                <a:path w="70705" h="68028">
                  <a:moveTo>
                    <a:pt x="0" y="13590"/>
                  </a:moveTo>
                  <a:lnTo>
                    <a:pt x="47122" y="68028"/>
                  </a:lnTo>
                  <a:lnTo>
                    <a:pt x="70705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404106" y="1644948"/>
              <a:ext cx="6370" cy="777170"/>
            </a:xfrm>
            <a:custGeom>
              <a:avLst/>
              <a:pathLst>
                <a:path w="6370" h="777170">
                  <a:moveTo>
                    <a:pt x="6370" y="77717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68619" y="1644948"/>
              <a:ext cx="71997" cy="62646"/>
            </a:xfrm>
            <a:custGeom>
              <a:avLst/>
              <a:pathLst>
                <a:path w="71997" h="62646">
                  <a:moveTo>
                    <a:pt x="71997" y="62056"/>
                  </a:moveTo>
                  <a:lnTo>
                    <a:pt x="35487" y="0"/>
                  </a:lnTo>
                  <a:lnTo>
                    <a:pt x="0" y="6264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07302" y="3138840"/>
              <a:ext cx="316016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27583" y="2563872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76804" y="2032610"/>
              <a:ext cx="307055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384837" y="2105513"/>
              <a:ext cx="460583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41015" y="1684036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81088" y="3030998"/>
              <a:ext cx="243870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086876" y="1492716"/>
              <a:ext cx="469727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342663" y="1185068"/>
              <a:ext cx="2581125" cy="240971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342663" y="1185068"/>
              <a:ext cx="0" cy="2409719"/>
            </a:xfrm>
            <a:custGeom>
              <a:avLst/>
              <a:pathLst>
                <a:path w="0" h="2409719">
                  <a:moveTo>
                    <a:pt x="0" y="2409719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181257" y="3320502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181257" y="285080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200276" y="238110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200276" y="191141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200276" y="1441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311032" y="33615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311032" y="28918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311032" y="2422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311032" y="19524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311032" y="14827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342663" y="3594788"/>
              <a:ext cx="2581125" cy="0"/>
            </a:xfrm>
            <a:custGeom>
              <a:avLst/>
              <a:pathLst>
                <a:path w="2581125" h="0">
                  <a:moveTo>
                    <a:pt x="0" y="0"/>
                  </a:moveTo>
                  <a:lnTo>
                    <a:pt x="258112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586806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410477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234148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36011" y="365172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78702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202373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33359" y="3827795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34955" y="2339819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52053" y="1185068"/>
              <a:ext cx="2581125" cy="2409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86131" y="18397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403997" y="2344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623625" y="17703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59764" y="23400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56515" y="21579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519389" y="19215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301282" y="24248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721394" y="17379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409504" y="20920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57822" y="21491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603178" y="27195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84707" y="17874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80940" y="22519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84773" y="195671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70456" y="27485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87707" y="23528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603596" y="25687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40810" y="24763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29193" y="23642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32194" y="20885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502470" y="23490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52714" y="23879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506816" y="20326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49472" y="20929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28291" y="22810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59907" y="21114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72449" y="23999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37457" y="24715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50983" y="27667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62272" y="22612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53803" y="22040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509885" y="26742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77442" y="25738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517511" y="24969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416696" y="26412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20194" y="23987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20663" y="25852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35661" y="22560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46742" y="23412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53499" y="27520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619523" y="18083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63173" y="22829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58026" y="26311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67906" y="19578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620163" y="23413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41759" y="25223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814933" y="18903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41780" y="220219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603480" y="18650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67127" y="21651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74414" y="23082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54565" y="25388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77267" y="17892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42160" y="25660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30730" y="18322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28407" y="21537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74182" y="226421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327488" y="22962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940247" y="23783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902842" y="26158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936870" y="20225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63027" y="2244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237800" y="20472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43316" y="26960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26629" y="23917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80761" y="24415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38428" y="21195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71535" y="22066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22184" y="24239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51077" y="24180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96649" y="21918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54017" y="26080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76553" y="27272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82097" y="32766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77651" y="25177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53969" y="26311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64125" y="242554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96513" y="21699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78684" y="20293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60347" y="25878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65194" y="197009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41229" y="22487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55333" y="24185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505794" y="207646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35125" y="23610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46162" y="20295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74385" y="2023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90880" y="285077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90534" y="2187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59980" y="15633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51594" y="18464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604012" y="20697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74511" y="30439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26978" y="22450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92131" y="27564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92610" y="215499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73728" y="25011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34129" y="26220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83638" y="25982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80397" y="27533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88871" y="21551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609498" y="2543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82527" y="23085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82992" y="25481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80248" y="25240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729415" y="257618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82401" y="23052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805746" y="193426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93985" y="17890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58811" y="18490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56600" y="19369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608883" y="218913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58625" y="24952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52435" y="254890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79402" y="245782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77590" y="24297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49974" y="22199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49327" y="22391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58727" y="24639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90358" y="24669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27783" y="22739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405527" y="232076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92514" y="23390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518566" y="23113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601243" y="193751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58662" y="225813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47199" y="21070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37932" y="22074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43697" y="23447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703931" y="217113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72882" y="237613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60603" y="18781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37047" y="221928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86248" y="207046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45329" y="224201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95729" y="23958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91728" y="28122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28741" y="198473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53343" y="1792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412375" y="218555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45542" y="176964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56836" y="220200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91092" y="215244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58637" y="248307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79237" y="21160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400191" y="23110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29681" y="23651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51944" y="220217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98931" y="21780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22839" y="24015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513498" y="23123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84090" y="24135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618486" y="22809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83496" y="23229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39341" y="18973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42583" y="186822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92504" y="181079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43807" y="165750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92736" y="185439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64599" y="187623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31795" y="185913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72703" y="200195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99350" y="2713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85315" y="22342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28277" y="23840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81890" y="23556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709260" y="24829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86684" y="273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619846" y="2329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624410" y="21864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42693" y="21638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80440" y="27982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34428" y="2317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725008" y="2394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34241" y="22085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512474" y="21939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610884" y="24303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71454" y="28169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88932" y="2599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34798" y="21414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44118" y="19503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31780" y="23869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61428" y="23352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610070" y="23238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87322" y="21159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72483" y="20107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727644" y="22439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54669" y="21110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706761" y="20793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99484" y="22831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622079" y="21689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33215" y="22916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85150" y="21943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28120" y="2648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60020" y="22206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24068" y="25184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85112" y="2368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39086" y="2607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60877" y="20038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73365" y="25851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99173" y="26552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30020" y="2340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616281" y="20762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39850" y="25561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28998" y="26826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91226" y="23895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75104" y="23936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721514" y="24649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69155" y="23287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38094" y="24369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90715" y="2408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502694" y="23552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84903" y="21289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70094" y="21528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95879" y="25071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91837" y="24255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70061" y="24090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80187" y="23943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622238" y="2198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805343" y="30905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45938" y="22427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44127" y="21947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63581" y="2326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67590" y="23555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67836" y="21212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36860" y="22873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71874" y="2564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90869" y="2169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93719" y="2004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41348" y="21532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59442" y="23657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608250" y="25579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721546" y="26392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502242" y="20374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47772" y="20602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47643" y="2299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69114" y="2356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96418" y="23950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56017" y="25098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012686" y="19664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61543" y="25587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724610" y="21909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32139" y="23895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90974" y="25192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26421" y="28113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87847" y="26411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57579" y="23816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68808" y="21965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625330" y="23258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94814" y="20999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54452" y="26105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77776" y="2159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83128" y="22026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32145" y="21745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721708" y="21589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66653" y="2332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45201" y="18973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819123" y="13161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609696" y="22640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97816" y="20042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714861" y="21098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27709" y="19050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96074" y="1923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416078" y="20356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78131" y="2103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4992231" y="22247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39276" y="2452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36152" y="18725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66409" y="15416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75610" y="19415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49143" y="20312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70046" y="1777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711457" y="23289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76396" y="20112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34725" y="21471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40272" y="20653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28707" y="20895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506397" y="19826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622845" y="2322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32757" y="23089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60816" y="20478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91660" y="20103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43362" y="20110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94312" y="20650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21855" y="20593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39458" y="22388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79731" y="18628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59649" y="20304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603405" y="24599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51676" y="21036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81303" y="22726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98409" y="19681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41995" y="33765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84514" y="21613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35658" y="19133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43560" y="184751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717635" y="18854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67154" y="19012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44411" y="19097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41274" y="19628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516219" y="17568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200891" y="20053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23085" y="16875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42700" y="18686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71917" y="21471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211442" y="18090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41939" y="18671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58829" y="1822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47919" y="21746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27094" y="20758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97761" y="18910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90247" y="18975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49051" y="2103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52532" y="18645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603248" y="20368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96048" y="19767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58043" y="20249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49513" y="20336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74381" y="17267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36065" y="2065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62968" y="19041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76975" y="17379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205008" y="21967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721714" y="16986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67813" y="18478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729774" y="21189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615750" y="17550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70628" y="1608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92225" y="20351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60019" y="2065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210889" y="2133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48385" y="26137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70386" y="24255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41512" y="32840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80812" y="2417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45637" y="26460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107364" y="23577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99929" y="22478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303585" y="21438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42772" y="21822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31346" y="23271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62187" y="17960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32684" y="22923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84725" y="18262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203593" y="21987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42173" y="22949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28069" y="2228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613200" y="28025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39222" y="2251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306982" y="21776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119534" y="23088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67862" y="1966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117157" y="21842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209517" y="30477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88858" y="23753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83547" y="17212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27624" y="19265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705543" y="17673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23391" y="24985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68375" y="26208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80072" y="27897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97020" y="28199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517942" y="25833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614058" y="29953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56009" y="25141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80058" y="2497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702288" y="250875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615916" y="27549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88379" y="23207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606410" y="23532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700640" y="22685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74697" y="23932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78635" y="20824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65836" y="20637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45627" y="27846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78857" y="3010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65024" y="3106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87652" y="26338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513033" y="19688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98318" y="28101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505701" y="31196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928523" y="21571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615820" y="21112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32528" y="25479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61033" y="23194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58352" y="2580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67770" y="2341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404457" y="24730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45517" y="2411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38305" y="24567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516617" y="22923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88204" y="2599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54508" y="26526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92230" y="23171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86247" y="24159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618630" y="21838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40376" y="2387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37526" y="2971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65932" y="24835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407004" y="26926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42011" y="2177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409432" y="21130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86008" y="24133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94215" y="2283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65603" y="22344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72171" y="23903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38288" y="21860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48360" y="25187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80787" y="2405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95557" y="23968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614867" y="1986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30008" y="2122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506192" y="22125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32032" y="2156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34319" y="22740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48596" y="2247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25915" y="2258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603848" y="20853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505275" y="20717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83306" y="1893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95339" y="2309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511639" y="24727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202438" y="19939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605957" y="19827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66706" y="22731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509316" y="22309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22094" y="23550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96480" y="21556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115641" y="22356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20310" y="22558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413629" y="24476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612305" y="17948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76996" y="20829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80626" y="21610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52950" y="2036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515315" y="23474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97613" y="21031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68757" y="21477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71620" y="21575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65716" y="21464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55575" y="22786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65810" y="22756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73410" y="2221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608970" y="2197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95389" y="2321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32988" y="2284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609437" y="2322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98685" y="20159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617491" y="25452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88139" y="21735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58878" y="21000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594889" y="26439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45713" y="2466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44960" y="2670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48095" y="26815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31605" y="26520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38015" y="29533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28136" y="27723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37364" y="2776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75017" y="24992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87368" y="21785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713350" y="20324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68160" y="24808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80282" y="2426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44110" y="2296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621905" y="20390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603080" y="24272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85568" y="234404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73263" y="24015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509231" y="21001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71600" y="23570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71508" y="25855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50781" y="21149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908270" y="178337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517077" y="21893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513564" y="2412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501629" y="230682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73967" y="24661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45013" y="21943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59562" y="214382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72642" y="241543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45516" y="22672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77944" y="18652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42990" y="21552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64391" y="24511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516268" y="22101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505166" y="19431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99694" y="21476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74859" y="191304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87735" y="21604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62032" y="23400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33055" y="24176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51292" y="26070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83211" y="20462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73721" y="25012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36949" y="24963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43592" y="20692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28042" y="18668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620966" y="24021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43916" y="22660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58589" y="23947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41525" y="26871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610565" y="222062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58577" y="20739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516643" y="24125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72802" y="22738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56505" y="21266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613800" y="21751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61273" y="233873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57344" y="18723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40522" y="15667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64765" y="21745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44250" y="237663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33598" y="22602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34440" y="15959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65592" y="201116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607574" y="17949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64490" y="17942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83562" y="19664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48419" y="237619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611279" y="21679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712137" y="21555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702198" y="211492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703295" y="24269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56379" y="22513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82488" y="23575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71908" y="281954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67855" y="24877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72850" y="20481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58294" y="29021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615104" y="26056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63687" y="23756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88210" y="20691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711486" y="21213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717248" y="21126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407403" y="19364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45317" y="25456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50924" y="16711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73428" y="23771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39639" y="20648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81815" y="25313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41875" y="198061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56689" y="20837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72616" y="1971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612634" y="2276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76777" y="205587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831334" y="22859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43312" y="2110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83778" y="18210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43449" y="24975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809760" y="21942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83639" y="22330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56275" y="2134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607639" y="20710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68856" y="22326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36061" y="251873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54539" y="22567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53425" y="22813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35338" y="2030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503138" y="209134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28813" y="182047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600055" y="21607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28444" y="22137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41630" y="1984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608758" y="20801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29607" y="22576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73594" y="25123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79764" y="2142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34480" y="21240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50114" y="17755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27555" y="21324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255909" y="20540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61164" y="2171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63754" y="20892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19071" y="22447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86699" y="2347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618163" y="24067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64499" y="22845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96794" y="21088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72270" y="24419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613250" y="2143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28460" y="202189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48748" y="2064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92351" y="143070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76690" y="24242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54319" y="21270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82213" y="2261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59168" y="21101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74153" y="22237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27841" y="23396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706995" y="2376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21201" y="22363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88279" y="23929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411965" y="2710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409421" y="28026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410072" y="2268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50017" y="2174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26246" y="22190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401277" y="2793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23595" y="25830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81280" y="23847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517053" y="24825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39119" y="26370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91318" y="21938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97946" y="222551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89977" y="28807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27726" y="25837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50441" y="25270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91974" y="23637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618722" y="2793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616514" y="29546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65839" y="22956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27428" y="2879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77245" y="23908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51788" y="30069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65738" y="2422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49128" y="27846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35536" y="23127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91483" y="2661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611157" y="25205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618992" y="23665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514537" y="28648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501650" y="24388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75376" y="28369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503049" y="23393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69284" y="23293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28322" y="2386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74951" y="27239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20948" y="21201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61863" y="22595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814299" y="18620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73141" y="20677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30370" y="21712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92134" y="23593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93837" y="22105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87873" y="22107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43287" y="24024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58433" y="20736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98483" y="23347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405562" y="2043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76072" y="22983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30053" y="2163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77467" y="22689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504866" y="23369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518874" y="20398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414593" y="2192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710961" y="17834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77003" y="20404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70463" y="20875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99996" y="2377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99063" y="26390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34370" y="23160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32961" y="21935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620019" y="25889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66226" y="26725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44743" y="2646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80804" y="2489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32803" y="244673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67761" y="26704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31066" y="2399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603534" y="2189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82799" y="2467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705409" y="22615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81572" y="2022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34688" y="25956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91635" y="24053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58548" y="20285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506206" y="22534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52269" y="2565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97293" y="24407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74219" y="23743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99036" y="29116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48265" y="24495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74748" y="25367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42511" y="21980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34100" y="26057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414976" y="23224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85666" y="2401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32320" y="25282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79789" y="22361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78520" y="22141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67466" y="21327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63589" y="21817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411688" y="15973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68234" y="25558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83419" y="25923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92105" y="20561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47252" y="24453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584709" y="23132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502745" y="28498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618727" y="2664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604950" y="27466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53001" y="21847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612862" y="24130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30313" y="22725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27743" y="24663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85198" y="20449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605986" y="19962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75984" y="21190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55631" y="19986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714190" y="23343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22468" y="286125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28218" y="27596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37195" y="23181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607098" y="24678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50605" y="25328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75252" y="23824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93163" y="22416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725970" y="27193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58711" y="21979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71822" y="28153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94501" y="25201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27876" y="20768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64026" y="23451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81724" y="24769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501004" y="25009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28415" y="26107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620128" y="22188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28616" y="18490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43597" y="21653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820573" y="2310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44568" y="24847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64620" y="23545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71670" y="25726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31393" y="2764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97776" y="21220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92686" y="285762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93756" y="25041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41687" y="26077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67640" y="22721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72040" y="2246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44041" y="25793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79852" y="22714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818633" y="16789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611034" y="23903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611822" y="26925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76622" y="2090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60350" y="2119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41960" y="2432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96169" y="2276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84712" y="25183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37737" y="2072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31552" y="21782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712057" y="2495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702301" y="25796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505544" y="2233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44863" y="237758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31393" y="24695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72236" y="22482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602085" y="21231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48121" y="23637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77494" y="2470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82768" y="26671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53577" y="22354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603464" y="21104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98625" y="22836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33053" y="22602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30295" y="24443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49940" y="24870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509144" y="2369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96275" y="22265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70099" y="2591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60572" y="2385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65817" y="29518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27165" y="24384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89048" y="22346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52316" y="24797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82912" y="25928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92752" y="20967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60206" y="19429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723656" y="22520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600695" y="228891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97739" y="19285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69593" y="1633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85290" y="19826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66883" y="24085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615411" y="19939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35981" y="20645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44449" y="19886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816122" y="20137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32166" y="21967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710565" y="23287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58073" y="25709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50743" y="1870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61582" y="24318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37185" y="22747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72820" y="21767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47069" y="21489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42782" y="23956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92063" y="28254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60064" y="26416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74520" y="26876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35328" y="27677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66770" y="215437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42823" y="1757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38852" y="20381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75816" y="22628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832124" y="20957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92264" y="18156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40639" y="21903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717240" y="25329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52034" y="21134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95982" y="23653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61837" y="23175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623101" y="22437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500521" y="2493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66214" y="24206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516616" y="18233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620806" y="21416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94697" y="24971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54711" y="21517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74093" y="20535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508556" y="24989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28305" y="22658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27081" y="2339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50889" y="2496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623384" y="19092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728818" y="19817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50766" y="24150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38000" y="2275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88166" y="21101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43445" y="21535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28576" y="21809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602390" y="18052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700519" y="21892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68281" y="18639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518042" y="18864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94688" y="22075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57665" y="20402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38780" y="19226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99497" y="22031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44948" y="19739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91025" y="23223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37270" y="2236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98630" y="2036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606672" y="21402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68120" y="20210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73616" y="1881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30117" y="24240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45960" y="15888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87923" y="19377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70708" y="19934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715318" y="18546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97140" y="18941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814770" y="17296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92056" y="19607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59806" y="2048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618483" y="20400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28620" y="23140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55935" y="26433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830852" y="26527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44669" y="24430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67680" y="27761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624969" y="2373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44037" y="24023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615745" y="23985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30950" y="18555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611725" y="24424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718287" y="21333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35641" y="2129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56770" y="23113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55026" y="22499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65702" y="24224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718690" y="25757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32584" y="25339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718345" y="26185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49498" y="22200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65257" y="30022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612555" y="23127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93885" y="26977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98320" y="25541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82789" y="18940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39457" y="21530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64242" y="22694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84001" y="2447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727092" y="22027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35103" y="21005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97347" y="21376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608248" y="20717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64556" y="23615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79493" y="2514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609175" y="26454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46738" y="2376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95994" y="18371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94919" y="22374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30825" y="24273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75091" y="2287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36090" y="24385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34747" y="23229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714589" y="2140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73325" y="21018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48272" y="26607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31955" y="24733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715237" y="19999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36740" y="25307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43799" y="20295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55036" y="21932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57805" y="17565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46065" y="1889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45887" y="234897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700970" y="22881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33065" y="21657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63230" y="21236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71432" y="24658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42613" y="2251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79067" y="19356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64572" y="19746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83767" y="22048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27495" y="2360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721706" y="24093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603016" y="23905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50312" y="2286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624107" y="22848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96114" y="2512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58302" y="3104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37009" y="22563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93185" y="26453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726257" y="27139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82492" y="26979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95201" y="23842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825540" y="25635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77104" y="28896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610515" y="27374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708539" y="24100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32849" y="24365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813864" y="20191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912509" y="30783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49552" y="2576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67826" y="28440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706753" y="31746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72839" y="29730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43350" y="26728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712491" y="25212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817148" y="24638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70011" y="20090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88309" y="25859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817882" y="26076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29904" y="22897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77609" y="2506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94586" y="27754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70840" y="25769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41033" y="23499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719287" y="23559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833044" y="19122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79179" y="22815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616440" y="27610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95619" y="20462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83786" y="32577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59463" y="26470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43329" y="21229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54368" y="2670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614438" y="25919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36601" y="24893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99086" y="2939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59055" y="16195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605680" y="19500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730948" y="28239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47104" y="18066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92080" y="2332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58384" y="23712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817450" y="30823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820153" y="26606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76616" y="31914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41502" y="25213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83667" y="16702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39259" y="19929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88058" y="18181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98801" y="17147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800256" y="1929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816445" y="26915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45637" y="23736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97937" y="25790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70812" y="28461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72546" y="25753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50983" y="26230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61882" y="241989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815262" y="26177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67146" y="24407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817720" y="28245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66209" y="25366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58241" y="29464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33454" y="23627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49311" y="28010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828219" y="30985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934750" y="20320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621808" y="26494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48660" y="29208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52127" y="271725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97624" y="24476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621734" y="26189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807373" y="24165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824201" y="30764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57432" y="2899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26116" y="251107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600202" y="23303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69531" y="26027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65591" y="25389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623415" y="25259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38194" y="246460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27657" y="20582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42800" y="28513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57420" y="22497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29626" y="25144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67929" y="23820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933281" y="20024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62102" y="29160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92322" y="29806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63283" y="28825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51715" y="195985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906172" y="30613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48288" y="24233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71853" y="17356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519386" y="25256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71255" y="34608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99630" y="3416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59033" y="26801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66813" y="33962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56575" y="23754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67356" y="2393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99162" y="16371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33004" y="25756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75639" y="22971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819749" y="21749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52214" y="23821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67597" y="2421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71106" y="25815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61958" y="21738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41062" y="27689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28069" y="22275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47089" y="23098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88821" y="17903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86006" y="26528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831097" y="28757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715335" y="25292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50709" y="25441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63635" y="22104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87944" y="22458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808320" y="23542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815584" y="22638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28762" y="26521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99511" y="2408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21877" y="258653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66279" y="22638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704979" y="28352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209258" y="20153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96582" y="21738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617384" y="21614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54950" y="21457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65031" y="21977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62621" y="28180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80707" y="28040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65968" y="30021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97495" y="28064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39921" y="25993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519501" y="2041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95865" y="24865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91444" y="17328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715466" y="19371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30279" y="211216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32759" y="23920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52852" y="24281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709832" y="15804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703714" y="15969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79716" y="175880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718390" y="17230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608510" y="23928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93799" y="208913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611238" y="24670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83801" y="21109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84760" y="188692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624469" y="19054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43354" y="20669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75964" y="225227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45172" y="187348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93388" y="234343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728717" y="204744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705212" y="25987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65151" y="24011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82065" y="26950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79776" y="21379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608010" y="24916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52910" y="243433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66233" y="239987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96822" y="25812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88139" y="23202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70190" y="217234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82841" y="203682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620201" y="22105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60070" y="196062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55743" y="21239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61640" y="24355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513079" y="2203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48899" y="28546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61694" y="21794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93258" y="20907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38977" y="24918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616256" y="27163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73468" y="299790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98496" y="27791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57048" y="29184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93403" y="2577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715100" y="31551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71187" y="290010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54390" y="2616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64518" y="2333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411382" y="26994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98101" y="25955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509980" y="3062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99611" y="25029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80807" y="26710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78028" y="23102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517248" y="25412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604460" y="23835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718415" y="21182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510217" y="22752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624935" y="21583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93272" y="27663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56967" y="27131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73583" y="23085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94678" y="228888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50575" y="25944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70490" y="24123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40398" y="25608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68351" y="28971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71595" y="26133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515023" y="25976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72580" y="24175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56079" y="302929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25718" y="24821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412417" y="24262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36685" y="27130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37724" y="29695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32608" y="29467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83733" y="26620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58242" y="24456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94886" y="27609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54971" y="262271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79504" y="303924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44712" y="32284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612681" y="30569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27617" y="276810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726495" y="32670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75560" y="209118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30954" y="28138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62695" y="22203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36582" y="29878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92266" y="2454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58235" y="21685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402321" y="2357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98934" y="24521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58471" y="20315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517366" y="2312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72023" y="2244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78364" y="28907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49588" y="25721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72908" y="20369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614398" y="2633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31177" y="25741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713581" y="31889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75736" y="21595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35938" y="198379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39606" y="21654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21621" y="232990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65394" y="22811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48792" y="23148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73404" y="19127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83561" y="27806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70892" y="24572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36380" y="2200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99108" y="21398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45359" y="220555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69220" y="2463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76169" y="23173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512374" y="25173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55960" y="20336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84799" y="2215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32012" y="2640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68715" y="2674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41200" y="26176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53037" y="2541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63648" y="25191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518061" y="17771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48007" y="23971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44824" y="20984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20093" y="24185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92289" y="25855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91401" y="21585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26778" y="23206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34142" y="20223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83435" y="24958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86868" y="23649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86448" y="25661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36778" y="21365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41603" y="23770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45011" y="26339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99568" y="24945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60242" y="22300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508937" y="23143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28240" y="22592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28404" y="2147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78249" y="31556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28984" y="21629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78729" y="27503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72593" y="2176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54343" y="20113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519810" y="23945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93260" y="195230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44082" y="24531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76149" y="22968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93556" y="25977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28997" y="23192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57025" y="2625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65905" y="2606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38308" y="28268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47082" y="2491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86362" y="18931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26727" y="22895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61413" y="19533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713028" y="22509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55379" y="22567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609406" y="23373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86662" y="23035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500632" y="24130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47770" y="22741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625128" y="235503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53912" y="30093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38576" y="26764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47934" y="2711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84433" y="22544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58885" y="26943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518671" y="2305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416548" y="21342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26393" y="27636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68732" y="27309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38948" y="26948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91216" y="24037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503469" y="21456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56584" y="23397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63274" y="21860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52054" y="24064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47046" y="24673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511036" y="170037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46423" y="22598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45310" y="16702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58665" y="14484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20026" y="2948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19591" y="1907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30512" y="25699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71754" y="25944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83654" y="25312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35971" y="24594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61217" y="22508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515697" y="24010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69750" y="2959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53718" y="270234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53383" y="25106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76440" y="28204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73242" y="20084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24615" y="24617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703548" y="25129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501336" y="22827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87750" y="24829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76608" y="29245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824807" y="16606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56817" y="25803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73783" y="18532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505666" y="27331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93427" y="25950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78115" y="2308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67203" y="26945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78188" y="17944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314548" y="24454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29417" y="21336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87597" y="23363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58148" y="20402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624452" y="20981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53521" y="213291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42057" y="237726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80839" y="2728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414069" y="27730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302337" y="23372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508480" y="2810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69097" y="243972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29413" y="29501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315971" y="250713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25291" y="24363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91438" y="24364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77961" y="23515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67596" y="24698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22095" y="2489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49964" y="17055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90778" y="28053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49068" y="17419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58274" y="27279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81093" y="21016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509286" y="21486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723820" y="20796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404716" y="21042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726696" y="28669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42724" y="17430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90023" y="22463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49926" y="2774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41898" y="25428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715774" y="17864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89765" y="25461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88656" y="23121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66154" y="23470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96365" y="21959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82320" y="30477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55210" y="31539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28743" y="2531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74480" y="2633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57131" y="25617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44870" y="29491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825622" y="22096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619512" y="26193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61136" y="27890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75166" y="22998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68624" y="26984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614345" y="18151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516807" y="2569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23411" y="26047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61675" y="25212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516721" y="22240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88407" y="23639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506018" y="24290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63706" y="28136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512328" y="23392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26865" y="26360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79890" y="23318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604047" y="21139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58543" y="19421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54930" y="20950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34358" y="22462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77019" y="20122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81459" y="21183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716322" y="24347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77947" y="23796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30387" y="27693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62280" y="27938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80424" y="16844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91477" y="24393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68418" y="25387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609350" y="25908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38930" y="25699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97342" y="26120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26195" y="25223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50595" y="29575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31346" y="23455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84495" y="23093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67321" y="27080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71303" y="21382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49954" y="20781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50920" y="26648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50414" y="26329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91088" y="20341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833066" y="25258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97825" y="1626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68168" y="2789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51571" y="27363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36927" y="20500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65459" y="15165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54860" y="24238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55966" y="23763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92203" y="26391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90334" y="24985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83407" y="31292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42948" y="25606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508666" y="23738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56722" y="29944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41194" y="20375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69606" y="25568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65125" y="23366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51084" y="19900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92966" y="204471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74828" y="23437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78301" y="24074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75023" y="19980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68798" y="20409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41298" y="23511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59097" y="20262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66516" y="21808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68426" y="2225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74071" y="23458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21924" y="19223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41945" y="21334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25320" y="22025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89483" y="18929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78416" y="2215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29339" y="21437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67676" y="17855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30954" y="20743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500614" y="22715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40431" y="21588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618601" y="26581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49422" y="22643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89933" y="2289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37882" y="23964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87773" y="20657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619591" y="24471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81134" y="22411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74480" y="25785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41561" y="22429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36145" y="20500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45224" y="30114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51403" y="31169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70850" y="28717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64821" y="2442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81302" y="258379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84028" y="30662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414946" y="22906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84856" y="2253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47040" y="24452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88693" y="22452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50398" y="23252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63720" y="2201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19687" y="251131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29019" y="23211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21989" y="25180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412156" y="23649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34579" y="2364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21693" y="26790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46363" y="18885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511108" y="25712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20413" y="25210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64936" y="25276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60446" y="2577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51191" y="2526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27948" y="21068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604837" y="28548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43966" y="31209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63171" y="24114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70188" y="22548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405479" y="25609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73015" y="23895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91714" y="25522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505348" y="22598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711800" y="19370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45983" y="22518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48218" y="19368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77576" y="29339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86586" y="22061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64183" y="1957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61488" y="23705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53575" y="24327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515467" y="20757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45157" y="1881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77548" y="21999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71905" y="23703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622950" y="17279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89767" y="22127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72722" y="23997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21857" y="22709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43611" y="24313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74369" y="2391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600349" y="2241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37338" y="26490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64582" y="14829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26668" y="21097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97386" y="20977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84274" y="22297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620846" y="23280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90671" y="15510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74824" y="24354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96100" y="28889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60653" y="28255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55215" y="21804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608144" y="24823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30872" y="28787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64867" y="30110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119590" y="12701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618506" y="1888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26036" y="2159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515962" y="22460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83985" y="2297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91311" y="24984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69379" y="25566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74864" y="24297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67367" y="26119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94486" y="30005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503086" y="25810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38451" y="24394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67246" y="30993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49036" y="23922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54980" y="23665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21531" y="21353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506478" y="22128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30810" y="22870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27086" y="2738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71772" y="27359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55395" y="26517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613520" y="2103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54478" y="24351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603752" y="26856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71257" y="24356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47226" y="2250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38673" y="2376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28612" y="25943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46514" y="26082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77017" y="27172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27641" y="2064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906835" y="19419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49065" y="23510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80767" y="20978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97378" y="24693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714742" y="21136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75219" y="2956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915711" y="30040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913665" y="25878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52746" y="2965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55443" y="31813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98243" y="2775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28992" y="28445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87884" y="23058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32655" y="23565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63642" y="19736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72514" y="22917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28253" y="23669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58755" y="29006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95157" y="25953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53024" y="21846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21916" y="23937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716719" y="199581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69953" y="21936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517479" y="2583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89781" y="21812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36434" y="26754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500153" y="24136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87310" y="30236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58345" y="27716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96953" y="2707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42189" y="24076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43506" y="33143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70231" y="23646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51604" y="2113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58851" y="17661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98404" y="24605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51087" y="24152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75082" y="27030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59850" y="23974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91776" y="27520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32530" y="24995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601297" y="2639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77265" y="24544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54614" y="26608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722167" y="23459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91039" y="21817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31213" y="2776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48535" y="19504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35108" y="32449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604069" y="2555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97072" y="24499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723316" y="20871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34741" y="2499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78280" y="30646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92475" y="23871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74650" y="23368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88381" y="24922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50297" y="28339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505469" y="24908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21763" y="28151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94110" y="24053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80702" y="2561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95136" y="250021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821321" y="30038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93918" y="22473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20782" y="23232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40011" y="21320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81527" y="25012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77830" y="26877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727615" y="20675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91746" y="1993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35134" y="22217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50134" y="258514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96996" y="25371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606953" y="2512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702363" y="21359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49584" y="27326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72021" y="28264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614951" y="27385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92157" y="22259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65823" y="23131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97872" y="24684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75097" y="25409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62762" y="27842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36659" y="23113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98359" y="220057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96474" y="25764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603284" y="2528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87962" y="26914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722322" y="21976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27500" y="22170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30279" y="29313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73950" y="22601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519658" y="27100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20336" y="2196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66098" y="24296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87140" y="24137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67531" y="25342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606562" y="19986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68860" y="2036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62432" y="24578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35503" y="2491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55663" y="1850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36390" y="29436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38681" y="23474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65150" y="26813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91850" y="22471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606062" y="2401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55657" y="28749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30422" y="30382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42941" y="26284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58667" y="27429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728478" y="2556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905271" y="1930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67718" y="17751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938915" y="19935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75008" y="25780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23357" y="21889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43106" y="21172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512617" y="22067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38831" y="25160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58187" y="173062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902617" y="27765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89733" y="23559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69037" y="243663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59939" y="2116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96472" y="197717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62585" y="20163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34438" y="30657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609191" y="23743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83497" y="21953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71769" y="2494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715999" y="24607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50917" y="24738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70631" y="27892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73739" y="26894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712649" y="224586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624702" y="2342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602731" y="26354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705858" y="23661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623742" y="22418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40987" y="221587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92160" y="23853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82900" y="17672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22874" y="25020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617036" y="22910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722714" y="23870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41209" y="218366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61899" y="21711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723946" y="222137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74769" y="20325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58760" y="2501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617679" y="188379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32321" y="20462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313651" y="23074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73403" y="23023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46874" y="21815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60459" y="2128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99527" y="220109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33570" y="1712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76400" y="19343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58905" y="2338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81974" y="21230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63896" y="2272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96056" y="16733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84972" y="2483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816842" y="262396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701218" y="2708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68739" y="24134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67674" y="23454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67323" y="17854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6000919" y="24955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78556" y="24922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71014" y="187163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66763" y="23778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906199" y="19027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38251" y="2356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804586" y="25636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49165" y="25283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62823" y="17755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409243" y="27538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88532" y="25444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63335" y="239190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85763" y="24177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51056" y="23894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70308" y="24504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63486" y="22201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34132" y="26365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42218" y="15523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47587" y="23986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62928" y="25780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611978" y="17988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71208" y="20231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54116" y="25923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50667" y="22083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70103" y="236145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24670" y="22955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49783" y="19051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84601" y="22222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49474" y="19550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64271" y="24617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88342" y="19061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53188" y="21443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826836" y="22733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88905" y="22730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408748" y="25160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42183" y="22313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620130" y="26273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409672" y="20648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24741" y="22887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611356" y="23122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56798" y="2580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51300" y="22001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43171" y="1772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67126" y="21036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98439" y="20974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64348" y="23056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53436" y="2288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28117" y="25222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55836" y="20010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90696" y="20835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65809" y="19720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614475" y="24339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75660" y="17058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812381" y="28875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39967" y="2106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59373" y="23938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83795" y="18601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20219" y="2163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85356" y="21339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504665" y="22940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73044" y="26716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617834" y="25113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94725" y="271612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94181" y="23600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39129" y="277054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57389" y="27250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85733" y="21634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710046" y="237412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99351" y="23022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709001" y="25961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717448" y="2487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114344" y="20025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81120" y="249232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29341" y="243988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601382" y="27056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605048" y="26651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607526" y="20462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84935" y="26343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89559" y="20798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59302" y="27065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50952" y="24712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64461" y="27162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46930" y="22534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70135" y="26264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99138" y="26256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47790" y="23975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31517" y="26752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623511" y="26256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34670" y="27464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62776" y="28917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92222" y="31079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26614" y="26593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624666" y="2759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85766" y="25163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33085" y="24886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42572" y="263954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92648" y="26040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87983" y="26762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78804" y="19381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96522" y="26268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39134" y="26952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702720" y="24269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66333" y="2088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32596" y="23752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713122" y="25397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93357" y="22585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715394" y="23762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35039" y="22478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601224" y="22111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75015" y="252292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611253" y="2230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83799" y="25314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86491" y="29665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94295" y="23988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38153" y="29627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21371" y="26590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59499" y="29045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88018" y="28278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601538" y="2498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507285" y="24613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611105" y="24305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98814" y="23754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218617" y="20658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61304" y="1739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907851" y="25364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47728" y="29940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60133" y="28693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77056" y="21900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38596" y="27918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612269" y="24845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72990" y="22127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83715" y="26265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35116" y="2400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96383" y="27909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610550" y="27062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618679" y="26531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25225" y="298846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27230" y="264298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62328" y="30739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87965" y="243532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28347" y="26953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20396" y="22624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91892" y="21196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41513" y="20819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616177" y="26083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92984" y="2571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46486" y="23200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43627" y="252563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605733" y="23983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27020" y="25696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90024" y="22662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33396" y="21176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37797" y="24225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50688" y="2157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36748" y="20576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59232" y="197654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57061" y="23623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609340" y="2374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612632" y="26206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33467" y="26141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614699" y="21980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63963" y="264926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623765" y="23351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714192" y="22588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27233" y="22729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76918" y="230940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65902" y="23384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42622" y="26642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57822" y="24488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73087" y="27614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47225" y="2817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54437" y="2269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44577" y="24377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66475" y="26486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92188" y="23990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34871" y="22410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64668" y="21790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516650" y="25479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39484" y="27750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604453" y="20796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93005" y="27514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617436" y="23786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49754" y="20426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91007" y="20585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90337" y="23281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507091" y="22838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88158" y="26767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97430" y="24168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66616" y="21131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77326" y="27652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500356" y="26744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507573" y="24458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38634" y="24854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609273" y="25029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55564" y="27413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44605" y="24698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506448" y="25070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36099" y="29238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83440" y="28289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87645" y="29078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26586" y="19978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71040" y="2685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29329" y="25870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82286" y="29861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73523" y="23695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28641" y="26450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41555" y="24669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62368" y="26651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501088" y="26620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604964" y="21249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63693" y="23022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519109" y="18702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74493" y="21440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90650" y="232223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624964" y="23005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37998" y="28337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98363" y="28923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31060" y="20929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53088" y="25526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404477" y="28773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32326" y="249188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703918" y="25996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99659" y="25594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52687" y="26167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600410" y="20734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622577" y="22317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64808" y="21650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53808" y="22478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718719" y="28214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52166" y="22487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57969" y="2665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621930" y="21296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53774" y="23796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69024" y="218604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38478" y="26371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86519" y="2112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600093" y="22244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517776" y="24182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61191" y="21279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74494" y="23380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53192" y="308977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519072" y="24484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47743" y="27460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71557" y="29606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519657" y="26916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37913" y="29995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85769" y="24841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89737" y="25146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56482" y="255007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318427" y="24796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32618" y="28320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813980" y="25285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503645" y="24353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40511" y="28184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90869" y="24552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27562" y="25815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46244" y="24548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24936" y="25213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28503" y="27292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99168" y="28844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402178" y="19390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58461" y="24249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91830" y="26917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97500" y="2540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70804" y="25344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59771" y="25008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31922" y="25910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40449" y="2038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607825" y="31163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71458" y="31336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54706" y="1950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607525" y="22124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91411" y="26484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33614" y="222718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617151" y="2413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35911" y="23011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609170" y="24325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96451" y="18825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92135" y="2049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726159" y="21399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66890" y="27168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831613" y="21399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710813" y="23892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608006" y="22727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62393" y="23423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94282" y="21971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64961" y="25599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64249" y="23328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726301" y="2966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97801" y="25171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78392" y="22057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39797" y="2780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92994" y="2193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98304" y="23154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47255" y="2546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618370" y="22786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69083" y="28728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38906" y="26886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38551" y="25847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69804" y="25470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117373" y="30635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33639" y="22815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512589" y="2347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509900" y="24367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705368" y="192713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82505" y="270144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80205" y="24282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81208" y="22638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99292" y="2265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66442" y="2283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64576" y="27502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38436" y="27704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56884" y="16530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78974" y="23219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40076" y="24279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502095" y="22605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62102" y="25963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65285" y="19194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85839" y="2383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68417" y="22100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87075" y="22355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55564" y="21668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95463" y="22352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79956" y="26083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53824" y="26389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98892" y="19251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53420" y="25224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90949" y="2312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53023" y="26009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25845" y="24900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706011" y="24594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96773" y="180247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87943" y="22601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86188" y="28402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84273" y="23990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86692" y="27537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515702" y="22269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54294" y="29521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57417" y="27087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315718" y="2512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510110" y="2769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64915" y="29081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68042" y="22011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52971" y="21116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79822" y="27207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52552" y="21542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52992" y="28694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31559" y="220595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823518" y="22879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78274" y="25093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65164" y="28332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79850" y="16376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84188" y="2449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21104" y="24357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88365" y="228003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71342" y="23595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86461" y="25147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43474" y="23165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31947" y="23886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79311" y="24709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504917" y="23816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21940" y="25663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53800" y="1990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505091" y="25163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95166" y="177163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709718" y="24977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36205" y="2752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85108" y="22310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55296" y="24945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48469" y="27473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99367" y="25245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41983" y="23461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83109" y="25761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413613" y="24246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45955" y="2477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77317" y="253753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64458" y="26854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511006" y="25454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93424" y="22054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72618" y="273882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94917" y="23628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98618" y="272997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82026" y="2369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41238" y="24741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55141" y="20968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518498" y="19614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71858" y="2263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49607" y="26198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31097" y="26251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91654" y="23223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619550" y="20564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82257" y="22666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77458" y="2758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720542" y="23697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46118" y="24571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32008" y="25701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78679" y="26190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720814" y="25343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58209" y="27080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67093" y="23857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36659" y="24880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68296" y="258476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86922" y="24810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40280" y="19266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31228" y="23590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115067" y="23960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79664" y="23183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36905" y="26411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66995" y="27061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213440" y="173609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805932" y="229279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71224" y="23591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29069" y="24997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83322" y="23296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74155" y="24958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77186" y="25426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619240" y="26284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51801" y="24049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35362" y="19532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53295" y="22061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80482" y="22269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905035" y="30964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47190" y="17795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617598" y="1995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95664" y="222852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74969" y="237031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56717" y="26667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38121" y="26831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42494" y="2061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707374" y="23535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503679" y="27071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84734" y="25182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93924" y="23054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814025" y="25220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58037" y="221017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719198" y="21431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61368" y="20069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98968" y="27904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58149" y="25910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706109" y="2008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68939" y="213444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34944" y="23369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33401" y="2767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49481" y="21257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23683" y="20875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76741" y="23960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27761" y="296523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505935" y="20804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55970" y="25269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60476" y="20858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60495" y="28656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64414" y="24757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99332" y="29237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87094" y="25700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83616" y="21080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63206" y="25991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93958" y="26966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28582" y="23088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715926" y="29951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64513" y="269801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78176" y="24655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79874" y="28994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825482" y="20642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42756" y="23888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32627" y="22735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39376" y="21924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34847" y="208595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507350" y="25799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59789" y="27076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709255" y="29699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62298" y="24162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66646" y="25736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81991" y="27496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59590" y="23390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60110" y="23228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510372" y="25013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42897" y="21634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88591" y="23252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54245" y="26085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62327" y="2358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91096" y="26618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52706" y="27753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26301" y="245693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46355" y="24001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90141" y="26041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68821" y="2452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84228" y="27972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37527" y="25688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80477" y="244749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806462" y="2206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76511" y="20405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713082" y="2705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68083" y="22773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703889" y="204192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86013" y="23440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79437" y="24252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77742" y="24334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706077" y="27243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621662" y="26964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72394" y="27828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91311" y="2021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50285" y="23664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71117" y="24408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88971" y="21918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28563" y="26739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60888" y="2056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90923" y="23749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621951" y="21688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508469" y="2356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41920" y="21633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623165" y="2102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37294" y="27755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99236" y="23517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73633" y="25981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89163" y="2363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25727" y="24054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97793" y="20525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77140" y="22148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91598" y="26458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37192" y="26593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95357" y="25047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76359" y="30017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37437" y="23123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81433" y="22364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43702" y="28875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615027" y="22618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714323" y="24787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59217" y="2439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35389" y="24311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35360" y="257180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93716" y="2654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73783" y="24848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55279" y="22597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607352" y="230014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87343" y="21288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76750" y="23464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80672" y="21036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510746" y="24751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55779" y="24104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82027" y="2396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94926" y="22286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87209" y="24051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708696" y="26300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703588" y="22120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727275" y="26377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45281" y="22671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728919" y="16921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93532" y="22040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511447" y="2381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50668" y="23951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618259" y="21095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41193" y="20349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44143" y="24552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723747" y="235152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60673" y="22092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219402" y="25538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87354" y="30136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82244" y="2464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26979" y="271025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65753" y="2607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44368" y="237347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51252" y="30078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52086" y="17510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78151" y="23575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902092" y="21722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29166" y="2683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47607" y="27140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66128" y="21589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50531" y="22553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622601" y="2044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45906" y="23937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53927" y="19557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74570" y="22964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66164" y="23388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83313" y="23989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79941" y="266731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53907" y="27920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74346" y="26536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64029" y="28504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98295" y="24438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86432" y="23416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77454" y="22510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57343" y="213062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605978" y="217249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731140" y="20325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97314" y="26348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717714" y="22851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507703" y="22927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45057" y="2640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99927" y="22619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68286" y="27009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65264" y="18000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56067" y="27868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64299" y="28569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44137" y="23758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33501" y="22676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77682" y="24620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49716" y="2536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713833" y="31773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509872" y="228660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47491" y="27267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95122" y="26452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502269" y="24601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46738" y="22966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37847" y="239598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72139" y="20116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91306" y="28104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65196" y="19163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42214" y="21100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27563" y="19104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93330" y="204927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40850" y="23303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27745" y="22189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21677" y="2091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400173" y="21937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400482" y="223240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74947" y="19193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26553" y="20721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77961" y="23973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20148" y="29486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36329" y="26979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22548" y="265788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31109" y="26893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413012" y="25094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612736" y="24102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23258" y="23976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415603" y="24876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24262" y="23283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78272" y="2278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510652" y="22989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45098" y="24419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22309" y="18547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315563" y="24117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99813" y="26660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74953" y="23196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75951" y="187815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816804" y="25297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86781" y="18838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85838" y="2513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77483" y="24362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72362" y="27440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76533" y="25766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94023" y="25183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88623" y="2602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624193" y="2328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35843" y="2656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500057" y="21870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725472" y="2663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45617" y="29177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48472" y="189758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83344" y="22491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822800" y="1984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58285" y="25530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604019" y="2471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21521" y="28991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99253" y="237163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29049" y="25420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64585" y="24426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93115" y="21814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612286" y="237452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514116" y="25075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44374" y="3049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25618" y="22447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56397" y="26252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811358" y="25255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93324" y="20427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28163" y="2612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70858" y="22804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81392" y="2198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46939" y="20284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836841" y="21315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96940" y="155018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57938" y="2043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38304" y="24437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57805" y="28813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56971" y="23137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36143" y="23463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58830" y="25273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41911" y="24345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39882" y="22024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55697" y="23098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76981" y="29013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72187" y="22016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515614" y="18812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67669" y="22552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24117" y="21337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85239" y="22201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502361" y="23332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27783" y="22081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605389" y="132415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48056" y="23906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91838" y="22806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97129" y="24664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501173" y="19171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612011" y="23283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612687" y="23475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32389" y="18758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81263" y="28629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20283" y="25123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83455" y="24738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87856" y="21298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64796" y="23574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99942" y="29151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94070" y="2800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30974" y="28666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20913" y="2818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86396" y="31203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38975" y="22780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71058" y="24149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88209" y="21824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36723" y="21390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81181" y="26365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80196" y="21396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81753" y="25210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88321" y="22421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95564" y="23810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74630" y="19943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43203" y="24310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518480" y="21169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411144" y="18783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84161" y="19175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85317" y="281922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47708" y="21338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38628" y="21769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72382" y="19907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38179" y="2164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606290" y="26929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93390" y="24723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49230" y="27116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611286" y="22288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92819" y="22842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511511" y="26047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607025" y="24521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68753" y="23142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622348" y="21571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36089" y="23440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48926" y="25028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70919" y="17269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500981" y="2009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42061" y="22481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55495" y="20413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77868" y="24066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724090" y="19726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6005847" y="18470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44833" y="2138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834218" y="1857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56467" y="24695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80779" y="22545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97023" y="22664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723480" y="21567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510585" y="19635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86991" y="23843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57437" y="2155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99996" y="19379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63471" y="23348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61248" y="20941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503444" y="187415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24003" y="21216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75438" y="23969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83891" y="20377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45429" y="23726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728658" y="2479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62791" y="2361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69427" y="28845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707563" y="31848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84625" y="23970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53526" y="29049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77681" y="23971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83419" y="26347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618151" y="2449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74474" y="2168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87328" y="26706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47559" y="25644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37075" y="21102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69317" y="20884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38927" y="21000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96264" y="27625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39212" y="27727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56536" y="26348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79597" y="25734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41985" y="2559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99934" y="26267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612638" y="25118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21264" y="26277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42397" y="25903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91827" y="32427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711423" y="23241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65285" y="2923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6038229" y="17288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413498" y="23394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87582" y="24637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66467" y="25366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49853" y="27250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63943" y="25703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408561" y="24794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36331" y="2556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40789" y="23576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66220" y="190581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30759" y="28323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24924" y="23713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624940" y="210069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707991" y="26838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26648" y="23110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26729" y="27500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53352" y="20527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711684" y="31475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703058" y="30162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48613" y="27799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58318" y="24481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83013" y="28631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78363" y="27038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85939" y="27298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89134" y="25551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42312" y="2566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95281" y="20754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43042" y="21938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70664" y="19850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50620" y="19987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37455" y="22935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603579" y="26703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45176" y="23070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48577" y="24820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501006" y="28373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49594" y="20328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96813" y="20634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407332" y="24383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508396" y="213578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601400" y="2477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75887" y="27418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79695" y="21301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89955" y="21615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20288" y="2198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37601" y="1679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21038" y="23913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515410" y="24271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709260" y="2651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76401" y="27582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616780" y="26051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84923" y="215564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52553" y="2353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62951" y="21717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60287" y="26962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44579" y="186707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29925" y="20693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44154" y="196625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87188" y="21310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58776" y="22811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33216" y="2254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68740" y="218064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61112" y="26377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82540" y="24509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34323" y="26478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28942" y="21769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42897" y="27347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511156" y="18776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53086" y="22499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24996" y="21466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517853" y="24158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602338" y="26178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623954" y="19696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52558" y="22650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47187" y="28013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45508" y="20482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413934" y="2374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53485" y="185284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86081" y="22709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66263" y="22515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29175" y="25663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51167" y="2668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40689" y="25112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73542" y="163326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91432" y="23375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79399" y="25202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604587" y="1796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74210" y="24761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515194" y="22375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29378" y="24526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97370" y="24084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806311" y="22502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28299" y="20764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68004" y="20626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705765" y="2267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68112" y="21410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52709" y="208173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813658" y="2573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94053" y="21623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608752" y="1623731"/>
              <a:ext cx="272622" cy="763160"/>
            </a:xfrm>
            <a:custGeom>
              <a:avLst/>
              <a:pathLst>
                <a:path w="272622" h="763160">
                  <a:moveTo>
                    <a:pt x="0" y="763160"/>
                  </a:moveTo>
                  <a:lnTo>
                    <a:pt x="272622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826496" y="1623731"/>
              <a:ext cx="67803" cy="70830"/>
            </a:xfrm>
            <a:custGeom>
              <a:avLst/>
              <a:pathLst>
                <a:path w="67803" h="70830">
                  <a:moveTo>
                    <a:pt x="67803" y="70830"/>
                  </a:moveTo>
                  <a:lnTo>
                    <a:pt x="54878" y="0"/>
                  </a:lnTo>
                  <a:lnTo>
                    <a:pt x="0" y="4660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608752" y="2386891"/>
              <a:ext cx="84299" cy="919322"/>
            </a:xfrm>
            <a:custGeom>
              <a:avLst/>
              <a:pathLst>
                <a:path w="84299" h="919322">
                  <a:moveTo>
                    <a:pt x="0" y="0"/>
                  </a:moveTo>
                  <a:lnTo>
                    <a:pt x="84299" y="91932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51508" y="3240833"/>
              <a:ext cx="71699" cy="65380"/>
            </a:xfrm>
            <a:custGeom>
              <a:avLst/>
              <a:pathLst>
                <a:path w="71699" h="65380">
                  <a:moveTo>
                    <a:pt x="0" y="6574"/>
                  </a:moveTo>
                  <a:lnTo>
                    <a:pt x="41543" y="65380"/>
                  </a:lnTo>
                  <a:lnTo>
                    <a:pt x="71699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63892" y="2089841"/>
              <a:ext cx="444859" cy="297049"/>
            </a:xfrm>
            <a:custGeom>
              <a:avLst/>
              <a:pathLst>
                <a:path w="444859" h="297049">
                  <a:moveTo>
                    <a:pt x="444859" y="29704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63892" y="2089841"/>
              <a:ext cx="71847" cy="64565"/>
            </a:xfrm>
            <a:custGeom>
              <a:avLst/>
              <a:pathLst>
                <a:path w="71847" h="64565">
                  <a:moveTo>
                    <a:pt x="71847" y="4687"/>
                  </a:moveTo>
                  <a:lnTo>
                    <a:pt x="0" y="0"/>
                  </a:lnTo>
                  <a:lnTo>
                    <a:pt x="31864" y="6456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608752" y="2018539"/>
              <a:ext cx="431938" cy="368351"/>
            </a:xfrm>
            <a:custGeom>
              <a:avLst/>
              <a:pathLst>
                <a:path w="431938" h="368351">
                  <a:moveTo>
                    <a:pt x="0" y="368351"/>
                  </a:moveTo>
                  <a:lnTo>
                    <a:pt x="43193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69886" y="2018539"/>
              <a:ext cx="70804" cy="67852"/>
            </a:xfrm>
            <a:custGeom>
              <a:avLst/>
              <a:pathLst>
                <a:path w="70804" h="67852">
                  <a:moveTo>
                    <a:pt x="46719" y="67852"/>
                  </a:moveTo>
                  <a:lnTo>
                    <a:pt x="70804" y="0"/>
                  </a:lnTo>
                  <a:lnTo>
                    <a:pt x="0" y="1306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54763" y="1502901"/>
              <a:ext cx="316108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607086" y="3310458"/>
              <a:ext cx="234817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65389" y="1969011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905072" y="1897709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52053" y="1185068"/>
              <a:ext cx="2581125" cy="240971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52053" y="1185068"/>
              <a:ext cx="0" cy="2409719"/>
            </a:xfrm>
            <a:custGeom>
              <a:avLst/>
              <a:pathLst>
                <a:path w="0" h="2409719">
                  <a:moveTo>
                    <a:pt x="0" y="2409719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190646" y="297125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209666" y="234588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209666" y="172050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320422" y="30122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320422" y="23868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320422" y="17615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52053" y="3594788"/>
              <a:ext cx="2581125" cy="0"/>
            </a:xfrm>
            <a:custGeom>
              <a:avLst/>
              <a:pathLst>
                <a:path w="2581125" h="0">
                  <a:moveTo>
                    <a:pt x="0" y="0"/>
                  </a:moveTo>
                  <a:lnTo>
                    <a:pt x="258112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79895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608752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237610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866467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29100" y="365172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76977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205834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834691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42749" y="3827795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644345" y="2339819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52053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1548979" y="3934484"/>
              <a:ext cx="517788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1548979" y="3978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2092484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2158067" y="40000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2570460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2636043" y="40000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054745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120328" y="40000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520102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85685" y="400006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98077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63660" y="40000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46343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529017" y="40000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928791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994374" y="40000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381437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447020" y="40000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859413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924996" y="40000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6331079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6396662" y="40000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2335747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2813723" y="3983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298007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63364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241340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706697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172053" y="3983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624700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6102676" y="3983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6574342" y="3983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2026-07-20T15:32:30Z</dcterms:modified>
  <cp:category/>
</cp:coreProperties>
</file>