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3276000"/>
            <a:chOff x="914400" y="914400"/>
            <a:chExt cx="6120000" cy="3276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3276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20000" cy="3276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83989" y="983989"/>
              <a:ext cx="2990410" cy="31368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3974400" y="983989"/>
              <a:ext cx="2990410" cy="31368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1405201" y="1287054"/>
              <a:ext cx="2442673" cy="181839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pt8"/>
            <p:cNvSpPr/>
            <p:nvPr/>
          </p:nvSpPr>
          <p:spPr>
            <a:xfrm>
              <a:off x="1904477" y="247329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1941940" y="263154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1804182" y="234304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1987268" y="233659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1872763" y="234744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773999" y="240163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1763692" y="230239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012434" y="234720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1952251" y="230491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976944" y="232184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963829" y="219853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881939" y="229309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878253" y="213772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837610" y="219232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1929789" y="229878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843601" y="220348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788361" y="217568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1757839" y="228872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977272" y="232211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1864938" y="236342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827186" y="225000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1938214" y="227325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1761275" y="253659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1906171" y="232704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1973776" y="25046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079770" y="249824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2008573" y="240695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1885860" y="240192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036797" y="244500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1982311" y="243907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1892735" y="239856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027975" y="254008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2164103" y="245748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2127696" y="233452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2033080" y="217004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2036272" y="224634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1935673" y="223831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1654633" y="241944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1916286" y="243131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1847844" y="230931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1891423" y="235958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1959390" y="241143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1938121" y="245584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1681126" y="196431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2092191" y="216366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2247575" y="252161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257353" y="251265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187869" y="257319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2010172" y="228958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1948320" y="230940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2148421" y="233652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2039877" y="255801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2080088" y="251699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1886914" y="243349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2097436" y="236348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2029088" y="238675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2008667" y="246912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2043629" y="234882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2247885" y="241682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1987376" y="237411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2012378" y="250182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1764772" y="220495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2138858" y="245526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1774909" y="236285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1931665" y="238557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1931374" y="224721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2164682" y="255125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2150609" y="225068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2239119" y="273004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2072812" y="260236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2264999" y="260569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2183966" y="232902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2041380" y="248557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2169496" y="251108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2168405" y="249593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1862136" y="217916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4"/>
            <p:cNvSpPr/>
            <p:nvPr/>
          </p:nvSpPr>
          <p:spPr>
            <a:xfrm>
              <a:off x="2304652" y="263540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5"/>
            <p:cNvSpPr/>
            <p:nvPr/>
          </p:nvSpPr>
          <p:spPr>
            <a:xfrm>
              <a:off x="2068278" y="228705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6"/>
            <p:cNvSpPr/>
            <p:nvPr/>
          </p:nvSpPr>
          <p:spPr>
            <a:xfrm>
              <a:off x="2100944" y="225853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7"/>
            <p:cNvSpPr/>
            <p:nvPr/>
          </p:nvSpPr>
          <p:spPr>
            <a:xfrm>
              <a:off x="2140615" y="234504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8"/>
            <p:cNvSpPr/>
            <p:nvPr/>
          </p:nvSpPr>
          <p:spPr>
            <a:xfrm>
              <a:off x="2035947" y="245232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89"/>
            <p:cNvSpPr/>
            <p:nvPr/>
          </p:nvSpPr>
          <p:spPr>
            <a:xfrm>
              <a:off x="2288869" y="239237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0"/>
            <p:cNvSpPr/>
            <p:nvPr/>
          </p:nvSpPr>
          <p:spPr>
            <a:xfrm>
              <a:off x="2215647" y="232322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1"/>
            <p:cNvSpPr/>
            <p:nvPr/>
          </p:nvSpPr>
          <p:spPr>
            <a:xfrm>
              <a:off x="2189884" y="242819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2"/>
            <p:cNvSpPr/>
            <p:nvPr/>
          </p:nvSpPr>
          <p:spPr>
            <a:xfrm>
              <a:off x="1954378" y="229069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3"/>
            <p:cNvSpPr/>
            <p:nvPr/>
          </p:nvSpPr>
          <p:spPr>
            <a:xfrm>
              <a:off x="2038169" y="248492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4"/>
            <p:cNvSpPr/>
            <p:nvPr/>
          </p:nvSpPr>
          <p:spPr>
            <a:xfrm>
              <a:off x="2160706" y="227401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5"/>
            <p:cNvSpPr/>
            <p:nvPr/>
          </p:nvSpPr>
          <p:spPr>
            <a:xfrm>
              <a:off x="2055085" y="239488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6"/>
            <p:cNvSpPr/>
            <p:nvPr/>
          </p:nvSpPr>
          <p:spPr>
            <a:xfrm>
              <a:off x="2129409" y="242596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7"/>
            <p:cNvSpPr/>
            <p:nvPr/>
          </p:nvSpPr>
          <p:spPr>
            <a:xfrm>
              <a:off x="2023852" y="227002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8"/>
            <p:cNvSpPr/>
            <p:nvPr/>
          </p:nvSpPr>
          <p:spPr>
            <a:xfrm>
              <a:off x="2169025" y="241723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99"/>
            <p:cNvSpPr/>
            <p:nvPr/>
          </p:nvSpPr>
          <p:spPr>
            <a:xfrm>
              <a:off x="2050651" y="226592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0"/>
            <p:cNvSpPr/>
            <p:nvPr/>
          </p:nvSpPr>
          <p:spPr>
            <a:xfrm>
              <a:off x="2190620" y="231306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1"/>
            <p:cNvSpPr/>
            <p:nvPr/>
          </p:nvSpPr>
          <p:spPr>
            <a:xfrm>
              <a:off x="2213223" y="266222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2"/>
            <p:cNvSpPr/>
            <p:nvPr/>
          </p:nvSpPr>
          <p:spPr>
            <a:xfrm>
              <a:off x="2122161" y="250443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3"/>
            <p:cNvSpPr/>
            <p:nvPr/>
          </p:nvSpPr>
          <p:spPr>
            <a:xfrm>
              <a:off x="2093450" y="242706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4"/>
            <p:cNvSpPr/>
            <p:nvPr/>
          </p:nvSpPr>
          <p:spPr>
            <a:xfrm>
              <a:off x="2159851" y="236344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5"/>
            <p:cNvSpPr/>
            <p:nvPr/>
          </p:nvSpPr>
          <p:spPr>
            <a:xfrm>
              <a:off x="2012259" y="211598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6"/>
            <p:cNvSpPr/>
            <p:nvPr/>
          </p:nvSpPr>
          <p:spPr>
            <a:xfrm>
              <a:off x="2068210" y="204562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7"/>
            <p:cNvSpPr/>
            <p:nvPr/>
          </p:nvSpPr>
          <p:spPr>
            <a:xfrm>
              <a:off x="2094572" y="248910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8"/>
            <p:cNvSpPr/>
            <p:nvPr/>
          </p:nvSpPr>
          <p:spPr>
            <a:xfrm>
              <a:off x="2363156" y="235760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09"/>
            <p:cNvSpPr/>
            <p:nvPr/>
          </p:nvSpPr>
          <p:spPr>
            <a:xfrm>
              <a:off x="2174864" y="217944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0"/>
            <p:cNvSpPr/>
            <p:nvPr/>
          </p:nvSpPr>
          <p:spPr>
            <a:xfrm>
              <a:off x="1958600" y="231436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2080237" y="216457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2082971" y="228633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2063802" y="224024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2059793" y="225213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2086350" y="229942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2002673" y="234679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1956776" y="221385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1914493" y="238704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1918354" y="225026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2046190" y="222286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1961004" y="216852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1965729" y="230363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2070249" y="225525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2106548" y="230375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2229228" y="226285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2320899" y="234749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2275600" y="220653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2048022" y="234773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2096226" y="226604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2123943" y="236714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2058193" y="241078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2023541" y="228478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2021850" y="233959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2046046" y="238740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2176512" y="229006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2187199" y="237085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2118997" y="268653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2288524" y="231815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2097142" y="240424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2101040" y="256330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2206975" y="252951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2123988" y="226557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2118891" y="246413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2056411" y="247074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2427207" y="239916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2332818" y="256594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2565775" y="251465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2736701" y="267673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2504852" y="256979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2663603" y="268349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2597594" y="257373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2555497" y="275620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2475998" y="265315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2392530" y="270265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2547351" y="277523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2400314" y="260434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2646483" y="234243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2718195" y="215252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2853355" y="232870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2868778" y="234796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2636360" y="240091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2819976" y="229515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2618704" y="225666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2780505" y="225776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2606367" y="215790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2603303" y="233985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2624000" y="219882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2874544" y="212396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2840183" y="224869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2830562" y="215923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2737110" y="239170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2821034" y="218369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2959405" y="227139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2837275" y="225266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2777902" y="236031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2788306" y="238913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2859348" y="249512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2888859" y="228657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2657287" y="22836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2902791" y="236228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2648045" y="221413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2880959" y="213502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3"/>
            <p:cNvSpPr/>
            <p:nvPr/>
          </p:nvSpPr>
          <p:spPr>
            <a:xfrm>
              <a:off x="2820080" y="229690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4"/>
            <p:cNvSpPr/>
            <p:nvPr/>
          </p:nvSpPr>
          <p:spPr>
            <a:xfrm>
              <a:off x="2791351" y="22409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5"/>
            <p:cNvSpPr/>
            <p:nvPr/>
          </p:nvSpPr>
          <p:spPr>
            <a:xfrm>
              <a:off x="2742727" y="217749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6"/>
            <p:cNvSpPr/>
            <p:nvPr/>
          </p:nvSpPr>
          <p:spPr>
            <a:xfrm>
              <a:off x="2695050" y="24507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7"/>
            <p:cNvSpPr/>
            <p:nvPr/>
          </p:nvSpPr>
          <p:spPr>
            <a:xfrm>
              <a:off x="2792270" y="22366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8"/>
            <p:cNvSpPr/>
            <p:nvPr/>
          </p:nvSpPr>
          <p:spPr>
            <a:xfrm>
              <a:off x="2669881" y="234029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89"/>
            <p:cNvSpPr/>
            <p:nvPr/>
          </p:nvSpPr>
          <p:spPr>
            <a:xfrm>
              <a:off x="2675148" y="249534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0"/>
            <p:cNvSpPr/>
            <p:nvPr/>
          </p:nvSpPr>
          <p:spPr>
            <a:xfrm>
              <a:off x="2749257" y="22862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1"/>
            <p:cNvSpPr/>
            <p:nvPr/>
          </p:nvSpPr>
          <p:spPr>
            <a:xfrm>
              <a:off x="2775201" y="21199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2"/>
            <p:cNvSpPr/>
            <p:nvPr/>
          </p:nvSpPr>
          <p:spPr>
            <a:xfrm>
              <a:off x="2519676" y="224721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3"/>
            <p:cNvSpPr/>
            <p:nvPr/>
          </p:nvSpPr>
          <p:spPr>
            <a:xfrm>
              <a:off x="2772892" y="24181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4"/>
            <p:cNvSpPr/>
            <p:nvPr/>
          </p:nvSpPr>
          <p:spPr>
            <a:xfrm>
              <a:off x="2586733" y="236818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5"/>
            <p:cNvSpPr/>
            <p:nvPr/>
          </p:nvSpPr>
          <p:spPr>
            <a:xfrm>
              <a:off x="2695260" y="23108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6"/>
            <p:cNvSpPr/>
            <p:nvPr/>
          </p:nvSpPr>
          <p:spPr>
            <a:xfrm>
              <a:off x="2608875" y="224777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7"/>
            <p:cNvSpPr/>
            <p:nvPr/>
          </p:nvSpPr>
          <p:spPr>
            <a:xfrm>
              <a:off x="2767460" y="237124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8"/>
            <p:cNvSpPr/>
            <p:nvPr/>
          </p:nvSpPr>
          <p:spPr>
            <a:xfrm>
              <a:off x="2839311" y="232253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199"/>
            <p:cNvSpPr/>
            <p:nvPr/>
          </p:nvSpPr>
          <p:spPr>
            <a:xfrm>
              <a:off x="2532005" y="220232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0"/>
            <p:cNvSpPr/>
            <p:nvPr/>
          </p:nvSpPr>
          <p:spPr>
            <a:xfrm>
              <a:off x="2890426" y="236658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1"/>
            <p:cNvSpPr/>
            <p:nvPr/>
          </p:nvSpPr>
          <p:spPr>
            <a:xfrm>
              <a:off x="3021888" y="23581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2"/>
            <p:cNvSpPr/>
            <p:nvPr/>
          </p:nvSpPr>
          <p:spPr>
            <a:xfrm>
              <a:off x="2880815" y="224824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3"/>
            <p:cNvSpPr/>
            <p:nvPr/>
          </p:nvSpPr>
          <p:spPr>
            <a:xfrm>
              <a:off x="2838819" y="235280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4"/>
            <p:cNvSpPr/>
            <p:nvPr/>
          </p:nvSpPr>
          <p:spPr>
            <a:xfrm>
              <a:off x="2541245" y="23224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2634862" y="241377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2663524" y="223368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3011244" y="223263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2633308" y="210521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2640650" y="226252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2681394" y="230306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2869822" y="217099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2799443" y="25120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2872933" y="222745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2628854" y="24004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2706339" y="242041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2945580" y="24806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2639849" y="241619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2636464" y="23553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2864685" y="222990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2873488" y="220933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2623055" y="230688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2903737" y="234741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2704862" y="23386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2935364" y="239339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2724915" y="24398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2875584" y="217887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2540734" y="229981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2536243" y="231236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2461828" y="23495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2829554" y="231389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2855030" y="23643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2564061" y="23774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2648931" y="22394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2628954" y="229716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2715995" y="238854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2818864" y="233004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2763078" y="237324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3475238" y="22101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2709307" y="21000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2891582" y="243167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2752124" y="211718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2741563" y="233403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2759666" y="21953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2810984" y="24073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2868704" y="235231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2897934" y="236477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2694449" y="225881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3024580" y="201574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2979523" y="181052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3133574" y="20110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3324177" y="18421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3320801" y="17813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3115889" y="213796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2924314" y="193251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2946397" y="202454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2986826" y="204529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181319" y="207736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3018051" y="208246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2968320" y="20134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3075339" y="20522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187624" y="206433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2863196" y="206938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197359" y="208982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2858416" y="204892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3342602" y="21882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3045400" y="199043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3163844" y="185416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3242179" y="18333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2890171" y="218380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3012836" y="194321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2993944" y="217673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2871927" y="237929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2957022" y="198503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2759292" y="20069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2776077" y="21132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3165444" y="18898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3039555" y="201409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2727855" y="200563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2842152" y="20066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0"/>
            <p:cNvSpPr/>
            <p:nvPr/>
          </p:nvSpPr>
          <p:spPr>
            <a:xfrm>
              <a:off x="3251560" y="199449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1"/>
            <p:cNvSpPr/>
            <p:nvPr/>
          </p:nvSpPr>
          <p:spPr>
            <a:xfrm>
              <a:off x="3294860" y="191001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2"/>
            <p:cNvSpPr/>
            <p:nvPr/>
          </p:nvSpPr>
          <p:spPr>
            <a:xfrm>
              <a:off x="2980894" y="18007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3"/>
            <p:cNvSpPr/>
            <p:nvPr/>
          </p:nvSpPr>
          <p:spPr>
            <a:xfrm>
              <a:off x="3140574" y="183073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4"/>
            <p:cNvSpPr/>
            <p:nvPr/>
          </p:nvSpPr>
          <p:spPr>
            <a:xfrm>
              <a:off x="3058153" y="17016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5"/>
            <p:cNvSpPr/>
            <p:nvPr/>
          </p:nvSpPr>
          <p:spPr>
            <a:xfrm>
              <a:off x="2940869" y="18729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6"/>
            <p:cNvSpPr/>
            <p:nvPr/>
          </p:nvSpPr>
          <p:spPr>
            <a:xfrm>
              <a:off x="3005209" y="200446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7"/>
            <p:cNvSpPr/>
            <p:nvPr/>
          </p:nvSpPr>
          <p:spPr>
            <a:xfrm>
              <a:off x="2937201" y="18703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8"/>
            <p:cNvSpPr/>
            <p:nvPr/>
          </p:nvSpPr>
          <p:spPr>
            <a:xfrm>
              <a:off x="3162449" y="179626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89"/>
            <p:cNvSpPr/>
            <p:nvPr/>
          </p:nvSpPr>
          <p:spPr>
            <a:xfrm>
              <a:off x="2973964" y="183748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0"/>
            <p:cNvSpPr/>
            <p:nvPr/>
          </p:nvSpPr>
          <p:spPr>
            <a:xfrm>
              <a:off x="3065344" y="194718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1"/>
            <p:cNvSpPr/>
            <p:nvPr/>
          </p:nvSpPr>
          <p:spPr>
            <a:xfrm>
              <a:off x="3226573" y="20566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2"/>
            <p:cNvSpPr/>
            <p:nvPr/>
          </p:nvSpPr>
          <p:spPr>
            <a:xfrm>
              <a:off x="2996052" y="217403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3"/>
            <p:cNvSpPr/>
            <p:nvPr/>
          </p:nvSpPr>
          <p:spPr>
            <a:xfrm>
              <a:off x="3035124" y="19715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4"/>
            <p:cNvSpPr/>
            <p:nvPr/>
          </p:nvSpPr>
          <p:spPr>
            <a:xfrm>
              <a:off x="2890397" y="19781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5"/>
            <p:cNvSpPr/>
            <p:nvPr/>
          </p:nvSpPr>
          <p:spPr>
            <a:xfrm>
              <a:off x="2924321" y="18366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6"/>
            <p:cNvSpPr/>
            <p:nvPr/>
          </p:nvSpPr>
          <p:spPr>
            <a:xfrm>
              <a:off x="3113206" y="21875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7"/>
            <p:cNvSpPr/>
            <p:nvPr/>
          </p:nvSpPr>
          <p:spPr>
            <a:xfrm>
              <a:off x="3141225" y="18282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8"/>
            <p:cNvSpPr/>
            <p:nvPr/>
          </p:nvSpPr>
          <p:spPr>
            <a:xfrm>
              <a:off x="3220125" y="22258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299"/>
            <p:cNvSpPr/>
            <p:nvPr/>
          </p:nvSpPr>
          <p:spPr>
            <a:xfrm>
              <a:off x="2951194" y="192233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0"/>
            <p:cNvSpPr/>
            <p:nvPr/>
          </p:nvSpPr>
          <p:spPr>
            <a:xfrm>
              <a:off x="3208141" y="20578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1"/>
            <p:cNvSpPr/>
            <p:nvPr/>
          </p:nvSpPr>
          <p:spPr>
            <a:xfrm>
              <a:off x="3213081" y="201211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2"/>
            <p:cNvSpPr/>
            <p:nvPr/>
          </p:nvSpPr>
          <p:spPr>
            <a:xfrm>
              <a:off x="3361704" y="227046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3"/>
            <p:cNvSpPr/>
            <p:nvPr/>
          </p:nvSpPr>
          <p:spPr>
            <a:xfrm>
              <a:off x="3033896" y="175610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4"/>
            <p:cNvSpPr/>
            <p:nvPr/>
          </p:nvSpPr>
          <p:spPr>
            <a:xfrm>
              <a:off x="2986021" y="19110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5"/>
            <p:cNvSpPr/>
            <p:nvPr/>
          </p:nvSpPr>
          <p:spPr>
            <a:xfrm>
              <a:off x="3046788" y="205368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6"/>
            <p:cNvSpPr/>
            <p:nvPr/>
          </p:nvSpPr>
          <p:spPr>
            <a:xfrm>
              <a:off x="3058703" y="174253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7"/>
            <p:cNvSpPr/>
            <p:nvPr/>
          </p:nvSpPr>
          <p:spPr>
            <a:xfrm>
              <a:off x="2998963" y="20103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8"/>
            <p:cNvSpPr/>
            <p:nvPr/>
          </p:nvSpPr>
          <p:spPr>
            <a:xfrm>
              <a:off x="2869475" y="19069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3009457" y="197963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3055533" y="18809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3022843" y="190046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2934151" y="198145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3141973" y="191565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3127776" y="17862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3097329" y="194085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2979621" y="20120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2297561" y="258178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2214149" y="259881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2232753" y="247338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2389451" y="240977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2188133" y="234292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2521696" y="24985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2424143" y="24171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2228885" y="258204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2424429" y="262141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2030633" y="268422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2097181" y="247952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2005817" y="247712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2088988" y="258419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2076154" y="259454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2060137" y="248120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2153929" y="251825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2036545" y="253827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1905545" y="254244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1564912" y="242326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1678678" y="25154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1954312" y="27116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2103465" y="267789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2053335" y="247002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1883018" y="238798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2217865" y="24643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1997364" y="27031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1904651" y="236725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2275692" y="256820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2403320" y="26297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2006608" y="268416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2155090" y="25497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1998616" y="256313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2026145" y="234180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2021797" y="243580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2157592" y="252715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1948829" y="25656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2215457" y="245668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2269574" y="240037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2286863" y="264670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2043966" y="267925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2340707" y="250944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2048841" y="279020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2106941" y="25821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1908163" y="277202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2110119" y="15927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2179906" y="17180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1952830" y="18742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2018715" y="17795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1854162" y="16848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2045345" y="17474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2151075" y="16857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2045020" y="14359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2171624" y="15946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2106592" y="16527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1932309" y="16775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1975823" y="17163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1998010" y="15641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1989764" y="15679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1999624" y="16054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2064820" y="16790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2123921" y="15703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2111139" y="14390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79"/>
            <p:cNvSpPr/>
            <p:nvPr/>
          </p:nvSpPr>
          <p:spPr>
            <a:xfrm>
              <a:off x="2133331" y="15095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0"/>
            <p:cNvSpPr/>
            <p:nvPr/>
          </p:nvSpPr>
          <p:spPr>
            <a:xfrm>
              <a:off x="1969492" y="16969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1"/>
            <p:cNvSpPr/>
            <p:nvPr/>
          </p:nvSpPr>
          <p:spPr>
            <a:xfrm>
              <a:off x="2170785" y="19136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2"/>
            <p:cNvSpPr/>
            <p:nvPr/>
          </p:nvSpPr>
          <p:spPr>
            <a:xfrm>
              <a:off x="2000438" y="18430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3"/>
            <p:cNvSpPr/>
            <p:nvPr/>
          </p:nvSpPr>
          <p:spPr>
            <a:xfrm>
              <a:off x="2003837" y="16045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4"/>
            <p:cNvSpPr/>
            <p:nvPr/>
          </p:nvSpPr>
          <p:spPr>
            <a:xfrm>
              <a:off x="2114538" y="16350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5"/>
            <p:cNvSpPr/>
            <p:nvPr/>
          </p:nvSpPr>
          <p:spPr>
            <a:xfrm>
              <a:off x="2111848" y="14896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6"/>
            <p:cNvSpPr/>
            <p:nvPr/>
          </p:nvSpPr>
          <p:spPr>
            <a:xfrm>
              <a:off x="2235165" y="17028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7"/>
            <p:cNvSpPr/>
            <p:nvPr/>
          </p:nvSpPr>
          <p:spPr>
            <a:xfrm>
              <a:off x="2014996" y="17384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8"/>
            <p:cNvSpPr/>
            <p:nvPr/>
          </p:nvSpPr>
          <p:spPr>
            <a:xfrm>
              <a:off x="2315778" y="18393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89"/>
            <p:cNvSpPr/>
            <p:nvPr/>
          </p:nvSpPr>
          <p:spPr>
            <a:xfrm>
              <a:off x="2092448" y="17309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0"/>
            <p:cNvSpPr/>
            <p:nvPr/>
          </p:nvSpPr>
          <p:spPr>
            <a:xfrm>
              <a:off x="2021811" y="17172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1"/>
            <p:cNvSpPr/>
            <p:nvPr/>
          </p:nvSpPr>
          <p:spPr>
            <a:xfrm>
              <a:off x="1930102" y="18271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2"/>
            <p:cNvSpPr/>
            <p:nvPr/>
          </p:nvSpPr>
          <p:spPr>
            <a:xfrm>
              <a:off x="2134935" y="16897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3"/>
            <p:cNvSpPr/>
            <p:nvPr/>
          </p:nvSpPr>
          <p:spPr>
            <a:xfrm>
              <a:off x="1941905" y="16012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4"/>
            <p:cNvSpPr/>
            <p:nvPr/>
          </p:nvSpPr>
          <p:spPr>
            <a:xfrm>
              <a:off x="1888665" y="17957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5"/>
            <p:cNvSpPr/>
            <p:nvPr/>
          </p:nvSpPr>
          <p:spPr>
            <a:xfrm>
              <a:off x="2104608" y="16099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6"/>
            <p:cNvSpPr/>
            <p:nvPr/>
          </p:nvSpPr>
          <p:spPr>
            <a:xfrm>
              <a:off x="1980582" y="19606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7"/>
            <p:cNvSpPr/>
            <p:nvPr/>
          </p:nvSpPr>
          <p:spPr>
            <a:xfrm>
              <a:off x="2001520" y="16275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8"/>
            <p:cNvSpPr/>
            <p:nvPr/>
          </p:nvSpPr>
          <p:spPr>
            <a:xfrm>
              <a:off x="1856402" y="17226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399"/>
            <p:cNvSpPr/>
            <p:nvPr/>
          </p:nvSpPr>
          <p:spPr>
            <a:xfrm>
              <a:off x="2201510" y="16771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0"/>
            <p:cNvSpPr/>
            <p:nvPr/>
          </p:nvSpPr>
          <p:spPr>
            <a:xfrm>
              <a:off x="2297997" y="16905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1"/>
            <p:cNvSpPr/>
            <p:nvPr/>
          </p:nvSpPr>
          <p:spPr>
            <a:xfrm>
              <a:off x="2170148" y="15878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2"/>
            <p:cNvSpPr/>
            <p:nvPr/>
          </p:nvSpPr>
          <p:spPr>
            <a:xfrm>
              <a:off x="2099837" y="15857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3"/>
            <p:cNvSpPr/>
            <p:nvPr/>
          </p:nvSpPr>
          <p:spPr>
            <a:xfrm>
              <a:off x="2160787" y="16829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4"/>
            <p:cNvSpPr/>
            <p:nvPr/>
          </p:nvSpPr>
          <p:spPr>
            <a:xfrm>
              <a:off x="2185605" y="16403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5"/>
            <p:cNvSpPr/>
            <p:nvPr/>
          </p:nvSpPr>
          <p:spPr>
            <a:xfrm>
              <a:off x="2507420" y="16752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2176681" y="17561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950242" y="18227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2113792" y="16409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2191966" y="16871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2063214" y="15939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2167385" y="16547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1924114" y="18164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2073476" y="16787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1930107" y="17452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1882734" y="18573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2037436" y="16319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1934362" y="17964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1921712" y="18570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1936542" y="16435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1900145" y="16611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2071371" y="17229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2137319" y="17043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2205308" y="15317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2242523" y="16190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2265063" y="16516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2128829" y="16246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2118862" y="17625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2254563" y="16292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148501" y="18578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163540" y="13457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1898854" y="17125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2073194" y="15845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2011499" y="17659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2135028" y="16344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2084123" y="16082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2081197" y="15368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2003942" y="16045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2170244" y="17872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1990485" y="17018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2052843" y="15460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2214134" y="16413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2266808" y="17493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1786171" y="17571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1850150" y="17493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1855544" y="16298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1679331" y="17435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1944288" y="17632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1975181" y="16291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2004211" y="18973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2114590" y="15594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2103814" y="278054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2176932" y="281287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2177200" y="278043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2111505" y="283480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2431581" y="279200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2204969" y="266225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1973136" y="277615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2078812" y="274930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2083503" y="281608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2130666" y="285277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1985841" y="269694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2093209" y="277090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2278527" y="272076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2196628" y="271321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2105358" y="264504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1916139" y="253175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1882082" y="262134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1974915" y="273493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1886962" y="271385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1991708" y="243146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2058623" y="261859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2135645" y="282771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2094709" y="274330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2022903" y="274636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5"/>
            <p:cNvSpPr/>
            <p:nvPr/>
          </p:nvSpPr>
          <p:spPr>
            <a:xfrm>
              <a:off x="2250048" y="261440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6"/>
            <p:cNvSpPr/>
            <p:nvPr/>
          </p:nvSpPr>
          <p:spPr>
            <a:xfrm>
              <a:off x="2224348" y="236508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2548022" y="274323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8"/>
            <p:cNvSpPr/>
            <p:nvPr/>
          </p:nvSpPr>
          <p:spPr>
            <a:xfrm>
              <a:off x="2230413" y="247764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79"/>
            <p:cNvSpPr/>
            <p:nvPr/>
          </p:nvSpPr>
          <p:spPr>
            <a:xfrm>
              <a:off x="2349732" y="234902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0"/>
            <p:cNvSpPr/>
            <p:nvPr/>
          </p:nvSpPr>
          <p:spPr>
            <a:xfrm>
              <a:off x="2606249" y="253680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2419439" y="244519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2399559" y="234150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3"/>
            <p:cNvSpPr/>
            <p:nvPr/>
          </p:nvSpPr>
          <p:spPr>
            <a:xfrm>
              <a:off x="2367848" y="236130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4"/>
            <p:cNvSpPr/>
            <p:nvPr/>
          </p:nvSpPr>
          <p:spPr>
            <a:xfrm>
              <a:off x="2551392" y="230283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5"/>
            <p:cNvSpPr/>
            <p:nvPr/>
          </p:nvSpPr>
          <p:spPr>
            <a:xfrm>
              <a:off x="2372105" y="241357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6"/>
            <p:cNvSpPr/>
            <p:nvPr/>
          </p:nvSpPr>
          <p:spPr>
            <a:xfrm>
              <a:off x="2587659" y="269337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7"/>
            <p:cNvSpPr/>
            <p:nvPr/>
          </p:nvSpPr>
          <p:spPr>
            <a:xfrm>
              <a:off x="2622372" y="228848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8"/>
            <p:cNvSpPr/>
            <p:nvPr/>
          </p:nvSpPr>
          <p:spPr>
            <a:xfrm>
              <a:off x="2477759" y="233216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89"/>
            <p:cNvSpPr/>
            <p:nvPr/>
          </p:nvSpPr>
          <p:spPr>
            <a:xfrm>
              <a:off x="2297105" y="260920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0"/>
            <p:cNvSpPr/>
            <p:nvPr/>
          </p:nvSpPr>
          <p:spPr>
            <a:xfrm>
              <a:off x="2659829" y="274783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1"/>
            <p:cNvSpPr/>
            <p:nvPr/>
          </p:nvSpPr>
          <p:spPr>
            <a:xfrm>
              <a:off x="2730695" y="241859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2"/>
            <p:cNvSpPr/>
            <p:nvPr/>
          </p:nvSpPr>
          <p:spPr>
            <a:xfrm>
              <a:off x="2662538" y="237603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3"/>
            <p:cNvSpPr/>
            <p:nvPr/>
          </p:nvSpPr>
          <p:spPr>
            <a:xfrm>
              <a:off x="2602560" y="263902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4"/>
            <p:cNvSpPr/>
            <p:nvPr/>
          </p:nvSpPr>
          <p:spPr>
            <a:xfrm>
              <a:off x="2573487" y="223379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5"/>
            <p:cNvSpPr/>
            <p:nvPr/>
          </p:nvSpPr>
          <p:spPr>
            <a:xfrm>
              <a:off x="2506219" y="265987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6"/>
            <p:cNvSpPr/>
            <p:nvPr/>
          </p:nvSpPr>
          <p:spPr>
            <a:xfrm>
              <a:off x="2383375" y="255551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7"/>
            <p:cNvSpPr/>
            <p:nvPr/>
          </p:nvSpPr>
          <p:spPr>
            <a:xfrm>
              <a:off x="2688684" y="243867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8"/>
            <p:cNvSpPr/>
            <p:nvPr/>
          </p:nvSpPr>
          <p:spPr>
            <a:xfrm>
              <a:off x="2427196" y="253913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499"/>
            <p:cNvSpPr/>
            <p:nvPr/>
          </p:nvSpPr>
          <p:spPr>
            <a:xfrm>
              <a:off x="2552414" y="265302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0"/>
            <p:cNvSpPr/>
            <p:nvPr/>
          </p:nvSpPr>
          <p:spPr>
            <a:xfrm>
              <a:off x="2724246" y="246350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1"/>
            <p:cNvSpPr/>
            <p:nvPr/>
          </p:nvSpPr>
          <p:spPr>
            <a:xfrm>
              <a:off x="2559901" y="240803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2"/>
            <p:cNvSpPr/>
            <p:nvPr/>
          </p:nvSpPr>
          <p:spPr>
            <a:xfrm>
              <a:off x="2184202" y="226899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3"/>
            <p:cNvSpPr/>
            <p:nvPr/>
          </p:nvSpPr>
          <p:spPr>
            <a:xfrm>
              <a:off x="2435755" y="247275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4"/>
            <p:cNvSpPr/>
            <p:nvPr/>
          </p:nvSpPr>
          <p:spPr>
            <a:xfrm>
              <a:off x="2499790" y="266788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5"/>
            <p:cNvSpPr/>
            <p:nvPr/>
          </p:nvSpPr>
          <p:spPr>
            <a:xfrm>
              <a:off x="2220897" y="238919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2652405" y="237821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2551823" y="269199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2443421" y="262643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2549869" y="246043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2453782" y="255772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2565586" y="247063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2318059" y="250940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2676744" y="251076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2535405" y="251775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2582217" y="246098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2650651" y="261388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2437505" y="266027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2660885" y="268271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2663700" y="257152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2027920" y="15174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1957057" y="242159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2061020" y="15968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2216785" y="18126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2109416" y="17582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1972028" y="16719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1989293" y="17696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1963304" y="17360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1923941" y="14397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1918333" y="18996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2062492" y="16940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1778390" y="17577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1836102" y="16774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2009521" y="229509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1915890" y="15606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2056518" y="15630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1941842" y="18887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1677983" y="217203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1944472" y="16659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1973902" y="228494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1853627" y="16149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1976830" y="224396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1811149" y="16022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2057221" y="261229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1982469" y="17069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1969831" y="17612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2114939" y="278571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1995044" y="17131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2088089" y="271594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1985164" y="16726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2013633" y="17884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2139843" y="258975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1882579" y="16685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2072792" y="16584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1993046" y="223539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1950557" y="17065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1927529" y="16752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1911769" y="16244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1948669" y="222884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2071692" y="17271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2023702" y="17848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2082080" y="16919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2123522" y="19354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2031796" y="17538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2139265" y="19449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2105906" y="17950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1900193" y="16610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1965194" y="15760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1811748" y="246990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1909406" y="17044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2225243" y="270100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1895473" y="15751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2154475" y="18612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2356083" y="25063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2034017" y="16588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2281260" y="271883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1936818" y="18469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2197303" y="268921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2641617" y="224252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2092026" y="16620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1951544" y="17553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2898360" y="199152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1901488" y="16270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3"/>
            <p:cNvSpPr/>
            <p:nvPr/>
          </p:nvSpPr>
          <p:spPr>
            <a:xfrm>
              <a:off x="2257371" y="251497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4"/>
            <p:cNvSpPr/>
            <p:nvPr/>
          </p:nvSpPr>
          <p:spPr>
            <a:xfrm>
              <a:off x="1992408" y="18859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5"/>
            <p:cNvSpPr/>
            <p:nvPr/>
          </p:nvSpPr>
          <p:spPr>
            <a:xfrm>
              <a:off x="1981749" y="270901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2055534" y="16696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7"/>
            <p:cNvSpPr/>
            <p:nvPr/>
          </p:nvSpPr>
          <p:spPr>
            <a:xfrm>
              <a:off x="1945112" y="265396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8"/>
            <p:cNvSpPr/>
            <p:nvPr/>
          </p:nvSpPr>
          <p:spPr>
            <a:xfrm>
              <a:off x="2098563" y="17901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89"/>
            <p:cNvSpPr/>
            <p:nvPr/>
          </p:nvSpPr>
          <p:spPr>
            <a:xfrm>
              <a:off x="2153440" y="26357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0"/>
            <p:cNvSpPr/>
            <p:nvPr/>
          </p:nvSpPr>
          <p:spPr>
            <a:xfrm>
              <a:off x="2062077" y="16911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1"/>
            <p:cNvSpPr/>
            <p:nvPr/>
          </p:nvSpPr>
          <p:spPr>
            <a:xfrm>
              <a:off x="2310447" y="251507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2"/>
            <p:cNvSpPr/>
            <p:nvPr/>
          </p:nvSpPr>
          <p:spPr>
            <a:xfrm>
              <a:off x="1996984" y="18768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3"/>
            <p:cNvSpPr/>
            <p:nvPr/>
          </p:nvSpPr>
          <p:spPr>
            <a:xfrm>
              <a:off x="2020926" y="26024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4"/>
            <p:cNvSpPr/>
            <p:nvPr/>
          </p:nvSpPr>
          <p:spPr>
            <a:xfrm>
              <a:off x="1815745" y="259142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5"/>
            <p:cNvSpPr/>
            <p:nvPr/>
          </p:nvSpPr>
          <p:spPr>
            <a:xfrm>
              <a:off x="2080438" y="16580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6"/>
            <p:cNvSpPr/>
            <p:nvPr/>
          </p:nvSpPr>
          <p:spPr>
            <a:xfrm>
              <a:off x="1919413" y="28816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7"/>
            <p:cNvSpPr/>
            <p:nvPr/>
          </p:nvSpPr>
          <p:spPr>
            <a:xfrm>
              <a:off x="1833290" y="17508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8"/>
            <p:cNvSpPr/>
            <p:nvPr/>
          </p:nvSpPr>
          <p:spPr>
            <a:xfrm>
              <a:off x="1819267" y="280731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599"/>
            <p:cNvSpPr/>
            <p:nvPr/>
          </p:nvSpPr>
          <p:spPr>
            <a:xfrm>
              <a:off x="2169027" y="16286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0"/>
            <p:cNvSpPr/>
            <p:nvPr/>
          </p:nvSpPr>
          <p:spPr>
            <a:xfrm>
              <a:off x="1928134" y="256075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1"/>
            <p:cNvSpPr/>
            <p:nvPr/>
          </p:nvSpPr>
          <p:spPr>
            <a:xfrm>
              <a:off x="2169107" y="17358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2"/>
            <p:cNvSpPr/>
            <p:nvPr/>
          </p:nvSpPr>
          <p:spPr>
            <a:xfrm>
              <a:off x="1843006" y="18190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3"/>
            <p:cNvSpPr/>
            <p:nvPr/>
          </p:nvSpPr>
          <p:spPr>
            <a:xfrm>
              <a:off x="2142602" y="19385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4"/>
            <p:cNvSpPr/>
            <p:nvPr/>
          </p:nvSpPr>
          <p:spPr>
            <a:xfrm>
              <a:off x="1984660" y="17641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5"/>
            <p:cNvSpPr/>
            <p:nvPr/>
          </p:nvSpPr>
          <p:spPr>
            <a:xfrm>
              <a:off x="1900831" y="288239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2000276" y="19455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7"/>
            <p:cNvSpPr/>
            <p:nvPr/>
          </p:nvSpPr>
          <p:spPr>
            <a:xfrm>
              <a:off x="1835743" y="24800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1966877" y="19670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09"/>
            <p:cNvSpPr/>
            <p:nvPr/>
          </p:nvSpPr>
          <p:spPr>
            <a:xfrm>
              <a:off x="1753199" y="17345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1903693" y="274294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1"/>
            <p:cNvSpPr/>
            <p:nvPr/>
          </p:nvSpPr>
          <p:spPr>
            <a:xfrm>
              <a:off x="2016770" y="19184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2024650" y="264542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3"/>
            <p:cNvSpPr/>
            <p:nvPr/>
          </p:nvSpPr>
          <p:spPr>
            <a:xfrm>
              <a:off x="1966914" y="16131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2041962" y="265202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5"/>
            <p:cNvSpPr/>
            <p:nvPr/>
          </p:nvSpPr>
          <p:spPr>
            <a:xfrm>
              <a:off x="2046733" y="15823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2089433" y="262204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7"/>
            <p:cNvSpPr/>
            <p:nvPr/>
          </p:nvSpPr>
          <p:spPr>
            <a:xfrm>
              <a:off x="2049503" y="15403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2037713" y="17378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19"/>
            <p:cNvSpPr/>
            <p:nvPr/>
          </p:nvSpPr>
          <p:spPr>
            <a:xfrm>
              <a:off x="1961137" y="254282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1915493" y="17027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1"/>
            <p:cNvSpPr/>
            <p:nvPr/>
          </p:nvSpPr>
          <p:spPr>
            <a:xfrm>
              <a:off x="1902676" y="229457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1928178" y="16086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1942767" y="250171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2111416" y="17340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5"/>
            <p:cNvSpPr/>
            <p:nvPr/>
          </p:nvSpPr>
          <p:spPr>
            <a:xfrm>
              <a:off x="1997532" y="18297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2178261" y="20528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7"/>
            <p:cNvSpPr/>
            <p:nvPr/>
          </p:nvSpPr>
          <p:spPr>
            <a:xfrm>
              <a:off x="1923786" y="19698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8"/>
            <p:cNvSpPr/>
            <p:nvPr/>
          </p:nvSpPr>
          <p:spPr>
            <a:xfrm>
              <a:off x="1951138" y="20367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1944712" y="18572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0"/>
            <p:cNvSpPr/>
            <p:nvPr/>
          </p:nvSpPr>
          <p:spPr>
            <a:xfrm>
              <a:off x="1999778" y="26856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1"/>
            <p:cNvSpPr/>
            <p:nvPr/>
          </p:nvSpPr>
          <p:spPr>
            <a:xfrm>
              <a:off x="2066546" y="14020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2274495" y="25983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3"/>
            <p:cNvSpPr/>
            <p:nvPr/>
          </p:nvSpPr>
          <p:spPr>
            <a:xfrm>
              <a:off x="2054673" y="26440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4"/>
            <p:cNvSpPr/>
            <p:nvPr/>
          </p:nvSpPr>
          <p:spPr>
            <a:xfrm>
              <a:off x="2006528" y="16045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2172773" y="274459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6"/>
            <p:cNvSpPr/>
            <p:nvPr/>
          </p:nvSpPr>
          <p:spPr>
            <a:xfrm>
              <a:off x="1863749" y="17053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7"/>
            <p:cNvSpPr/>
            <p:nvPr/>
          </p:nvSpPr>
          <p:spPr>
            <a:xfrm>
              <a:off x="1937827" y="252535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1858441" y="14755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39"/>
            <p:cNvSpPr/>
            <p:nvPr/>
          </p:nvSpPr>
          <p:spPr>
            <a:xfrm>
              <a:off x="1669703" y="247549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0"/>
            <p:cNvSpPr/>
            <p:nvPr/>
          </p:nvSpPr>
          <p:spPr>
            <a:xfrm>
              <a:off x="1713907" y="16894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1532942" y="256340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2"/>
            <p:cNvSpPr/>
            <p:nvPr/>
          </p:nvSpPr>
          <p:spPr>
            <a:xfrm>
              <a:off x="1783334" y="15202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3"/>
            <p:cNvSpPr/>
            <p:nvPr/>
          </p:nvSpPr>
          <p:spPr>
            <a:xfrm>
              <a:off x="1492223" y="24140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1967421" y="256335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5"/>
            <p:cNvSpPr/>
            <p:nvPr/>
          </p:nvSpPr>
          <p:spPr>
            <a:xfrm>
              <a:off x="1962609" y="254071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6"/>
            <p:cNvSpPr/>
            <p:nvPr/>
          </p:nvSpPr>
          <p:spPr>
            <a:xfrm>
              <a:off x="1929306" y="239955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1924135" y="244823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8"/>
            <p:cNvSpPr/>
            <p:nvPr/>
          </p:nvSpPr>
          <p:spPr>
            <a:xfrm>
              <a:off x="1939659" y="233943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49"/>
            <p:cNvSpPr/>
            <p:nvPr/>
          </p:nvSpPr>
          <p:spPr>
            <a:xfrm>
              <a:off x="1883673" y="233691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1848947" y="237823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1"/>
            <p:cNvSpPr/>
            <p:nvPr/>
          </p:nvSpPr>
          <p:spPr>
            <a:xfrm>
              <a:off x="1974695" y="223796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2"/>
            <p:cNvSpPr/>
            <p:nvPr/>
          </p:nvSpPr>
          <p:spPr>
            <a:xfrm>
              <a:off x="1741538" y="235771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3"/>
            <p:cNvSpPr/>
            <p:nvPr/>
          </p:nvSpPr>
          <p:spPr>
            <a:xfrm>
              <a:off x="1760250" y="228474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4"/>
            <p:cNvSpPr/>
            <p:nvPr/>
          </p:nvSpPr>
          <p:spPr>
            <a:xfrm>
              <a:off x="1603165" y="228682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5"/>
            <p:cNvSpPr/>
            <p:nvPr/>
          </p:nvSpPr>
          <p:spPr>
            <a:xfrm>
              <a:off x="2182233" y="231350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6"/>
            <p:cNvSpPr/>
            <p:nvPr/>
          </p:nvSpPr>
          <p:spPr>
            <a:xfrm>
              <a:off x="1772395" y="244792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7"/>
            <p:cNvSpPr/>
            <p:nvPr/>
          </p:nvSpPr>
          <p:spPr>
            <a:xfrm>
              <a:off x="1890269" y="23280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8"/>
            <p:cNvSpPr/>
            <p:nvPr/>
          </p:nvSpPr>
          <p:spPr>
            <a:xfrm>
              <a:off x="1784001" y="228312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59"/>
            <p:cNvSpPr/>
            <p:nvPr/>
          </p:nvSpPr>
          <p:spPr>
            <a:xfrm>
              <a:off x="1901717" y="236188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0"/>
            <p:cNvSpPr/>
            <p:nvPr/>
          </p:nvSpPr>
          <p:spPr>
            <a:xfrm>
              <a:off x="1850867" y="243438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1"/>
            <p:cNvSpPr/>
            <p:nvPr/>
          </p:nvSpPr>
          <p:spPr>
            <a:xfrm>
              <a:off x="1884050" y="212076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2"/>
            <p:cNvSpPr/>
            <p:nvPr/>
          </p:nvSpPr>
          <p:spPr>
            <a:xfrm>
              <a:off x="1697134" y="236938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3"/>
            <p:cNvSpPr/>
            <p:nvPr/>
          </p:nvSpPr>
          <p:spPr>
            <a:xfrm>
              <a:off x="1742477" y="240895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4"/>
            <p:cNvSpPr/>
            <p:nvPr/>
          </p:nvSpPr>
          <p:spPr>
            <a:xfrm>
              <a:off x="1960988" y="227709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5"/>
            <p:cNvSpPr/>
            <p:nvPr/>
          </p:nvSpPr>
          <p:spPr>
            <a:xfrm>
              <a:off x="2011555" y="218286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6"/>
            <p:cNvSpPr/>
            <p:nvPr/>
          </p:nvSpPr>
          <p:spPr>
            <a:xfrm>
              <a:off x="1781877" y="217275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7"/>
            <p:cNvSpPr/>
            <p:nvPr/>
          </p:nvSpPr>
          <p:spPr>
            <a:xfrm>
              <a:off x="2036364" y="252855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8"/>
            <p:cNvSpPr/>
            <p:nvPr/>
          </p:nvSpPr>
          <p:spPr>
            <a:xfrm>
              <a:off x="1884604" y="235516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69"/>
            <p:cNvSpPr/>
            <p:nvPr/>
          </p:nvSpPr>
          <p:spPr>
            <a:xfrm>
              <a:off x="2002362" y="233148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0"/>
            <p:cNvSpPr/>
            <p:nvPr/>
          </p:nvSpPr>
          <p:spPr>
            <a:xfrm>
              <a:off x="1766015" y="213721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1"/>
            <p:cNvSpPr/>
            <p:nvPr/>
          </p:nvSpPr>
          <p:spPr>
            <a:xfrm>
              <a:off x="1889387" y="209503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2"/>
            <p:cNvSpPr/>
            <p:nvPr/>
          </p:nvSpPr>
          <p:spPr>
            <a:xfrm>
              <a:off x="1980273" y="249767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3"/>
            <p:cNvSpPr/>
            <p:nvPr/>
          </p:nvSpPr>
          <p:spPr>
            <a:xfrm>
              <a:off x="2197307" y="17231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4"/>
            <p:cNvSpPr/>
            <p:nvPr/>
          </p:nvSpPr>
          <p:spPr>
            <a:xfrm>
              <a:off x="2148671" y="18376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5"/>
            <p:cNvSpPr/>
            <p:nvPr/>
          </p:nvSpPr>
          <p:spPr>
            <a:xfrm>
              <a:off x="2125945" y="241967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6"/>
            <p:cNvSpPr/>
            <p:nvPr/>
          </p:nvSpPr>
          <p:spPr>
            <a:xfrm>
              <a:off x="2083188" y="14318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7"/>
            <p:cNvSpPr/>
            <p:nvPr/>
          </p:nvSpPr>
          <p:spPr>
            <a:xfrm>
              <a:off x="1920109" y="17605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8"/>
            <p:cNvSpPr/>
            <p:nvPr/>
          </p:nvSpPr>
          <p:spPr>
            <a:xfrm>
              <a:off x="1971177" y="250241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79"/>
            <p:cNvSpPr/>
            <p:nvPr/>
          </p:nvSpPr>
          <p:spPr>
            <a:xfrm>
              <a:off x="1973850" y="219323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0"/>
            <p:cNvSpPr/>
            <p:nvPr/>
          </p:nvSpPr>
          <p:spPr>
            <a:xfrm>
              <a:off x="1960068" y="16490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1"/>
            <p:cNvSpPr/>
            <p:nvPr/>
          </p:nvSpPr>
          <p:spPr>
            <a:xfrm>
              <a:off x="2157357" y="19869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2"/>
            <p:cNvSpPr/>
            <p:nvPr/>
          </p:nvSpPr>
          <p:spPr>
            <a:xfrm>
              <a:off x="2369431" y="17918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3"/>
            <p:cNvSpPr/>
            <p:nvPr/>
          </p:nvSpPr>
          <p:spPr>
            <a:xfrm>
              <a:off x="2239183" y="18563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4"/>
            <p:cNvSpPr/>
            <p:nvPr/>
          </p:nvSpPr>
          <p:spPr>
            <a:xfrm>
              <a:off x="1879174" y="18746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5"/>
            <p:cNvSpPr/>
            <p:nvPr/>
          </p:nvSpPr>
          <p:spPr>
            <a:xfrm>
              <a:off x="2181479" y="15401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6"/>
            <p:cNvSpPr/>
            <p:nvPr/>
          </p:nvSpPr>
          <p:spPr>
            <a:xfrm>
              <a:off x="2239068" y="16639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7"/>
            <p:cNvSpPr/>
            <p:nvPr/>
          </p:nvSpPr>
          <p:spPr>
            <a:xfrm>
              <a:off x="2104329" y="15232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8"/>
            <p:cNvSpPr/>
            <p:nvPr/>
          </p:nvSpPr>
          <p:spPr>
            <a:xfrm>
              <a:off x="1945221" y="247085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89"/>
            <p:cNvSpPr/>
            <p:nvPr/>
          </p:nvSpPr>
          <p:spPr>
            <a:xfrm>
              <a:off x="2172790" y="237693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0"/>
            <p:cNvSpPr/>
            <p:nvPr/>
          </p:nvSpPr>
          <p:spPr>
            <a:xfrm>
              <a:off x="1782939" y="217488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1"/>
            <p:cNvSpPr/>
            <p:nvPr/>
          </p:nvSpPr>
          <p:spPr>
            <a:xfrm>
              <a:off x="2239850" y="15339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2"/>
            <p:cNvSpPr/>
            <p:nvPr/>
          </p:nvSpPr>
          <p:spPr>
            <a:xfrm>
              <a:off x="1826084" y="227605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3"/>
            <p:cNvSpPr/>
            <p:nvPr/>
          </p:nvSpPr>
          <p:spPr>
            <a:xfrm>
              <a:off x="1945266" y="17141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4"/>
            <p:cNvSpPr/>
            <p:nvPr/>
          </p:nvSpPr>
          <p:spPr>
            <a:xfrm>
              <a:off x="2048779" y="16892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5"/>
            <p:cNvSpPr/>
            <p:nvPr/>
          </p:nvSpPr>
          <p:spPr>
            <a:xfrm>
              <a:off x="2084760" y="18374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6"/>
            <p:cNvSpPr/>
            <p:nvPr/>
          </p:nvSpPr>
          <p:spPr>
            <a:xfrm>
              <a:off x="2220167" y="16854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7"/>
            <p:cNvSpPr/>
            <p:nvPr/>
          </p:nvSpPr>
          <p:spPr>
            <a:xfrm>
              <a:off x="2047007" y="17005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8"/>
            <p:cNvSpPr/>
            <p:nvPr/>
          </p:nvSpPr>
          <p:spPr>
            <a:xfrm>
              <a:off x="2039133" y="14085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699"/>
            <p:cNvSpPr/>
            <p:nvPr/>
          </p:nvSpPr>
          <p:spPr>
            <a:xfrm>
              <a:off x="2088782" y="16852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0"/>
            <p:cNvSpPr/>
            <p:nvPr/>
          </p:nvSpPr>
          <p:spPr>
            <a:xfrm>
              <a:off x="2110470" y="14954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1"/>
            <p:cNvSpPr/>
            <p:nvPr/>
          </p:nvSpPr>
          <p:spPr>
            <a:xfrm>
              <a:off x="1895663" y="222039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2"/>
            <p:cNvSpPr/>
            <p:nvPr/>
          </p:nvSpPr>
          <p:spPr>
            <a:xfrm>
              <a:off x="1967408" y="16939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3"/>
            <p:cNvSpPr/>
            <p:nvPr/>
          </p:nvSpPr>
          <p:spPr>
            <a:xfrm>
              <a:off x="2124715" y="237273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4"/>
            <p:cNvSpPr/>
            <p:nvPr/>
          </p:nvSpPr>
          <p:spPr>
            <a:xfrm>
              <a:off x="2051779" y="16046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5"/>
            <p:cNvSpPr/>
            <p:nvPr/>
          </p:nvSpPr>
          <p:spPr>
            <a:xfrm>
              <a:off x="2068412" y="229514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6"/>
            <p:cNvSpPr/>
            <p:nvPr/>
          </p:nvSpPr>
          <p:spPr>
            <a:xfrm>
              <a:off x="2005411" y="16073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7"/>
            <p:cNvSpPr/>
            <p:nvPr/>
          </p:nvSpPr>
          <p:spPr>
            <a:xfrm>
              <a:off x="1953209" y="224202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8"/>
            <p:cNvSpPr/>
            <p:nvPr/>
          </p:nvSpPr>
          <p:spPr>
            <a:xfrm>
              <a:off x="1936971" y="17974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09"/>
            <p:cNvSpPr/>
            <p:nvPr/>
          </p:nvSpPr>
          <p:spPr>
            <a:xfrm>
              <a:off x="2045123" y="237242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0"/>
            <p:cNvSpPr/>
            <p:nvPr/>
          </p:nvSpPr>
          <p:spPr>
            <a:xfrm>
              <a:off x="2056542" y="17087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1"/>
            <p:cNvSpPr/>
            <p:nvPr/>
          </p:nvSpPr>
          <p:spPr>
            <a:xfrm>
              <a:off x="2193255" y="13907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2"/>
            <p:cNvSpPr/>
            <p:nvPr/>
          </p:nvSpPr>
          <p:spPr>
            <a:xfrm>
              <a:off x="2164149" y="16416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3"/>
            <p:cNvSpPr/>
            <p:nvPr/>
          </p:nvSpPr>
          <p:spPr>
            <a:xfrm>
              <a:off x="1998952" y="232446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4"/>
            <p:cNvSpPr/>
            <p:nvPr/>
          </p:nvSpPr>
          <p:spPr>
            <a:xfrm>
              <a:off x="1928680" y="15729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5"/>
            <p:cNvSpPr/>
            <p:nvPr/>
          </p:nvSpPr>
          <p:spPr>
            <a:xfrm>
              <a:off x="2013719" y="16478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6"/>
            <p:cNvSpPr/>
            <p:nvPr/>
          </p:nvSpPr>
          <p:spPr>
            <a:xfrm>
              <a:off x="2011633" y="17756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7"/>
            <p:cNvSpPr/>
            <p:nvPr/>
          </p:nvSpPr>
          <p:spPr>
            <a:xfrm>
              <a:off x="2009334" y="14760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8"/>
            <p:cNvSpPr/>
            <p:nvPr/>
          </p:nvSpPr>
          <p:spPr>
            <a:xfrm>
              <a:off x="1954829" y="217791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19"/>
            <p:cNvSpPr/>
            <p:nvPr/>
          </p:nvSpPr>
          <p:spPr>
            <a:xfrm>
              <a:off x="2026325" y="16053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0"/>
            <p:cNvSpPr/>
            <p:nvPr/>
          </p:nvSpPr>
          <p:spPr>
            <a:xfrm>
              <a:off x="1806310" y="218863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1"/>
            <p:cNvSpPr/>
            <p:nvPr/>
          </p:nvSpPr>
          <p:spPr>
            <a:xfrm>
              <a:off x="2057548" y="17734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2"/>
            <p:cNvSpPr/>
            <p:nvPr/>
          </p:nvSpPr>
          <p:spPr>
            <a:xfrm>
              <a:off x="2139931" y="19821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3"/>
            <p:cNvSpPr/>
            <p:nvPr/>
          </p:nvSpPr>
          <p:spPr>
            <a:xfrm>
              <a:off x="2056390" y="241830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4"/>
            <p:cNvSpPr/>
            <p:nvPr/>
          </p:nvSpPr>
          <p:spPr>
            <a:xfrm>
              <a:off x="2036216" y="18513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5"/>
            <p:cNvSpPr/>
            <p:nvPr/>
          </p:nvSpPr>
          <p:spPr>
            <a:xfrm>
              <a:off x="2093165" y="19628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6"/>
            <p:cNvSpPr/>
            <p:nvPr/>
          </p:nvSpPr>
          <p:spPr>
            <a:xfrm>
              <a:off x="2784861" y="16063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7"/>
            <p:cNvSpPr/>
            <p:nvPr/>
          </p:nvSpPr>
          <p:spPr>
            <a:xfrm>
              <a:off x="2111244" y="17016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8"/>
            <p:cNvSpPr/>
            <p:nvPr/>
          </p:nvSpPr>
          <p:spPr>
            <a:xfrm>
              <a:off x="2177607" y="19881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29"/>
            <p:cNvSpPr/>
            <p:nvPr/>
          </p:nvSpPr>
          <p:spPr>
            <a:xfrm>
              <a:off x="2941162" y="190233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0"/>
            <p:cNvSpPr/>
            <p:nvPr/>
          </p:nvSpPr>
          <p:spPr>
            <a:xfrm>
              <a:off x="2862300" y="165165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1"/>
            <p:cNvSpPr/>
            <p:nvPr/>
          </p:nvSpPr>
          <p:spPr>
            <a:xfrm>
              <a:off x="2065050" y="18387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2"/>
            <p:cNvSpPr/>
            <p:nvPr/>
          </p:nvSpPr>
          <p:spPr>
            <a:xfrm>
              <a:off x="1939587" y="18477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3"/>
            <p:cNvSpPr/>
            <p:nvPr/>
          </p:nvSpPr>
          <p:spPr>
            <a:xfrm>
              <a:off x="3040382" y="194953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4"/>
            <p:cNvSpPr/>
            <p:nvPr/>
          </p:nvSpPr>
          <p:spPr>
            <a:xfrm>
              <a:off x="2117133" y="17387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5"/>
            <p:cNvSpPr/>
            <p:nvPr/>
          </p:nvSpPr>
          <p:spPr>
            <a:xfrm>
              <a:off x="2111913" y="14127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6"/>
            <p:cNvSpPr/>
            <p:nvPr/>
          </p:nvSpPr>
          <p:spPr>
            <a:xfrm>
              <a:off x="2716344" y="209063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7"/>
            <p:cNvSpPr/>
            <p:nvPr/>
          </p:nvSpPr>
          <p:spPr>
            <a:xfrm>
              <a:off x="2158418" y="15809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8"/>
            <p:cNvSpPr/>
            <p:nvPr/>
          </p:nvSpPr>
          <p:spPr>
            <a:xfrm>
              <a:off x="2771958" y="18080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39"/>
            <p:cNvSpPr/>
            <p:nvPr/>
          </p:nvSpPr>
          <p:spPr>
            <a:xfrm>
              <a:off x="2009268" y="16518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0"/>
            <p:cNvSpPr/>
            <p:nvPr/>
          </p:nvSpPr>
          <p:spPr>
            <a:xfrm>
              <a:off x="2564236" y="17713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1"/>
            <p:cNvSpPr/>
            <p:nvPr/>
          </p:nvSpPr>
          <p:spPr>
            <a:xfrm>
              <a:off x="2048484" y="17694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2"/>
            <p:cNvSpPr/>
            <p:nvPr/>
          </p:nvSpPr>
          <p:spPr>
            <a:xfrm>
              <a:off x="2592604" y="18653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3"/>
            <p:cNvSpPr/>
            <p:nvPr/>
          </p:nvSpPr>
          <p:spPr>
            <a:xfrm>
              <a:off x="2179330" y="17639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4"/>
            <p:cNvSpPr/>
            <p:nvPr/>
          </p:nvSpPr>
          <p:spPr>
            <a:xfrm>
              <a:off x="2091864" y="15886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5"/>
            <p:cNvSpPr/>
            <p:nvPr/>
          </p:nvSpPr>
          <p:spPr>
            <a:xfrm>
              <a:off x="2919817" y="220459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6"/>
            <p:cNvSpPr/>
            <p:nvPr/>
          </p:nvSpPr>
          <p:spPr>
            <a:xfrm>
              <a:off x="2935243" y="179358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7"/>
            <p:cNvSpPr/>
            <p:nvPr/>
          </p:nvSpPr>
          <p:spPr>
            <a:xfrm>
              <a:off x="2573406" y="189506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8"/>
            <p:cNvSpPr/>
            <p:nvPr/>
          </p:nvSpPr>
          <p:spPr>
            <a:xfrm>
              <a:off x="1826351" y="19339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49"/>
            <p:cNvSpPr/>
            <p:nvPr/>
          </p:nvSpPr>
          <p:spPr>
            <a:xfrm>
              <a:off x="1796477" y="15326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0"/>
            <p:cNvSpPr/>
            <p:nvPr/>
          </p:nvSpPr>
          <p:spPr>
            <a:xfrm>
              <a:off x="1907138" y="19885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1"/>
            <p:cNvSpPr/>
            <p:nvPr/>
          </p:nvSpPr>
          <p:spPr>
            <a:xfrm>
              <a:off x="2311605" y="20847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2"/>
            <p:cNvSpPr/>
            <p:nvPr/>
          </p:nvSpPr>
          <p:spPr>
            <a:xfrm>
              <a:off x="1710649" y="15437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3"/>
            <p:cNvSpPr/>
            <p:nvPr/>
          </p:nvSpPr>
          <p:spPr>
            <a:xfrm>
              <a:off x="2183209" y="17154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4"/>
            <p:cNvSpPr/>
            <p:nvPr/>
          </p:nvSpPr>
          <p:spPr>
            <a:xfrm>
              <a:off x="2506779" y="188884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5"/>
            <p:cNvSpPr/>
            <p:nvPr/>
          </p:nvSpPr>
          <p:spPr>
            <a:xfrm>
              <a:off x="1999146" y="16367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6"/>
            <p:cNvSpPr/>
            <p:nvPr/>
          </p:nvSpPr>
          <p:spPr>
            <a:xfrm>
              <a:off x="2450813" y="18195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7"/>
            <p:cNvSpPr/>
            <p:nvPr/>
          </p:nvSpPr>
          <p:spPr>
            <a:xfrm>
              <a:off x="1941162" y="19466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8"/>
            <p:cNvSpPr/>
            <p:nvPr/>
          </p:nvSpPr>
          <p:spPr>
            <a:xfrm>
              <a:off x="2503299" y="19971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59"/>
            <p:cNvSpPr/>
            <p:nvPr/>
          </p:nvSpPr>
          <p:spPr>
            <a:xfrm>
              <a:off x="1976508" y="15202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0"/>
            <p:cNvSpPr/>
            <p:nvPr/>
          </p:nvSpPr>
          <p:spPr>
            <a:xfrm>
              <a:off x="2518528" y="199497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1"/>
            <p:cNvSpPr/>
            <p:nvPr/>
          </p:nvSpPr>
          <p:spPr>
            <a:xfrm>
              <a:off x="2843360" y="22007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2"/>
            <p:cNvSpPr/>
            <p:nvPr/>
          </p:nvSpPr>
          <p:spPr>
            <a:xfrm>
              <a:off x="2230572" y="16503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3"/>
            <p:cNvSpPr/>
            <p:nvPr/>
          </p:nvSpPr>
          <p:spPr>
            <a:xfrm>
              <a:off x="2110717" y="20341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4"/>
            <p:cNvSpPr/>
            <p:nvPr/>
          </p:nvSpPr>
          <p:spPr>
            <a:xfrm>
              <a:off x="2134175" y="23119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5"/>
            <p:cNvSpPr/>
            <p:nvPr/>
          </p:nvSpPr>
          <p:spPr>
            <a:xfrm>
              <a:off x="2710933" y="23240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6"/>
            <p:cNvSpPr/>
            <p:nvPr/>
          </p:nvSpPr>
          <p:spPr>
            <a:xfrm>
              <a:off x="2169981" y="17908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7"/>
            <p:cNvSpPr/>
            <p:nvPr/>
          </p:nvSpPr>
          <p:spPr>
            <a:xfrm>
              <a:off x="2724181" y="19999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8"/>
            <p:cNvSpPr/>
            <p:nvPr/>
          </p:nvSpPr>
          <p:spPr>
            <a:xfrm>
              <a:off x="2068366" y="17977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69"/>
            <p:cNvSpPr/>
            <p:nvPr/>
          </p:nvSpPr>
          <p:spPr>
            <a:xfrm>
              <a:off x="3049170" y="205129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0"/>
            <p:cNvSpPr/>
            <p:nvPr/>
          </p:nvSpPr>
          <p:spPr>
            <a:xfrm>
              <a:off x="2150722" y="19386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1"/>
            <p:cNvSpPr/>
            <p:nvPr/>
          </p:nvSpPr>
          <p:spPr>
            <a:xfrm>
              <a:off x="2587010" y="21941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2"/>
            <p:cNvSpPr/>
            <p:nvPr/>
          </p:nvSpPr>
          <p:spPr>
            <a:xfrm>
              <a:off x="2112251" y="16309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3"/>
            <p:cNvSpPr/>
            <p:nvPr/>
          </p:nvSpPr>
          <p:spPr>
            <a:xfrm>
              <a:off x="2582984" y="22210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4"/>
            <p:cNvSpPr/>
            <p:nvPr/>
          </p:nvSpPr>
          <p:spPr>
            <a:xfrm>
              <a:off x="2038869" y="14673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5"/>
            <p:cNvSpPr/>
            <p:nvPr/>
          </p:nvSpPr>
          <p:spPr>
            <a:xfrm>
              <a:off x="1565377" y="16573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6"/>
            <p:cNvSpPr/>
            <p:nvPr/>
          </p:nvSpPr>
          <p:spPr>
            <a:xfrm>
              <a:off x="1565950" y="14555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7"/>
            <p:cNvSpPr/>
            <p:nvPr/>
          </p:nvSpPr>
          <p:spPr>
            <a:xfrm>
              <a:off x="2888420" y="199259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8"/>
            <p:cNvSpPr/>
            <p:nvPr/>
          </p:nvSpPr>
          <p:spPr>
            <a:xfrm>
              <a:off x="3025405" y="17627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79"/>
            <p:cNvSpPr/>
            <p:nvPr/>
          </p:nvSpPr>
          <p:spPr>
            <a:xfrm>
              <a:off x="2783754" y="213769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0"/>
            <p:cNvSpPr/>
            <p:nvPr/>
          </p:nvSpPr>
          <p:spPr>
            <a:xfrm>
              <a:off x="3173201" y="164238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1"/>
            <p:cNvSpPr/>
            <p:nvPr/>
          </p:nvSpPr>
          <p:spPr>
            <a:xfrm>
              <a:off x="2104423" y="20776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2"/>
            <p:cNvSpPr/>
            <p:nvPr/>
          </p:nvSpPr>
          <p:spPr>
            <a:xfrm>
              <a:off x="2298477" y="19864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3"/>
            <p:cNvSpPr/>
            <p:nvPr/>
          </p:nvSpPr>
          <p:spPr>
            <a:xfrm>
              <a:off x="2754571" y="20147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4"/>
            <p:cNvSpPr/>
            <p:nvPr/>
          </p:nvSpPr>
          <p:spPr>
            <a:xfrm>
              <a:off x="2392059" y="18954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5"/>
            <p:cNvSpPr/>
            <p:nvPr/>
          </p:nvSpPr>
          <p:spPr>
            <a:xfrm>
              <a:off x="2430048" y="14246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6"/>
            <p:cNvSpPr/>
            <p:nvPr/>
          </p:nvSpPr>
          <p:spPr>
            <a:xfrm>
              <a:off x="2140843" y="17568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7"/>
            <p:cNvSpPr/>
            <p:nvPr/>
          </p:nvSpPr>
          <p:spPr>
            <a:xfrm>
              <a:off x="2377807" y="19796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8"/>
            <p:cNvSpPr/>
            <p:nvPr/>
          </p:nvSpPr>
          <p:spPr>
            <a:xfrm>
              <a:off x="2247580" y="17682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89"/>
            <p:cNvSpPr/>
            <p:nvPr/>
          </p:nvSpPr>
          <p:spPr>
            <a:xfrm>
              <a:off x="2502563" y="188653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0"/>
            <p:cNvSpPr/>
            <p:nvPr/>
          </p:nvSpPr>
          <p:spPr>
            <a:xfrm>
              <a:off x="2869406" y="173996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1"/>
            <p:cNvSpPr/>
            <p:nvPr/>
          </p:nvSpPr>
          <p:spPr>
            <a:xfrm>
              <a:off x="1925441" y="15103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2"/>
            <p:cNvSpPr/>
            <p:nvPr/>
          </p:nvSpPr>
          <p:spPr>
            <a:xfrm>
              <a:off x="2880565" y="194038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3"/>
            <p:cNvSpPr/>
            <p:nvPr/>
          </p:nvSpPr>
          <p:spPr>
            <a:xfrm>
              <a:off x="1966451" y="18930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4"/>
            <p:cNvSpPr/>
            <p:nvPr/>
          </p:nvSpPr>
          <p:spPr>
            <a:xfrm>
              <a:off x="2828460" y="195559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5"/>
            <p:cNvSpPr/>
            <p:nvPr/>
          </p:nvSpPr>
          <p:spPr>
            <a:xfrm>
              <a:off x="3010704" y="177181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6"/>
            <p:cNvSpPr/>
            <p:nvPr/>
          </p:nvSpPr>
          <p:spPr>
            <a:xfrm>
              <a:off x="2353927" y="22373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7"/>
            <p:cNvSpPr/>
            <p:nvPr/>
          </p:nvSpPr>
          <p:spPr>
            <a:xfrm>
              <a:off x="2005431" y="16531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8"/>
            <p:cNvSpPr/>
            <p:nvPr/>
          </p:nvSpPr>
          <p:spPr>
            <a:xfrm>
              <a:off x="2121059" y="16667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799"/>
            <p:cNvSpPr/>
            <p:nvPr/>
          </p:nvSpPr>
          <p:spPr>
            <a:xfrm>
              <a:off x="2142674" y="17135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0"/>
            <p:cNvSpPr/>
            <p:nvPr/>
          </p:nvSpPr>
          <p:spPr>
            <a:xfrm>
              <a:off x="2073984" y="17376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1"/>
            <p:cNvSpPr/>
            <p:nvPr/>
          </p:nvSpPr>
          <p:spPr>
            <a:xfrm>
              <a:off x="2532005" y="227782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2"/>
            <p:cNvSpPr/>
            <p:nvPr/>
          </p:nvSpPr>
          <p:spPr>
            <a:xfrm>
              <a:off x="2152749" y="18837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3"/>
            <p:cNvSpPr/>
            <p:nvPr/>
          </p:nvSpPr>
          <p:spPr>
            <a:xfrm>
              <a:off x="2167938" y="15342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4"/>
            <p:cNvSpPr/>
            <p:nvPr/>
          </p:nvSpPr>
          <p:spPr>
            <a:xfrm>
              <a:off x="1923762" y="16185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5"/>
            <p:cNvSpPr/>
            <p:nvPr/>
          </p:nvSpPr>
          <p:spPr>
            <a:xfrm>
              <a:off x="2621535" y="227334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6"/>
            <p:cNvSpPr/>
            <p:nvPr/>
          </p:nvSpPr>
          <p:spPr>
            <a:xfrm>
              <a:off x="2163591" y="15356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7"/>
            <p:cNvSpPr/>
            <p:nvPr/>
          </p:nvSpPr>
          <p:spPr>
            <a:xfrm>
              <a:off x="2678901" y="219440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8"/>
            <p:cNvSpPr/>
            <p:nvPr/>
          </p:nvSpPr>
          <p:spPr>
            <a:xfrm>
              <a:off x="2199986" y="16792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09"/>
            <p:cNvSpPr/>
            <p:nvPr/>
          </p:nvSpPr>
          <p:spPr>
            <a:xfrm>
              <a:off x="2061891" y="16595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0"/>
            <p:cNvSpPr/>
            <p:nvPr/>
          </p:nvSpPr>
          <p:spPr>
            <a:xfrm>
              <a:off x="2086576" y="17795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1"/>
            <p:cNvSpPr/>
            <p:nvPr/>
          </p:nvSpPr>
          <p:spPr>
            <a:xfrm>
              <a:off x="2207012" y="16418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2"/>
            <p:cNvSpPr/>
            <p:nvPr/>
          </p:nvSpPr>
          <p:spPr>
            <a:xfrm>
              <a:off x="2123823" y="16242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3"/>
            <p:cNvSpPr/>
            <p:nvPr/>
          </p:nvSpPr>
          <p:spPr>
            <a:xfrm>
              <a:off x="2503035" y="208282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4"/>
            <p:cNvSpPr/>
            <p:nvPr/>
          </p:nvSpPr>
          <p:spPr>
            <a:xfrm>
              <a:off x="2497742" y="210696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5"/>
            <p:cNvSpPr/>
            <p:nvPr/>
          </p:nvSpPr>
          <p:spPr>
            <a:xfrm>
              <a:off x="2458780" y="208738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6"/>
            <p:cNvSpPr/>
            <p:nvPr/>
          </p:nvSpPr>
          <p:spPr>
            <a:xfrm>
              <a:off x="2461294" y="198507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7"/>
            <p:cNvSpPr/>
            <p:nvPr/>
          </p:nvSpPr>
          <p:spPr>
            <a:xfrm>
              <a:off x="2354398" y="17617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8"/>
            <p:cNvSpPr/>
            <p:nvPr/>
          </p:nvSpPr>
          <p:spPr>
            <a:xfrm>
              <a:off x="2137383" y="15620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19"/>
            <p:cNvSpPr/>
            <p:nvPr/>
          </p:nvSpPr>
          <p:spPr>
            <a:xfrm>
              <a:off x="2218982" y="14986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0"/>
            <p:cNvSpPr/>
            <p:nvPr/>
          </p:nvSpPr>
          <p:spPr>
            <a:xfrm>
              <a:off x="2863519" y="233648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1"/>
            <p:cNvSpPr/>
            <p:nvPr/>
          </p:nvSpPr>
          <p:spPr>
            <a:xfrm>
              <a:off x="2106880" y="16680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2"/>
            <p:cNvSpPr/>
            <p:nvPr/>
          </p:nvSpPr>
          <p:spPr>
            <a:xfrm>
              <a:off x="2158732" y="16688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3"/>
            <p:cNvSpPr/>
            <p:nvPr/>
          </p:nvSpPr>
          <p:spPr>
            <a:xfrm>
              <a:off x="2113655" y="15821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4"/>
            <p:cNvSpPr/>
            <p:nvPr/>
          </p:nvSpPr>
          <p:spPr>
            <a:xfrm>
              <a:off x="2107638" y="14425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5"/>
            <p:cNvSpPr/>
            <p:nvPr/>
          </p:nvSpPr>
          <p:spPr>
            <a:xfrm>
              <a:off x="2416931" y="19379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6"/>
            <p:cNvSpPr/>
            <p:nvPr/>
          </p:nvSpPr>
          <p:spPr>
            <a:xfrm>
              <a:off x="2870652" y="238657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7"/>
            <p:cNvSpPr/>
            <p:nvPr/>
          </p:nvSpPr>
          <p:spPr>
            <a:xfrm>
              <a:off x="2314113" y="16870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8"/>
            <p:cNvSpPr/>
            <p:nvPr/>
          </p:nvSpPr>
          <p:spPr>
            <a:xfrm>
              <a:off x="2235412" y="16002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29"/>
            <p:cNvSpPr/>
            <p:nvPr/>
          </p:nvSpPr>
          <p:spPr>
            <a:xfrm>
              <a:off x="2665003" y="219879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0"/>
            <p:cNvSpPr/>
            <p:nvPr/>
          </p:nvSpPr>
          <p:spPr>
            <a:xfrm>
              <a:off x="2202311" y="17212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1"/>
            <p:cNvSpPr/>
            <p:nvPr/>
          </p:nvSpPr>
          <p:spPr>
            <a:xfrm>
              <a:off x="2189388" y="17630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2"/>
            <p:cNvSpPr/>
            <p:nvPr/>
          </p:nvSpPr>
          <p:spPr>
            <a:xfrm>
              <a:off x="2205401" y="19284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3"/>
            <p:cNvSpPr/>
            <p:nvPr/>
          </p:nvSpPr>
          <p:spPr>
            <a:xfrm>
              <a:off x="2357543" y="19388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4"/>
            <p:cNvSpPr/>
            <p:nvPr/>
          </p:nvSpPr>
          <p:spPr>
            <a:xfrm>
              <a:off x="2385468" y="20341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5"/>
            <p:cNvSpPr/>
            <p:nvPr/>
          </p:nvSpPr>
          <p:spPr>
            <a:xfrm>
              <a:off x="2123658" y="15273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6"/>
            <p:cNvSpPr/>
            <p:nvPr/>
          </p:nvSpPr>
          <p:spPr>
            <a:xfrm>
              <a:off x="2104820" y="18442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7"/>
            <p:cNvSpPr/>
            <p:nvPr/>
          </p:nvSpPr>
          <p:spPr>
            <a:xfrm>
              <a:off x="2187975" y="18274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8"/>
            <p:cNvSpPr/>
            <p:nvPr/>
          </p:nvSpPr>
          <p:spPr>
            <a:xfrm>
              <a:off x="1919943" y="17223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39"/>
            <p:cNvSpPr/>
            <p:nvPr/>
          </p:nvSpPr>
          <p:spPr>
            <a:xfrm>
              <a:off x="2359296" y="19730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0"/>
            <p:cNvSpPr/>
            <p:nvPr/>
          </p:nvSpPr>
          <p:spPr>
            <a:xfrm>
              <a:off x="2817578" y="227450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1"/>
            <p:cNvSpPr/>
            <p:nvPr/>
          </p:nvSpPr>
          <p:spPr>
            <a:xfrm>
              <a:off x="2221289" y="16994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2"/>
            <p:cNvSpPr/>
            <p:nvPr/>
          </p:nvSpPr>
          <p:spPr>
            <a:xfrm>
              <a:off x="2141601" y="17841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3"/>
            <p:cNvSpPr/>
            <p:nvPr/>
          </p:nvSpPr>
          <p:spPr>
            <a:xfrm>
              <a:off x="2218735" y="17897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4"/>
            <p:cNvSpPr/>
            <p:nvPr/>
          </p:nvSpPr>
          <p:spPr>
            <a:xfrm>
              <a:off x="2725007" y="219475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5"/>
            <p:cNvSpPr/>
            <p:nvPr/>
          </p:nvSpPr>
          <p:spPr>
            <a:xfrm>
              <a:off x="2316619" y="21960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6"/>
            <p:cNvSpPr/>
            <p:nvPr/>
          </p:nvSpPr>
          <p:spPr>
            <a:xfrm>
              <a:off x="2246159" y="16166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7"/>
            <p:cNvSpPr/>
            <p:nvPr/>
          </p:nvSpPr>
          <p:spPr>
            <a:xfrm>
              <a:off x="2246452" y="20100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8"/>
            <p:cNvSpPr/>
            <p:nvPr/>
          </p:nvSpPr>
          <p:spPr>
            <a:xfrm>
              <a:off x="2596732" y="19340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49"/>
            <p:cNvSpPr/>
            <p:nvPr/>
          </p:nvSpPr>
          <p:spPr>
            <a:xfrm>
              <a:off x="2178288" y="16283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0"/>
            <p:cNvSpPr/>
            <p:nvPr/>
          </p:nvSpPr>
          <p:spPr>
            <a:xfrm>
              <a:off x="2107578" y="16870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1"/>
            <p:cNvSpPr/>
            <p:nvPr/>
          </p:nvSpPr>
          <p:spPr>
            <a:xfrm>
              <a:off x="2280621" y="14890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2"/>
            <p:cNvSpPr/>
            <p:nvPr/>
          </p:nvSpPr>
          <p:spPr>
            <a:xfrm>
              <a:off x="2264160" y="16812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3"/>
            <p:cNvSpPr/>
            <p:nvPr/>
          </p:nvSpPr>
          <p:spPr>
            <a:xfrm>
              <a:off x="2194279" y="17600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4"/>
            <p:cNvSpPr/>
            <p:nvPr/>
          </p:nvSpPr>
          <p:spPr>
            <a:xfrm>
              <a:off x="2295291" y="15117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5"/>
            <p:cNvSpPr/>
            <p:nvPr/>
          </p:nvSpPr>
          <p:spPr>
            <a:xfrm>
              <a:off x="2252285" y="20076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6"/>
            <p:cNvSpPr/>
            <p:nvPr/>
          </p:nvSpPr>
          <p:spPr>
            <a:xfrm>
              <a:off x="2524045" y="19615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7"/>
            <p:cNvSpPr/>
            <p:nvPr/>
          </p:nvSpPr>
          <p:spPr>
            <a:xfrm>
              <a:off x="2995785" y="243128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8"/>
            <p:cNvSpPr/>
            <p:nvPr/>
          </p:nvSpPr>
          <p:spPr>
            <a:xfrm>
              <a:off x="2830723" y="254253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59"/>
            <p:cNvSpPr/>
            <p:nvPr/>
          </p:nvSpPr>
          <p:spPr>
            <a:xfrm>
              <a:off x="2010179" y="23104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0"/>
            <p:cNvSpPr/>
            <p:nvPr/>
          </p:nvSpPr>
          <p:spPr>
            <a:xfrm>
              <a:off x="2744371" y="23701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1"/>
            <p:cNvSpPr/>
            <p:nvPr/>
          </p:nvSpPr>
          <p:spPr>
            <a:xfrm>
              <a:off x="2053791" y="228417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2"/>
            <p:cNvSpPr/>
            <p:nvPr/>
          </p:nvSpPr>
          <p:spPr>
            <a:xfrm>
              <a:off x="2052172" y="241990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3"/>
            <p:cNvSpPr/>
            <p:nvPr/>
          </p:nvSpPr>
          <p:spPr>
            <a:xfrm>
              <a:off x="2238922" y="248390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4"/>
            <p:cNvSpPr/>
            <p:nvPr/>
          </p:nvSpPr>
          <p:spPr>
            <a:xfrm>
              <a:off x="2259243" y="252626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5"/>
            <p:cNvSpPr/>
            <p:nvPr/>
          </p:nvSpPr>
          <p:spPr>
            <a:xfrm>
              <a:off x="2285625" y="225577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6"/>
            <p:cNvSpPr/>
            <p:nvPr/>
          </p:nvSpPr>
          <p:spPr>
            <a:xfrm>
              <a:off x="2343671" y="254846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7"/>
            <p:cNvSpPr/>
            <p:nvPr/>
          </p:nvSpPr>
          <p:spPr>
            <a:xfrm>
              <a:off x="2775465" y="226339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8"/>
            <p:cNvSpPr/>
            <p:nvPr/>
          </p:nvSpPr>
          <p:spPr>
            <a:xfrm>
              <a:off x="2294131" y="255608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69"/>
            <p:cNvSpPr/>
            <p:nvPr/>
          </p:nvSpPr>
          <p:spPr>
            <a:xfrm>
              <a:off x="2577203" y="21552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0"/>
            <p:cNvSpPr/>
            <p:nvPr/>
          </p:nvSpPr>
          <p:spPr>
            <a:xfrm>
              <a:off x="2246552" y="25381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1"/>
            <p:cNvSpPr/>
            <p:nvPr/>
          </p:nvSpPr>
          <p:spPr>
            <a:xfrm>
              <a:off x="2262551" y="26959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2"/>
            <p:cNvSpPr/>
            <p:nvPr/>
          </p:nvSpPr>
          <p:spPr>
            <a:xfrm>
              <a:off x="2619670" y="22252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3"/>
            <p:cNvSpPr/>
            <p:nvPr/>
          </p:nvSpPr>
          <p:spPr>
            <a:xfrm>
              <a:off x="2165519" y="271568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4"/>
            <p:cNvSpPr/>
            <p:nvPr/>
          </p:nvSpPr>
          <p:spPr>
            <a:xfrm>
              <a:off x="2252281" y="238402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5"/>
            <p:cNvSpPr/>
            <p:nvPr/>
          </p:nvSpPr>
          <p:spPr>
            <a:xfrm>
              <a:off x="2746837" y="210198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6"/>
            <p:cNvSpPr/>
            <p:nvPr/>
          </p:nvSpPr>
          <p:spPr>
            <a:xfrm>
              <a:off x="2283630" y="24477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7"/>
            <p:cNvSpPr/>
            <p:nvPr/>
          </p:nvSpPr>
          <p:spPr>
            <a:xfrm>
              <a:off x="2433533" y="23103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8"/>
            <p:cNvSpPr/>
            <p:nvPr/>
          </p:nvSpPr>
          <p:spPr>
            <a:xfrm>
              <a:off x="2866168" y="24689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79"/>
            <p:cNvSpPr/>
            <p:nvPr/>
          </p:nvSpPr>
          <p:spPr>
            <a:xfrm>
              <a:off x="2508008" y="271463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0"/>
            <p:cNvSpPr/>
            <p:nvPr/>
          </p:nvSpPr>
          <p:spPr>
            <a:xfrm>
              <a:off x="2159043" y="240583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1"/>
            <p:cNvSpPr/>
            <p:nvPr/>
          </p:nvSpPr>
          <p:spPr>
            <a:xfrm>
              <a:off x="2682790" y="201716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2"/>
            <p:cNvSpPr/>
            <p:nvPr/>
          </p:nvSpPr>
          <p:spPr>
            <a:xfrm>
              <a:off x="2153943" y="260743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3"/>
            <p:cNvSpPr/>
            <p:nvPr/>
          </p:nvSpPr>
          <p:spPr>
            <a:xfrm>
              <a:off x="2054931" y="260612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4"/>
            <p:cNvSpPr/>
            <p:nvPr/>
          </p:nvSpPr>
          <p:spPr>
            <a:xfrm>
              <a:off x="2156490" y="239823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5"/>
            <p:cNvSpPr/>
            <p:nvPr/>
          </p:nvSpPr>
          <p:spPr>
            <a:xfrm>
              <a:off x="2608907" y="216325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6"/>
            <p:cNvSpPr/>
            <p:nvPr/>
          </p:nvSpPr>
          <p:spPr>
            <a:xfrm>
              <a:off x="2284704" y="237371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7"/>
            <p:cNvSpPr/>
            <p:nvPr/>
          </p:nvSpPr>
          <p:spPr>
            <a:xfrm>
              <a:off x="1996907" y="229364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8"/>
            <p:cNvSpPr/>
            <p:nvPr/>
          </p:nvSpPr>
          <p:spPr>
            <a:xfrm>
              <a:off x="2172748" y="243725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89"/>
            <p:cNvSpPr/>
            <p:nvPr/>
          </p:nvSpPr>
          <p:spPr>
            <a:xfrm>
              <a:off x="2471227" y="208381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0"/>
            <p:cNvSpPr/>
            <p:nvPr/>
          </p:nvSpPr>
          <p:spPr>
            <a:xfrm>
              <a:off x="2124171" y="223639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1"/>
            <p:cNvSpPr/>
            <p:nvPr/>
          </p:nvSpPr>
          <p:spPr>
            <a:xfrm>
              <a:off x="2536875" y="21384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2"/>
            <p:cNvSpPr/>
            <p:nvPr/>
          </p:nvSpPr>
          <p:spPr>
            <a:xfrm>
              <a:off x="2114210" y="21975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3"/>
            <p:cNvSpPr/>
            <p:nvPr/>
          </p:nvSpPr>
          <p:spPr>
            <a:xfrm>
              <a:off x="2651162" y="209377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4"/>
            <p:cNvSpPr/>
            <p:nvPr/>
          </p:nvSpPr>
          <p:spPr>
            <a:xfrm>
              <a:off x="2580941" y="205885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5"/>
            <p:cNvSpPr/>
            <p:nvPr/>
          </p:nvSpPr>
          <p:spPr>
            <a:xfrm>
              <a:off x="2823260" y="22990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6"/>
            <p:cNvSpPr/>
            <p:nvPr/>
          </p:nvSpPr>
          <p:spPr>
            <a:xfrm>
              <a:off x="2167994" y="277279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7"/>
            <p:cNvSpPr/>
            <p:nvPr/>
          </p:nvSpPr>
          <p:spPr>
            <a:xfrm>
              <a:off x="2193715" y="269942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8"/>
            <p:cNvSpPr/>
            <p:nvPr/>
          </p:nvSpPr>
          <p:spPr>
            <a:xfrm>
              <a:off x="2474305" y="226867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899"/>
            <p:cNvSpPr/>
            <p:nvPr/>
          </p:nvSpPr>
          <p:spPr>
            <a:xfrm>
              <a:off x="2355663" y="249707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0"/>
            <p:cNvSpPr/>
            <p:nvPr/>
          </p:nvSpPr>
          <p:spPr>
            <a:xfrm>
              <a:off x="2474282" y="232117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1"/>
            <p:cNvSpPr/>
            <p:nvPr/>
          </p:nvSpPr>
          <p:spPr>
            <a:xfrm>
              <a:off x="2954638" y="24197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2"/>
            <p:cNvSpPr/>
            <p:nvPr/>
          </p:nvSpPr>
          <p:spPr>
            <a:xfrm>
              <a:off x="2868382" y="258391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3"/>
            <p:cNvSpPr/>
            <p:nvPr/>
          </p:nvSpPr>
          <p:spPr>
            <a:xfrm>
              <a:off x="2982589" y="260989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4"/>
            <p:cNvSpPr/>
            <p:nvPr/>
          </p:nvSpPr>
          <p:spPr>
            <a:xfrm>
              <a:off x="2864999" y="247286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5"/>
            <p:cNvSpPr/>
            <p:nvPr/>
          </p:nvSpPr>
          <p:spPr>
            <a:xfrm>
              <a:off x="2537919" y="203548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6"/>
            <p:cNvSpPr/>
            <p:nvPr/>
          </p:nvSpPr>
          <p:spPr>
            <a:xfrm>
              <a:off x="2220460" y="247485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7"/>
            <p:cNvSpPr/>
            <p:nvPr/>
          </p:nvSpPr>
          <p:spPr>
            <a:xfrm>
              <a:off x="2696155" y="202464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8"/>
            <p:cNvSpPr/>
            <p:nvPr/>
          </p:nvSpPr>
          <p:spPr>
            <a:xfrm>
              <a:off x="2459695" y="255449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09"/>
            <p:cNvSpPr/>
            <p:nvPr/>
          </p:nvSpPr>
          <p:spPr>
            <a:xfrm>
              <a:off x="2429432" y="267888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0"/>
            <p:cNvSpPr/>
            <p:nvPr/>
          </p:nvSpPr>
          <p:spPr>
            <a:xfrm>
              <a:off x="2730237" y="233369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1"/>
            <p:cNvSpPr/>
            <p:nvPr/>
          </p:nvSpPr>
          <p:spPr>
            <a:xfrm>
              <a:off x="2586630" y="23662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2"/>
            <p:cNvSpPr/>
            <p:nvPr/>
          </p:nvSpPr>
          <p:spPr>
            <a:xfrm>
              <a:off x="2673436" y="221857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3"/>
            <p:cNvSpPr/>
            <p:nvPr/>
          </p:nvSpPr>
          <p:spPr>
            <a:xfrm>
              <a:off x="2675258" y="240515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4"/>
            <p:cNvSpPr/>
            <p:nvPr/>
          </p:nvSpPr>
          <p:spPr>
            <a:xfrm>
              <a:off x="2308719" y="242473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5"/>
            <p:cNvSpPr/>
            <p:nvPr/>
          </p:nvSpPr>
          <p:spPr>
            <a:xfrm>
              <a:off x="2685193" y="221079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6"/>
            <p:cNvSpPr/>
            <p:nvPr/>
          </p:nvSpPr>
          <p:spPr>
            <a:xfrm>
              <a:off x="2722909" y="214532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7"/>
            <p:cNvSpPr/>
            <p:nvPr/>
          </p:nvSpPr>
          <p:spPr>
            <a:xfrm>
              <a:off x="2475905" y="248646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8"/>
            <p:cNvSpPr/>
            <p:nvPr/>
          </p:nvSpPr>
          <p:spPr>
            <a:xfrm>
              <a:off x="2428743" y="231144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19"/>
            <p:cNvSpPr/>
            <p:nvPr/>
          </p:nvSpPr>
          <p:spPr>
            <a:xfrm>
              <a:off x="2353271" y="238965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0"/>
            <p:cNvSpPr/>
            <p:nvPr/>
          </p:nvSpPr>
          <p:spPr>
            <a:xfrm>
              <a:off x="2695447" y="23923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1"/>
            <p:cNvSpPr/>
            <p:nvPr/>
          </p:nvSpPr>
          <p:spPr>
            <a:xfrm>
              <a:off x="2440941" y="223221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2"/>
            <p:cNvSpPr/>
            <p:nvPr/>
          </p:nvSpPr>
          <p:spPr>
            <a:xfrm>
              <a:off x="2686785" y="248371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3"/>
            <p:cNvSpPr/>
            <p:nvPr/>
          </p:nvSpPr>
          <p:spPr>
            <a:xfrm>
              <a:off x="2746329" y="231038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4"/>
            <p:cNvSpPr/>
            <p:nvPr/>
          </p:nvSpPr>
          <p:spPr>
            <a:xfrm>
              <a:off x="2476589" y="23982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5"/>
            <p:cNvSpPr/>
            <p:nvPr/>
          </p:nvSpPr>
          <p:spPr>
            <a:xfrm>
              <a:off x="2780245" y="236589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6"/>
            <p:cNvSpPr/>
            <p:nvPr/>
          </p:nvSpPr>
          <p:spPr>
            <a:xfrm>
              <a:off x="2962574" y="246376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7"/>
            <p:cNvSpPr/>
            <p:nvPr/>
          </p:nvSpPr>
          <p:spPr>
            <a:xfrm>
              <a:off x="2341999" y="257708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8"/>
            <p:cNvSpPr/>
            <p:nvPr/>
          </p:nvSpPr>
          <p:spPr>
            <a:xfrm>
              <a:off x="2768288" y="241317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29"/>
            <p:cNvSpPr/>
            <p:nvPr/>
          </p:nvSpPr>
          <p:spPr>
            <a:xfrm>
              <a:off x="2564978" y="247975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0"/>
            <p:cNvSpPr/>
            <p:nvPr/>
          </p:nvSpPr>
          <p:spPr>
            <a:xfrm>
              <a:off x="2699419" y="24884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1"/>
            <p:cNvSpPr/>
            <p:nvPr/>
          </p:nvSpPr>
          <p:spPr>
            <a:xfrm>
              <a:off x="2741383" y="23919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2"/>
            <p:cNvSpPr/>
            <p:nvPr/>
          </p:nvSpPr>
          <p:spPr>
            <a:xfrm>
              <a:off x="2896195" y="214591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3"/>
            <p:cNvSpPr/>
            <p:nvPr/>
          </p:nvSpPr>
          <p:spPr>
            <a:xfrm>
              <a:off x="2798420" y="241714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4"/>
            <p:cNvSpPr/>
            <p:nvPr/>
          </p:nvSpPr>
          <p:spPr>
            <a:xfrm>
              <a:off x="3042696" y="216412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5"/>
            <p:cNvSpPr/>
            <p:nvPr/>
          </p:nvSpPr>
          <p:spPr>
            <a:xfrm>
              <a:off x="2655583" y="254845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6"/>
            <p:cNvSpPr/>
            <p:nvPr/>
          </p:nvSpPr>
          <p:spPr>
            <a:xfrm>
              <a:off x="2665771" y="248763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7"/>
            <p:cNvSpPr/>
            <p:nvPr/>
          </p:nvSpPr>
          <p:spPr>
            <a:xfrm>
              <a:off x="2600898" y="235002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8"/>
            <p:cNvSpPr/>
            <p:nvPr/>
          </p:nvSpPr>
          <p:spPr>
            <a:xfrm>
              <a:off x="2774251" y="235022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39"/>
            <p:cNvSpPr/>
            <p:nvPr/>
          </p:nvSpPr>
          <p:spPr>
            <a:xfrm>
              <a:off x="2590774" y="236963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0"/>
            <p:cNvSpPr/>
            <p:nvPr/>
          </p:nvSpPr>
          <p:spPr>
            <a:xfrm>
              <a:off x="2671351" y="241969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1"/>
            <p:cNvSpPr/>
            <p:nvPr/>
          </p:nvSpPr>
          <p:spPr>
            <a:xfrm>
              <a:off x="2429814" y="248619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2"/>
            <p:cNvSpPr/>
            <p:nvPr/>
          </p:nvSpPr>
          <p:spPr>
            <a:xfrm>
              <a:off x="2372310" y="240172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3"/>
            <p:cNvSpPr/>
            <p:nvPr/>
          </p:nvSpPr>
          <p:spPr>
            <a:xfrm>
              <a:off x="2449084" y="243009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4"/>
            <p:cNvSpPr/>
            <p:nvPr/>
          </p:nvSpPr>
          <p:spPr>
            <a:xfrm>
              <a:off x="2699838" y="229438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5"/>
            <p:cNvSpPr/>
            <p:nvPr/>
          </p:nvSpPr>
          <p:spPr>
            <a:xfrm>
              <a:off x="2223606" y="258153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6"/>
            <p:cNvSpPr/>
            <p:nvPr/>
          </p:nvSpPr>
          <p:spPr>
            <a:xfrm>
              <a:off x="2328068" y="245982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7"/>
            <p:cNvSpPr/>
            <p:nvPr/>
          </p:nvSpPr>
          <p:spPr>
            <a:xfrm>
              <a:off x="2361518" y="248909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8"/>
            <p:cNvSpPr/>
            <p:nvPr/>
          </p:nvSpPr>
          <p:spPr>
            <a:xfrm>
              <a:off x="2758797" y="240536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49"/>
            <p:cNvSpPr/>
            <p:nvPr/>
          </p:nvSpPr>
          <p:spPr>
            <a:xfrm>
              <a:off x="2259041" y="236661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0"/>
            <p:cNvSpPr/>
            <p:nvPr/>
          </p:nvSpPr>
          <p:spPr>
            <a:xfrm>
              <a:off x="2667622" y="237169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1"/>
            <p:cNvSpPr/>
            <p:nvPr/>
          </p:nvSpPr>
          <p:spPr>
            <a:xfrm>
              <a:off x="2574889" y="237857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2"/>
            <p:cNvSpPr/>
            <p:nvPr/>
          </p:nvSpPr>
          <p:spPr>
            <a:xfrm>
              <a:off x="2757344" y="237040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3"/>
            <p:cNvSpPr/>
            <p:nvPr/>
          </p:nvSpPr>
          <p:spPr>
            <a:xfrm>
              <a:off x="2751733" y="249458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4"/>
            <p:cNvSpPr/>
            <p:nvPr/>
          </p:nvSpPr>
          <p:spPr>
            <a:xfrm>
              <a:off x="2802370" y="235093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5"/>
            <p:cNvSpPr/>
            <p:nvPr/>
          </p:nvSpPr>
          <p:spPr>
            <a:xfrm>
              <a:off x="2607693" y="243351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6"/>
            <p:cNvSpPr/>
            <p:nvPr/>
          </p:nvSpPr>
          <p:spPr>
            <a:xfrm>
              <a:off x="2238566" y="253251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7"/>
            <p:cNvSpPr/>
            <p:nvPr/>
          </p:nvSpPr>
          <p:spPr>
            <a:xfrm>
              <a:off x="2615666" y="230488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8"/>
            <p:cNvSpPr/>
            <p:nvPr/>
          </p:nvSpPr>
          <p:spPr>
            <a:xfrm>
              <a:off x="2456478" y="240027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59"/>
            <p:cNvSpPr/>
            <p:nvPr/>
          </p:nvSpPr>
          <p:spPr>
            <a:xfrm>
              <a:off x="2740342" y="211508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0"/>
            <p:cNvSpPr/>
            <p:nvPr/>
          </p:nvSpPr>
          <p:spPr>
            <a:xfrm>
              <a:off x="2334237" y="227346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1"/>
            <p:cNvSpPr/>
            <p:nvPr/>
          </p:nvSpPr>
          <p:spPr>
            <a:xfrm>
              <a:off x="2783929" y="24899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2"/>
            <p:cNvSpPr/>
            <p:nvPr/>
          </p:nvSpPr>
          <p:spPr>
            <a:xfrm>
              <a:off x="2790419" y="23965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3"/>
            <p:cNvSpPr/>
            <p:nvPr/>
          </p:nvSpPr>
          <p:spPr>
            <a:xfrm>
              <a:off x="2674894" y="243265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t964"/>
            <p:cNvSpPr/>
            <p:nvPr/>
          </p:nvSpPr>
          <p:spPr>
            <a:xfrm>
              <a:off x="2887019" y="214888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t965"/>
            <p:cNvSpPr/>
            <p:nvPr/>
          </p:nvSpPr>
          <p:spPr>
            <a:xfrm>
              <a:off x="2590938" y="249385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t966"/>
            <p:cNvSpPr/>
            <p:nvPr/>
          </p:nvSpPr>
          <p:spPr>
            <a:xfrm>
              <a:off x="2692982" y="22652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t967"/>
            <p:cNvSpPr/>
            <p:nvPr/>
          </p:nvSpPr>
          <p:spPr>
            <a:xfrm>
              <a:off x="2735274" y="246234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t968"/>
            <p:cNvSpPr/>
            <p:nvPr/>
          </p:nvSpPr>
          <p:spPr>
            <a:xfrm>
              <a:off x="2912114" y="237936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t969"/>
            <p:cNvSpPr/>
            <p:nvPr/>
          </p:nvSpPr>
          <p:spPr>
            <a:xfrm>
              <a:off x="2407796" y="226633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t970"/>
            <p:cNvSpPr/>
            <p:nvPr/>
          </p:nvSpPr>
          <p:spPr>
            <a:xfrm>
              <a:off x="2801231" y="226806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t971"/>
            <p:cNvSpPr/>
            <p:nvPr/>
          </p:nvSpPr>
          <p:spPr>
            <a:xfrm>
              <a:off x="2667068" y="259789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t972"/>
            <p:cNvSpPr/>
            <p:nvPr/>
          </p:nvSpPr>
          <p:spPr>
            <a:xfrm>
              <a:off x="2807281" y="220333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t973"/>
            <p:cNvSpPr/>
            <p:nvPr/>
          </p:nvSpPr>
          <p:spPr>
            <a:xfrm>
              <a:off x="2762947" y="21678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t974"/>
            <p:cNvSpPr/>
            <p:nvPr/>
          </p:nvSpPr>
          <p:spPr>
            <a:xfrm>
              <a:off x="2757058" y="216648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t975"/>
            <p:cNvSpPr/>
            <p:nvPr/>
          </p:nvSpPr>
          <p:spPr>
            <a:xfrm>
              <a:off x="2731231" y="239079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t976"/>
            <p:cNvSpPr/>
            <p:nvPr/>
          </p:nvSpPr>
          <p:spPr>
            <a:xfrm>
              <a:off x="2667342" y="243013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t977"/>
            <p:cNvSpPr/>
            <p:nvPr/>
          </p:nvSpPr>
          <p:spPr>
            <a:xfrm>
              <a:off x="2801320" y="256819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t978"/>
            <p:cNvSpPr/>
            <p:nvPr/>
          </p:nvSpPr>
          <p:spPr>
            <a:xfrm>
              <a:off x="2824294" y="216673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t979"/>
            <p:cNvSpPr/>
            <p:nvPr/>
          </p:nvSpPr>
          <p:spPr>
            <a:xfrm>
              <a:off x="2940605" y="242984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t980"/>
            <p:cNvSpPr/>
            <p:nvPr/>
          </p:nvSpPr>
          <p:spPr>
            <a:xfrm>
              <a:off x="2596504" y="236924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t981"/>
            <p:cNvSpPr/>
            <p:nvPr/>
          </p:nvSpPr>
          <p:spPr>
            <a:xfrm>
              <a:off x="2802492" y="231441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t982"/>
            <p:cNvSpPr/>
            <p:nvPr/>
          </p:nvSpPr>
          <p:spPr>
            <a:xfrm>
              <a:off x="2684569" y="249704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t983"/>
            <p:cNvSpPr/>
            <p:nvPr/>
          </p:nvSpPr>
          <p:spPr>
            <a:xfrm>
              <a:off x="2468581" y="230662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t984"/>
            <p:cNvSpPr/>
            <p:nvPr/>
          </p:nvSpPr>
          <p:spPr>
            <a:xfrm>
              <a:off x="2563174" y="231827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t985"/>
            <p:cNvSpPr/>
            <p:nvPr/>
          </p:nvSpPr>
          <p:spPr>
            <a:xfrm>
              <a:off x="2981322" y="251112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t986"/>
            <p:cNvSpPr/>
            <p:nvPr/>
          </p:nvSpPr>
          <p:spPr>
            <a:xfrm>
              <a:off x="2847102" y="24282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t987"/>
            <p:cNvSpPr/>
            <p:nvPr/>
          </p:nvSpPr>
          <p:spPr>
            <a:xfrm>
              <a:off x="2708439" y="255535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t988"/>
            <p:cNvSpPr/>
            <p:nvPr/>
          </p:nvSpPr>
          <p:spPr>
            <a:xfrm>
              <a:off x="2812300" y="254979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t989"/>
            <p:cNvSpPr/>
            <p:nvPr/>
          </p:nvSpPr>
          <p:spPr>
            <a:xfrm>
              <a:off x="2688398" y="22371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t990"/>
            <p:cNvSpPr/>
            <p:nvPr/>
          </p:nvSpPr>
          <p:spPr>
            <a:xfrm>
              <a:off x="2355284" y="252533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t991"/>
            <p:cNvSpPr/>
            <p:nvPr/>
          </p:nvSpPr>
          <p:spPr>
            <a:xfrm>
              <a:off x="2817773" y="229744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t992"/>
            <p:cNvSpPr/>
            <p:nvPr/>
          </p:nvSpPr>
          <p:spPr>
            <a:xfrm>
              <a:off x="2504885" y="211650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t993"/>
            <p:cNvSpPr/>
            <p:nvPr/>
          </p:nvSpPr>
          <p:spPr>
            <a:xfrm>
              <a:off x="2632946" y="230561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t994"/>
            <p:cNvSpPr/>
            <p:nvPr/>
          </p:nvSpPr>
          <p:spPr>
            <a:xfrm>
              <a:off x="2626556" y="257729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t995"/>
            <p:cNvSpPr/>
            <p:nvPr/>
          </p:nvSpPr>
          <p:spPr>
            <a:xfrm>
              <a:off x="2760876" y="23266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t996"/>
            <p:cNvSpPr/>
            <p:nvPr/>
          </p:nvSpPr>
          <p:spPr>
            <a:xfrm>
              <a:off x="2289810" y="252631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t997"/>
            <p:cNvSpPr/>
            <p:nvPr/>
          </p:nvSpPr>
          <p:spPr>
            <a:xfrm>
              <a:off x="2557776" y="251184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t998"/>
            <p:cNvSpPr/>
            <p:nvPr/>
          </p:nvSpPr>
          <p:spPr>
            <a:xfrm>
              <a:off x="2589356" y="274609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t999"/>
            <p:cNvSpPr/>
            <p:nvPr/>
          </p:nvSpPr>
          <p:spPr>
            <a:xfrm>
              <a:off x="2540465" y="273720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t1000"/>
            <p:cNvSpPr/>
            <p:nvPr/>
          </p:nvSpPr>
          <p:spPr>
            <a:xfrm>
              <a:off x="2656393" y="231399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t1001"/>
            <p:cNvSpPr/>
            <p:nvPr/>
          </p:nvSpPr>
          <p:spPr>
            <a:xfrm>
              <a:off x="2647168" y="254561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t1002"/>
            <p:cNvSpPr/>
            <p:nvPr/>
          </p:nvSpPr>
          <p:spPr>
            <a:xfrm>
              <a:off x="2640270" y="257626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t1003"/>
            <p:cNvSpPr/>
            <p:nvPr/>
          </p:nvSpPr>
          <p:spPr>
            <a:xfrm>
              <a:off x="2683096" y="229475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t1004"/>
            <p:cNvSpPr/>
            <p:nvPr/>
          </p:nvSpPr>
          <p:spPr>
            <a:xfrm>
              <a:off x="2755432" y="263998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t1005"/>
            <p:cNvSpPr/>
            <p:nvPr/>
          </p:nvSpPr>
          <p:spPr>
            <a:xfrm>
              <a:off x="2639724" y="263297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t1006"/>
            <p:cNvSpPr/>
            <p:nvPr/>
          </p:nvSpPr>
          <p:spPr>
            <a:xfrm>
              <a:off x="2814551" y="250065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t1007"/>
            <p:cNvSpPr/>
            <p:nvPr/>
          </p:nvSpPr>
          <p:spPr>
            <a:xfrm>
              <a:off x="2372341" y="260754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t1008"/>
            <p:cNvSpPr/>
            <p:nvPr/>
          </p:nvSpPr>
          <p:spPr>
            <a:xfrm>
              <a:off x="2572854" y="218320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t1009"/>
            <p:cNvSpPr/>
            <p:nvPr/>
          </p:nvSpPr>
          <p:spPr>
            <a:xfrm>
              <a:off x="3000660" y="247566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t1010"/>
            <p:cNvSpPr/>
            <p:nvPr/>
          </p:nvSpPr>
          <p:spPr>
            <a:xfrm>
              <a:off x="2541092" y="271648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t1011"/>
            <p:cNvSpPr/>
            <p:nvPr/>
          </p:nvSpPr>
          <p:spPr>
            <a:xfrm>
              <a:off x="2459034" y="244012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t1012"/>
            <p:cNvSpPr/>
            <p:nvPr/>
          </p:nvSpPr>
          <p:spPr>
            <a:xfrm>
              <a:off x="2529247" y="261039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t1013"/>
            <p:cNvSpPr/>
            <p:nvPr/>
          </p:nvSpPr>
          <p:spPr>
            <a:xfrm>
              <a:off x="2481520" y="261325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t1014"/>
            <p:cNvSpPr/>
            <p:nvPr/>
          </p:nvSpPr>
          <p:spPr>
            <a:xfrm>
              <a:off x="2248257" y="239137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t1015"/>
            <p:cNvSpPr/>
            <p:nvPr/>
          </p:nvSpPr>
          <p:spPr>
            <a:xfrm>
              <a:off x="2404113" y="227901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t1016"/>
            <p:cNvSpPr/>
            <p:nvPr/>
          </p:nvSpPr>
          <p:spPr>
            <a:xfrm>
              <a:off x="2642205" y="252341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t1017"/>
            <p:cNvSpPr/>
            <p:nvPr/>
          </p:nvSpPr>
          <p:spPr>
            <a:xfrm>
              <a:off x="2426295" y="245960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t1018"/>
            <p:cNvSpPr/>
            <p:nvPr/>
          </p:nvSpPr>
          <p:spPr>
            <a:xfrm>
              <a:off x="2431107" y="271974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t1019"/>
            <p:cNvSpPr/>
            <p:nvPr/>
          </p:nvSpPr>
          <p:spPr>
            <a:xfrm>
              <a:off x="2874035" y="245235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t1020"/>
            <p:cNvSpPr/>
            <p:nvPr/>
          </p:nvSpPr>
          <p:spPr>
            <a:xfrm>
              <a:off x="3106374" y="277295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t1021"/>
            <p:cNvSpPr/>
            <p:nvPr/>
          </p:nvSpPr>
          <p:spPr>
            <a:xfrm>
              <a:off x="2107356" y="228175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t1022"/>
            <p:cNvSpPr/>
            <p:nvPr/>
          </p:nvSpPr>
          <p:spPr>
            <a:xfrm>
              <a:off x="2419708" y="267087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t1023"/>
            <p:cNvSpPr/>
            <p:nvPr/>
          </p:nvSpPr>
          <p:spPr>
            <a:xfrm>
              <a:off x="2414612" y="252628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t1024"/>
            <p:cNvSpPr/>
            <p:nvPr/>
          </p:nvSpPr>
          <p:spPr>
            <a:xfrm>
              <a:off x="2443674" y="245762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t1025"/>
            <p:cNvSpPr/>
            <p:nvPr/>
          </p:nvSpPr>
          <p:spPr>
            <a:xfrm>
              <a:off x="2504777" y="241469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t1026"/>
            <p:cNvSpPr/>
            <p:nvPr/>
          </p:nvSpPr>
          <p:spPr>
            <a:xfrm>
              <a:off x="2471457" y="255905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t1027"/>
            <p:cNvSpPr/>
            <p:nvPr/>
          </p:nvSpPr>
          <p:spPr>
            <a:xfrm>
              <a:off x="2364236" y="243495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t1028"/>
            <p:cNvSpPr/>
            <p:nvPr/>
          </p:nvSpPr>
          <p:spPr>
            <a:xfrm>
              <a:off x="2383735" y="248609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t1029"/>
            <p:cNvSpPr/>
            <p:nvPr/>
          </p:nvSpPr>
          <p:spPr>
            <a:xfrm>
              <a:off x="2197690" y="235375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t1030"/>
            <p:cNvSpPr/>
            <p:nvPr/>
          </p:nvSpPr>
          <p:spPr>
            <a:xfrm>
              <a:off x="2426571" y="215899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t1031"/>
            <p:cNvSpPr/>
            <p:nvPr/>
          </p:nvSpPr>
          <p:spPr>
            <a:xfrm>
              <a:off x="2497431" y="207689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t1032"/>
            <p:cNvSpPr/>
            <p:nvPr/>
          </p:nvSpPr>
          <p:spPr>
            <a:xfrm>
              <a:off x="2395323" y="250953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t1033"/>
            <p:cNvSpPr/>
            <p:nvPr/>
          </p:nvSpPr>
          <p:spPr>
            <a:xfrm>
              <a:off x="2220416" y="238520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t1034"/>
            <p:cNvSpPr/>
            <p:nvPr/>
          </p:nvSpPr>
          <p:spPr>
            <a:xfrm>
              <a:off x="2072686" y="14671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t1035"/>
            <p:cNvSpPr/>
            <p:nvPr/>
          </p:nvSpPr>
          <p:spPr>
            <a:xfrm>
              <a:off x="1816066" y="218372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t1036"/>
            <p:cNvSpPr/>
            <p:nvPr/>
          </p:nvSpPr>
          <p:spPr>
            <a:xfrm>
              <a:off x="1971520" y="15430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t1037"/>
            <p:cNvSpPr/>
            <p:nvPr/>
          </p:nvSpPr>
          <p:spPr>
            <a:xfrm>
              <a:off x="2038282" y="258589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t1038"/>
            <p:cNvSpPr/>
            <p:nvPr/>
          </p:nvSpPr>
          <p:spPr>
            <a:xfrm>
              <a:off x="1841715" y="209419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t1039"/>
            <p:cNvSpPr/>
            <p:nvPr/>
          </p:nvSpPr>
          <p:spPr>
            <a:xfrm>
              <a:off x="2003962" y="14709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t1040"/>
            <p:cNvSpPr/>
            <p:nvPr/>
          </p:nvSpPr>
          <p:spPr>
            <a:xfrm>
              <a:off x="1961523" y="215610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t1041"/>
            <p:cNvSpPr/>
            <p:nvPr/>
          </p:nvSpPr>
          <p:spPr>
            <a:xfrm>
              <a:off x="2161388" y="243631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t1042"/>
            <p:cNvSpPr/>
            <p:nvPr/>
          </p:nvSpPr>
          <p:spPr>
            <a:xfrm>
              <a:off x="1939725" y="16189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t1043"/>
            <p:cNvSpPr/>
            <p:nvPr/>
          </p:nvSpPr>
          <p:spPr>
            <a:xfrm>
              <a:off x="2310900" y="246488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t1044"/>
            <p:cNvSpPr/>
            <p:nvPr/>
          </p:nvSpPr>
          <p:spPr>
            <a:xfrm>
              <a:off x="1930678" y="220842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t1045"/>
            <p:cNvSpPr/>
            <p:nvPr/>
          </p:nvSpPr>
          <p:spPr>
            <a:xfrm>
              <a:off x="2010726" y="17110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t1046"/>
            <p:cNvSpPr/>
            <p:nvPr/>
          </p:nvSpPr>
          <p:spPr>
            <a:xfrm>
              <a:off x="2112315" y="15428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t1047"/>
            <p:cNvSpPr/>
            <p:nvPr/>
          </p:nvSpPr>
          <p:spPr>
            <a:xfrm>
              <a:off x="1802089" y="240313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t1048"/>
            <p:cNvSpPr/>
            <p:nvPr/>
          </p:nvSpPr>
          <p:spPr>
            <a:xfrm>
              <a:off x="2120458" y="234577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t1049"/>
            <p:cNvSpPr/>
            <p:nvPr/>
          </p:nvSpPr>
          <p:spPr>
            <a:xfrm>
              <a:off x="2110658" y="226226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t1050"/>
            <p:cNvSpPr/>
            <p:nvPr/>
          </p:nvSpPr>
          <p:spPr>
            <a:xfrm>
              <a:off x="2046832" y="242962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t1051"/>
            <p:cNvSpPr/>
            <p:nvPr/>
          </p:nvSpPr>
          <p:spPr>
            <a:xfrm>
              <a:off x="1928786" y="15793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t1052"/>
            <p:cNvSpPr/>
            <p:nvPr/>
          </p:nvSpPr>
          <p:spPr>
            <a:xfrm>
              <a:off x="2029906" y="252475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t1053"/>
            <p:cNvSpPr/>
            <p:nvPr/>
          </p:nvSpPr>
          <p:spPr>
            <a:xfrm>
              <a:off x="1959057" y="17137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t1054"/>
            <p:cNvSpPr/>
            <p:nvPr/>
          </p:nvSpPr>
          <p:spPr>
            <a:xfrm>
              <a:off x="1924044" y="248138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t1055"/>
            <p:cNvSpPr/>
            <p:nvPr/>
          </p:nvSpPr>
          <p:spPr>
            <a:xfrm>
              <a:off x="2096176" y="26288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t1056"/>
            <p:cNvSpPr/>
            <p:nvPr/>
          </p:nvSpPr>
          <p:spPr>
            <a:xfrm>
              <a:off x="1997746" y="234309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t1057"/>
            <p:cNvSpPr/>
            <p:nvPr/>
          </p:nvSpPr>
          <p:spPr>
            <a:xfrm>
              <a:off x="2175187" y="17863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t1058"/>
            <p:cNvSpPr/>
            <p:nvPr/>
          </p:nvSpPr>
          <p:spPr>
            <a:xfrm>
              <a:off x="2092002" y="262795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t1059"/>
            <p:cNvSpPr/>
            <p:nvPr/>
          </p:nvSpPr>
          <p:spPr>
            <a:xfrm>
              <a:off x="2223653" y="281607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t1060"/>
            <p:cNvSpPr/>
            <p:nvPr/>
          </p:nvSpPr>
          <p:spPr>
            <a:xfrm>
              <a:off x="1977432" y="16967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t1061"/>
            <p:cNvSpPr/>
            <p:nvPr/>
          </p:nvSpPr>
          <p:spPr>
            <a:xfrm>
              <a:off x="1925440" y="215979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t1062"/>
            <p:cNvSpPr/>
            <p:nvPr/>
          </p:nvSpPr>
          <p:spPr>
            <a:xfrm>
              <a:off x="2183491" y="265429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t1063"/>
            <p:cNvSpPr/>
            <p:nvPr/>
          </p:nvSpPr>
          <p:spPr>
            <a:xfrm>
              <a:off x="2248517" y="16430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t1064"/>
            <p:cNvSpPr/>
            <p:nvPr/>
          </p:nvSpPr>
          <p:spPr>
            <a:xfrm>
              <a:off x="2131308" y="226824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t1065"/>
            <p:cNvSpPr/>
            <p:nvPr/>
          </p:nvSpPr>
          <p:spPr>
            <a:xfrm>
              <a:off x="2402829" y="274418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t1066"/>
            <p:cNvSpPr/>
            <p:nvPr/>
          </p:nvSpPr>
          <p:spPr>
            <a:xfrm>
              <a:off x="1994511" y="15445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t1067"/>
            <p:cNvSpPr/>
            <p:nvPr/>
          </p:nvSpPr>
          <p:spPr>
            <a:xfrm>
              <a:off x="1919166" y="240506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t1068"/>
            <p:cNvSpPr/>
            <p:nvPr/>
          </p:nvSpPr>
          <p:spPr>
            <a:xfrm>
              <a:off x="2089955" y="235169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t1069"/>
            <p:cNvSpPr/>
            <p:nvPr/>
          </p:nvSpPr>
          <p:spPr>
            <a:xfrm>
              <a:off x="2030751" y="233373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t1070"/>
            <p:cNvSpPr/>
            <p:nvPr/>
          </p:nvSpPr>
          <p:spPr>
            <a:xfrm>
              <a:off x="2060186" y="233422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t1071"/>
            <p:cNvSpPr/>
            <p:nvPr/>
          </p:nvSpPr>
          <p:spPr>
            <a:xfrm>
              <a:off x="2085664" y="232537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t1072"/>
            <p:cNvSpPr/>
            <p:nvPr/>
          </p:nvSpPr>
          <p:spPr>
            <a:xfrm>
              <a:off x="2060528" y="271441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t1073"/>
            <p:cNvSpPr/>
            <p:nvPr/>
          </p:nvSpPr>
          <p:spPr>
            <a:xfrm>
              <a:off x="2222784" y="17032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t1074"/>
            <p:cNvSpPr/>
            <p:nvPr/>
          </p:nvSpPr>
          <p:spPr>
            <a:xfrm>
              <a:off x="2115615" y="270923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t1075"/>
            <p:cNvSpPr/>
            <p:nvPr/>
          </p:nvSpPr>
          <p:spPr>
            <a:xfrm>
              <a:off x="2077290" y="221717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t1076"/>
            <p:cNvSpPr/>
            <p:nvPr/>
          </p:nvSpPr>
          <p:spPr>
            <a:xfrm>
              <a:off x="2117078" y="270356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t1077"/>
            <p:cNvSpPr/>
            <p:nvPr/>
          </p:nvSpPr>
          <p:spPr>
            <a:xfrm>
              <a:off x="1910151" y="252061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t1078"/>
            <p:cNvSpPr/>
            <p:nvPr/>
          </p:nvSpPr>
          <p:spPr>
            <a:xfrm>
              <a:off x="2269416" y="236750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t1079"/>
            <p:cNvSpPr/>
            <p:nvPr/>
          </p:nvSpPr>
          <p:spPr>
            <a:xfrm>
              <a:off x="2271938" y="264453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t1080"/>
            <p:cNvSpPr/>
            <p:nvPr/>
          </p:nvSpPr>
          <p:spPr>
            <a:xfrm>
              <a:off x="2212270" y="259290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t1081"/>
            <p:cNvSpPr/>
            <p:nvPr/>
          </p:nvSpPr>
          <p:spPr>
            <a:xfrm>
              <a:off x="2036452" y="18790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t1082"/>
            <p:cNvSpPr/>
            <p:nvPr/>
          </p:nvSpPr>
          <p:spPr>
            <a:xfrm>
              <a:off x="2017521" y="269129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t1083"/>
            <p:cNvSpPr/>
            <p:nvPr/>
          </p:nvSpPr>
          <p:spPr>
            <a:xfrm>
              <a:off x="2134564" y="13979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t1084"/>
            <p:cNvSpPr/>
            <p:nvPr/>
          </p:nvSpPr>
          <p:spPr>
            <a:xfrm>
              <a:off x="2282693" y="16554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t1085"/>
            <p:cNvSpPr/>
            <p:nvPr/>
          </p:nvSpPr>
          <p:spPr>
            <a:xfrm>
              <a:off x="1997884" y="216227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t1086"/>
            <p:cNvSpPr/>
            <p:nvPr/>
          </p:nvSpPr>
          <p:spPr>
            <a:xfrm>
              <a:off x="2302771" y="264758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t1087"/>
            <p:cNvSpPr/>
            <p:nvPr/>
          </p:nvSpPr>
          <p:spPr>
            <a:xfrm>
              <a:off x="2082170" y="18845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t1088"/>
            <p:cNvSpPr/>
            <p:nvPr/>
          </p:nvSpPr>
          <p:spPr>
            <a:xfrm>
              <a:off x="2228879" y="268702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t1089"/>
            <p:cNvSpPr/>
            <p:nvPr/>
          </p:nvSpPr>
          <p:spPr>
            <a:xfrm>
              <a:off x="2177239" y="18531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t1090"/>
            <p:cNvSpPr/>
            <p:nvPr/>
          </p:nvSpPr>
          <p:spPr>
            <a:xfrm>
              <a:off x="2366740" y="262613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t1091"/>
            <p:cNvSpPr/>
            <p:nvPr/>
          </p:nvSpPr>
          <p:spPr>
            <a:xfrm>
              <a:off x="2184954" y="243718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t1092"/>
            <p:cNvSpPr/>
            <p:nvPr/>
          </p:nvSpPr>
          <p:spPr>
            <a:xfrm>
              <a:off x="2220901" y="18283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t1093"/>
            <p:cNvSpPr/>
            <p:nvPr/>
          </p:nvSpPr>
          <p:spPr>
            <a:xfrm>
              <a:off x="2219729" y="257039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t1094"/>
            <p:cNvSpPr/>
            <p:nvPr/>
          </p:nvSpPr>
          <p:spPr>
            <a:xfrm>
              <a:off x="2074168" y="19121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t1095"/>
            <p:cNvSpPr/>
            <p:nvPr/>
          </p:nvSpPr>
          <p:spPr>
            <a:xfrm>
              <a:off x="2046857" y="17912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t1096"/>
            <p:cNvSpPr/>
            <p:nvPr/>
          </p:nvSpPr>
          <p:spPr>
            <a:xfrm>
              <a:off x="2109871" y="17557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t1097"/>
            <p:cNvSpPr/>
            <p:nvPr/>
          </p:nvSpPr>
          <p:spPr>
            <a:xfrm>
              <a:off x="2017072" y="18046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t1098"/>
            <p:cNvSpPr/>
            <p:nvPr/>
          </p:nvSpPr>
          <p:spPr>
            <a:xfrm>
              <a:off x="2052474" y="16717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t1099"/>
            <p:cNvSpPr/>
            <p:nvPr/>
          </p:nvSpPr>
          <p:spPr>
            <a:xfrm>
              <a:off x="2301803" y="24820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t1100"/>
            <p:cNvSpPr/>
            <p:nvPr/>
          </p:nvSpPr>
          <p:spPr>
            <a:xfrm>
              <a:off x="1990064" y="16232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t1101"/>
            <p:cNvSpPr/>
            <p:nvPr/>
          </p:nvSpPr>
          <p:spPr>
            <a:xfrm>
              <a:off x="2259302" y="231546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t1102"/>
            <p:cNvSpPr/>
            <p:nvPr/>
          </p:nvSpPr>
          <p:spPr>
            <a:xfrm>
              <a:off x="2061000" y="17542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t1103"/>
            <p:cNvSpPr/>
            <p:nvPr/>
          </p:nvSpPr>
          <p:spPr>
            <a:xfrm>
              <a:off x="2092858" y="266014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t1104"/>
            <p:cNvSpPr/>
            <p:nvPr/>
          </p:nvSpPr>
          <p:spPr>
            <a:xfrm>
              <a:off x="2343895" y="26494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t1105"/>
            <p:cNvSpPr/>
            <p:nvPr/>
          </p:nvSpPr>
          <p:spPr>
            <a:xfrm>
              <a:off x="2497620" y="26231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t1106"/>
            <p:cNvSpPr/>
            <p:nvPr/>
          </p:nvSpPr>
          <p:spPr>
            <a:xfrm>
              <a:off x="2091671" y="26866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t1107"/>
            <p:cNvSpPr/>
            <p:nvPr/>
          </p:nvSpPr>
          <p:spPr>
            <a:xfrm>
              <a:off x="1940360" y="227503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t1108"/>
            <p:cNvSpPr/>
            <p:nvPr/>
          </p:nvSpPr>
          <p:spPr>
            <a:xfrm>
              <a:off x="2084187" y="14737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t1109"/>
            <p:cNvSpPr/>
            <p:nvPr/>
          </p:nvSpPr>
          <p:spPr>
            <a:xfrm>
              <a:off x="2111027" y="16535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t1110"/>
            <p:cNvSpPr/>
            <p:nvPr/>
          </p:nvSpPr>
          <p:spPr>
            <a:xfrm>
              <a:off x="1911785" y="218190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t1111"/>
            <p:cNvSpPr/>
            <p:nvPr/>
          </p:nvSpPr>
          <p:spPr>
            <a:xfrm>
              <a:off x="2434475" y="276634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t1112"/>
            <p:cNvSpPr/>
            <p:nvPr/>
          </p:nvSpPr>
          <p:spPr>
            <a:xfrm>
              <a:off x="2051238" y="17147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t1113"/>
            <p:cNvSpPr/>
            <p:nvPr/>
          </p:nvSpPr>
          <p:spPr>
            <a:xfrm>
              <a:off x="2094594" y="17388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t1114"/>
            <p:cNvSpPr/>
            <p:nvPr/>
          </p:nvSpPr>
          <p:spPr>
            <a:xfrm>
              <a:off x="2093662" y="247878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t1115"/>
            <p:cNvSpPr/>
            <p:nvPr/>
          </p:nvSpPr>
          <p:spPr>
            <a:xfrm>
              <a:off x="2187559" y="268646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t1116"/>
            <p:cNvSpPr/>
            <p:nvPr/>
          </p:nvSpPr>
          <p:spPr>
            <a:xfrm>
              <a:off x="2384858" y="254092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t1117"/>
            <p:cNvSpPr/>
            <p:nvPr/>
          </p:nvSpPr>
          <p:spPr>
            <a:xfrm>
              <a:off x="2532064" y="270923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t1118"/>
            <p:cNvSpPr/>
            <p:nvPr/>
          </p:nvSpPr>
          <p:spPr>
            <a:xfrm>
              <a:off x="1901019" y="16894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t1119"/>
            <p:cNvSpPr/>
            <p:nvPr/>
          </p:nvSpPr>
          <p:spPr>
            <a:xfrm>
              <a:off x="1956834" y="231904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t1120"/>
            <p:cNvSpPr/>
            <p:nvPr/>
          </p:nvSpPr>
          <p:spPr>
            <a:xfrm>
              <a:off x="2117049" y="247144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t1121"/>
            <p:cNvSpPr/>
            <p:nvPr/>
          </p:nvSpPr>
          <p:spPr>
            <a:xfrm>
              <a:off x="2311977" y="270508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t1122"/>
            <p:cNvSpPr/>
            <p:nvPr/>
          </p:nvSpPr>
          <p:spPr>
            <a:xfrm>
              <a:off x="2045049" y="234993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t1123"/>
            <p:cNvSpPr/>
            <p:nvPr/>
          </p:nvSpPr>
          <p:spPr>
            <a:xfrm>
              <a:off x="2000656" y="17356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t1124"/>
            <p:cNvSpPr/>
            <p:nvPr/>
          </p:nvSpPr>
          <p:spPr>
            <a:xfrm>
              <a:off x="1936557" y="16131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t1125"/>
            <p:cNvSpPr/>
            <p:nvPr/>
          </p:nvSpPr>
          <p:spPr>
            <a:xfrm>
              <a:off x="2110868" y="17569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t1126"/>
            <p:cNvSpPr/>
            <p:nvPr/>
          </p:nvSpPr>
          <p:spPr>
            <a:xfrm>
              <a:off x="2168185" y="266495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t1127"/>
            <p:cNvSpPr/>
            <p:nvPr/>
          </p:nvSpPr>
          <p:spPr>
            <a:xfrm>
              <a:off x="2150724" y="255558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t1128"/>
            <p:cNvSpPr/>
            <p:nvPr/>
          </p:nvSpPr>
          <p:spPr>
            <a:xfrm>
              <a:off x="2250883" y="292432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t1129"/>
            <p:cNvSpPr/>
            <p:nvPr/>
          </p:nvSpPr>
          <p:spPr>
            <a:xfrm>
              <a:off x="2178945" y="16657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t1130"/>
            <p:cNvSpPr/>
            <p:nvPr/>
          </p:nvSpPr>
          <p:spPr>
            <a:xfrm>
              <a:off x="2084143" y="261167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t1131"/>
            <p:cNvSpPr/>
            <p:nvPr/>
          </p:nvSpPr>
          <p:spPr>
            <a:xfrm>
              <a:off x="2623964" y="251161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t1132"/>
            <p:cNvSpPr/>
            <p:nvPr/>
          </p:nvSpPr>
          <p:spPr>
            <a:xfrm>
              <a:off x="2188674" y="232136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t1133"/>
            <p:cNvSpPr/>
            <p:nvPr/>
          </p:nvSpPr>
          <p:spPr>
            <a:xfrm>
              <a:off x="2085832" y="255101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t1134"/>
            <p:cNvSpPr/>
            <p:nvPr/>
          </p:nvSpPr>
          <p:spPr>
            <a:xfrm>
              <a:off x="2130874" y="18599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t1135"/>
            <p:cNvSpPr/>
            <p:nvPr/>
          </p:nvSpPr>
          <p:spPr>
            <a:xfrm>
              <a:off x="2110099" y="16617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t1136"/>
            <p:cNvSpPr/>
            <p:nvPr/>
          </p:nvSpPr>
          <p:spPr>
            <a:xfrm>
              <a:off x="2133600" y="14989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t1137"/>
            <p:cNvSpPr/>
            <p:nvPr/>
          </p:nvSpPr>
          <p:spPr>
            <a:xfrm>
              <a:off x="2165591" y="19710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t1138"/>
            <p:cNvSpPr/>
            <p:nvPr/>
          </p:nvSpPr>
          <p:spPr>
            <a:xfrm>
              <a:off x="2144616" y="19856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t1139"/>
            <p:cNvSpPr/>
            <p:nvPr/>
          </p:nvSpPr>
          <p:spPr>
            <a:xfrm>
              <a:off x="2144491" y="17888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t1140"/>
            <p:cNvSpPr/>
            <p:nvPr/>
          </p:nvSpPr>
          <p:spPr>
            <a:xfrm>
              <a:off x="2107348" y="21064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t1141"/>
            <p:cNvSpPr/>
            <p:nvPr/>
          </p:nvSpPr>
          <p:spPr>
            <a:xfrm>
              <a:off x="1944511" y="248797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t1142"/>
            <p:cNvSpPr/>
            <p:nvPr/>
          </p:nvSpPr>
          <p:spPr>
            <a:xfrm>
              <a:off x="2225339" y="24445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t1143"/>
            <p:cNvSpPr/>
            <p:nvPr/>
          </p:nvSpPr>
          <p:spPr>
            <a:xfrm>
              <a:off x="1975809" y="228067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t1144"/>
            <p:cNvSpPr/>
            <p:nvPr/>
          </p:nvSpPr>
          <p:spPr>
            <a:xfrm>
              <a:off x="2089862" y="16736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t1145"/>
            <p:cNvSpPr/>
            <p:nvPr/>
          </p:nvSpPr>
          <p:spPr>
            <a:xfrm>
              <a:off x="1925235" y="241140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t1146"/>
            <p:cNvSpPr/>
            <p:nvPr/>
          </p:nvSpPr>
          <p:spPr>
            <a:xfrm>
              <a:off x="2021750" y="16787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t1147"/>
            <p:cNvSpPr/>
            <p:nvPr/>
          </p:nvSpPr>
          <p:spPr>
            <a:xfrm>
              <a:off x="2151679" y="239182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t1148"/>
            <p:cNvSpPr/>
            <p:nvPr/>
          </p:nvSpPr>
          <p:spPr>
            <a:xfrm>
              <a:off x="1991895" y="15520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t1149"/>
            <p:cNvSpPr/>
            <p:nvPr/>
          </p:nvSpPr>
          <p:spPr>
            <a:xfrm>
              <a:off x="2273278" y="260541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t1150"/>
            <p:cNvSpPr/>
            <p:nvPr/>
          </p:nvSpPr>
          <p:spPr>
            <a:xfrm>
              <a:off x="2051652" y="17402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t1151"/>
            <p:cNvSpPr/>
            <p:nvPr/>
          </p:nvSpPr>
          <p:spPr>
            <a:xfrm>
              <a:off x="2071630" y="247369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t1152"/>
            <p:cNvSpPr/>
            <p:nvPr/>
          </p:nvSpPr>
          <p:spPr>
            <a:xfrm>
              <a:off x="2425301" y="283089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t1153"/>
            <p:cNvSpPr/>
            <p:nvPr/>
          </p:nvSpPr>
          <p:spPr>
            <a:xfrm>
              <a:off x="1959728" y="19547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t1154"/>
            <p:cNvSpPr/>
            <p:nvPr/>
          </p:nvSpPr>
          <p:spPr>
            <a:xfrm>
              <a:off x="2028419" y="207004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t1155"/>
            <p:cNvSpPr/>
            <p:nvPr/>
          </p:nvSpPr>
          <p:spPr>
            <a:xfrm>
              <a:off x="2114676" y="215585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t1156"/>
            <p:cNvSpPr/>
            <p:nvPr/>
          </p:nvSpPr>
          <p:spPr>
            <a:xfrm>
              <a:off x="2071362" y="17974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t1157"/>
            <p:cNvSpPr/>
            <p:nvPr/>
          </p:nvSpPr>
          <p:spPr>
            <a:xfrm>
              <a:off x="1960769" y="246064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t1158"/>
            <p:cNvSpPr/>
            <p:nvPr/>
          </p:nvSpPr>
          <p:spPr>
            <a:xfrm>
              <a:off x="2148540" y="17680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t1159"/>
            <p:cNvSpPr/>
            <p:nvPr/>
          </p:nvSpPr>
          <p:spPr>
            <a:xfrm>
              <a:off x="1985371" y="18944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t1160"/>
            <p:cNvSpPr/>
            <p:nvPr/>
          </p:nvSpPr>
          <p:spPr>
            <a:xfrm>
              <a:off x="2049845" y="17297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t1161"/>
            <p:cNvSpPr/>
            <p:nvPr/>
          </p:nvSpPr>
          <p:spPr>
            <a:xfrm>
              <a:off x="2139145" y="219608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t1162"/>
            <p:cNvSpPr/>
            <p:nvPr/>
          </p:nvSpPr>
          <p:spPr>
            <a:xfrm>
              <a:off x="2128215" y="17757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t1163"/>
            <p:cNvSpPr/>
            <p:nvPr/>
          </p:nvSpPr>
          <p:spPr>
            <a:xfrm>
              <a:off x="2160093" y="202592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t1164"/>
            <p:cNvSpPr/>
            <p:nvPr/>
          </p:nvSpPr>
          <p:spPr>
            <a:xfrm>
              <a:off x="2132766" y="19725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t1165"/>
            <p:cNvSpPr/>
            <p:nvPr/>
          </p:nvSpPr>
          <p:spPr>
            <a:xfrm>
              <a:off x="2195483" y="256629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t1166"/>
            <p:cNvSpPr/>
            <p:nvPr/>
          </p:nvSpPr>
          <p:spPr>
            <a:xfrm>
              <a:off x="2905310" y="20840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t1167"/>
            <p:cNvSpPr/>
            <p:nvPr/>
          </p:nvSpPr>
          <p:spPr>
            <a:xfrm>
              <a:off x="2066056" y="16555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t1168"/>
            <p:cNvSpPr/>
            <p:nvPr/>
          </p:nvSpPr>
          <p:spPr>
            <a:xfrm>
              <a:off x="2163490" y="225911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t1169"/>
            <p:cNvSpPr/>
            <p:nvPr/>
          </p:nvSpPr>
          <p:spPr>
            <a:xfrm>
              <a:off x="2224564" y="252373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t1170"/>
            <p:cNvSpPr/>
            <p:nvPr/>
          </p:nvSpPr>
          <p:spPr>
            <a:xfrm>
              <a:off x="2065961" y="230062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t1171"/>
            <p:cNvSpPr/>
            <p:nvPr/>
          </p:nvSpPr>
          <p:spPr>
            <a:xfrm>
              <a:off x="2131998" y="15856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t1172"/>
            <p:cNvSpPr/>
            <p:nvPr/>
          </p:nvSpPr>
          <p:spPr>
            <a:xfrm>
              <a:off x="2049959" y="240734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t1173"/>
            <p:cNvSpPr/>
            <p:nvPr/>
          </p:nvSpPr>
          <p:spPr>
            <a:xfrm>
              <a:off x="2047859" y="16266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t1174"/>
            <p:cNvSpPr/>
            <p:nvPr/>
          </p:nvSpPr>
          <p:spPr>
            <a:xfrm>
              <a:off x="1924750" y="242196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t1175"/>
            <p:cNvSpPr/>
            <p:nvPr/>
          </p:nvSpPr>
          <p:spPr>
            <a:xfrm>
              <a:off x="2026430" y="17337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t1176"/>
            <p:cNvSpPr/>
            <p:nvPr/>
          </p:nvSpPr>
          <p:spPr>
            <a:xfrm>
              <a:off x="2055568" y="224061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t1177"/>
            <p:cNvSpPr/>
            <p:nvPr/>
          </p:nvSpPr>
          <p:spPr>
            <a:xfrm>
              <a:off x="1985077" y="236005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t1178"/>
            <p:cNvSpPr/>
            <p:nvPr/>
          </p:nvSpPr>
          <p:spPr>
            <a:xfrm>
              <a:off x="2187643" y="17741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t1179"/>
            <p:cNvSpPr/>
            <p:nvPr/>
          </p:nvSpPr>
          <p:spPr>
            <a:xfrm>
              <a:off x="2068176" y="17343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t1180"/>
            <p:cNvSpPr/>
            <p:nvPr/>
          </p:nvSpPr>
          <p:spPr>
            <a:xfrm>
              <a:off x="2057312" y="16966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t1181"/>
            <p:cNvSpPr/>
            <p:nvPr/>
          </p:nvSpPr>
          <p:spPr>
            <a:xfrm>
              <a:off x="2027232" y="252863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t1182"/>
            <p:cNvSpPr/>
            <p:nvPr/>
          </p:nvSpPr>
          <p:spPr>
            <a:xfrm>
              <a:off x="2143246" y="17272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t1183"/>
            <p:cNvSpPr/>
            <p:nvPr/>
          </p:nvSpPr>
          <p:spPr>
            <a:xfrm>
              <a:off x="2044170" y="16054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t1184"/>
            <p:cNvSpPr/>
            <p:nvPr/>
          </p:nvSpPr>
          <p:spPr>
            <a:xfrm>
              <a:off x="2062449" y="228345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t1185"/>
            <p:cNvSpPr/>
            <p:nvPr/>
          </p:nvSpPr>
          <p:spPr>
            <a:xfrm>
              <a:off x="2007498" y="15336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t1186"/>
            <p:cNvSpPr/>
            <p:nvPr/>
          </p:nvSpPr>
          <p:spPr>
            <a:xfrm>
              <a:off x="1991883" y="229089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t1187"/>
            <p:cNvSpPr/>
            <p:nvPr/>
          </p:nvSpPr>
          <p:spPr>
            <a:xfrm>
              <a:off x="1965951" y="215711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t1188"/>
            <p:cNvSpPr/>
            <p:nvPr/>
          </p:nvSpPr>
          <p:spPr>
            <a:xfrm>
              <a:off x="2228720" y="17278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t1189"/>
            <p:cNvSpPr/>
            <p:nvPr/>
          </p:nvSpPr>
          <p:spPr>
            <a:xfrm>
              <a:off x="2610641" y="211627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t1190"/>
            <p:cNvSpPr/>
            <p:nvPr/>
          </p:nvSpPr>
          <p:spPr>
            <a:xfrm>
              <a:off x="2076244" y="224261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t1191"/>
            <p:cNvSpPr/>
            <p:nvPr/>
          </p:nvSpPr>
          <p:spPr>
            <a:xfrm>
              <a:off x="2080169" y="17432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t1192"/>
            <p:cNvSpPr/>
            <p:nvPr/>
          </p:nvSpPr>
          <p:spPr>
            <a:xfrm>
              <a:off x="2203853" y="16684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t1193"/>
            <p:cNvSpPr/>
            <p:nvPr/>
          </p:nvSpPr>
          <p:spPr>
            <a:xfrm>
              <a:off x="2092605" y="17129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t1194"/>
            <p:cNvSpPr/>
            <p:nvPr/>
          </p:nvSpPr>
          <p:spPr>
            <a:xfrm>
              <a:off x="2050652" y="19619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t1195"/>
            <p:cNvSpPr/>
            <p:nvPr/>
          </p:nvSpPr>
          <p:spPr>
            <a:xfrm>
              <a:off x="1972999" y="221544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t1196"/>
            <p:cNvSpPr/>
            <p:nvPr/>
          </p:nvSpPr>
          <p:spPr>
            <a:xfrm>
              <a:off x="2086934" y="17985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t1197"/>
            <p:cNvSpPr/>
            <p:nvPr/>
          </p:nvSpPr>
          <p:spPr>
            <a:xfrm>
              <a:off x="2419053" y="233071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t1198"/>
            <p:cNvSpPr/>
            <p:nvPr/>
          </p:nvSpPr>
          <p:spPr>
            <a:xfrm>
              <a:off x="1948032" y="239177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t1199"/>
            <p:cNvSpPr/>
            <p:nvPr/>
          </p:nvSpPr>
          <p:spPr>
            <a:xfrm>
              <a:off x="2018102" y="16777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t1200"/>
            <p:cNvSpPr/>
            <p:nvPr/>
          </p:nvSpPr>
          <p:spPr>
            <a:xfrm>
              <a:off x="2093095" y="237344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t1201"/>
            <p:cNvSpPr/>
            <p:nvPr/>
          </p:nvSpPr>
          <p:spPr>
            <a:xfrm>
              <a:off x="1717911" y="27460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t1202"/>
            <p:cNvSpPr/>
            <p:nvPr/>
          </p:nvSpPr>
          <p:spPr>
            <a:xfrm>
              <a:off x="2090752" y="247896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t1203"/>
            <p:cNvSpPr/>
            <p:nvPr/>
          </p:nvSpPr>
          <p:spPr>
            <a:xfrm>
              <a:off x="2078528" y="16633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t1204"/>
            <p:cNvSpPr/>
            <p:nvPr/>
          </p:nvSpPr>
          <p:spPr>
            <a:xfrm>
              <a:off x="1965871" y="243004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t1205"/>
            <p:cNvSpPr/>
            <p:nvPr/>
          </p:nvSpPr>
          <p:spPr>
            <a:xfrm>
              <a:off x="2215803" y="17670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t1206"/>
            <p:cNvSpPr/>
            <p:nvPr/>
          </p:nvSpPr>
          <p:spPr>
            <a:xfrm>
              <a:off x="1924716" y="228684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t1207"/>
            <p:cNvSpPr/>
            <p:nvPr/>
          </p:nvSpPr>
          <p:spPr>
            <a:xfrm>
              <a:off x="2214948" y="230747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t1208"/>
            <p:cNvSpPr/>
            <p:nvPr/>
          </p:nvSpPr>
          <p:spPr>
            <a:xfrm>
              <a:off x="2121555" y="19654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t1209"/>
            <p:cNvSpPr/>
            <p:nvPr/>
          </p:nvSpPr>
          <p:spPr>
            <a:xfrm>
              <a:off x="2003746" y="228299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t1210"/>
            <p:cNvSpPr/>
            <p:nvPr/>
          </p:nvSpPr>
          <p:spPr>
            <a:xfrm>
              <a:off x="2127474" y="222803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t1211"/>
            <p:cNvSpPr/>
            <p:nvPr/>
          </p:nvSpPr>
          <p:spPr>
            <a:xfrm>
              <a:off x="2029710" y="17552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t1212"/>
            <p:cNvSpPr/>
            <p:nvPr/>
          </p:nvSpPr>
          <p:spPr>
            <a:xfrm>
              <a:off x="2098515" y="217408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t1213"/>
            <p:cNvSpPr/>
            <p:nvPr/>
          </p:nvSpPr>
          <p:spPr>
            <a:xfrm>
              <a:off x="2223760" y="17891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t1214"/>
            <p:cNvSpPr/>
            <p:nvPr/>
          </p:nvSpPr>
          <p:spPr>
            <a:xfrm>
              <a:off x="2483253" y="26019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t1215"/>
            <p:cNvSpPr/>
            <p:nvPr/>
          </p:nvSpPr>
          <p:spPr>
            <a:xfrm>
              <a:off x="2372208" y="18168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t1216"/>
            <p:cNvSpPr/>
            <p:nvPr/>
          </p:nvSpPr>
          <p:spPr>
            <a:xfrm>
              <a:off x="2054490" y="256022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t1217"/>
            <p:cNvSpPr/>
            <p:nvPr/>
          </p:nvSpPr>
          <p:spPr>
            <a:xfrm>
              <a:off x="2221643" y="24537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t1218"/>
            <p:cNvSpPr/>
            <p:nvPr/>
          </p:nvSpPr>
          <p:spPr>
            <a:xfrm>
              <a:off x="1812587" y="17523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t1219"/>
            <p:cNvSpPr/>
            <p:nvPr/>
          </p:nvSpPr>
          <p:spPr>
            <a:xfrm>
              <a:off x="2154731" y="16344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t1220"/>
            <p:cNvSpPr/>
            <p:nvPr/>
          </p:nvSpPr>
          <p:spPr>
            <a:xfrm>
              <a:off x="1982088" y="225037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t1221"/>
            <p:cNvSpPr/>
            <p:nvPr/>
          </p:nvSpPr>
          <p:spPr>
            <a:xfrm>
              <a:off x="2060253" y="16219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t1222"/>
            <p:cNvSpPr/>
            <p:nvPr/>
          </p:nvSpPr>
          <p:spPr>
            <a:xfrm>
              <a:off x="1861888" y="233861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t1223"/>
            <p:cNvSpPr/>
            <p:nvPr/>
          </p:nvSpPr>
          <p:spPr>
            <a:xfrm>
              <a:off x="2202928" y="15891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t1224"/>
            <p:cNvSpPr/>
            <p:nvPr/>
          </p:nvSpPr>
          <p:spPr>
            <a:xfrm>
              <a:off x="2310960" y="14274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t1225"/>
            <p:cNvSpPr/>
            <p:nvPr/>
          </p:nvSpPr>
          <p:spPr>
            <a:xfrm>
              <a:off x="2230253" y="252679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t1226"/>
            <p:cNvSpPr/>
            <p:nvPr/>
          </p:nvSpPr>
          <p:spPr>
            <a:xfrm>
              <a:off x="2227139" y="249245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t1227"/>
            <p:cNvSpPr/>
            <p:nvPr/>
          </p:nvSpPr>
          <p:spPr>
            <a:xfrm>
              <a:off x="2214422" y="18729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t1228"/>
            <p:cNvSpPr/>
            <p:nvPr/>
          </p:nvSpPr>
          <p:spPr>
            <a:xfrm>
              <a:off x="2249437" y="215910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t1229"/>
            <p:cNvSpPr/>
            <p:nvPr/>
          </p:nvSpPr>
          <p:spPr>
            <a:xfrm>
              <a:off x="2825134" y="204959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t1230"/>
            <p:cNvSpPr/>
            <p:nvPr/>
          </p:nvSpPr>
          <p:spPr>
            <a:xfrm>
              <a:off x="3238406" y="178532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t1231"/>
            <p:cNvSpPr/>
            <p:nvPr/>
          </p:nvSpPr>
          <p:spPr>
            <a:xfrm>
              <a:off x="2634992" y="235984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t1232"/>
            <p:cNvSpPr/>
            <p:nvPr/>
          </p:nvSpPr>
          <p:spPr>
            <a:xfrm>
              <a:off x="2578927" y="14472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t1233"/>
            <p:cNvSpPr/>
            <p:nvPr/>
          </p:nvSpPr>
          <p:spPr>
            <a:xfrm>
              <a:off x="2486155" y="15861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t1234"/>
            <p:cNvSpPr/>
            <p:nvPr/>
          </p:nvSpPr>
          <p:spPr>
            <a:xfrm>
              <a:off x="2507463" y="232700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t1235"/>
            <p:cNvSpPr/>
            <p:nvPr/>
          </p:nvSpPr>
          <p:spPr>
            <a:xfrm>
              <a:off x="2085589" y="15259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t1236"/>
            <p:cNvSpPr/>
            <p:nvPr/>
          </p:nvSpPr>
          <p:spPr>
            <a:xfrm>
              <a:off x="2062670" y="246995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t1237"/>
            <p:cNvSpPr/>
            <p:nvPr/>
          </p:nvSpPr>
          <p:spPr>
            <a:xfrm>
              <a:off x="2618649" y="22506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t1238"/>
            <p:cNvSpPr/>
            <p:nvPr/>
          </p:nvSpPr>
          <p:spPr>
            <a:xfrm>
              <a:off x="2205201" y="251154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t1239"/>
            <p:cNvSpPr/>
            <p:nvPr/>
          </p:nvSpPr>
          <p:spPr>
            <a:xfrm>
              <a:off x="2055063" y="17883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t1240"/>
            <p:cNvSpPr/>
            <p:nvPr/>
          </p:nvSpPr>
          <p:spPr>
            <a:xfrm>
              <a:off x="2341947" y="196448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t1241"/>
            <p:cNvSpPr/>
            <p:nvPr/>
          </p:nvSpPr>
          <p:spPr>
            <a:xfrm>
              <a:off x="2148786" y="259800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t1242"/>
            <p:cNvSpPr/>
            <p:nvPr/>
          </p:nvSpPr>
          <p:spPr>
            <a:xfrm>
              <a:off x="2175820" y="244447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t1243"/>
            <p:cNvSpPr/>
            <p:nvPr/>
          </p:nvSpPr>
          <p:spPr>
            <a:xfrm>
              <a:off x="2677362" y="18001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t1244"/>
            <p:cNvSpPr/>
            <p:nvPr/>
          </p:nvSpPr>
          <p:spPr>
            <a:xfrm>
              <a:off x="2666005" y="236004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t1245"/>
            <p:cNvSpPr/>
            <p:nvPr/>
          </p:nvSpPr>
          <p:spPr>
            <a:xfrm>
              <a:off x="3262078" y="18185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t1246"/>
            <p:cNvSpPr/>
            <p:nvPr/>
          </p:nvSpPr>
          <p:spPr>
            <a:xfrm>
              <a:off x="2643153" y="17006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t1247"/>
            <p:cNvSpPr/>
            <p:nvPr/>
          </p:nvSpPr>
          <p:spPr>
            <a:xfrm>
              <a:off x="2710096" y="234265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t1248"/>
            <p:cNvSpPr/>
            <p:nvPr/>
          </p:nvSpPr>
          <p:spPr>
            <a:xfrm>
              <a:off x="3344829" y="189543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t1249"/>
            <p:cNvSpPr/>
            <p:nvPr/>
          </p:nvSpPr>
          <p:spPr>
            <a:xfrm>
              <a:off x="2764011" y="220932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t1250"/>
            <p:cNvSpPr/>
            <p:nvPr/>
          </p:nvSpPr>
          <p:spPr>
            <a:xfrm>
              <a:off x="2132873" y="16665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t1251"/>
            <p:cNvSpPr/>
            <p:nvPr/>
          </p:nvSpPr>
          <p:spPr>
            <a:xfrm>
              <a:off x="2100134" y="224459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t1252"/>
            <p:cNvSpPr/>
            <p:nvPr/>
          </p:nvSpPr>
          <p:spPr>
            <a:xfrm>
              <a:off x="2267030" y="16305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t1253"/>
            <p:cNvSpPr/>
            <p:nvPr/>
          </p:nvSpPr>
          <p:spPr>
            <a:xfrm>
              <a:off x="2053614" y="224249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t1254"/>
            <p:cNvSpPr/>
            <p:nvPr/>
          </p:nvSpPr>
          <p:spPr>
            <a:xfrm>
              <a:off x="1860773" y="244478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t1255"/>
            <p:cNvSpPr/>
            <p:nvPr/>
          </p:nvSpPr>
          <p:spPr>
            <a:xfrm>
              <a:off x="2198463" y="16815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t1256"/>
            <p:cNvSpPr/>
            <p:nvPr/>
          </p:nvSpPr>
          <p:spPr>
            <a:xfrm>
              <a:off x="2133130" y="245302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t1257"/>
            <p:cNvSpPr/>
            <p:nvPr/>
          </p:nvSpPr>
          <p:spPr>
            <a:xfrm>
              <a:off x="2245632" y="273651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t1258"/>
            <p:cNvSpPr/>
            <p:nvPr/>
          </p:nvSpPr>
          <p:spPr>
            <a:xfrm>
              <a:off x="2166827" y="15338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t1259"/>
            <p:cNvSpPr/>
            <p:nvPr/>
          </p:nvSpPr>
          <p:spPr>
            <a:xfrm>
              <a:off x="2074597" y="254241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t1260"/>
            <p:cNvSpPr/>
            <p:nvPr/>
          </p:nvSpPr>
          <p:spPr>
            <a:xfrm>
              <a:off x="2713906" y="251669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t1261"/>
            <p:cNvSpPr/>
            <p:nvPr/>
          </p:nvSpPr>
          <p:spPr>
            <a:xfrm>
              <a:off x="2301534" y="265636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t1262"/>
            <p:cNvSpPr/>
            <p:nvPr/>
          </p:nvSpPr>
          <p:spPr>
            <a:xfrm>
              <a:off x="3166263" y="19783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t1263"/>
            <p:cNvSpPr/>
            <p:nvPr/>
          </p:nvSpPr>
          <p:spPr>
            <a:xfrm>
              <a:off x="1879589" y="260856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t1264"/>
            <p:cNvSpPr/>
            <p:nvPr/>
          </p:nvSpPr>
          <p:spPr>
            <a:xfrm>
              <a:off x="2337199" y="19523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t1265"/>
            <p:cNvSpPr/>
            <p:nvPr/>
          </p:nvSpPr>
          <p:spPr>
            <a:xfrm>
              <a:off x="2318059" y="246008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t1266"/>
            <p:cNvSpPr/>
            <p:nvPr/>
          </p:nvSpPr>
          <p:spPr>
            <a:xfrm>
              <a:off x="2986267" y="20421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t1267"/>
            <p:cNvSpPr/>
            <p:nvPr/>
          </p:nvSpPr>
          <p:spPr>
            <a:xfrm>
              <a:off x="2158426" y="268716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t1268"/>
            <p:cNvSpPr/>
            <p:nvPr/>
          </p:nvSpPr>
          <p:spPr>
            <a:xfrm>
              <a:off x="2187659" y="18540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t1269"/>
            <p:cNvSpPr/>
            <p:nvPr/>
          </p:nvSpPr>
          <p:spPr>
            <a:xfrm>
              <a:off x="2246208" y="254228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t1270"/>
            <p:cNvSpPr/>
            <p:nvPr/>
          </p:nvSpPr>
          <p:spPr>
            <a:xfrm>
              <a:off x="3108801" y="19138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t1271"/>
            <p:cNvSpPr/>
            <p:nvPr/>
          </p:nvSpPr>
          <p:spPr>
            <a:xfrm>
              <a:off x="2040345" y="273377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t1272"/>
            <p:cNvSpPr/>
            <p:nvPr/>
          </p:nvSpPr>
          <p:spPr>
            <a:xfrm>
              <a:off x="2987645" y="191365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t1273"/>
            <p:cNvSpPr/>
            <p:nvPr/>
          </p:nvSpPr>
          <p:spPr>
            <a:xfrm>
              <a:off x="2305381" y="282531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t1274"/>
            <p:cNvSpPr/>
            <p:nvPr/>
          </p:nvSpPr>
          <p:spPr>
            <a:xfrm>
              <a:off x="3207381" y="234744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t1275"/>
            <p:cNvSpPr/>
            <p:nvPr/>
          </p:nvSpPr>
          <p:spPr>
            <a:xfrm>
              <a:off x="2421386" y="18673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t1276"/>
            <p:cNvSpPr/>
            <p:nvPr/>
          </p:nvSpPr>
          <p:spPr>
            <a:xfrm>
              <a:off x="3200482" y="24434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t1277"/>
            <p:cNvSpPr/>
            <p:nvPr/>
          </p:nvSpPr>
          <p:spPr>
            <a:xfrm>
              <a:off x="2279812" y="18840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t1278"/>
            <p:cNvSpPr/>
            <p:nvPr/>
          </p:nvSpPr>
          <p:spPr>
            <a:xfrm>
              <a:off x="2281536" y="257053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t1279"/>
            <p:cNvSpPr/>
            <p:nvPr/>
          </p:nvSpPr>
          <p:spPr>
            <a:xfrm>
              <a:off x="3009857" y="21833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t1280"/>
            <p:cNvSpPr/>
            <p:nvPr/>
          </p:nvSpPr>
          <p:spPr>
            <a:xfrm>
              <a:off x="3118740" y="21723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t1281"/>
            <p:cNvSpPr/>
            <p:nvPr/>
          </p:nvSpPr>
          <p:spPr>
            <a:xfrm>
              <a:off x="2141628" y="266099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t1282"/>
            <p:cNvSpPr/>
            <p:nvPr/>
          </p:nvSpPr>
          <p:spPr>
            <a:xfrm>
              <a:off x="2364176" y="224214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t1283"/>
            <p:cNvSpPr/>
            <p:nvPr/>
          </p:nvSpPr>
          <p:spPr>
            <a:xfrm>
              <a:off x="3057921" y="213158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t1284"/>
            <p:cNvSpPr/>
            <p:nvPr/>
          </p:nvSpPr>
          <p:spPr>
            <a:xfrm>
              <a:off x="2415573" y="18091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t1285"/>
            <p:cNvSpPr/>
            <p:nvPr/>
          </p:nvSpPr>
          <p:spPr>
            <a:xfrm>
              <a:off x="2363751" y="274048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t1286"/>
            <p:cNvSpPr/>
            <p:nvPr/>
          </p:nvSpPr>
          <p:spPr>
            <a:xfrm>
              <a:off x="2858398" y="220203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t1287"/>
            <p:cNvSpPr/>
            <p:nvPr/>
          </p:nvSpPr>
          <p:spPr>
            <a:xfrm>
              <a:off x="2402061" y="260137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t1288"/>
            <p:cNvSpPr/>
            <p:nvPr/>
          </p:nvSpPr>
          <p:spPr>
            <a:xfrm>
              <a:off x="2498705" y="17560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t1289"/>
            <p:cNvSpPr/>
            <p:nvPr/>
          </p:nvSpPr>
          <p:spPr>
            <a:xfrm>
              <a:off x="2267116" y="254977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t1290"/>
            <p:cNvSpPr/>
            <p:nvPr/>
          </p:nvSpPr>
          <p:spPr>
            <a:xfrm>
              <a:off x="2375600" y="253226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t1291"/>
            <p:cNvSpPr/>
            <p:nvPr/>
          </p:nvSpPr>
          <p:spPr>
            <a:xfrm>
              <a:off x="2788842" y="210533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t1292"/>
            <p:cNvSpPr/>
            <p:nvPr/>
          </p:nvSpPr>
          <p:spPr>
            <a:xfrm>
              <a:off x="2627462" y="15837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t1293"/>
            <p:cNvSpPr/>
            <p:nvPr/>
          </p:nvSpPr>
          <p:spPr>
            <a:xfrm>
              <a:off x="2646787" y="226477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t1294"/>
            <p:cNvSpPr/>
            <p:nvPr/>
          </p:nvSpPr>
          <p:spPr>
            <a:xfrm>
              <a:off x="3190461" y="193962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t1295"/>
            <p:cNvSpPr/>
            <p:nvPr/>
          </p:nvSpPr>
          <p:spPr>
            <a:xfrm>
              <a:off x="2537586" y="226762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t1296"/>
            <p:cNvSpPr/>
            <p:nvPr/>
          </p:nvSpPr>
          <p:spPr>
            <a:xfrm>
              <a:off x="3192934" y="17228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t1297"/>
            <p:cNvSpPr/>
            <p:nvPr/>
          </p:nvSpPr>
          <p:spPr>
            <a:xfrm>
              <a:off x="2524481" y="234689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t1298"/>
            <p:cNvSpPr/>
            <p:nvPr/>
          </p:nvSpPr>
          <p:spPr>
            <a:xfrm>
              <a:off x="2681529" y="236917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t1299"/>
            <p:cNvSpPr/>
            <p:nvPr/>
          </p:nvSpPr>
          <p:spPr>
            <a:xfrm>
              <a:off x="2350846" y="245680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t1300"/>
            <p:cNvSpPr/>
            <p:nvPr/>
          </p:nvSpPr>
          <p:spPr>
            <a:xfrm>
              <a:off x="2466279" y="244452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t1301"/>
            <p:cNvSpPr/>
            <p:nvPr/>
          </p:nvSpPr>
          <p:spPr>
            <a:xfrm>
              <a:off x="2353329" y="18751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t1302"/>
            <p:cNvSpPr/>
            <p:nvPr/>
          </p:nvSpPr>
          <p:spPr>
            <a:xfrm>
              <a:off x="2088320" y="249725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t1303"/>
            <p:cNvSpPr/>
            <p:nvPr/>
          </p:nvSpPr>
          <p:spPr>
            <a:xfrm>
              <a:off x="2989735" y="197264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t1304"/>
            <p:cNvSpPr/>
            <p:nvPr/>
          </p:nvSpPr>
          <p:spPr>
            <a:xfrm>
              <a:off x="2227058" y="16166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t1305"/>
            <p:cNvSpPr/>
            <p:nvPr/>
          </p:nvSpPr>
          <p:spPr>
            <a:xfrm>
              <a:off x="2043332" y="253140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t1306"/>
            <p:cNvSpPr/>
            <p:nvPr/>
          </p:nvSpPr>
          <p:spPr>
            <a:xfrm>
              <a:off x="2480228" y="18487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t1307"/>
            <p:cNvSpPr/>
            <p:nvPr/>
          </p:nvSpPr>
          <p:spPr>
            <a:xfrm>
              <a:off x="2256731" y="266848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t1308"/>
            <p:cNvSpPr/>
            <p:nvPr/>
          </p:nvSpPr>
          <p:spPr>
            <a:xfrm>
              <a:off x="2959206" y="183901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t1309"/>
            <p:cNvSpPr/>
            <p:nvPr/>
          </p:nvSpPr>
          <p:spPr>
            <a:xfrm>
              <a:off x="3007354" y="212887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t1310"/>
            <p:cNvSpPr/>
            <p:nvPr/>
          </p:nvSpPr>
          <p:spPr>
            <a:xfrm>
              <a:off x="2149170" y="268576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t1311"/>
            <p:cNvSpPr/>
            <p:nvPr/>
          </p:nvSpPr>
          <p:spPr>
            <a:xfrm>
              <a:off x="2527689" y="16446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t1312"/>
            <p:cNvSpPr/>
            <p:nvPr/>
          </p:nvSpPr>
          <p:spPr>
            <a:xfrm>
              <a:off x="2502000" y="230322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t1313"/>
            <p:cNvSpPr/>
            <p:nvPr/>
          </p:nvSpPr>
          <p:spPr>
            <a:xfrm>
              <a:off x="3712836" y="208581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t1314"/>
            <p:cNvSpPr/>
            <p:nvPr/>
          </p:nvSpPr>
          <p:spPr>
            <a:xfrm>
              <a:off x="3361888" y="20890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t1315"/>
            <p:cNvSpPr/>
            <p:nvPr/>
          </p:nvSpPr>
          <p:spPr>
            <a:xfrm>
              <a:off x="2490325" y="235240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t1316"/>
            <p:cNvSpPr/>
            <p:nvPr/>
          </p:nvSpPr>
          <p:spPr>
            <a:xfrm>
              <a:off x="2371275" y="244928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t1317"/>
            <p:cNvSpPr/>
            <p:nvPr/>
          </p:nvSpPr>
          <p:spPr>
            <a:xfrm>
              <a:off x="2430803" y="17403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t1318"/>
            <p:cNvSpPr/>
            <p:nvPr/>
          </p:nvSpPr>
          <p:spPr>
            <a:xfrm>
              <a:off x="3154320" y="184023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t1319"/>
            <p:cNvSpPr/>
            <p:nvPr/>
          </p:nvSpPr>
          <p:spPr>
            <a:xfrm>
              <a:off x="2356278" y="231263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t1320"/>
            <p:cNvSpPr/>
            <p:nvPr/>
          </p:nvSpPr>
          <p:spPr>
            <a:xfrm>
              <a:off x="2559631" y="16311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t1321"/>
            <p:cNvSpPr/>
            <p:nvPr/>
          </p:nvSpPr>
          <p:spPr>
            <a:xfrm>
              <a:off x="2670285" y="213593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t1322"/>
            <p:cNvSpPr/>
            <p:nvPr/>
          </p:nvSpPr>
          <p:spPr>
            <a:xfrm>
              <a:off x="3417524" y="20795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t1323"/>
            <p:cNvSpPr/>
            <p:nvPr/>
          </p:nvSpPr>
          <p:spPr>
            <a:xfrm>
              <a:off x="2716122" y="237008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t1324"/>
            <p:cNvSpPr/>
            <p:nvPr/>
          </p:nvSpPr>
          <p:spPr>
            <a:xfrm>
              <a:off x="2412044" y="231999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t1325"/>
            <p:cNvSpPr/>
            <p:nvPr/>
          </p:nvSpPr>
          <p:spPr>
            <a:xfrm>
              <a:off x="2592803" y="236762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t1326"/>
            <p:cNvSpPr/>
            <p:nvPr/>
          </p:nvSpPr>
          <p:spPr>
            <a:xfrm>
              <a:off x="3621462" y="176392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t1327"/>
            <p:cNvSpPr/>
            <p:nvPr/>
          </p:nvSpPr>
          <p:spPr>
            <a:xfrm>
              <a:off x="2642704" y="254198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t1328"/>
            <p:cNvSpPr/>
            <p:nvPr/>
          </p:nvSpPr>
          <p:spPr>
            <a:xfrm>
              <a:off x="2667358" y="16557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t1329"/>
            <p:cNvSpPr/>
            <p:nvPr/>
          </p:nvSpPr>
          <p:spPr>
            <a:xfrm>
              <a:off x="2994373" y="23010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t1330"/>
            <p:cNvSpPr/>
            <p:nvPr/>
          </p:nvSpPr>
          <p:spPr>
            <a:xfrm>
              <a:off x="2277786" y="278339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t1331"/>
            <p:cNvSpPr/>
            <p:nvPr/>
          </p:nvSpPr>
          <p:spPr>
            <a:xfrm>
              <a:off x="2486584" y="21584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t1332"/>
            <p:cNvSpPr/>
            <p:nvPr/>
          </p:nvSpPr>
          <p:spPr>
            <a:xfrm>
              <a:off x="3643483" y="22990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t1333"/>
            <p:cNvSpPr/>
            <p:nvPr/>
          </p:nvSpPr>
          <p:spPr>
            <a:xfrm>
              <a:off x="2358402" y="18859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t1334"/>
            <p:cNvSpPr/>
            <p:nvPr/>
          </p:nvSpPr>
          <p:spPr>
            <a:xfrm>
              <a:off x="2848807" y="219742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t1335"/>
            <p:cNvSpPr/>
            <p:nvPr/>
          </p:nvSpPr>
          <p:spPr>
            <a:xfrm>
              <a:off x="2289825" y="17047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t1336"/>
            <p:cNvSpPr/>
            <p:nvPr/>
          </p:nvSpPr>
          <p:spPr>
            <a:xfrm>
              <a:off x="2124655" y="261358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t1337"/>
            <p:cNvSpPr/>
            <p:nvPr/>
          </p:nvSpPr>
          <p:spPr>
            <a:xfrm>
              <a:off x="3073456" y="206876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t1338"/>
            <p:cNvSpPr/>
            <p:nvPr/>
          </p:nvSpPr>
          <p:spPr>
            <a:xfrm>
              <a:off x="2027339" y="249349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t1339"/>
            <p:cNvSpPr/>
            <p:nvPr/>
          </p:nvSpPr>
          <p:spPr>
            <a:xfrm>
              <a:off x="2194540" y="17951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t1340"/>
            <p:cNvSpPr/>
            <p:nvPr/>
          </p:nvSpPr>
          <p:spPr>
            <a:xfrm>
              <a:off x="2400805" y="21610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t1341"/>
            <p:cNvSpPr/>
            <p:nvPr/>
          </p:nvSpPr>
          <p:spPr>
            <a:xfrm>
              <a:off x="2487157" y="20610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t1342"/>
            <p:cNvSpPr/>
            <p:nvPr/>
          </p:nvSpPr>
          <p:spPr>
            <a:xfrm>
              <a:off x="2801207" y="23667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t1343"/>
            <p:cNvSpPr/>
            <p:nvPr/>
          </p:nvSpPr>
          <p:spPr>
            <a:xfrm>
              <a:off x="2282926" y="16772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t1344"/>
            <p:cNvSpPr/>
            <p:nvPr/>
          </p:nvSpPr>
          <p:spPr>
            <a:xfrm>
              <a:off x="2264668" y="255250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t1345"/>
            <p:cNvSpPr/>
            <p:nvPr/>
          </p:nvSpPr>
          <p:spPr>
            <a:xfrm>
              <a:off x="2056252" y="19045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t1346"/>
            <p:cNvSpPr/>
            <p:nvPr/>
          </p:nvSpPr>
          <p:spPr>
            <a:xfrm>
              <a:off x="2109247" y="15798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t1347"/>
            <p:cNvSpPr/>
            <p:nvPr/>
          </p:nvSpPr>
          <p:spPr>
            <a:xfrm>
              <a:off x="2153794" y="18653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t1348"/>
            <p:cNvSpPr/>
            <p:nvPr/>
          </p:nvSpPr>
          <p:spPr>
            <a:xfrm>
              <a:off x="3030623" y="214908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t1349"/>
            <p:cNvSpPr/>
            <p:nvPr/>
          </p:nvSpPr>
          <p:spPr>
            <a:xfrm>
              <a:off x="1941662" y="264000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t1350"/>
            <p:cNvSpPr/>
            <p:nvPr/>
          </p:nvSpPr>
          <p:spPr>
            <a:xfrm>
              <a:off x="2158961" y="17505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t1351"/>
            <p:cNvSpPr/>
            <p:nvPr/>
          </p:nvSpPr>
          <p:spPr>
            <a:xfrm>
              <a:off x="2425888" y="25506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t1352"/>
            <p:cNvSpPr/>
            <p:nvPr/>
          </p:nvSpPr>
          <p:spPr>
            <a:xfrm>
              <a:off x="2989724" y="214111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t1353"/>
            <p:cNvSpPr/>
            <p:nvPr/>
          </p:nvSpPr>
          <p:spPr>
            <a:xfrm>
              <a:off x="2089437" y="17846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t1354"/>
            <p:cNvSpPr/>
            <p:nvPr/>
          </p:nvSpPr>
          <p:spPr>
            <a:xfrm>
              <a:off x="3042497" y="249572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t1355"/>
            <p:cNvSpPr/>
            <p:nvPr/>
          </p:nvSpPr>
          <p:spPr>
            <a:xfrm>
              <a:off x="2348998" y="14732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t1356"/>
            <p:cNvSpPr/>
            <p:nvPr/>
          </p:nvSpPr>
          <p:spPr>
            <a:xfrm>
              <a:off x="2601489" y="257571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t1357"/>
            <p:cNvSpPr/>
            <p:nvPr/>
          </p:nvSpPr>
          <p:spPr>
            <a:xfrm>
              <a:off x="2274881" y="279006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t1358"/>
            <p:cNvSpPr/>
            <p:nvPr/>
          </p:nvSpPr>
          <p:spPr>
            <a:xfrm>
              <a:off x="2091321" y="19148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t1359"/>
            <p:cNvSpPr/>
            <p:nvPr/>
          </p:nvSpPr>
          <p:spPr>
            <a:xfrm>
              <a:off x="2893412" y="17175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t1360"/>
            <p:cNvSpPr/>
            <p:nvPr/>
          </p:nvSpPr>
          <p:spPr>
            <a:xfrm>
              <a:off x="2878492" y="184302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t1361"/>
            <p:cNvSpPr/>
            <p:nvPr/>
          </p:nvSpPr>
          <p:spPr>
            <a:xfrm>
              <a:off x="2168625" y="19299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t1362"/>
            <p:cNvSpPr/>
            <p:nvPr/>
          </p:nvSpPr>
          <p:spPr>
            <a:xfrm>
              <a:off x="2126095" y="16323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t1363"/>
            <p:cNvSpPr/>
            <p:nvPr/>
          </p:nvSpPr>
          <p:spPr>
            <a:xfrm>
              <a:off x="2084703" y="268807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t1364"/>
            <p:cNvSpPr/>
            <p:nvPr/>
          </p:nvSpPr>
          <p:spPr>
            <a:xfrm>
              <a:off x="3106911" y="205069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t1365"/>
            <p:cNvSpPr/>
            <p:nvPr/>
          </p:nvSpPr>
          <p:spPr>
            <a:xfrm>
              <a:off x="2675057" y="227757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t1366"/>
            <p:cNvSpPr/>
            <p:nvPr/>
          </p:nvSpPr>
          <p:spPr>
            <a:xfrm>
              <a:off x="2031504" y="16423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t1367"/>
            <p:cNvSpPr/>
            <p:nvPr/>
          </p:nvSpPr>
          <p:spPr>
            <a:xfrm>
              <a:off x="3116978" y="22035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t1368"/>
            <p:cNvSpPr/>
            <p:nvPr/>
          </p:nvSpPr>
          <p:spPr>
            <a:xfrm>
              <a:off x="3205025" y="234416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t1369"/>
            <p:cNvSpPr/>
            <p:nvPr/>
          </p:nvSpPr>
          <p:spPr>
            <a:xfrm>
              <a:off x="2686006" y="255319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t1370"/>
            <p:cNvSpPr/>
            <p:nvPr/>
          </p:nvSpPr>
          <p:spPr>
            <a:xfrm>
              <a:off x="2860284" y="251265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t1371"/>
            <p:cNvSpPr/>
            <p:nvPr/>
          </p:nvSpPr>
          <p:spPr>
            <a:xfrm>
              <a:off x="2177830" y="18995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t1372"/>
            <p:cNvSpPr/>
            <p:nvPr/>
          </p:nvSpPr>
          <p:spPr>
            <a:xfrm>
              <a:off x="3103077" y="208184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t1373"/>
            <p:cNvSpPr/>
            <p:nvPr/>
          </p:nvSpPr>
          <p:spPr>
            <a:xfrm>
              <a:off x="2628968" y="249275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t1374"/>
            <p:cNvSpPr/>
            <p:nvPr/>
          </p:nvSpPr>
          <p:spPr>
            <a:xfrm>
              <a:off x="2229038" y="20158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t1375"/>
            <p:cNvSpPr/>
            <p:nvPr/>
          </p:nvSpPr>
          <p:spPr>
            <a:xfrm>
              <a:off x="3131165" y="206466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t1376"/>
            <p:cNvSpPr/>
            <p:nvPr/>
          </p:nvSpPr>
          <p:spPr>
            <a:xfrm>
              <a:off x="3223448" y="212215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t1377"/>
            <p:cNvSpPr/>
            <p:nvPr/>
          </p:nvSpPr>
          <p:spPr>
            <a:xfrm>
              <a:off x="2164018" y="19524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t1378"/>
            <p:cNvSpPr/>
            <p:nvPr/>
          </p:nvSpPr>
          <p:spPr>
            <a:xfrm>
              <a:off x="2649214" y="226965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t1379"/>
            <p:cNvSpPr/>
            <p:nvPr/>
          </p:nvSpPr>
          <p:spPr>
            <a:xfrm>
              <a:off x="2264525" y="19650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t1380"/>
            <p:cNvSpPr/>
            <p:nvPr/>
          </p:nvSpPr>
          <p:spPr>
            <a:xfrm>
              <a:off x="2742382" y="232041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t1381"/>
            <p:cNvSpPr/>
            <p:nvPr/>
          </p:nvSpPr>
          <p:spPr>
            <a:xfrm>
              <a:off x="2756656" y="244785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t1382"/>
            <p:cNvSpPr/>
            <p:nvPr/>
          </p:nvSpPr>
          <p:spPr>
            <a:xfrm>
              <a:off x="2594560" y="17862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t1383"/>
            <p:cNvSpPr/>
            <p:nvPr/>
          </p:nvSpPr>
          <p:spPr>
            <a:xfrm>
              <a:off x="3110424" y="21160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t1384"/>
            <p:cNvSpPr/>
            <p:nvPr/>
          </p:nvSpPr>
          <p:spPr>
            <a:xfrm>
              <a:off x="2327265" y="289931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t1385"/>
            <p:cNvSpPr/>
            <p:nvPr/>
          </p:nvSpPr>
          <p:spPr>
            <a:xfrm>
              <a:off x="2738333" y="243795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t1386"/>
            <p:cNvSpPr/>
            <p:nvPr/>
          </p:nvSpPr>
          <p:spPr>
            <a:xfrm>
              <a:off x="2315763" y="18022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t1387"/>
            <p:cNvSpPr/>
            <p:nvPr/>
          </p:nvSpPr>
          <p:spPr>
            <a:xfrm>
              <a:off x="3124469" y="20642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t1388"/>
            <p:cNvSpPr/>
            <p:nvPr/>
          </p:nvSpPr>
          <p:spPr>
            <a:xfrm>
              <a:off x="2195823" y="21282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t1389"/>
            <p:cNvSpPr/>
            <p:nvPr/>
          </p:nvSpPr>
          <p:spPr>
            <a:xfrm>
              <a:off x="2449673" y="27692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t1390"/>
            <p:cNvSpPr/>
            <p:nvPr/>
          </p:nvSpPr>
          <p:spPr>
            <a:xfrm>
              <a:off x="2791284" y="245443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t1391"/>
            <p:cNvSpPr/>
            <p:nvPr/>
          </p:nvSpPr>
          <p:spPr>
            <a:xfrm>
              <a:off x="2317843" y="16217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t1392"/>
            <p:cNvSpPr/>
            <p:nvPr/>
          </p:nvSpPr>
          <p:spPr>
            <a:xfrm>
              <a:off x="2184437" y="18025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t1393"/>
            <p:cNvSpPr/>
            <p:nvPr/>
          </p:nvSpPr>
          <p:spPr>
            <a:xfrm>
              <a:off x="2545413" y="260634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t1394"/>
            <p:cNvSpPr/>
            <p:nvPr/>
          </p:nvSpPr>
          <p:spPr>
            <a:xfrm>
              <a:off x="2209050" y="17463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t1395"/>
            <p:cNvSpPr/>
            <p:nvPr/>
          </p:nvSpPr>
          <p:spPr>
            <a:xfrm>
              <a:off x="2143734" y="26154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t1396"/>
            <p:cNvSpPr/>
            <p:nvPr/>
          </p:nvSpPr>
          <p:spPr>
            <a:xfrm>
              <a:off x="3001241" y="187018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t1397"/>
            <p:cNvSpPr/>
            <p:nvPr/>
          </p:nvSpPr>
          <p:spPr>
            <a:xfrm>
              <a:off x="2067872" y="16822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t1398"/>
            <p:cNvSpPr/>
            <p:nvPr/>
          </p:nvSpPr>
          <p:spPr>
            <a:xfrm>
              <a:off x="2771820" y="22291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t1399"/>
            <p:cNvSpPr/>
            <p:nvPr/>
          </p:nvSpPr>
          <p:spPr>
            <a:xfrm>
              <a:off x="2169220" y="246952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t1400"/>
            <p:cNvSpPr/>
            <p:nvPr/>
          </p:nvSpPr>
          <p:spPr>
            <a:xfrm>
              <a:off x="3093547" y="194611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t1401"/>
            <p:cNvSpPr/>
            <p:nvPr/>
          </p:nvSpPr>
          <p:spPr>
            <a:xfrm>
              <a:off x="2090510" y="17603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t1402"/>
            <p:cNvSpPr/>
            <p:nvPr/>
          </p:nvSpPr>
          <p:spPr>
            <a:xfrm>
              <a:off x="2772744" y="253737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t1403"/>
            <p:cNvSpPr/>
            <p:nvPr/>
          </p:nvSpPr>
          <p:spPr>
            <a:xfrm>
              <a:off x="2304347" y="16168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t1404"/>
            <p:cNvSpPr/>
            <p:nvPr/>
          </p:nvSpPr>
          <p:spPr>
            <a:xfrm>
              <a:off x="3456065" y="21889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t1405"/>
            <p:cNvSpPr/>
            <p:nvPr/>
          </p:nvSpPr>
          <p:spPr>
            <a:xfrm>
              <a:off x="2948845" y="235630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t1406"/>
            <p:cNvSpPr/>
            <p:nvPr/>
          </p:nvSpPr>
          <p:spPr>
            <a:xfrm>
              <a:off x="2173241" y="16687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t1407"/>
            <p:cNvSpPr/>
            <p:nvPr/>
          </p:nvSpPr>
          <p:spPr>
            <a:xfrm>
              <a:off x="2550068" y="241513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t1408"/>
            <p:cNvSpPr/>
            <p:nvPr/>
          </p:nvSpPr>
          <p:spPr>
            <a:xfrm>
              <a:off x="2164592" y="262522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t1409"/>
            <p:cNvSpPr/>
            <p:nvPr/>
          </p:nvSpPr>
          <p:spPr>
            <a:xfrm>
              <a:off x="2081441" y="18634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t1410"/>
            <p:cNvSpPr/>
            <p:nvPr/>
          </p:nvSpPr>
          <p:spPr>
            <a:xfrm>
              <a:off x="2135174" y="273910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t1411"/>
            <p:cNvSpPr/>
            <p:nvPr/>
          </p:nvSpPr>
          <p:spPr>
            <a:xfrm>
              <a:off x="2273634" y="19087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t1412"/>
            <p:cNvSpPr/>
            <p:nvPr/>
          </p:nvSpPr>
          <p:spPr>
            <a:xfrm>
              <a:off x="1980161" y="246632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t1413"/>
            <p:cNvSpPr/>
            <p:nvPr/>
          </p:nvSpPr>
          <p:spPr>
            <a:xfrm>
              <a:off x="2119061" y="15903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t1414"/>
            <p:cNvSpPr/>
            <p:nvPr/>
          </p:nvSpPr>
          <p:spPr>
            <a:xfrm>
              <a:off x="2171340" y="20138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t1415"/>
            <p:cNvSpPr/>
            <p:nvPr/>
          </p:nvSpPr>
          <p:spPr>
            <a:xfrm>
              <a:off x="2854846" y="21787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t1416"/>
            <p:cNvSpPr/>
            <p:nvPr/>
          </p:nvSpPr>
          <p:spPr>
            <a:xfrm>
              <a:off x="2891342" y="244991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t1417"/>
            <p:cNvSpPr/>
            <p:nvPr/>
          </p:nvSpPr>
          <p:spPr>
            <a:xfrm>
              <a:off x="2145040" y="16733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t1418"/>
            <p:cNvSpPr/>
            <p:nvPr/>
          </p:nvSpPr>
          <p:spPr>
            <a:xfrm>
              <a:off x="2905523" y="267231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t1419"/>
            <p:cNvSpPr/>
            <p:nvPr/>
          </p:nvSpPr>
          <p:spPr>
            <a:xfrm>
              <a:off x="2454222" y="17352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t1420"/>
            <p:cNvSpPr/>
            <p:nvPr/>
          </p:nvSpPr>
          <p:spPr>
            <a:xfrm>
              <a:off x="2277867" y="293202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t1421"/>
            <p:cNvSpPr/>
            <p:nvPr/>
          </p:nvSpPr>
          <p:spPr>
            <a:xfrm>
              <a:off x="3139217" y="193718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t1422"/>
            <p:cNvSpPr/>
            <p:nvPr/>
          </p:nvSpPr>
          <p:spPr>
            <a:xfrm>
              <a:off x="2213964" y="28086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t1423"/>
            <p:cNvSpPr/>
            <p:nvPr/>
          </p:nvSpPr>
          <p:spPr>
            <a:xfrm>
              <a:off x="2214096" y="17596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t1424"/>
            <p:cNvSpPr/>
            <p:nvPr/>
          </p:nvSpPr>
          <p:spPr>
            <a:xfrm>
              <a:off x="2181857" y="265377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t1425"/>
            <p:cNvSpPr/>
            <p:nvPr/>
          </p:nvSpPr>
          <p:spPr>
            <a:xfrm>
              <a:off x="2129537" y="18363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t1426"/>
            <p:cNvSpPr/>
            <p:nvPr/>
          </p:nvSpPr>
          <p:spPr>
            <a:xfrm>
              <a:off x="2463222" y="22444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t1427"/>
            <p:cNvSpPr/>
            <p:nvPr/>
          </p:nvSpPr>
          <p:spPr>
            <a:xfrm>
              <a:off x="2791331" y="20424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t1428"/>
            <p:cNvSpPr/>
            <p:nvPr/>
          </p:nvSpPr>
          <p:spPr>
            <a:xfrm>
              <a:off x="2021537" y="251879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t1429"/>
            <p:cNvSpPr/>
            <p:nvPr/>
          </p:nvSpPr>
          <p:spPr>
            <a:xfrm>
              <a:off x="2741739" y="243531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t1430"/>
            <p:cNvSpPr/>
            <p:nvPr/>
          </p:nvSpPr>
          <p:spPr>
            <a:xfrm>
              <a:off x="2622361" y="201942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t1431"/>
            <p:cNvSpPr/>
            <p:nvPr/>
          </p:nvSpPr>
          <p:spPr>
            <a:xfrm>
              <a:off x="2930398" y="245730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t1432"/>
            <p:cNvSpPr/>
            <p:nvPr/>
          </p:nvSpPr>
          <p:spPr>
            <a:xfrm>
              <a:off x="2302163" y="17866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t1433"/>
            <p:cNvSpPr/>
            <p:nvPr/>
          </p:nvSpPr>
          <p:spPr>
            <a:xfrm>
              <a:off x="2206026" y="26667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t1434"/>
            <p:cNvSpPr/>
            <p:nvPr/>
          </p:nvSpPr>
          <p:spPr>
            <a:xfrm>
              <a:off x="2313707" y="21999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t1435"/>
            <p:cNvSpPr/>
            <p:nvPr/>
          </p:nvSpPr>
          <p:spPr>
            <a:xfrm>
              <a:off x="2114649" y="17015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t1436"/>
            <p:cNvSpPr/>
            <p:nvPr/>
          </p:nvSpPr>
          <p:spPr>
            <a:xfrm>
              <a:off x="2551219" y="225008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t1437"/>
            <p:cNvSpPr/>
            <p:nvPr/>
          </p:nvSpPr>
          <p:spPr>
            <a:xfrm>
              <a:off x="2080487" y="245425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t1438"/>
            <p:cNvSpPr/>
            <p:nvPr/>
          </p:nvSpPr>
          <p:spPr>
            <a:xfrm>
              <a:off x="2530300" y="246426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t1439"/>
            <p:cNvSpPr/>
            <p:nvPr/>
          </p:nvSpPr>
          <p:spPr>
            <a:xfrm>
              <a:off x="2554390" y="209728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t1440"/>
            <p:cNvSpPr/>
            <p:nvPr/>
          </p:nvSpPr>
          <p:spPr>
            <a:xfrm>
              <a:off x="2259715" y="20349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t1441"/>
            <p:cNvSpPr/>
            <p:nvPr/>
          </p:nvSpPr>
          <p:spPr>
            <a:xfrm>
              <a:off x="3111130" y="19664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t1442"/>
            <p:cNvSpPr/>
            <p:nvPr/>
          </p:nvSpPr>
          <p:spPr>
            <a:xfrm>
              <a:off x="2353455" y="274996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t1443"/>
            <p:cNvSpPr/>
            <p:nvPr/>
          </p:nvSpPr>
          <p:spPr>
            <a:xfrm>
              <a:off x="2182128" y="17054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t1444"/>
            <p:cNvSpPr/>
            <p:nvPr/>
          </p:nvSpPr>
          <p:spPr>
            <a:xfrm>
              <a:off x="2117938" y="17519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t1445"/>
            <p:cNvSpPr/>
            <p:nvPr/>
          </p:nvSpPr>
          <p:spPr>
            <a:xfrm>
              <a:off x="2682906" y="250263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t1446"/>
            <p:cNvSpPr/>
            <p:nvPr/>
          </p:nvSpPr>
          <p:spPr>
            <a:xfrm>
              <a:off x="2818529" y="246033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t1447"/>
            <p:cNvSpPr/>
            <p:nvPr/>
          </p:nvSpPr>
          <p:spPr>
            <a:xfrm>
              <a:off x="2545489" y="237132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t1448"/>
            <p:cNvSpPr/>
            <p:nvPr/>
          </p:nvSpPr>
          <p:spPr>
            <a:xfrm>
              <a:off x="2964970" y="17277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t1449"/>
            <p:cNvSpPr/>
            <p:nvPr/>
          </p:nvSpPr>
          <p:spPr>
            <a:xfrm>
              <a:off x="2354756" y="258851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t1450"/>
            <p:cNvSpPr/>
            <p:nvPr/>
          </p:nvSpPr>
          <p:spPr>
            <a:xfrm>
              <a:off x="2458528" y="239665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t1451"/>
            <p:cNvSpPr/>
            <p:nvPr/>
          </p:nvSpPr>
          <p:spPr>
            <a:xfrm>
              <a:off x="2492331" y="240248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t1452"/>
            <p:cNvSpPr/>
            <p:nvPr/>
          </p:nvSpPr>
          <p:spPr>
            <a:xfrm>
              <a:off x="2827190" y="17052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t1453"/>
            <p:cNvSpPr/>
            <p:nvPr/>
          </p:nvSpPr>
          <p:spPr>
            <a:xfrm>
              <a:off x="3084854" y="167412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t1454"/>
            <p:cNvSpPr/>
            <p:nvPr/>
          </p:nvSpPr>
          <p:spPr>
            <a:xfrm>
              <a:off x="2290510" y="261492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t1455"/>
            <p:cNvSpPr/>
            <p:nvPr/>
          </p:nvSpPr>
          <p:spPr>
            <a:xfrm>
              <a:off x="2843531" y="224371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t1456"/>
            <p:cNvSpPr/>
            <p:nvPr/>
          </p:nvSpPr>
          <p:spPr>
            <a:xfrm>
              <a:off x="2578007" y="256009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t1457"/>
            <p:cNvSpPr/>
            <p:nvPr/>
          </p:nvSpPr>
          <p:spPr>
            <a:xfrm>
              <a:off x="2922446" y="18013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t1458"/>
            <p:cNvSpPr/>
            <p:nvPr/>
          </p:nvSpPr>
          <p:spPr>
            <a:xfrm>
              <a:off x="2414862" y="234724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t1459"/>
            <p:cNvSpPr/>
            <p:nvPr/>
          </p:nvSpPr>
          <p:spPr>
            <a:xfrm>
              <a:off x="2978108" y="20145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t1460"/>
            <p:cNvSpPr/>
            <p:nvPr/>
          </p:nvSpPr>
          <p:spPr>
            <a:xfrm>
              <a:off x="2832731" y="271560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t1461"/>
            <p:cNvSpPr/>
            <p:nvPr/>
          </p:nvSpPr>
          <p:spPr>
            <a:xfrm>
              <a:off x="3141126" y="197861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t1462"/>
            <p:cNvSpPr/>
            <p:nvPr/>
          </p:nvSpPr>
          <p:spPr>
            <a:xfrm>
              <a:off x="2955628" y="16958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t1463"/>
            <p:cNvSpPr/>
            <p:nvPr/>
          </p:nvSpPr>
          <p:spPr>
            <a:xfrm>
              <a:off x="2935609" y="234568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t1464"/>
            <p:cNvSpPr/>
            <p:nvPr/>
          </p:nvSpPr>
          <p:spPr>
            <a:xfrm>
              <a:off x="2995597" y="244493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t1465"/>
            <p:cNvSpPr/>
            <p:nvPr/>
          </p:nvSpPr>
          <p:spPr>
            <a:xfrm>
              <a:off x="2822243" y="205412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t1466"/>
            <p:cNvSpPr/>
            <p:nvPr/>
          </p:nvSpPr>
          <p:spPr>
            <a:xfrm>
              <a:off x="2735573" y="268785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t1467"/>
            <p:cNvSpPr/>
            <p:nvPr/>
          </p:nvSpPr>
          <p:spPr>
            <a:xfrm>
              <a:off x="2664924" y="22476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t1468"/>
            <p:cNvSpPr/>
            <p:nvPr/>
          </p:nvSpPr>
          <p:spPr>
            <a:xfrm>
              <a:off x="2769628" y="217686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t1469"/>
            <p:cNvSpPr/>
            <p:nvPr/>
          </p:nvSpPr>
          <p:spPr>
            <a:xfrm>
              <a:off x="2859615" y="188608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t1470"/>
            <p:cNvSpPr/>
            <p:nvPr/>
          </p:nvSpPr>
          <p:spPr>
            <a:xfrm>
              <a:off x="2464898" y="232266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t1471"/>
            <p:cNvSpPr/>
            <p:nvPr/>
          </p:nvSpPr>
          <p:spPr>
            <a:xfrm>
              <a:off x="2676602" y="17492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t1472"/>
            <p:cNvSpPr/>
            <p:nvPr/>
          </p:nvSpPr>
          <p:spPr>
            <a:xfrm>
              <a:off x="3117393" y="178747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t1473"/>
            <p:cNvSpPr/>
            <p:nvPr/>
          </p:nvSpPr>
          <p:spPr>
            <a:xfrm>
              <a:off x="2827130" y="262040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t1474"/>
            <p:cNvSpPr/>
            <p:nvPr/>
          </p:nvSpPr>
          <p:spPr>
            <a:xfrm>
              <a:off x="2722891" y="206438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t1475"/>
            <p:cNvSpPr/>
            <p:nvPr/>
          </p:nvSpPr>
          <p:spPr>
            <a:xfrm>
              <a:off x="2726053" y="264569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t1476"/>
            <p:cNvSpPr/>
            <p:nvPr/>
          </p:nvSpPr>
          <p:spPr>
            <a:xfrm>
              <a:off x="2891572" y="18238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t1477"/>
            <p:cNvSpPr/>
            <p:nvPr/>
          </p:nvSpPr>
          <p:spPr>
            <a:xfrm>
              <a:off x="2940832" y="18564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t1478"/>
            <p:cNvSpPr/>
            <p:nvPr/>
          </p:nvSpPr>
          <p:spPr>
            <a:xfrm>
              <a:off x="2289241" y="265049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t1479"/>
            <p:cNvSpPr/>
            <p:nvPr/>
          </p:nvSpPr>
          <p:spPr>
            <a:xfrm>
              <a:off x="2610513" y="240596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t1480"/>
            <p:cNvSpPr/>
            <p:nvPr/>
          </p:nvSpPr>
          <p:spPr>
            <a:xfrm>
              <a:off x="2979515" y="174987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t1481"/>
            <p:cNvSpPr/>
            <p:nvPr/>
          </p:nvSpPr>
          <p:spPr>
            <a:xfrm>
              <a:off x="2736377" y="244233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t1482"/>
            <p:cNvSpPr/>
            <p:nvPr/>
          </p:nvSpPr>
          <p:spPr>
            <a:xfrm>
              <a:off x="2938178" y="171102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t1483"/>
            <p:cNvSpPr/>
            <p:nvPr/>
          </p:nvSpPr>
          <p:spPr>
            <a:xfrm>
              <a:off x="2931547" y="17601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t1484"/>
            <p:cNvSpPr/>
            <p:nvPr/>
          </p:nvSpPr>
          <p:spPr>
            <a:xfrm>
              <a:off x="2583498" y="254667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t1485"/>
            <p:cNvSpPr/>
            <p:nvPr/>
          </p:nvSpPr>
          <p:spPr>
            <a:xfrm>
              <a:off x="2784477" y="187026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t1486"/>
            <p:cNvSpPr/>
            <p:nvPr/>
          </p:nvSpPr>
          <p:spPr>
            <a:xfrm>
              <a:off x="2797020" y="19045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t1487"/>
            <p:cNvSpPr/>
            <p:nvPr/>
          </p:nvSpPr>
          <p:spPr>
            <a:xfrm>
              <a:off x="2969860" y="180485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t1488"/>
            <p:cNvSpPr/>
            <p:nvPr/>
          </p:nvSpPr>
          <p:spPr>
            <a:xfrm>
              <a:off x="2852506" y="264852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t1489"/>
            <p:cNvSpPr/>
            <p:nvPr/>
          </p:nvSpPr>
          <p:spPr>
            <a:xfrm>
              <a:off x="2896867" y="232575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t1490"/>
            <p:cNvSpPr/>
            <p:nvPr/>
          </p:nvSpPr>
          <p:spPr>
            <a:xfrm>
              <a:off x="2629490" y="243890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t1491"/>
            <p:cNvSpPr/>
            <p:nvPr/>
          </p:nvSpPr>
          <p:spPr>
            <a:xfrm>
              <a:off x="3118684" y="17855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t1492"/>
            <p:cNvSpPr/>
            <p:nvPr/>
          </p:nvSpPr>
          <p:spPr>
            <a:xfrm>
              <a:off x="2490704" y="233985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t1493"/>
            <p:cNvSpPr/>
            <p:nvPr/>
          </p:nvSpPr>
          <p:spPr>
            <a:xfrm>
              <a:off x="2671962" y="234387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t1494"/>
            <p:cNvSpPr/>
            <p:nvPr/>
          </p:nvSpPr>
          <p:spPr>
            <a:xfrm>
              <a:off x="2883556" y="17042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t1495"/>
            <p:cNvSpPr/>
            <p:nvPr/>
          </p:nvSpPr>
          <p:spPr>
            <a:xfrm>
              <a:off x="2843099" y="241043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t1496"/>
            <p:cNvSpPr/>
            <p:nvPr/>
          </p:nvSpPr>
          <p:spPr>
            <a:xfrm>
              <a:off x="2523162" y="236471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t1497"/>
            <p:cNvSpPr/>
            <p:nvPr/>
          </p:nvSpPr>
          <p:spPr>
            <a:xfrm>
              <a:off x="2959801" y="171159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t1498"/>
            <p:cNvSpPr/>
            <p:nvPr/>
          </p:nvSpPr>
          <p:spPr>
            <a:xfrm>
              <a:off x="2247904" y="273496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t1499"/>
            <p:cNvSpPr/>
            <p:nvPr/>
          </p:nvSpPr>
          <p:spPr>
            <a:xfrm>
              <a:off x="2846941" y="246466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t1500"/>
            <p:cNvSpPr/>
            <p:nvPr/>
          </p:nvSpPr>
          <p:spPr>
            <a:xfrm>
              <a:off x="2675260" y="276765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t1501"/>
            <p:cNvSpPr/>
            <p:nvPr/>
          </p:nvSpPr>
          <p:spPr>
            <a:xfrm>
              <a:off x="3096380" y="160262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t1502"/>
            <p:cNvSpPr/>
            <p:nvPr/>
          </p:nvSpPr>
          <p:spPr>
            <a:xfrm>
              <a:off x="2799847" y="265650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t1503"/>
            <p:cNvSpPr/>
            <p:nvPr/>
          </p:nvSpPr>
          <p:spPr>
            <a:xfrm>
              <a:off x="2670609" y="253004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t1504"/>
            <p:cNvSpPr/>
            <p:nvPr/>
          </p:nvSpPr>
          <p:spPr>
            <a:xfrm>
              <a:off x="2690302" y="250332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t1505"/>
            <p:cNvSpPr/>
            <p:nvPr/>
          </p:nvSpPr>
          <p:spPr>
            <a:xfrm>
              <a:off x="3178423" y="183499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t1506"/>
            <p:cNvSpPr/>
            <p:nvPr/>
          </p:nvSpPr>
          <p:spPr>
            <a:xfrm>
              <a:off x="2880295" y="18855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t1507"/>
            <p:cNvSpPr/>
            <p:nvPr/>
          </p:nvSpPr>
          <p:spPr>
            <a:xfrm>
              <a:off x="2678301" y="238804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t1508"/>
            <p:cNvSpPr/>
            <p:nvPr/>
          </p:nvSpPr>
          <p:spPr>
            <a:xfrm>
              <a:off x="2471677" y="234907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t1509"/>
            <p:cNvSpPr/>
            <p:nvPr/>
          </p:nvSpPr>
          <p:spPr>
            <a:xfrm>
              <a:off x="2868953" y="16044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t1510"/>
            <p:cNvSpPr/>
            <p:nvPr/>
          </p:nvSpPr>
          <p:spPr>
            <a:xfrm>
              <a:off x="2570914" y="233473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t1511"/>
            <p:cNvSpPr/>
            <p:nvPr/>
          </p:nvSpPr>
          <p:spPr>
            <a:xfrm>
              <a:off x="3087466" y="176634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t1512"/>
            <p:cNvSpPr/>
            <p:nvPr/>
          </p:nvSpPr>
          <p:spPr>
            <a:xfrm>
              <a:off x="2760855" y="166337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t1513"/>
            <p:cNvSpPr/>
            <p:nvPr/>
          </p:nvSpPr>
          <p:spPr>
            <a:xfrm>
              <a:off x="2208444" y="229796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t1514"/>
            <p:cNvSpPr/>
            <p:nvPr/>
          </p:nvSpPr>
          <p:spPr>
            <a:xfrm>
              <a:off x="2879860" y="257440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t1515"/>
            <p:cNvSpPr/>
            <p:nvPr/>
          </p:nvSpPr>
          <p:spPr>
            <a:xfrm>
              <a:off x="2818585" y="23523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t1516"/>
            <p:cNvSpPr/>
            <p:nvPr/>
          </p:nvSpPr>
          <p:spPr>
            <a:xfrm>
              <a:off x="2649457" y="257215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t1517"/>
            <p:cNvSpPr/>
            <p:nvPr/>
          </p:nvSpPr>
          <p:spPr>
            <a:xfrm>
              <a:off x="2632434" y="189593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t1518"/>
            <p:cNvSpPr/>
            <p:nvPr/>
          </p:nvSpPr>
          <p:spPr>
            <a:xfrm>
              <a:off x="2521888" y="172055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t1519"/>
            <p:cNvSpPr/>
            <p:nvPr/>
          </p:nvSpPr>
          <p:spPr>
            <a:xfrm>
              <a:off x="2640706" y="238307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t1520"/>
            <p:cNvSpPr/>
            <p:nvPr/>
          </p:nvSpPr>
          <p:spPr>
            <a:xfrm>
              <a:off x="2299765" y="236388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t1521"/>
            <p:cNvSpPr/>
            <p:nvPr/>
          </p:nvSpPr>
          <p:spPr>
            <a:xfrm>
              <a:off x="2903782" y="17271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t1522"/>
            <p:cNvSpPr/>
            <p:nvPr/>
          </p:nvSpPr>
          <p:spPr>
            <a:xfrm>
              <a:off x="2879981" y="178313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t1523"/>
            <p:cNvSpPr/>
            <p:nvPr/>
          </p:nvSpPr>
          <p:spPr>
            <a:xfrm>
              <a:off x="2523974" y="250536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t1524"/>
            <p:cNvSpPr/>
            <p:nvPr/>
          </p:nvSpPr>
          <p:spPr>
            <a:xfrm>
              <a:off x="2586482" y="240765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t1525"/>
            <p:cNvSpPr/>
            <p:nvPr/>
          </p:nvSpPr>
          <p:spPr>
            <a:xfrm>
              <a:off x="2876273" y="16352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t1526"/>
            <p:cNvSpPr/>
            <p:nvPr/>
          </p:nvSpPr>
          <p:spPr>
            <a:xfrm>
              <a:off x="2894715" y="195374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t1527"/>
            <p:cNvSpPr/>
            <p:nvPr/>
          </p:nvSpPr>
          <p:spPr>
            <a:xfrm>
              <a:off x="2899224" y="247919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t1528"/>
            <p:cNvSpPr/>
            <p:nvPr/>
          </p:nvSpPr>
          <p:spPr>
            <a:xfrm>
              <a:off x="2683137" y="242543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t1529"/>
            <p:cNvSpPr/>
            <p:nvPr/>
          </p:nvSpPr>
          <p:spPr>
            <a:xfrm>
              <a:off x="2673396" y="23027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t1530"/>
            <p:cNvSpPr/>
            <p:nvPr/>
          </p:nvSpPr>
          <p:spPr>
            <a:xfrm>
              <a:off x="3040669" y="173689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t1531"/>
            <p:cNvSpPr/>
            <p:nvPr/>
          </p:nvSpPr>
          <p:spPr>
            <a:xfrm>
              <a:off x="2931096" y="19625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t1532"/>
            <p:cNvSpPr/>
            <p:nvPr/>
          </p:nvSpPr>
          <p:spPr>
            <a:xfrm>
              <a:off x="2652685" y="231209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t1533"/>
            <p:cNvSpPr/>
            <p:nvPr/>
          </p:nvSpPr>
          <p:spPr>
            <a:xfrm>
              <a:off x="2829974" y="179187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t1534"/>
            <p:cNvSpPr/>
            <p:nvPr/>
          </p:nvSpPr>
          <p:spPr>
            <a:xfrm>
              <a:off x="2971033" y="199601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t1535"/>
            <p:cNvSpPr/>
            <p:nvPr/>
          </p:nvSpPr>
          <p:spPr>
            <a:xfrm>
              <a:off x="2654321" y="263489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t1536"/>
            <p:cNvSpPr/>
            <p:nvPr/>
          </p:nvSpPr>
          <p:spPr>
            <a:xfrm>
              <a:off x="2953741" y="240882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t1537"/>
            <p:cNvSpPr/>
            <p:nvPr/>
          </p:nvSpPr>
          <p:spPr>
            <a:xfrm>
              <a:off x="2822850" y="211812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t1538"/>
            <p:cNvSpPr/>
            <p:nvPr/>
          </p:nvSpPr>
          <p:spPr>
            <a:xfrm>
              <a:off x="2635799" y="253287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t1539"/>
            <p:cNvSpPr/>
            <p:nvPr/>
          </p:nvSpPr>
          <p:spPr>
            <a:xfrm>
              <a:off x="2893812" y="259469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t1540"/>
            <p:cNvSpPr/>
            <p:nvPr/>
          </p:nvSpPr>
          <p:spPr>
            <a:xfrm>
              <a:off x="3136198" y="18588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t1541"/>
            <p:cNvSpPr/>
            <p:nvPr/>
          </p:nvSpPr>
          <p:spPr>
            <a:xfrm>
              <a:off x="2110302" y="215514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t1542"/>
            <p:cNvSpPr/>
            <p:nvPr/>
          </p:nvSpPr>
          <p:spPr>
            <a:xfrm>
              <a:off x="2192412" y="17956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t1543"/>
            <p:cNvSpPr/>
            <p:nvPr/>
          </p:nvSpPr>
          <p:spPr>
            <a:xfrm>
              <a:off x="2997024" y="18986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t1544"/>
            <p:cNvSpPr/>
            <p:nvPr/>
          </p:nvSpPr>
          <p:spPr>
            <a:xfrm>
              <a:off x="3028379" y="235733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t1545"/>
            <p:cNvSpPr/>
            <p:nvPr/>
          </p:nvSpPr>
          <p:spPr>
            <a:xfrm>
              <a:off x="2206012" y="244580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t1546"/>
            <p:cNvSpPr/>
            <p:nvPr/>
          </p:nvSpPr>
          <p:spPr>
            <a:xfrm>
              <a:off x="2123558" y="244455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t1547"/>
            <p:cNvSpPr/>
            <p:nvPr/>
          </p:nvSpPr>
          <p:spPr>
            <a:xfrm>
              <a:off x="2121862" y="27021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t1548"/>
            <p:cNvSpPr/>
            <p:nvPr/>
          </p:nvSpPr>
          <p:spPr>
            <a:xfrm>
              <a:off x="3093892" y="177522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t1549"/>
            <p:cNvSpPr/>
            <p:nvPr/>
          </p:nvSpPr>
          <p:spPr>
            <a:xfrm>
              <a:off x="2064065" y="239135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t1550"/>
            <p:cNvSpPr/>
            <p:nvPr/>
          </p:nvSpPr>
          <p:spPr>
            <a:xfrm>
              <a:off x="2116008" y="270449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t1551"/>
            <p:cNvSpPr/>
            <p:nvPr/>
          </p:nvSpPr>
          <p:spPr>
            <a:xfrm>
              <a:off x="1984108" y="249748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t1552"/>
            <p:cNvSpPr/>
            <p:nvPr/>
          </p:nvSpPr>
          <p:spPr>
            <a:xfrm>
              <a:off x="2109556" y="18415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t1553"/>
            <p:cNvSpPr/>
            <p:nvPr/>
          </p:nvSpPr>
          <p:spPr>
            <a:xfrm>
              <a:off x="3344764" y="177198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t1554"/>
            <p:cNvSpPr/>
            <p:nvPr/>
          </p:nvSpPr>
          <p:spPr>
            <a:xfrm>
              <a:off x="2942541" y="24848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t1555"/>
            <p:cNvSpPr/>
            <p:nvPr/>
          </p:nvSpPr>
          <p:spPr>
            <a:xfrm>
              <a:off x="2586485" y="226507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t1556"/>
            <p:cNvSpPr/>
            <p:nvPr/>
          </p:nvSpPr>
          <p:spPr>
            <a:xfrm>
              <a:off x="2473677" y="236668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t1557"/>
            <p:cNvSpPr/>
            <p:nvPr/>
          </p:nvSpPr>
          <p:spPr>
            <a:xfrm>
              <a:off x="2561946" y="16795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t1558"/>
            <p:cNvSpPr/>
            <p:nvPr/>
          </p:nvSpPr>
          <p:spPr>
            <a:xfrm>
              <a:off x="2539786" y="229728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t1559"/>
            <p:cNvSpPr/>
            <p:nvPr/>
          </p:nvSpPr>
          <p:spPr>
            <a:xfrm>
              <a:off x="2419078" y="20810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t1560"/>
            <p:cNvSpPr/>
            <p:nvPr/>
          </p:nvSpPr>
          <p:spPr>
            <a:xfrm>
              <a:off x="2199225" y="18774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t1561"/>
            <p:cNvSpPr/>
            <p:nvPr/>
          </p:nvSpPr>
          <p:spPr>
            <a:xfrm>
              <a:off x="2889099" y="234718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t1562"/>
            <p:cNvSpPr/>
            <p:nvPr/>
          </p:nvSpPr>
          <p:spPr>
            <a:xfrm>
              <a:off x="2015552" y="261192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t1563"/>
            <p:cNvSpPr/>
            <p:nvPr/>
          </p:nvSpPr>
          <p:spPr>
            <a:xfrm>
              <a:off x="2152223" y="18819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t1564"/>
            <p:cNvSpPr/>
            <p:nvPr/>
          </p:nvSpPr>
          <p:spPr>
            <a:xfrm>
              <a:off x="2861377" y="234152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t1565"/>
            <p:cNvSpPr/>
            <p:nvPr/>
          </p:nvSpPr>
          <p:spPr>
            <a:xfrm>
              <a:off x="2888306" y="206877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t1566"/>
            <p:cNvSpPr/>
            <p:nvPr/>
          </p:nvSpPr>
          <p:spPr>
            <a:xfrm>
              <a:off x="2450867" y="19712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t1567"/>
            <p:cNvSpPr/>
            <p:nvPr/>
          </p:nvSpPr>
          <p:spPr>
            <a:xfrm>
              <a:off x="2858552" y="19847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t1568"/>
            <p:cNvSpPr/>
            <p:nvPr/>
          </p:nvSpPr>
          <p:spPr>
            <a:xfrm>
              <a:off x="2252125" y="259838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t1569"/>
            <p:cNvSpPr/>
            <p:nvPr/>
          </p:nvSpPr>
          <p:spPr>
            <a:xfrm>
              <a:off x="2201667" y="288566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t1570"/>
            <p:cNvSpPr/>
            <p:nvPr/>
          </p:nvSpPr>
          <p:spPr>
            <a:xfrm>
              <a:off x="3065982" y="18162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t1571"/>
            <p:cNvSpPr/>
            <p:nvPr/>
          </p:nvSpPr>
          <p:spPr>
            <a:xfrm>
              <a:off x="2285143" y="268457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t1572"/>
            <p:cNvSpPr/>
            <p:nvPr/>
          </p:nvSpPr>
          <p:spPr>
            <a:xfrm>
              <a:off x="2072215" y="18209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t1573"/>
            <p:cNvSpPr/>
            <p:nvPr/>
          </p:nvSpPr>
          <p:spPr>
            <a:xfrm>
              <a:off x="2540496" y="19389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t1574"/>
            <p:cNvSpPr/>
            <p:nvPr/>
          </p:nvSpPr>
          <p:spPr>
            <a:xfrm>
              <a:off x="2399518" y="247173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t1575"/>
            <p:cNvSpPr/>
            <p:nvPr/>
          </p:nvSpPr>
          <p:spPr>
            <a:xfrm>
              <a:off x="2497537" y="247272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t1576"/>
            <p:cNvSpPr/>
            <p:nvPr/>
          </p:nvSpPr>
          <p:spPr>
            <a:xfrm>
              <a:off x="2404479" y="245668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t1577"/>
            <p:cNvSpPr/>
            <p:nvPr/>
          </p:nvSpPr>
          <p:spPr>
            <a:xfrm>
              <a:off x="2378426" y="255723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t1578"/>
            <p:cNvSpPr/>
            <p:nvPr/>
          </p:nvSpPr>
          <p:spPr>
            <a:xfrm>
              <a:off x="2376644" y="26181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t1579"/>
            <p:cNvSpPr/>
            <p:nvPr/>
          </p:nvSpPr>
          <p:spPr>
            <a:xfrm>
              <a:off x="3187134" y="181232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t1580"/>
            <p:cNvSpPr/>
            <p:nvPr/>
          </p:nvSpPr>
          <p:spPr>
            <a:xfrm>
              <a:off x="2378982" y="15961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t1581"/>
            <p:cNvSpPr/>
            <p:nvPr/>
          </p:nvSpPr>
          <p:spPr>
            <a:xfrm>
              <a:off x="2991359" y="185453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t1582"/>
            <p:cNvSpPr/>
            <p:nvPr/>
          </p:nvSpPr>
          <p:spPr>
            <a:xfrm>
              <a:off x="2195965" y="243023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t1583"/>
            <p:cNvSpPr/>
            <p:nvPr/>
          </p:nvSpPr>
          <p:spPr>
            <a:xfrm>
              <a:off x="2399559" y="224900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t1584"/>
            <p:cNvSpPr/>
            <p:nvPr/>
          </p:nvSpPr>
          <p:spPr>
            <a:xfrm>
              <a:off x="2345070" y="258855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t1585"/>
            <p:cNvSpPr/>
            <p:nvPr/>
          </p:nvSpPr>
          <p:spPr>
            <a:xfrm>
              <a:off x="2296198" y="226306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t1586"/>
            <p:cNvSpPr/>
            <p:nvPr/>
          </p:nvSpPr>
          <p:spPr>
            <a:xfrm>
              <a:off x="2481611" y="219146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t1587"/>
            <p:cNvSpPr/>
            <p:nvPr/>
          </p:nvSpPr>
          <p:spPr>
            <a:xfrm>
              <a:off x="2564793" y="246813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t1588"/>
            <p:cNvSpPr/>
            <p:nvPr/>
          </p:nvSpPr>
          <p:spPr>
            <a:xfrm>
              <a:off x="2440546" y="17687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t1589"/>
            <p:cNvSpPr/>
            <p:nvPr/>
          </p:nvSpPr>
          <p:spPr>
            <a:xfrm>
              <a:off x="2872514" y="237235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t1590"/>
            <p:cNvSpPr/>
            <p:nvPr/>
          </p:nvSpPr>
          <p:spPr>
            <a:xfrm>
              <a:off x="3288490" y="186316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t1591"/>
            <p:cNvSpPr/>
            <p:nvPr/>
          </p:nvSpPr>
          <p:spPr>
            <a:xfrm>
              <a:off x="2594038" y="253743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t1592"/>
            <p:cNvSpPr/>
            <p:nvPr/>
          </p:nvSpPr>
          <p:spPr>
            <a:xfrm>
              <a:off x="2670196" y="232273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t1593"/>
            <p:cNvSpPr/>
            <p:nvPr/>
          </p:nvSpPr>
          <p:spPr>
            <a:xfrm>
              <a:off x="2660854" y="225347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t1594"/>
            <p:cNvSpPr/>
            <p:nvPr/>
          </p:nvSpPr>
          <p:spPr>
            <a:xfrm>
              <a:off x="2229420" y="244752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t1595"/>
            <p:cNvSpPr/>
            <p:nvPr/>
          </p:nvSpPr>
          <p:spPr>
            <a:xfrm>
              <a:off x="2224819" y="17661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t1596"/>
            <p:cNvSpPr/>
            <p:nvPr/>
          </p:nvSpPr>
          <p:spPr>
            <a:xfrm>
              <a:off x="1957713" y="249908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t1597"/>
            <p:cNvSpPr/>
            <p:nvPr/>
          </p:nvSpPr>
          <p:spPr>
            <a:xfrm>
              <a:off x="2035334" y="250240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t1598"/>
            <p:cNvSpPr/>
            <p:nvPr/>
          </p:nvSpPr>
          <p:spPr>
            <a:xfrm>
              <a:off x="2094367" y="244912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t1599"/>
            <p:cNvSpPr/>
            <p:nvPr/>
          </p:nvSpPr>
          <p:spPr>
            <a:xfrm>
              <a:off x="2085071" y="245132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t1600"/>
            <p:cNvSpPr/>
            <p:nvPr/>
          </p:nvSpPr>
          <p:spPr>
            <a:xfrm>
              <a:off x="2131132" y="276233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t1601"/>
            <p:cNvSpPr/>
            <p:nvPr/>
          </p:nvSpPr>
          <p:spPr>
            <a:xfrm>
              <a:off x="2182843" y="16596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t1602"/>
            <p:cNvSpPr/>
            <p:nvPr/>
          </p:nvSpPr>
          <p:spPr>
            <a:xfrm>
              <a:off x="2770460" y="25362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t1603"/>
            <p:cNvSpPr/>
            <p:nvPr/>
          </p:nvSpPr>
          <p:spPr>
            <a:xfrm>
              <a:off x="2177505" y="18981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t1604"/>
            <p:cNvSpPr/>
            <p:nvPr/>
          </p:nvSpPr>
          <p:spPr>
            <a:xfrm>
              <a:off x="3111025" y="21595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t1605"/>
            <p:cNvSpPr/>
            <p:nvPr/>
          </p:nvSpPr>
          <p:spPr>
            <a:xfrm>
              <a:off x="2223431" y="260667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t1606"/>
            <p:cNvSpPr/>
            <p:nvPr/>
          </p:nvSpPr>
          <p:spPr>
            <a:xfrm>
              <a:off x="3069783" y="226868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t1607"/>
            <p:cNvSpPr/>
            <p:nvPr/>
          </p:nvSpPr>
          <p:spPr>
            <a:xfrm>
              <a:off x="2549737" y="17731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t1608"/>
            <p:cNvSpPr/>
            <p:nvPr/>
          </p:nvSpPr>
          <p:spPr>
            <a:xfrm>
              <a:off x="2413882" y="235374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t1609"/>
            <p:cNvSpPr/>
            <p:nvPr/>
          </p:nvSpPr>
          <p:spPr>
            <a:xfrm>
              <a:off x="2527520" y="222871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t1610"/>
            <p:cNvSpPr/>
            <p:nvPr/>
          </p:nvSpPr>
          <p:spPr>
            <a:xfrm>
              <a:off x="2830608" y="21610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t1611"/>
            <p:cNvSpPr/>
            <p:nvPr/>
          </p:nvSpPr>
          <p:spPr>
            <a:xfrm>
              <a:off x="3563543" y="193623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t1612"/>
            <p:cNvSpPr/>
            <p:nvPr/>
          </p:nvSpPr>
          <p:spPr>
            <a:xfrm>
              <a:off x="2449428" y="18291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t1613"/>
            <p:cNvSpPr/>
            <p:nvPr/>
          </p:nvSpPr>
          <p:spPr>
            <a:xfrm>
              <a:off x="2946983" y="243058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t1614"/>
            <p:cNvSpPr/>
            <p:nvPr/>
          </p:nvSpPr>
          <p:spPr>
            <a:xfrm>
              <a:off x="2131928" y="16453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t1615"/>
            <p:cNvSpPr/>
            <p:nvPr/>
          </p:nvSpPr>
          <p:spPr>
            <a:xfrm>
              <a:off x="2516352" y="236383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t1616"/>
            <p:cNvSpPr/>
            <p:nvPr/>
          </p:nvSpPr>
          <p:spPr>
            <a:xfrm>
              <a:off x="2358845" y="237214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t1617"/>
            <p:cNvSpPr/>
            <p:nvPr/>
          </p:nvSpPr>
          <p:spPr>
            <a:xfrm>
              <a:off x="2447195" y="254391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t1618"/>
            <p:cNvSpPr/>
            <p:nvPr/>
          </p:nvSpPr>
          <p:spPr>
            <a:xfrm>
              <a:off x="2619194" y="232735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t1619"/>
            <p:cNvSpPr/>
            <p:nvPr/>
          </p:nvSpPr>
          <p:spPr>
            <a:xfrm>
              <a:off x="2265221" y="256159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t1620"/>
            <p:cNvSpPr/>
            <p:nvPr/>
          </p:nvSpPr>
          <p:spPr>
            <a:xfrm>
              <a:off x="2278221" y="255326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t1621"/>
            <p:cNvSpPr/>
            <p:nvPr/>
          </p:nvSpPr>
          <p:spPr>
            <a:xfrm>
              <a:off x="2298393" y="240537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t1622"/>
            <p:cNvSpPr/>
            <p:nvPr/>
          </p:nvSpPr>
          <p:spPr>
            <a:xfrm>
              <a:off x="3488812" y="204070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t1623"/>
            <p:cNvSpPr/>
            <p:nvPr/>
          </p:nvSpPr>
          <p:spPr>
            <a:xfrm>
              <a:off x="2785978" y="25430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t1624"/>
            <p:cNvSpPr/>
            <p:nvPr/>
          </p:nvSpPr>
          <p:spPr>
            <a:xfrm>
              <a:off x="2094214" y="247895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t1625"/>
            <p:cNvSpPr/>
            <p:nvPr/>
          </p:nvSpPr>
          <p:spPr>
            <a:xfrm>
              <a:off x="1955757" y="232508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t1626"/>
            <p:cNvSpPr/>
            <p:nvPr/>
          </p:nvSpPr>
          <p:spPr>
            <a:xfrm>
              <a:off x="3076624" y="185407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t1627"/>
            <p:cNvSpPr/>
            <p:nvPr/>
          </p:nvSpPr>
          <p:spPr>
            <a:xfrm>
              <a:off x="2265904" y="282778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t1628"/>
            <p:cNvSpPr/>
            <p:nvPr/>
          </p:nvSpPr>
          <p:spPr>
            <a:xfrm>
              <a:off x="2039980" y="20044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t1629"/>
            <p:cNvSpPr/>
            <p:nvPr/>
          </p:nvSpPr>
          <p:spPr>
            <a:xfrm>
              <a:off x="2332980" y="234886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t1630"/>
            <p:cNvSpPr/>
            <p:nvPr/>
          </p:nvSpPr>
          <p:spPr>
            <a:xfrm>
              <a:off x="2438146" y="248405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t1631"/>
            <p:cNvSpPr/>
            <p:nvPr/>
          </p:nvSpPr>
          <p:spPr>
            <a:xfrm>
              <a:off x="3053605" y="18135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t1632"/>
            <p:cNvSpPr/>
            <p:nvPr/>
          </p:nvSpPr>
          <p:spPr>
            <a:xfrm>
              <a:off x="2147533" y="240768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t1633"/>
            <p:cNvSpPr/>
            <p:nvPr/>
          </p:nvSpPr>
          <p:spPr>
            <a:xfrm>
              <a:off x="2083032" y="19972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t1634"/>
            <p:cNvSpPr/>
            <p:nvPr/>
          </p:nvSpPr>
          <p:spPr>
            <a:xfrm>
              <a:off x="2005732" y="266836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t1635"/>
            <p:cNvSpPr/>
            <p:nvPr/>
          </p:nvSpPr>
          <p:spPr>
            <a:xfrm>
              <a:off x="2175978" y="244120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t1636"/>
            <p:cNvSpPr/>
            <p:nvPr/>
          </p:nvSpPr>
          <p:spPr>
            <a:xfrm>
              <a:off x="2174949" y="18389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t1637"/>
            <p:cNvSpPr/>
            <p:nvPr/>
          </p:nvSpPr>
          <p:spPr>
            <a:xfrm>
              <a:off x="2282507" y="261848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t1638"/>
            <p:cNvSpPr/>
            <p:nvPr/>
          </p:nvSpPr>
          <p:spPr>
            <a:xfrm>
              <a:off x="2815273" y="235133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t1639"/>
            <p:cNvSpPr/>
            <p:nvPr/>
          </p:nvSpPr>
          <p:spPr>
            <a:xfrm>
              <a:off x="2301984" y="240575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t1640"/>
            <p:cNvSpPr/>
            <p:nvPr/>
          </p:nvSpPr>
          <p:spPr>
            <a:xfrm>
              <a:off x="2251257" y="14515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t1641"/>
            <p:cNvSpPr/>
            <p:nvPr/>
          </p:nvSpPr>
          <p:spPr>
            <a:xfrm>
              <a:off x="2235343" y="18756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t1642"/>
            <p:cNvSpPr/>
            <p:nvPr/>
          </p:nvSpPr>
          <p:spPr>
            <a:xfrm>
              <a:off x="3052205" y="18742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t1643"/>
            <p:cNvSpPr/>
            <p:nvPr/>
          </p:nvSpPr>
          <p:spPr>
            <a:xfrm>
              <a:off x="2238376" y="232120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t1644"/>
            <p:cNvSpPr/>
            <p:nvPr/>
          </p:nvSpPr>
          <p:spPr>
            <a:xfrm>
              <a:off x="2118595" y="299878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t1645"/>
            <p:cNvSpPr/>
            <p:nvPr/>
          </p:nvSpPr>
          <p:spPr>
            <a:xfrm>
              <a:off x="2920836" y="21919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t1646"/>
            <p:cNvSpPr/>
            <p:nvPr/>
          </p:nvSpPr>
          <p:spPr>
            <a:xfrm>
              <a:off x="2385145" y="245223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t1647"/>
            <p:cNvSpPr/>
            <p:nvPr/>
          </p:nvSpPr>
          <p:spPr>
            <a:xfrm>
              <a:off x="3001198" y="172399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t1648"/>
            <p:cNvSpPr/>
            <p:nvPr/>
          </p:nvSpPr>
          <p:spPr>
            <a:xfrm>
              <a:off x="2338274" y="20097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t1649"/>
            <p:cNvSpPr/>
            <p:nvPr/>
          </p:nvSpPr>
          <p:spPr>
            <a:xfrm>
              <a:off x="2316766" y="265821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t1650"/>
            <p:cNvSpPr/>
            <p:nvPr/>
          </p:nvSpPr>
          <p:spPr>
            <a:xfrm>
              <a:off x="3470720" y="20869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t1651"/>
            <p:cNvSpPr/>
            <p:nvPr/>
          </p:nvSpPr>
          <p:spPr>
            <a:xfrm>
              <a:off x="2194244" y="275703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t1652"/>
            <p:cNvSpPr/>
            <p:nvPr/>
          </p:nvSpPr>
          <p:spPr>
            <a:xfrm>
              <a:off x="2302760" y="18565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t1653"/>
            <p:cNvSpPr/>
            <p:nvPr/>
          </p:nvSpPr>
          <p:spPr>
            <a:xfrm>
              <a:off x="2125746" y="224227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t1654"/>
            <p:cNvSpPr/>
            <p:nvPr/>
          </p:nvSpPr>
          <p:spPr>
            <a:xfrm>
              <a:off x="2029094" y="244641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t1655"/>
            <p:cNvSpPr/>
            <p:nvPr/>
          </p:nvSpPr>
          <p:spPr>
            <a:xfrm>
              <a:off x="2120160" y="254973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t1656"/>
            <p:cNvSpPr/>
            <p:nvPr/>
          </p:nvSpPr>
          <p:spPr>
            <a:xfrm>
              <a:off x="1972454" y="253122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t1657"/>
            <p:cNvSpPr/>
            <p:nvPr/>
          </p:nvSpPr>
          <p:spPr>
            <a:xfrm>
              <a:off x="2168305" y="17587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t1658"/>
            <p:cNvSpPr/>
            <p:nvPr/>
          </p:nvSpPr>
          <p:spPr>
            <a:xfrm>
              <a:off x="2944083" y="19400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t1659"/>
            <p:cNvSpPr/>
            <p:nvPr/>
          </p:nvSpPr>
          <p:spPr>
            <a:xfrm>
              <a:off x="2276031" y="255832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t1660"/>
            <p:cNvSpPr/>
            <p:nvPr/>
          </p:nvSpPr>
          <p:spPr>
            <a:xfrm>
              <a:off x="2147021" y="242309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t1661"/>
            <p:cNvSpPr/>
            <p:nvPr/>
          </p:nvSpPr>
          <p:spPr>
            <a:xfrm>
              <a:off x="2575903" y="179607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t1662"/>
            <p:cNvSpPr/>
            <p:nvPr/>
          </p:nvSpPr>
          <p:spPr>
            <a:xfrm>
              <a:off x="2116479" y="16997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t1663"/>
            <p:cNvSpPr/>
            <p:nvPr/>
          </p:nvSpPr>
          <p:spPr>
            <a:xfrm>
              <a:off x="2163435" y="242004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t1664"/>
            <p:cNvSpPr/>
            <p:nvPr/>
          </p:nvSpPr>
          <p:spPr>
            <a:xfrm>
              <a:off x="2491401" y="268020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t1665"/>
            <p:cNvSpPr/>
            <p:nvPr/>
          </p:nvSpPr>
          <p:spPr>
            <a:xfrm>
              <a:off x="2139186" y="244526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t1666"/>
            <p:cNvSpPr/>
            <p:nvPr/>
          </p:nvSpPr>
          <p:spPr>
            <a:xfrm>
              <a:off x="2250302" y="265499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t1667"/>
            <p:cNvSpPr/>
            <p:nvPr/>
          </p:nvSpPr>
          <p:spPr>
            <a:xfrm>
              <a:off x="2092803" y="234273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t1668"/>
            <p:cNvSpPr/>
            <p:nvPr/>
          </p:nvSpPr>
          <p:spPr>
            <a:xfrm>
              <a:off x="2027208" y="240841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t1669"/>
            <p:cNvSpPr/>
            <p:nvPr/>
          </p:nvSpPr>
          <p:spPr>
            <a:xfrm>
              <a:off x="2218870" y="231152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t1670"/>
            <p:cNvSpPr/>
            <p:nvPr/>
          </p:nvSpPr>
          <p:spPr>
            <a:xfrm>
              <a:off x="3071361" y="21516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t1671"/>
            <p:cNvSpPr/>
            <p:nvPr/>
          </p:nvSpPr>
          <p:spPr>
            <a:xfrm>
              <a:off x="2070881" y="15675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t1672"/>
            <p:cNvSpPr/>
            <p:nvPr/>
          </p:nvSpPr>
          <p:spPr>
            <a:xfrm>
              <a:off x="2155830" y="246521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t1673"/>
            <p:cNvSpPr/>
            <p:nvPr/>
          </p:nvSpPr>
          <p:spPr>
            <a:xfrm>
              <a:off x="3627702" y="20782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t1674"/>
            <p:cNvSpPr/>
            <p:nvPr/>
          </p:nvSpPr>
          <p:spPr>
            <a:xfrm>
              <a:off x="3201267" y="183019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t1675"/>
            <p:cNvSpPr/>
            <p:nvPr/>
          </p:nvSpPr>
          <p:spPr>
            <a:xfrm>
              <a:off x="2232845" y="239530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t1676"/>
            <p:cNvSpPr/>
            <p:nvPr/>
          </p:nvSpPr>
          <p:spPr>
            <a:xfrm>
              <a:off x="2182652" y="264937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t1677"/>
            <p:cNvSpPr/>
            <p:nvPr/>
          </p:nvSpPr>
          <p:spPr>
            <a:xfrm>
              <a:off x="2259954" y="266826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t1678"/>
            <p:cNvSpPr/>
            <p:nvPr/>
          </p:nvSpPr>
          <p:spPr>
            <a:xfrm>
              <a:off x="2138914" y="19729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t1679"/>
            <p:cNvSpPr/>
            <p:nvPr/>
          </p:nvSpPr>
          <p:spPr>
            <a:xfrm>
              <a:off x="2185699" y="17287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t1680"/>
            <p:cNvSpPr/>
            <p:nvPr/>
          </p:nvSpPr>
          <p:spPr>
            <a:xfrm>
              <a:off x="3212965" y="220239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t1681"/>
            <p:cNvSpPr/>
            <p:nvPr/>
          </p:nvSpPr>
          <p:spPr>
            <a:xfrm>
              <a:off x="2106712" y="270757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t1682"/>
            <p:cNvSpPr/>
            <p:nvPr/>
          </p:nvSpPr>
          <p:spPr>
            <a:xfrm>
              <a:off x="2042675" y="219768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t1683"/>
            <p:cNvSpPr/>
            <p:nvPr/>
          </p:nvSpPr>
          <p:spPr>
            <a:xfrm>
              <a:off x="2152384" y="238856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t1684"/>
            <p:cNvSpPr/>
            <p:nvPr/>
          </p:nvSpPr>
          <p:spPr>
            <a:xfrm>
              <a:off x="2071744" y="237796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t1685"/>
            <p:cNvSpPr/>
            <p:nvPr/>
          </p:nvSpPr>
          <p:spPr>
            <a:xfrm>
              <a:off x="2262524" y="245083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t1686"/>
            <p:cNvSpPr/>
            <p:nvPr/>
          </p:nvSpPr>
          <p:spPr>
            <a:xfrm>
              <a:off x="3079423" y="173440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t1687"/>
            <p:cNvSpPr/>
            <p:nvPr/>
          </p:nvSpPr>
          <p:spPr>
            <a:xfrm>
              <a:off x="2236292" y="271641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t1688"/>
            <p:cNvSpPr/>
            <p:nvPr/>
          </p:nvSpPr>
          <p:spPr>
            <a:xfrm>
              <a:off x="2056164" y="20360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t1689"/>
            <p:cNvSpPr/>
            <p:nvPr/>
          </p:nvSpPr>
          <p:spPr>
            <a:xfrm>
              <a:off x="2754761" y="255332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t1690"/>
            <p:cNvSpPr/>
            <p:nvPr/>
          </p:nvSpPr>
          <p:spPr>
            <a:xfrm>
              <a:off x="2047474" y="237209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t1691"/>
            <p:cNvSpPr/>
            <p:nvPr/>
          </p:nvSpPr>
          <p:spPr>
            <a:xfrm>
              <a:off x="2142046" y="257538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t1692"/>
            <p:cNvSpPr/>
            <p:nvPr/>
          </p:nvSpPr>
          <p:spPr>
            <a:xfrm>
              <a:off x="3063082" y="228266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t1693"/>
            <p:cNvSpPr/>
            <p:nvPr/>
          </p:nvSpPr>
          <p:spPr>
            <a:xfrm>
              <a:off x="2198889" y="254300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t1694"/>
            <p:cNvSpPr/>
            <p:nvPr/>
          </p:nvSpPr>
          <p:spPr>
            <a:xfrm>
              <a:off x="2615414" y="228794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t1695"/>
            <p:cNvSpPr/>
            <p:nvPr/>
          </p:nvSpPr>
          <p:spPr>
            <a:xfrm>
              <a:off x="1940473" y="25201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t1696"/>
            <p:cNvSpPr/>
            <p:nvPr/>
          </p:nvSpPr>
          <p:spPr>
            <a:xfrm>
              <a:off x="1909393" y="227514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t1697"/>
            <p:cNvSpPr/>
            <p:nvPr/>
          </p:nvSpPr>
          <p:spPr>
            <a:xfrm>
              <a:off x="2009480" y="247162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t1698"/>
            <p:cNvSpPr/>
            <p:nvPr/>
          </p:nvSpPr>
          <p:spPr>
            <a:xfrm>
              <a:off x="2317755" y="19828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t1699"/>
            <p:cNvSpPr/>
            <p:nvPr/>
          </p:nvSpPr>
          <p:spPr>
            <a:xfrm>
              <a:off x="2781778" y="182107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t1700"/>
            <p:cNvSpPr/>
            <p:nvPr/>
          </p:nvSpPr>
          <p:spPr>
            <a:xfrm>
              <a:off x="2189276" y="262230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t1701"/>
            <p:cNvSpPr/>
            <p:nvPr/>
          </p:nvSpPr>
          <p:spPr>
            <a:xfrm>
              <a:off x="2126851" y="248248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t1702"/>
            <p:cNvSpPr/>
            <p:nvPr/>
          </p:nvSpPr>
          <p:spPr>
            <a:xfrm>
              <a:off x="2210978" y="20487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t1703"/>
            <p:cNvSpPr/>
            <p:nvPr/>
          </p:nvSpPr>
          <p:spPr>
            <a:xfrm>
              <a:off x="2810369" y="22351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t1704"/>
            <p:cNvSpPr/>
            <p:nvPr/>
          </p:nvSpPr>
          <p:spPr>
            <a:xfrm>
              <a:off x="2787460" y="233049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t1705"/>
            <p:cNvSpPr/>
            <p:nvPr/>
          </p:nvSpPr>
          <p:spPr>
            <a:xfrm>
              <a:off x="3076317" y="19520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t1706"/>
            <p:cNvSpPr/>
            <p:nvPr/>
          </p:nvSpPr>
          <p:spPr>
            <a:xfrm>
              <a:off x="2204923" y="17766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t1707"/>
            <p:cNvSpPr/>
            <p:nvPr/>
          </p:nvSpPr>
          <p:spPr>
            <a:xfrm>
              <a:off x="2302786" y="234611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t1708"/>
            <p:cNvSpPr/>
            <p:nvPr/>
          </p:nvSpPr>
          <p:spPr>
            <a:xfrm>
              <a:off x="2065033" y="256432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t1709"/>
            <p:cNvSpPr/>
            <p:nvPr/>
          </p:nvSpPr>
          <p:spPr>
            <a:xfrm>
              <a:off x="2205341" y="242684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t1710"/>
            <p:cNvSpPr/>
            <p:nvPr/>
          </p:nvSpPr>
          <p:spPr>
            <a:xfrm>
              <a:off x="1950723" y="272990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t1711"/>
            <p:cNvSpPr/>
            <p:nvPr/>
          </p:nvSpPr>
          <p:spPr>
            <a:xfrm>
              <a:off x="2153392" y="248411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t1712"/>
            <p:cNvSpPr/>
            <p:nvPr/>
          </p:nvSpPr>
          <p:spPr>
            <a:xfrm>
              <a:off x="2993581" y="18787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t1713"/>
            <p:cNvSpPr/>
            <p:nvPr/>
          </p:nvSpPr>
          <p:spPr>
            <a:xfrm>
              <a:off x="2278836" y="15304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t1714"/>
            <p:cNvSpPr/>
            <p:nvPr/>
          </p:nvSpPr>
          <p:spPr>
            <a:xfrm>
              <a:off x="2214487" y="248447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t1715"/>
            <p:cNvSpPr/>
            <p:nvPr/>
          </p:nvSpPr>
          <p:spPr>
            <a:xfrm>
              <a:off x="2726945" y="247680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t1716"/>
            <p:cNvSpPr/>
            <p:nvPr/>
          </p:nvSpPr>
          <p:spPr>
            <a:xfrm>
              <a:off x="2443968" y="239753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t1717"/>
            <p:cNvSpPr/>
            <p:nvPr/>
          </p:nvSpPr>
          <p:spPr>
            <a:xfrm>
              <a:off x="2239273" y="242139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t1718"/>
            <p:cNvSpPr/>
            <p:nvPr/>
          </p:nvSpPr>
          <p:spPr>
            <a:xfrm>
              <a:off x="2254437" y="25074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t1719"/>
            <p:cNvSpPr/>
            <p:nvPr/>
          </p:nvSpPr>
          <p:spPr>
            <a:xfrm>
              <a:off x="2193880" y="258043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t1720"/>
            <p:cNvSpPr/>
            <p:nvPr/>
          </p:nvSpPr>
          <p:spPr>
            <a:xfrm>
              <a:off x="2357514" y="15859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t1721"/>
            <p:cNvSpPr/>
            <p:nvPr/>
          </p:nvSpPr>
          <p:spPr>
            <a:xfrm>
              <a:off x="2187233" y="238472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t1722"/>
            <p:cNvSpPr/>
            <p:nvPr/>
          </p:nvSpPr>
          <p:spPr>
            <a:xfrm>
              <a:off x="2102079" y="234783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t1723"/>
            <p:cNvSpPr/>
            <p:nvPr/>
          </p:nvSpPr>
          <p:spPr>
            <a:xfrm>
              <a:off x="2231703" y="256307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t1724"/>
            <p:cNvSpPr/>
            <p:nvPr/>
          </p:nvSpPr>
          <p:spPr>
            <a:xfrm>
              <a:off x="2282634" y="279151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t1725"/>
            <p:cNvSpPr/>
            <p:nvPr/>
          </p:nvSpPr>
          <p:spPr>
            <a:xfrm>
              <a:off x="2433838" y="227407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t1726"/>
            <p:cNvSpPr/>
            <p:nvPr/>
          </p:nvSpPr>
          <p:spPr>
            <a:xfrm>
              <a:off x="2878095" y="24412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t1727"/>
            <p:cNvSpPr/>
            <p:nvPr/>
          </p:nvSpPr>
          <p:spPr>
            <a:xfrm>
              <a:off x="2242160" y="257299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t1728"/>
            <p:cNvSpPr/>
            <p:nvPr/>
          </p:nvSpPr>
          <p:spPr>
            <a:xfrm>
              <a:off x="2073107" y="246932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t1729"/>
            <p:cNvSpPr/>
            <p:nvPr/>
          </p:nvSpPr>
          <p:spPr>
            <a:xfrm>
              <a:off x="2438286" y="243430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t1730"/>
            <p:cNvSpPr/>
            <p:nvPr/>
          </p:nvSpPr>
          <p:spPr>
            <a:xfrm>
              <a:off x="3053153" y="19116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t1731"/>
            <p:cNvSpPr/>
            <p:nvPr/>
          </p:nvSpPr>
          <p:spPr>
            <a:xfrm>
              <a:off x="2136128" y="18980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t1732"/>
            <p:cNvSpPr/>
            <p:nvPr/>
          </p:nvSpPr>
          <p:spPr>
            <a:xfrm>
              <a:off x="2737153" y="240719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t1733"/>
            <p:cNvSpPr/>
            <p:nvPr/>
          </p:nvSpPr>
          <p:spPr>
            <a:xfrm>
              <a:off x="2142953" y="263992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t1734"/>
            <p:cNvSpPr/>
            <p:nvPr/>
          </p:nvSpPr>
          <p:spPr>
            <a:xfrm>
              <a:off x="2180262" y="272407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t1735"/>
            <p:cNvSpPr/>
            <p:nvPr/>
          </p:nvSpPr>
          <p:spPr>
            <a:xfrm>
              <a:off x="2262373" y="252099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t1736"/>
            <p:cNvSpPr/>
            <p:nvPr/>
          </p:nvSpPr>
          <p:spPr>
            <a:xfrm>
              <a:off x="2257025" y="17976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t1737"/>
            <p:cNvSpPr/>
            <p:nvPr/>
          </p:nvSpPr>
          <p:spPr>
            <a:xfrm>
              <a:off x="3084195" y="18649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t1738"/>
            <p:cNvSpPr/>
            <p:nvPr/>
          </p:nvSpPr>
          <p:spPr>
            <a:xfrm>
              <a:off x="2213240" y="265107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t1739"/>
            <p:cNvSpPr/>
            <p:nvPr/>
          </p:nvSpPr>
          <p:spPr>
            <a:xfrm>
              <a:off x="2279247" y="268652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t1740"/>
            <p:cNvSpPr/>
            <p:nvPr/>
          </p:nvSpPr>
          <p:spPr>
            <a:xfrm>
              <a:off x="2277143" y="21198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t1741"/>
            <p:cNvSpPr/>
            <p:nvPr/>
          </p:nvSpPr>
          <p:spPr>
            <a:xfrm>
              <a:off x="2304223" y="25592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t1742"/>
            <p:cNvSpPr/>
            <p:nvPr/>
          </p:nvSpPr>
          <p:spPr>
            <a:xfrm>
              <a:off x="3053765" y="226939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t1743"/>
            <p:cNvSpPr/>
            <p:nvPr/>
          </p:nvSpPr>
          <p:spPr>
            <a:xfrm>
              <a:off x="2357454" y="274729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t1744"/>
            <p:cNvSpPr/>
            <p:nvPr/>
          </p:nvSpPr>
          <p:spPr>
            <a:xfrm>
              <a:off x="2445017" y="254272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t1745"/>
            <p:cNvSpPr/>
            <p:nvPr/>
          </p:nvSpPr>
          <p:spPr>
            <a:xfrm>
              <a:off x="2441763" y="276263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t1746"/>
            <p:cNvSpPr/>
            <p:nvPr/>
          </p:nvSpPr>
          <p:spPr>
            <a:xfrm>
              <a:off x="2235231" y="17744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t1747"/>
            <p:cNvSpPr/>
            <p:nvPr/>
          </p:nvSpPr>
          <p:spPr>
            <a:xfrm>
              <a:off x="2723102" y="210516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t1748"/>
            <p:cNvSpPr/>
            <p:nvPr/>
          </p:nvSpPr>
          <p:spPr>
            <a:xfrm>
              <a:off x="2187394" y="223524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t1749"/>
            <p:cNvSpPr/>
            <p:nvPr/>
          </p:nvSpPr>
          <p:spPr>
            <a:xfrm>
              <a:off x="2194661" y="265988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t1750"/>
            <p:cNvSpPr/>
            <p:nvPr/>
          </p:nvSpPr>
          <p:spPr>
            <a:xfrm>
              <a:off x="2936803" y="198940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t1751"/>
            <p:cNvSpPr/>
            <p:nvPr/>
          </p:nvSpPr>
          <p:spPr>
            <a:xfrm>
              <a:off x="2343974" y="239754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t1752"/>
            <p:cNvSpPr/>
            <p:nvPr/>
          </p:nvSpPr>
          <p:spPr>
            <a:xfrm>
              <a:off x="2412707" y="264995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t1753"/>
            <p:cNvSpPr/>
            <p:nvPr/>
          </p:nvSpPr>
          <p:spPr>
            <a:xfrm>
              <a:off x="2414652" y="16811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t1754"/>
            <p:cNvSpPr/>
            <p:nvPr/>
          </p:nvSpPr>
          <p:spPr>
            <a:xfrm>
              <a:off x="2290403" y="239401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t1755"/>
            <p:cNvSpPr/>
            <p:nvPr/>
          </p:nvSpPr>
          <p:spPr>
            <a:xfrm>
              <a:off x="2445886" y="240567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t1756"/>
            <p:cNvSpPr/>
            <p:nvPr/>
          </p:nvSpPr>
          <p:spPr>
            <a:xfrm>
              <a:off x="2871322" y="229520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t1757"/>
            <p:cNvSpPr/>
            <p:nvPr/>
          </p:nvSpPr>
          <p:spPr>
            <a:xfrm>
              <a:off x="2305306" y="253663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t1758"/>
            <p:cNvSpPr/>
            <p:nvPr/>
          </p:nvSpPr>
          <p:spPr>
            <a:xfrm>
              <a:off x="3148396" y="17513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t1759"/>
            <p:cNvSpPr/>
            <p:nvPr/>
          </p:nvSpPr>
          <p:spPr>
            <a:xfrm>
              <a:off x="2797829" y="24975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t1760"/>
            <p:cNvSpPr/>
            <p:nvPr/>
          </p:nvSpPr>
          <p:spPr>
            <a:xfrm>
              <a:off x="3053506" y="18541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t1761"/>
            <p:cNvSpPr/>
            <p:nvPr/>
          </p:nvSpPr>
          <p:spPr>
            <a:xfrm>
              <a:off x="2048816" y="249970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t1762"/>
            <p:cNvSpPr/>
            <p:nvPr/>
          </p:nvSpPr>
          <p:spPr>
            <a:xfrm>
              <a:off x="2081994" y="266960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t1763"/>
            <p:cNvSpPr/>
            <p:nvPr/>
          </p:nvSpPr>
          <p:spPr>
            <a:xfrm>
              <a:off x="2309255" y="249347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t1764"/>
            <p:cNvSpPr/>
            <p:nvPr/>
          </p:nvSpPr>
          <p:spPr>
            <a:xfrm>
              <a:off x="2184139" y="254852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t1765"/>
            <p:cNvSpPr/>
            <p:nvPr/>
          </p:nvSpPr>
          <p:spPr>
            <a:xfrm>
              <a:off x="2190833" y="17621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t1766"/>
            <p:cNvSpPr/>
            <p:nvPr/>
          </p:nvSpPr>
          <p:spPr>
            <a:xfrm>
              <a:off x="2015225" y="252843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t1767"/>
            <p:cNvSpPr/>
            <p:nvPr/>
          </p:nvSpPr>
          <p:spPr>
            <a:xfrm>
              <a:off x="2424121" y="238118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t1768"/>
            <p:cNvSpPr/>
            <p:nvPr/>
          </p:nvSpPr>
          <p:spPr>
            <a:xfrm>
              <a:off x="2371167" y="17838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t1769"/>
            <p:cNvSpPr/>
            <p:nvPr/>
          </p:nvSpPr>
          <p:spPr>
            <a:xfrm>
              <a:off x="3272000" y="20450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t1770"/>
            <p:cNvSpPr/>
            <p:nvPr/>
          </p:nvSpPr>
          <p:spPr>
            <a:xfrm>
              <a:off x="2896183" y="241671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t1771"/>
            <p:cNvSpPr/>
            <p:nvPr/>
          </p:nvSpPr>
          <p:spPr>
            <a:xfrm>
              <a:off x="2469569" y="235932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t1772"/>
            <p:cNvSpPr/>
            <p:nvPr/>
          </p:nvSpPr>
          <p:spPr>
            <a:xfrm>
              <a:off x="3119616" y="189537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t1773"/>
            <p:cNvSpPr/>
            <p:nvPr/>
          </p:nvSpPr>
          <p:spPr>
            <a:xfrm>
              <a:off x="2242998" y="21886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t1774"/>
            <p:cNvSpPr/>
            <p:nvPr/>
          </p:nvSpPr>
          <p:spPr>
            <a:xfrm>
              <a:off x="2115765" y="247411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t1775"/>
            <p:cNvSpPr/>
            <p:nvPr/>
          </p:nvSpPr>
          <p:spPr>
            <a:xfrm>
              <a:off x="2085212" y="238212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t1776"/>
            <p:cNvSpPr/>
            <p:nvPr/>
          </p:nvSpPr>
          <p:spPr>
            <a:xfrm>
              <a:off x="2948249" y="270749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t1777"/>
            <p:cNvSpPr/>
            <p:nvPr/>
          </p:nvSpPr>
          <p:spPr>
            <a:xfrm>
              <a:off x="2278722" y="26570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t1778"/>
            <p:cNvSpPr/>
            <p:nvPr/>
          </p:nvSpPr>
          <p:spPr>
            <a:xfrm>
              <a:off x="2776849" y="244446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t1779"/>
            <p:cNvSpPr/>
            <p:nvPr/>
          </p:nvSpPr>
          <p:spPr>
            <a:xfrm>
              <a:off x="3229513" y="199348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t1780"/>
            <p:cNvSpPr/>
            <p:nvPr/>
          </p:nvSpPr>
          <p:spPr>
            <a:xfrm>
              <a:off x="2135510" y="264797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t1781"/>
            <p:cNvSpPr/>
            <p:nvPr/>
          </p:nvSpPr>
          <p:spPr>
            <a:xfrm>
              <a:off x="2124020" y="18376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t1782"/>
            <p:cNvSpPr/>
            <p:nvPr/>
          </p:nvSpPr>
          <p:spPr>
            <a:xfrm>
              <a:off x="2021489" y="254405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t1783"/>
            <p:cNvSpPr/>
            <p:nvPr/>
          </p:nvSpPr>
          <p:spPr>
            <a:xfrm>
              <a:off x="2071636" y="276118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t1784"/>
            <p:cNvSpPr/>
            <p:nvPr/>
          </p:nvSpPr>
          <p:spPr>
            <a:xfrm>
              <a:off x="3249154" y="19853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t1785"/>
            <p:cNvSpPr/>
            <p:nvPr/>
          </p:nvSpPr>
          <p:spPr>
            <a:xfrm>
              <a:off x="2525077" y="236274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t1786"/>
            <p:cNvSpPr/>
            <p:nvPr/>
          </p:nvSpPr>
          <p:spPr>
            <a:xfrm>
              <a:off x="2235447" y="17310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t1787"/>
            <p:cNvSpPr/>
            <p:nvPr/>
          </p:nvSpPr>
          <p:spPr>
            <a:xfrm>
              <a:off x="2071067" y="252940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t1788"/>
            <p:cNvSpPr/>
            <p:nvPr/>
          </p:nvSpPr>
          <p:spPr>
            <a:xfrm>
              <a:off x="2797634" y="259572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t1789"/>
            <p:cNvSpPr/>
            <p:nvPr/>
          </p:nvSpPr>
          <p:spPr>
            <a:xfrm>
              <a:off x="2074377" y="222411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t1790"/>
            <p:cNvSpPr/>
            <p:nvPr/>
          </p:nvSpPr>
          <p:spPr>
            <a:xfrm>
              <a:off x="1990034" y="234438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t1791"/>
            <p:cNvSpPr/>
            <p:nvPr/>
          </p:nvSpPr>
          <p:spPr>
            <a:xfrm>
              <a:off x="2177353" y="26477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t1792"/>
            <p:cNvSpPr/>
            <p:nvPr/>
          </p:nvSpPr>
          <p:spPr>
            <a:xfrm>
              <a:off x="2102972" y="253174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t1793"/>
            <p:cNvSpPr/>
            <p:nvPr/>
          </p:nvSpPr>
          <p:spPr>
            <a:xfrm>
              <a:off x="2452708" y="245200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t1794"/>
            <p:cNvSpPr/>
            <p:nvPr/>
          </p:nvSpPr>
          <p:spPr>
            <a:xfrm>
              <a:off x="2828041" y="251775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t1795"/>
            <p:cNvSpPr/>
            <p:nvPr/>
          </p:nvSpPr>
          <p:spPr>
            <a:xfrm>
              <a:off x="2157235" y="17826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t1796"/>
            <p:cNvSpPr/>
            <p:nvPr/>
          </p:nvSpPr>
          <p:spPr>
            <a:xfrm>
              <a:off x="3146513" y="176445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t1797"/>
            <p:cNvSpPr/>
            <p:nvPr/>
          </p:nvSpPr>
          <p:spPr>
            <a:xfrm>
              <a:off x="2050523" y="250491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t1798"/>
            <p:cNvSpPr/>
            <p:nvPr/>
          </p:nvSpPr>
          <p:spPr>
            <a:xfrm>
              <a:off x="1958024" y="239903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t1799"/>
            <p:cNvSpPr/>
            <p:nvPr/>
          </p:nvSpPr>
          <p:spPr>
            <a:xfrm>
              <a:off x="2099870" y="18624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t1800"/>
            <p:cNvSpPr/>
            <p:nvPr/>
          </p:nvSpPr>
          <p:spPr>
            <a:xfrm>
              <a:off x="2578428" y="219163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t1801"/>
            <p:cNvSpPr/>
            <p:nvPr/>
          </p:nvSpPr>
          <p:spPr>
            <a:xfrm>
              <a:off x="2180902" y="267993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t1802"/>
            <p:cNvSpPr/>
            <p:nvPr/>
          </p:nvSpPr>
          <p:spPr>
            <a:xfrm>
              <a:off x="1944050" y="240688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t1803"/>
            <p:cNvSpPr/>
            <p:nvPr/>
          </p:nvSpPr>
          <p:spPr>
            <a:xfrm>
              <a:off x="2690099" y="257981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t1804"/>
            <p:cNvSpPr/>
            <p:nvPr/>
          </p:nvSpPr>
          <p:spPr>
            <a:xfrm>
              <a:off x="2227372" y="24848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t1805"/>
            <p:cNvSpPr/>
            <p:nvPr/>
          </p:nvSpPr>
          <p:spPr>
            <a:xfrm>
              <a:off x="3262688" y="20597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t1806"/>
            <p:cNvSpPr/>
            <p:nvPr/>
          </p:nvSpPr>
          <p:spPr>
            <a:xfrm>
              <a:off x="2813739" y="23376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t1807"/>
            <p:cNvSpPr/>
            <p:nvPr/>
          </p:nvSpPr>
          <p:spPr>
            <a:xfrm>
              <a:off x="2046561" y="252093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t1808"/>
            <p:cNvSpPr/>
            <p:nvPr/>
          </p:nvSpPr>
          <p:spPr>
            <a:xfrm>
              <a:off x="2149850" y="260432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t1809"/>
            <p:cNvSpPr/>
            <p:nvPr/>
          </p:nvSpPr>
          <p:spPr>
            <a:xfrm>
              <a:off x="3113276" y="21110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t1810"/>
            <p:cNvSpPr/>
            <p:nvPr/>
          </p:nvSpPr>
          <p:spPr>
            <a:xfrm>
              <a:off x="2047537" y="254643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t1811"/>
            <p:cNvSpPr/>
            <p:nvPr/>
          </p:nvSpPr>
          <p:spPr>
            <a:xfrm>
              <a:off x="2093416" y="14143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t1812"/>
            <p:cNvSpPr/>
            <p:nvPr/>
          </p:nvSpPr>
          <p:spPr>
            <a:xfrm>
              <a:off x="2673737" y="237527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t1813"/>
            <p:cNvSpPr/>
            <p:nvPr/>
          </p:nvSpPr>
          <p:spPr>
            <a:xfrm>
              <a:off x="2143860" y="267397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t1814"/>
            <p:cNvSpPr/>
            <p:nvPr/>
          </p:nvSpPr>
          <p:spPr>
            <a:xfrm>
              <a:off x="2229439" y="19082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t1815"/>
            <p:cNvSpPr/>
            <p:nvPr/>
          </p:nvSpPr>
          <p:spPr>
            <a:xfrm>
              <a:off x="3201880" y="18868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t1816"/>
            <p:cNvSpPr/>
            <p:nvPr/>
          </p:nvSpPr>
          <p:spPr>
            <a:xfrm>
              <a:off x="2853804" y="223281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t1817"/>
            <p:cNvSpPr/>
            <p:nvPr/>
          </p:nvSpPr>
          <p:spPr>
            <a:xfrm>
              <a:off x="2335102" y="14496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t1818"/>
            <p:cNvSpPr/>
            <p:nvPr/>
          </p:nvSpPr>
          <p:spPr>
            <a:xfrm>
              <a:off x="2149917" y="264035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t1819"/>
            <p:cNvSpPr/>
            <p:nvPr/>
          </p:nvSpPr>
          <p:spPr>
            <a:xfrm>
              <a:off x="2532489" y="240932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t1820"/>
            <p:cNvSpPr/>
            <p:nvPr/>
          </p:nvSpPr>
          <p:spPr>
            <a:xfrm>
              <a:off x="2178387" y="238345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t1821"/>
            <p:cNvSpPr/>
            <p:nvPr/>
          </p:nvSpPr>
          <p:spPr>
            <a:xfrm>
              <a:off x="2245327" y="26648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t1822"/>
            <p:cNvSpPr/>
            <p:nvPr/>
          </p:nvSpPr>
          <p:spPr>
            <a:xfrm>
              <a:off x="2166002" y="248677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t1823"/>
            <p:cNvSpPr/>
            <p:nvPr/>
          </p:nvSpPr>
          <p:spPr>
            <a:xfrm>
              <a:off x="2007900" y="17737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t1824"/>
            <p:cNvSpPr/>
            <p:nvPr/>
          </p:nvSpPr>
          <p:spPr>
            <a:xfrm>
              <a:off x="2053093" y="244566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t1825"/>
            <p:cNvSpPr/>
            <p:nvPr/>
          </p:nvSpPr>
          <p:spPr>
            <a:xfrm>
              <a:off x="3081628" y="16957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t1826"/>
            <p:cNvSpPr/>
            <p:nvPr/>
          </p:nvSpPr>
          <p:spPr>
            <a:xfrm>
              <a:off x="2102153" y="236009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t1827"/>
            <p:cNvSpPr/>
            <p:nvPr/>
          </p:nvSpPr>
          <p:spPr>
            <a:xfrm>
              <a:off x="2818276" y="231375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t1828"/>
            <p:cNvSpPr/>
            <p:nvPr/>
          </p:nvSpPr>
          <p:spPr>
            <a:xfrm>
              <a:off x="2878072" y="259485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t1829"/>
            <p:cNvSpPr/>
            <p:nvPr/>
          </p:nvSpPr>
          <p:spPr>
            <a:xfrm>
              <a:off x="1880264" y="225888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t1830"/>
            <p:cNvSpPr/>
            <p:nvPr/>
          </p:nvSpPr>
          <p:spPr>
            <a:xfrm>
              <a:off x="2286382" y="25811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t1831"/>
            <p:cNvSpPr/>
            <p:nvPr/>
          </p:nvSpPr>
          <p:spPr>
            <a:xfrm>
              <a:off x="3153556" y="18044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t1832"/>
            <p:cNvSpPr/>
            <p:nvPr/>
          </p:nvSpPr>
          <p:spPr>
            <a:xfrm>
              <a:off x="2193702" y="17957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t1833"/>
            <p:cNvSpPr/>
            <p:nvPr/>
          </p:nvSpPr>
          <p:spPr>
            <a:xfrm>
              <a:off x="2190898" y="232983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t1834"/>
            <p:cNvSpPr/>
            <p:nvPr/>
          </p:nvSpPr>
          <p:spPr>
            <a:xfrm>
              <a:off x="2827570" y="252964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t1835"/>
            <p:cNvSpPr/>
            <p:nvPr/>
          </p:nvSpPr>
          <p:spPr>
            <a:xfrm>
              <a:off x="2097935" y="254472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t1836"/>
            <p:cNvSpPr/>
            <p:nvPr/>
          </p:nvSpPr>
          <p:spPr>
            <a:xfrm>
              <a:off x="1987496" y="254446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t1837"/>
            <p:cNvSpPr/>
            <p:nvPr/>
          </p:nvSpPr>
          <p:spPr>
            <a:xfrm>
              <a:off x="2128979" y="250191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t1838"/>
            <p:cNvSpPr/>
            <p:nvPr/>
          </p:nvSpPr>
          <p:spPr>
            <a:xfrm>
              <a:off x="2168621" y="16480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t1839"/>
            <p:cNvSpPr/>
            <p:nvPr/>
          </p:nvSpPr>
          <p:spPr>
            <a:xfrm>
              <a:off x="2021684" y="232523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t1840"/>
            <p:cNvSpPr/>
            <p:nvPr/>
          </p:nvSpPr>
          <p:spPr>
            <a:xfrm>
              <a:off x="1948359" y="236295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t1841"/>
            <p:cNvSpPr/>
            <p:nvPr/>
          </p:nvSpPr>
          <p:spPr>
            <a:xfrm>
              <a:off x="2992857" y="234151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t1842"/>
            <p:cNvSpPr/>
            <p:nvPr/>
          </p:nvSpPr>
          <p:spPr>
            <a:xfrm>
              <a:off x="2122241" y="246227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t1843"/>
            <p:cNvSpPr/>
            <p:nvPr/>
          </p:nvSpPr>
          <p:spPr>
            <a:xfrm>
              <a:off x="2267000" y="15276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t1844"/>
            <p:cNvSpPr/>
            <p:nvPr/>
          </p:nvSpPr>
          <p:spPr>
            <a:xfrm>
              <a:off x="2270713" y="234053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t1845"/>
            <p:cNvSpPr/>
            <p:nvPr/>
          </p:nvSpPr>
          <p:spPr>
            <a:xfrm>
              <a:off x="2390239" y="239749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t1846"/>
            <p:cNvSpPr/>
            <p:nvPr/>
          </p:nvSpPr>
          <p:spPr>
            <a:xfrm>
              <a:off x="2092570" y="236702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t1847"/>
            <p:cNvSpPr/>
            <p:nvPr/>
          </p:nvSpPr>
          <p:spPr>
            <a:xfrm>
              <a:off x="3010295" y="21549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t1848"/>
            <p:cNvSpPr/>
            <p:nvPr/>
          </p:nvSpPr>
          <p:spPr>
            <a:xfrm>
              <a:off x="2087689" y="255832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t1849"/>
            <p:cNvSpPr/>
            <p:nvPr/>
          </p:nvSpPr>
          <p:spPr>
            <a:xfrm>
              <a:off x="2121092" y="17195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t1850"/>
            <p:cNvSpPr/>
            <p:nvPr/>
          </p:nvSpPr>
          <p:spPr>
            <a:xfrm>
              <a:off x="1750447" y="215227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t1851"/>
            <p:cNvSpPr/>
            <p:nvPr/>
          </p:nvSpPr>
          <p:spPr>
            <a:xfrm>
              <a:off x="2702194" y="245287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t1852"/>
            <p:cNvSpPr/>
            <p:nvPr/>
          </p:nvSpPr>
          <p:spPr>
            <a:xfrm>
              <a:off x="2178893" y="250592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t1853"/>
            <p:cNvSpPr/>
            <p:nvPr/>
          </p:nvSpPr>
          <p:spPr>
            <a:xfrm>
              <a:off x="2066181" y="15940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t1854"/>
            <p:cNvSpPr/>
            <p:nvPr/>
          </p:nvSpPr>
          <p:spPr>
            <a:xfrm>
              <a:off x="2539014" y="242146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t1855"/>
            <p:cNvSpPr/>
            <p:nvPr/>
          </p:nvSpPr>
          <p:spPr>
            <a:xfrm>
              <a:off x="2023075" y="249321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t1856"/>
            <p:cNvSpPr/>
            <p:nvPr/>
          </p:nvSpPr>
          <p:spPr>
            <a:xfrm>
              <a:off x="2525126" y="226875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t1857"/>
            <p:cNvSpPr/>
            <p:nvPr/>
          </p:nvSpPr>
          <p:spPr>
            <a:xfrm>
              <a:off x="2067557" y="226850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t1858"/>
            <p:cNvSpPr/>
            <p:nvPr/>
          </p:nvSpPr>
          <p:spPr>
            <a:xfrm>
              <a:off x="2720482" y="19649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t1859"/>
            <p:cNvSpPr/>
            <p:nvPr/>
          </p:nvSpPr>
          <p:spPr>
            <a:xfrm>
              <a:off x="2980008" y="199597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t1860"/>
            <p:cNvSpPr/>
            <p:nvPr/>
          </p:nvSpPr>
          <p:spPr>
            <a:xfrm>
              <a:off x="2159345" y="249511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t1861"/>
            <p:cNvSpPr/>
            <p:nvPr/>
          </p:nvSpPr>
          <p:spPr>
            <a:xfrm>
              <a:off x="2003633" y="257316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t1862"/>
            <p:cNvSpPr/>
            <p:nvPr/>
          </p:nvSpPr>
          <p:spPr>
            <a:xfrm>
              <a:off x="2741362" y="23710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t1863"/>
            <p:cNvSpPr/>
            <p:nvPr/>
          </p:nvSpPr>
          <p:spPr>
            <a:xfrm>
              <a:off x="3112234" y="223294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t1864"/>
            <p:cNvSpPr/>
            <p:nvPr/>
          </p:nvSpPr>
          <p:spPr>
            <a:xfrm>
              <a:off x="1924467" y="17816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t1865"/>
            <p:cNvSpPr/>
            <p:nvPr/>
          </p:nvSpPr>
          <p:spPr>
            <a:xfrm>
              <a:off x="2975464" y="254489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t1866"/>
            <p:cNvSpPr/>
            <p:nvPr/>
          </p:nvSpPr>
          <p:spPr>
            <a:xfrm>
              <a:off x="2706018" y="251398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t1867"/>
            <p:cNvSpPr/>
            <p:nvPr/>
          </p:nvSpPr>
          <p:spPr>
            <a:xfrm>
              <a:off x="2064374" y="238336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t1868"/>
            <p:cNvSpPr/>
            <p:nvPr/>
          </p:nvSpPr>
          <p:spPr>
            <a:xfrm>
              <a:off x="3106477" y="18677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t1869"/>
            <p:cNvSpPr/>
            <p:nvPr/>
          </p:nvSpPr>
          <p:spPr>
            <a:xfrm>
              <a:off x="2178528" y="17924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t1870"/>
            <p:cNvSpPr/>
            <p:nvPr/>
          </p:nvSpPr>
          <p:spPr>
            <a:xfrm>
              <a:off x="2156979" y="238097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t1871"/>
            <p:cNvSpPr/>
            <p:nvPr/>
          </p:nvSpPr>
          <p:spPr>
            <a:xfrm>
              <a:off x="3690758" y="20920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t1872"/>
            <p:cNvSpPr/>
            <p:nvPr/>
          </p:nvSpPr>
          <p:spPr>
            <a:xfrm>
              <a:off x="2551228" y="17773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t1873"/>
            <p:cNvSpPr/>
            <p:nvPr/>
          </p:nvSpPr>
          <p:spPr>
            <a:xfrm>
              <a:off x="2678527" y="232290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t1874"/>
            <p:cNvSpPr/>
            <p:nvPr/>
          </p:nvSpPr>
          <p:spPr>
            <a:xfrm>
              <a:off x="3111185" y="24572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t1875"/>
            <p:cNvSpPr/>
            <p:nvPr/>
          </p:nvSpPr>
          <p:spPr>
            <a:xfrm>
              <a:off x="2738042" y="209016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t1876"/>
            <p:cNvSpPr/>
            <p:nvPr/>
          </p:nvSpPr>
          <p:spPr>
            <a:xfrm>
              <a:off x="2154128" y="23305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t1877"/>
            <p:cNvSpPr/>
            <p:nvPr/>
          </p:nvSpPr>
          <p:spPr>
            <a:xfrm>
              <a:off x="2282389" y="249794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t1878"/>
            <p:cNvSpPr/>
            <p:nvPr/>
          </p:nvSpPr>
          <p:spPr>
            <a:xfrm>
              <a:off x="2326918" y="241053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t1879"/>
            <p:cNvSpPr/>
            <p:nvPr/>
          </p:nvSpPr>
          <p:spPr>
            <a:xfrm>
              <a:off x="2869449" y="262592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t1880"/>
            <p:cNvSpPr/>
            <p:nvPr/>
          </p:nvSpPr>
          <p:spPr>
            <a:xfrm>
              <a:off x="3233353" y="17954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t1881"/>
            <p:cNvSpPr/>
            <p:nvPr/>
          </p:nvSpPr>
          <p:spPr>
            <a:xfrm>
              <a:off x="2564526" y="268172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t1882"/>
            <p:cNvSpPr/>
            <p:nvPr/>
          </p:nvSpPr>
          <p:spPr>
            <a:xfrm>
              <a:off x="2591040" y="20839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t1883"/>
            <p:cNvSpPr/>
            <p:nvPr/>
          </p:nvSpPr>
          <p:spPr>
            <a:xfrm>
              <a:off x="1937362" y="16273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t1884"/>
            <p:cNvSpPr/>
            <p:nvPr/>
          </p:nvSpPr>
          <p:spPr>
            <a:xfrm>
              <a:off x="2499694" y="217399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t1885"/>
            <p:cNvSpPr/>
            <p:nvPr/>
          </p:nvSpPr>
          <p:spPr>
            <a:xfrm>
              <a:off x="3066939" y="18801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t1886"/>
            <p:cNvSpPr/>
            <p:nvPr/>
          </p:nvSpPr>
          <p:spPr>
            <a:xfrm>
              <a:off x="2503022" y="240021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t1887"/>
            <p:cNvSpPr/>
            <p:nvPr/>
          </p:nvSpPr>
          <p:spPr>
            <a:xfrm>
              <a:off x="2536014" y="16216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t1888"/>
            <p:cNvSpPr/>
            <p:nvPr/>
          </p:nvSpPr>
          <p:spPr>
            <a:xfrm>
              <a:off x="2361811" y="226311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t1889"/>
            <p:cNvSpPr/>
            <p:nvPr/>
          </p:nvSpPr>
          <p:spPr>
            <a:xfrm>
              <a:off x="3430947" y="179736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t1890"/>
            <p:cNvSpPr/>
            <p:nvPr/>
          </p:nvSpPr>
          <p:spPr>
            <a:xfrm>
              <a:off x="2739037" y="249487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t1891"/>
            <p:cNvSpPr/>
            <p:nvPr/>
          </p:nvSpPr>
          <p:spPr>
            <a:xfrm>
              <a:off x="2578983" y="240358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t1892"/>
            <p:cNvSpPr/>
            <p:nvPr/>
          </p:nvSpPr>
          <p:spPr>
            <a:xfrm>
              <a:off x="2242436" y="260072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t1893"/>
            <p:cNvSpPr/>
            <p:nvPr/>
          </p:nvSpPr>
          <p:spPr>
            <a:xfrm>
              <a:off x="2256139" y="253036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t1894"/>
            <p:cNvSpPr/>
            <p:nvPr/>
          </p:nvSpPr>
          <p:spPr>
            <a:xfrm>
              <a:off x="2886735" y="251466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t1895"/>
            <p:cNvSpPr/>
            <p:nvPr/>
          </p:nvSpPr>
          <p:spPr>
            <a:xfrm>
              <a:off x="2098814" y="232917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t1896"/>
            <p:cNvSpPr/>
            <p:nvPr/>
          </p:nvSpPr>
          <p:spPr>
            <a:xfrm>
              <a:off x="2065412" y="239426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t1897"/>
            <p:cNvSpPr/>
            <p:nvPr/>
          </p:nvSpPr>
          <p:spPr>
            <a:xfrm>
              <a:off x="3032727" y="240536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t1898"/>
            <p:cNvSpPr/>
            <p:nvPr/>
          </p:nvSpPr>
          <p:spPr>
            <a:xfrm>
              <a:off x="2051647" y="273297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t1899"/>
            <p:cNvSpPr/>
            <p:nvPr/>
          </p:nvSpPr>
          <p:spPr>
            <a:xfrm>
              <a:off x="2241274" y="16028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t1900"/>
            <p:cNvSpPr/>
            <p:nvPr/>
          </p:nvSpPr>
          <p:spPr>
            <a:xfrm>
              <a:off x="2085868" y="18952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t1901"/>
            <p:cNvSpPr/>
            <p:nvPr/>
          </p:nvSpPr>
          <p:spPr>
            <a:xfrm>
              <a:off x="2161565" y="235050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t1902"/>
            <p:cNvSpPr/>
            <p:nvPr/>
          </p:nvSpPr>
          <p:spPr>
            <a:xfrm>
              <a:off x="2108323" y="243528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t1903"/>
            <p:cNvSpPr/>
            <p:nvPr/>
          </p:nvSpPr>
          <p:spPr>
            <a:xfrm>
              <a:off x="3045893" y="181529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t1904"/>
            <p:cNvSpPr/>
            <p:nvPr/>
          </p:nvSpPr>
          <p:spPr>
            <a:xfrm>
              <a:off x="2158889" y="240595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t1905"/>
            <p:cNvSpPr/>
            <p:nvPr/>
          </p:nvSpPr>
          <p:spPr>
            <a:xfrm>
              <a:off x="2563673" y="264992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t1906"/>
            <p:cNvSpPr/>
            <p:nvPr/>
          </p:nvSpPr>
          <p:spPr>
            <a:xfrm>
              <a:off x="2030486" y="274859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t1907"/>
            <p:cNvSpPr/>
            <p:nvPr/>
          </p:nvSpPr>
          <p:spPr>
            <a:xfrm>
              <a:off x="2595559" y="17013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t1908"/>
            <p:cNvSpPr/>
            <p:nvPr/>
          </p:nvSpPr>
          <p:spPr>
            <a:xfrm>
              <a:off x="2750328" y="183216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t1909"/>
            <p:cNvSpPr/>
            <p:nvPr/>
          </p:nvSpPr>
          <p:spPr>
            <a:xfrm>
              <a:off x="2792012" y="254211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t1910"/>
            <p:cNvSpPr/>
            <p:nvPr/>
          </p:nvSpPr>
          <p:spPr>
            <a:xfrm>
              <a:off x="2505966" y="239423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t1911"/>
            <p:cNvSpPr/>
            <p:nvPr/>
          </p:nvSpPr>
          <p:spPr>
            <a:xfrm>
              <a:off x="2517585" y="224931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t1912"/>
            <p:cNvSpPr/>
            <p:nvPr/>
          </p:nvSpPr>
          <p:spPr>
            <a:xfrm>
              <a:off x="2519313" y="240597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t1913"/>
            <p:cNvSpPr/>
            <p:nvPr/>
          </p:nvSpPr>
          <p:spPr>
            <a:xfrm>
              <a:off x="2545045" y="239684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t1914"/>
            <p:cNvSpPr/>
            <p:nvPr/>
          </p:nvSpPr>
          <p:spPr>
            <a:xfrm>
              <a:off x="2971992" y="271444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t1915"/>
            <p:cNvSpPr/>
            <p:nvPr/>
          </p:nvSpPr>
          <p:spPr>
            <a:xfrm>
              <a:off x="2740400" y="16348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t1916"/>
            <p:cNvSpPr/>
            <p:nvPr/>
          </p:nvSpPr>
          <p:spPr>
            <a:xfrm>
              <a:off x="2738000" y="24952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t1917"/>
            <p:cNvSpPr/>
            <p:nvPr/>
          </p:nvSpPr>
          <p:spPr>
            <a:xfrm>
              <a:off x="2643008" y="247925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t1918"/>
            <p:cNvSpPr/>
            <p:nvPr/>
          </p:nvSpPr>
          <p:spPr>
            <a:xfrm>
              <a:off x="2604795" y="225673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t1919"/>
            <p:cNvSpPr/>
            <p:nvPr/>
          </p:nvSpPr>
          <p:spPr>
            <a:xfrm>
              <a:off x="3366189" y="246669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t1920"/>
            <p:cNvSpPr/>
            <p:nvPr/>
          </p:nvSpPr>
          <p:spPr>
            <a:xfrm>
              <a:off x="3337132" y="19313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t1921"/>
            <p:cNvSpPr/>
            <p:nvPr/>
          </p:nvSpPr>
          <p:spPr>
            <a:xfrm>
              <a:off x="2708531" y="226849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t1922"/>
            <p:cNvSpPr/>
            <p:nvPr/>
          </p:nvSpPr>
          <p:spPr>
            <a:xfrm>
              <a:off x="2960689" y="251088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t1923"/>
            <p:cNvSpPr/>
            <p:nvPr/>
          </p:nvSpPr>
          <p:spPr>
            <a:xfrm>
              <a:off x="2110775" y="252578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t1924"/>
            <p:cNvSpPr/>
            <p:nvPr/>
          </p:nvSpPr>
          <p:spPr>
            <a:xfrm>
              <a:off x="2138034" y="231650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t1925"/>
            <p:cNvSpPr/>
            <p:nvPr/>
          </p:nvSpPr>
          <p:spPr>
            <a:xfrm>
              <a:off x="3116885" y="188076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t1926"/>
            <p:cNvSpPr/>
            <p:nvPr/>
          </p:nvSpPr>
          <p:spPr>
            <a:xfrm>
              <a:off x="2129026" y="15642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t1927"/>
            <p:cNvSpPr/>
            <p:nvPr/>
          </p:nvSpPr>
          <p:spPr>
            <a:xfrm>
              <a:off x="2181200" y="259084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t1928"/>
            <p:cNvSpPr/>
            <p:nvPr/>
          </p:nvSpPr>
          <p:spPr>
            <a:xfrm>
              <a:off x="1896554" y="228546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t1929"/>
            <p:cNvSpPr/>
            <p:nvPr/>
          </p:nvSpPr>
          <p:spPr>
            <a:xfrm>
              <a:off x="2927870" y="19121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t1930"/>
            <p:cNvSpPr/>
            <p:nvPr/>
          </p:nvSpPr>
          <p:spPr>
            <a:xfrm>
              <a:off x="2164318" y="16768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t1931"/>
            <p:cNvSpPr/>
            <p:nvPr/>
          </p:nvSpPr>
          <p:spPr>
            <a:xfrm>
              <a:off x="2159397" y="254954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t1932"/>
            <p:cNvSpPr/>
            <p:nvPr/>
          </p:nvSpPr>
          <p:spPr>
            <a:xfrm>
              <a:off x="2622198" y="256232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t1933"/>
            <p:cNvSpPr/>
            <p:nvPr/>
          </p:nvSpPr>
          <p:spPr>
            <a:xfrm>
              <a:off x="2052651" y="253240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t1934"/>
            <p:cNvSpPr/>
            <p:nvPr/>
          </p:nvSpPr>
          <p:spPr>
            <a:xfrm>
              <a:off x="2152302" y="211184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t1935"/>
            <p:cNvSpPr/>
            <p:nvPr/>
          </p:nvSpPr>
          <p:spPr>
            <a:xfrm>
              <a:off x="1906550" y="227802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t1936"/>
            <p:cNvSpPr/>
            <p:nvPr/>
          </p:nvSpPr>
          <p:spPr>
            <a:xfrm>
              <a:off x="2383463" y="267309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t1937"/>
            <p:cNvSpPr/>
            <p:nvPr/>
          </p:nvSpPr>
          <p:spPr>
            <a:xfrm>
              <a:off x="2383927" y="261039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t1938"/>
            <p:cNvSpPr/>
            <p:nvPr/>
          </p:nvSpPr>
          <p:spPr>
            <a:xfrm>
              <a:off x="3085132" y="196419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t1939"/>
            <p:cNvSpPr/>
            <p:nvPr/>
          </p:nvSpPr>
          <p:spPr>
            <a:xfrm>
              <a:off x="2523935" y="242102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t1940"/>
            <p:cNvSpPr/>
            <p:nvPr/>
          </p:nvSpPr>
          <p:spPr>
            <a:xfrm>
              <a:off x="3264118" y="21560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t1941"/>
            <p:cNvSpPr/>
            <p:nvPr/>
          </p:nvSpPr>
          <p:spPr>
            <a:xfrm>
              <a:off x="3020395" y="247197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t1942"/>
            <p:cNvSpPr/>
            <p:nvPr/>
          </p:nvSpPr>
          <p:spPr>
            <a:xfrm>
              <a:off x="2591611" y="255744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t1943"/>
            <p:cNvSpPr/>
            <p:nvPr/>
          </p:nvSpPr>
          <p:spPr>
            <a:xfrm>
              <a:off x="2557037" y="18322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t1944"/>
            <p:cNvSpPr/>
            <p:nvPr/>
          </p:nvSpPr>
          <p:spPr>
            <a:xfrm>
              <a:off x="2540736" y="248496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t1945"/>
            <p:cNvSpPr/>
            <p:nvPr/>
          </p:nvSpPr>
          <p:spPr>
            <a:xfrm>
              <a:off x="2502311" y="240595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t1946"/>
            <p:cNvSpPr/>
            <p:nvPr/>
          </p:nvSpPr>
          <p:spPr>
            <a:xfrm>
              <a:off x="2293389" y="257858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t1947"/>
            <p:cNvSpPr/>
            <p:nvPr/>
          </p:nvSpPr>
          <p:spPr>
            <a:xfrm>
              <a:off x="2803736" y="258428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t1948"/>
            <p:cNvSpPr/>
            <p:nvPr/>
          </p:nvSpPr>
          <p:spPr>
            <a:xfrm>
              <a:off x="2770495" y="251514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t1949"/>
            <p:cNvSpPr/>
            <p:nvPr/>
          </p:nvSpPr>
          <p:spPr>
            <a:xfrm>
              <a:off x="2393662" y="276318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t1950"/>
            <p:cNvSpPr/>
            <p:nvPr/>
          </p:nvSpPr>
          <p:spPr>
            <a:xfrm>
              <a:off x="3224319" y="195733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t1951"/>
            <p:cNvSpPr/>
            <p:nvPr/>
          </p:nvSpPr>
          <p:spPr>
            <a:xfrm>
              <a:off x="2271023" y="21906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t1952"/>
            <p:cNvSpPr/>
            <p:nvPr/>
          </p:nvSpPr>
          <p:spPr>
            <a:xfrm>
              <a:off x="2684890" y="243362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t1953"/>
            <p:cNvSpPr/>
            <p:nvPr/>
          </p:nvSpPr>
          <p:spPr>
            <a:xfrm>
              <a:off x="3176384" y="189236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t1954"/>
            <p:cNvSpPr/>
            <p:nvPr/>
          </p:nvSpPr>
          <p:spPr>
            <a:xfrm>
              <a:off x="2293945" y="218921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t1955"/>
            <p:cNvSpPr/>
            <p:nvPr/>
          </p:nvSpPr>
          <p:spPr>
            <a:xfrm>
              <a:off x="2313813" y="261638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t1956"/>
            <p:cNvSpPr/>
            <p:nvPr/>
          </p:nvSpPr>
          <p:spPr>
            <a:xfrm>
              <a:off x="2195576" y="20749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t1957"/>
            <p:cNvSpPr/>
            <p:nvPr/>
          </p:nvSpPr>
          <p:spPr>
            <a:xfrm>
              <a:off x="2836464" y="227169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t1958"/>
            <p:cNvSpPr/>
            <p:nvPr/>
          </p:nvSpPr>
          <p:spPr>
            <a:xfrm>
              <a:off x="2767967" y="241770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t1959"/>
            <p:cNvSpPr/>
            <p:nvPr/>
          </p:nvSpPr>
          <p:spPr>
            <a:xfrm>
              <a:off x="2245014" y="26713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t1960"/>
            <p:cNvSpPr/>
            <p:nvPr/>
          </p:nvSpPr>
          <p:spPr>
            <a:xfrm>
              <a:off x="2971196" y="177040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t1961"/>
            <p:cNvSpPr/>
            <p:nvPr/>
          </p:nvSpPr>
          <p:spPr>
            <a:xfrm>
              <a:off x="2243744" y="18113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t1962"/>
            <p:cNvSpPr/>
            <p:nvPr/>
          </p:nvSpPr>
          <p:spPr>
            <a:xfrm>
              <a:off x="2647941" y="26194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t1963"/>
            <p:cNvSpPr/>
            <p:nvPr/>
          </p:nvSpPr>
          <p:spPr>
            <a:xfrm>
              <a:off x="2517698" y="240487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t1964"/>
            <p:cNvSpPr/>
            <p:nvPr/>
          </p:nvSpPr>
          <p:spPr>
            <a:xfrm>
              <a:off x="3333624" y="19203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t1965"/>
            <p:cNvSpPr/>
            <p:nvPr/>
          </p:nvSpPr>
          <p:spPr>
            <a:xfrm>
              <a:off x="2614938" y="19176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t1966"/>
            <p:cNvSpPr/>
            <p:nvPr/>
          </p:nvSpPr>
          <p:spPr>
            <a:xfrm>
              <a:off x="2445891" y="242550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t1967"/>
            <p:cNvSpPr/>
            <p:nvPr/>
          </p:nvSpPr>
          <p:spPr>
            <a:xfrm>
              <a:off x="3188443" y="248125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t1968"/>
            <p:cNvSpPr/>
            <p:nvPr/>
          </p:nvSpPr>
          <p:spPr>
            <a:xfrm>
              <a:off x="2761923" y="251549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t1969"/>
            <p:cNvSpPr/>
            <p:nvPr/>
          </p:nvSpPr>
          <p:spPr>
            <a:xfrm>
              <a:off x="2802860" y="255630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t1970"/>
            <p:cNvSpPr/>
            <p:nvPr/>
          </p:nvSpPr>
          <p:spPr>
            <a:xfrm>
              <a:off x="3197922" y="19863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t1971"/>
            <p:cNvSpPr/>
            <p:nvPr/>
          </p:nvSpPr>
          <p:spPr>
            <a:xfrm>
              <a:off x="2250893" y="280338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t1972"/>
            <p:cNvSpPr/>
            <p:nvPr/>
          </p:nvSpPr>
          <p:spPr>
            <a:xfrm>
              <a:off x="2343536" y="274168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t1973"/>
            <p:cNvSpPr/>
            <p:nvPr/>
          </p:nvSpPr>
          <p:spPr>
            <a:xfrm>
              <a:off x="2458057" y="270594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t1974"/>
            <p:cNvSpPr/>
            <p:nvPr/>
          </p:nvSpPr>
          <p:spPr>
            <a:xfrm>
              <a:off x="1865550" y="230012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t1975"/>
            <p:cNvSpPr/>
            <p:nvPr/>
          </p:nvSpPr>
          <p:spPr>
            <a:xfrm>
              <a:off x="2974928" y="215040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t1976"/>
            <p:cNvSpPr/>
            <p:nvPr/>
          </p:nvSpPr>
          <p:spPr>
            <a:xfrm>
              <a:off x="1971072" y="214040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t1977"/>
            <p:cNvSpPr/>
            <p:nvPr/>
          </p:nvSpPr>
          <p:spPr>
            <a:xfrm>
              <a:off x="2794137" y="248112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t1978"/>
            <p:cNvSpPr/>
            <p:nvPr/>
          </p:nvSpPr>
          <p:spPr>
            <a:xfrm>
              <a:off x="2126315" y="26692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t1979"/>
            <p:cNvSpPr/>
            <p:nvPr/>
          </p:nvSpPr>
          <p:spPr>
            <a:xfrm>
              <a:off x="2012437" y="16616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t1980"/>
            <p:cNvSpPr/>
            <p:nvPr/>
          </p:nvSpPr>
          <p:spPr>
            <a:xfrm>
              <a:off x="1967463" y="234621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t1981"/>
            <p:cNvSpPr/>
            <p:nvPr/>
          </p:nvSpPr>
          <p:spPr>
            <a:xfrm>
              <a:off x="2342253" y="209955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t1982"/>
            <p:cNvSpPr/>
            <p:nvPr/>
          </p:nvSpPr>
          <p:spPr>
            <a:xfrm>
              <a:off x="2930279" y="255429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t1983"/>
            <p:cNvSpPr/>
            <p:nvPr/>
          </p:nvSpPr>
          <p:spPr>
            <a:xfrm>
              <a:off x="2448172" y="218806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t1984"/>
            <p:cNvSpPr/>
            <p:nvPr/>
          </p:nvSpPr>
          <p:spPr>
            <a:xfrm>
              <a:off x="2356521" y="243303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t1985"/>
            <p:cNvSpPr/>
            <p:nvPr/>
          </p:nvSpPr>
          <p:spPr>
            <a:xfrm>
              <a:off x="3226384" y="181503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t1986"/>
            <p:cNvSpPr/>
            <p:nvPr/>
          </p:nvSpPr>
          <p:spPr>
            <a:xfrm>
              <a:off x="2452115" y="270640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t1987"/>
            <p:cNvSpPr/>
            <p:nvPr/>
          </p:nvSpPr>
          <p:spPr>
            <a:xfrm>
              <a:off x="2412405" y="15073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t1988"/>
            <p:cNvSpPr/>
            <p:nvPr/>
          </p:nvSpPr>
          <p:spPr>
            <a:xfrm>
              <a:off x="2397056" y="21667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t1989"/>
            <p:cNvSpPr/>
            <p:nvPr/>
          </p:nvSpPr>
          <p:spPr>
            <a:xfrm>
              <a:off x="2939499" y="225747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t1990"/>
            <p:cNvSpPr/>
            <p:nvPr/>
          </p:nvSpPr>
          <p:spPr>
            <a:xfrm>
              <a:off x="2523944" y="220826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t1991"/>
            <p:cNvSpPr/>
            <p:nvPr/>
          </p:nvSpPr>
          <p:spPr>
            <a:xfrm>
              <a:off x="2560205" y="268349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t1992"/>
            <p:cNvSpPr/>
            <p:nvPr/>
          </p:nvSpPr>
          <p:spPr>
            <a:xfrm>
              <a:off x="2935031" y="236774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t1993"/>
            <p:cNvSpPr/>
            <p:nvPr/>
          </p:nvSpPr>
          <p:spPr>
            <a:xfrm>
              <a:off x="3102781" y="155239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t1994"/>
            <p:cNvSpPr/>
            <p:nvPr/>
          </p:nvSpPr>
          <p:spPr>
            <a:xfrm>
              <a:off x="2510604" y="16818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t1995"/>
            <p:cNvSpPr/>
            <p:nvPr/>
          </p:nvSpPr>
          <p:spPr>
            <a:xfrm>
              <a:off x="2523926" y="256620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t1996"/>
            <p:cNvSpPr/>
            <p:nvPr/>
          </p:nvSpPr>
          <p:spPr>
            <a:xfrm>
              <a:off x="2431865" y="16544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t1997"/>
            <p:cNvSpPr/>
            <p:nvPr/>
          </p:nvSpPr>
          <p:spPr>
            <a:xfrm>
              <a:off x="3056913" y="22123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t1998"/>
            <p:cNvSpPr/>
            <p:nvPr/>
          </p:nvSpPr>
          <p:spPr>
            <a:xfrm>
              <a:off x="2353831" y="248336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t1999"/>
            <p:cNvSpPr/>
            <p:nvPr/>
          </p:nvSpPr>
          <p:spPr>
            <a:xfrm>
              <a:off x="2276044" y="270699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t2000"/>
            <p:cNvSpPr/>
            <p:nvPr/>
          </p:nvSpPr>
          <p:spPr>
            <a:xfrm>
              <a:off x="2269828" y="253094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t2001"/>
            <p:cNvSpPr/>
            <p:nvPr/>
          </p:nvSpPr>
          <p:spPr>
            <a:xfrm>
              <a:off x="2412971" y="18307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t2002"/>
            <p:cNvSpPr/>
            <p:nvPr/>
          </p:nvSpPr>
          <p:spPr>
            <a:xfrm>
              <a:off x="2579803" y="255957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t2003"/>
            <p:cNvSpPr/>
            <p:nvPr/>
          </p:nvSpPr>
          <p:spPr>
            <a:xfrm>
              <a:off x="2622364" y="270280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t2004"/>
            <p:cNvSpPr/>
            <p:nvPr/>
          </p:nvSpPr>
          <p:spPr>
            <a:xfrm>
              <a:off x="2199627" y="240931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t2005"/>
            <p:cNvSpPr/>
            <p:nvPr/>
          </p:nvSpPr>
          <p:spPr>
            <a:xfrm>
              <a:off x="3084481" y="20930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t2006"/>
            <p:cNvSpPr/>
            <p:nvPr/>
          </p:nvSpPr>
          <p:spPr>
            <a:xfrm>
              <a:off x="2349208" y="256281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t2007"/>
            <p:cNvSpPr/>
            <p:nvPr/>
          </p:nvSpPr>
          <p:spPr>
            <a:xfrm>
              <a:off x="2357003" y="16319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t2008"/>
            <p:cNvSpPr/>
            <p:nvPr/>
          </p:nvSpPr>
          <p:spPr>
            <a:xfrm>
              <a:off x="2425310" y="240869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t2009"/>
            <p:cNvSpPr/>
            <p:nvPr/>
          </p:nvSpPr>
          <p:spPr>
            <a:xfrm>
              <a:off x="2483082" y="237453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t2010"/>
            <p:cNvSpPr/>
            <p:nvPr/>
          </p:nvSpPr>
          <p:spPr>
            <a:xfrm>
              <a:off x="2366776" y="228299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t2011"/>
            <p:cNvSpPr/>
            <p:nvPr/>
          </p:nvSpPr>
          <p:spPr>
            <a:xfrm>
              <a:off x="2685558" y="226162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t2012"/>
            <p:cNvSpPr/>
            <p:nvPr/>
          </p:nvSpPr>
          <p:spPr>
            <a:xfrm>
              <a:off x="2973528" y="231103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t2013"/>
            <p:cNvSpPr/>
            <p:nvPr/>
          </p:nvSpPr>
          <p:spPr>
            <a:xfrm>
              <a:off x="2947682" y="236220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t2014"/>
            <p:cNvSpPr/>
            <p:nvPr/>
          </p:nvSpPr>
          <p:spPr>
            <a:xfrm>
              <a:off x="2155308" y="235628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t2015"/>
            <p:cNvSpPr/>
            <p:nvPr/>
          </p:nvSpPr>
          <p:spPr>
            <a:xfrm>
              <a:off x="3125223" y="167286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t2016"/>
            <p:cNvSpPr/>
            <p:nvPr/>
          </p:nvSpPr>
          <p:spPr>
            <a:xfrm>
              <a:off x="2308369" y="25820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t2017"/>
            <p:cNvSpPr/>
            <p:nvPr/>
          </p:nvSpPr>
          <p:spPr>
            <a:xfrm>
              <a:off x="2223599" y="253274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t2018"/>
            <p:cNvSpPr/>
            <p:nvPr/>
          </p:nvSpPr>
          <p:spPr>
            <a:xfrm>
              <a:off x="2201871" y="16441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t2019"/>
            <p:cNvSpPr/>
            <p:nvPr/>
          </p:nvSpPr>
          <p:spPr>
            <a:xfrm>
              <a:off x="2147284" y="254537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t2020"/>
            <p:cNvSpPr/>
            <p:nvPr/>
          </p:nvSpPr>
          <p:spPr>
            <a:xfrm>
              <a:off x="2202498" y="18073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t2021"/>
            <p:cNvSpPr/>
            <p:nvPr/>
          </p:nvSpPr>
          <p:spPr>
            <a:xfrm>
              <a:off x="2921336" y="180690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t2022"/>
            <p:cNvSpPr/>
            <p:nvPr/>
          </p:nvSpPr>
          <p:spPr>
            <a:xfrm>
              <a:off x="2271101" y="233852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t2023"/>
            <p:cNvSpPr/>
            <p:nvPr/>
          </p:nvSpPr>
          <p:spPr>
            <a:xfrm>
              <a:off x="2173221" y="250523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t2024"/>
            <p:cNvSpPr/>
            <p:nvPr/>
          </p:nvSpPr>
          <p:spPr>
            <a:xfrm>
              <a:off x="2187309" y="257801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t2025"/>
            <p:cNvSpPr/>
            <p:nvPr/>
          </p:nvSpPr>
          <p:spPr>
            <a:xfrm>
              <a:off x="2793361" y="249668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t2026"/>
            <p:cNvSpPr/>
            <p:nvPr/>
          </p:nvSpPr>
          <p:spPr>
            <a:xfrm>
              <a:off x="2134003" y="244434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t2027"/>
            <p:cNvSpPr/>
            <p:nvPr/>
          </p:nvSpPr>
          <p:spPr>
            <a:xfrm>
              <a:off x="2179880" y="16753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t2028"/>
            <p:cNvSpPr/>
            <p:nvPr/>
          </p:nvSpPr>
          <p:spPr>
            <a:xfrm>
              <a:off x="2354507" y="270892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t2029"/>
            <p:cNvSpPr/>
            <p:nvPr/>
          </p:nvSpPr>
          <p:spPr>
            <a:xfrm>
              <a:off x="3053605" y="191573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t2030"/>
            <p:cNvSpPr/>
            <p:nvPr/>
          </p:nvSpPr>
          <p:spPr>
            <a:xfrm>
              <a:off x="2098662" y="241772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t2031"/>
            <p:cNvSpPr/>
            <p:nvPr/>
          </p:nvSpPr>
          <p:spPr>
            <a:xfrm>
              <a:off x="2138534" y="18196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t2032"/>
            <p:cNvSpPr/>
            <p:nvPr/>
          </p:nvSpPr>
          <p:spPr>
            <a:xfrm>
              <a:off x="2082503" y="254932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t2033"/>
            <p:cNvSpPr/>
            <p:nvPr/>
          </p:nvSpPr>
          <p:spPr>
            <a:xfrm>
              <a:off x="2642036" y="258411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t2034"/>
            <p:cNvSpPr/>
            <p:nvPr/>
          </p:nvSpPr>
          <p:spPr>
            <a:xfrm>
              <a:off x="2117130" y="238502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t2035"/>
            <p:cNvSpPr/>
            <p:nvPr/>
          </p:nvSpPr>
          <p:spPr>
            <a:xfrm>
              <a:off x="2191565" y="234755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t2036"/>
            <p:cNvSpPr/>
            <p:nvPr/>
          </p:nvSpPr>
          <p:spPr>
            <a:xfrm>
              <a:off x="3112179" y="20018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t2037"/>
            <p:cNvSpPr/>
            <p:nvPr/>
          </p:nvSpPr>
          <p:spPr>
            <a:xfrm>
              <a:off x="2150781" y="221548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t2038"/>
            <p:cNvSpPr/>
            <p:nvPr/>
          </p:nvSpPr>
          <p:spPr>
            <a:xfrm>
              <a:off x="1997380" y="292585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t2039"/>
            <p:cNvSpPr/>
            <p:nvPr/>
          </p:nvSpPr>
          <p:spPr>
            <a:xfrm>
              <a:off x="2038040" y="18453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t2040"/>
            <p:cNvSpPr/>
            <p:nvPr/>
          </p:nvSpPr>
          <p:spPr>
            <a:xfrm>
              <a:off x="2157844" y="234439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t2041"/>
            <p:cNvSpPr/>
            <p:nvPr/>
          </p:nvSpPr>
          <p:spPr>
            <a:xfrm>
              <a:off x="2688367" y="247490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t2042"/>
            <p:cNvSpPr/>
            <p:nvPr/>
          </p:nvSpPr>
          <p:spPr>
            <a:xfrm>
              <a:off x="3282696" y="178302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t2043"/>
            <p:cNvSpPr/>
            <p:nvPr/>
          </p:nvSpPr>
          <p:spPr>
            <a:xfrm>
              <a:off x="2391153" y="21239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t2044"/>
            <p:cNvSpPr/>
            <p:nvPr/>
          </p:nvSpPr>
          <p:spPr>
            <a:xfrm>
              <a:off x="2328445" y="259485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t2045"/>
            <p:cNvSpPr/>
            <p:nvPr/>
          </p:nvSpPr>
          <p:spPr>
            <a:xfrm>
              <a:off x="2208810" y="238889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t2046"/>
            <p:cNvSpPr/>
            <p:nvPr/>
          </p:nvSpPr>
          <p:spPr>
            <a:xfrm>
              <a:off x="2112763" y="17402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t2047"/>
            <p:cNvSpPr/>
            <p:nvPr/>
          </p:nvSpPr>
          <p:spPr>
            <a:xfrm>
              <a:off x="2727924" y="231976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t2048"/>
            <p:cNvSpPr/>
            <p:nvPr/>
          </p:nvSpPr>
          <p:spPr>
            <a:xfrm>
              <a:off x="1965103" y="230902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t2049"/>
            <p:cNvSpPr/>
            <p:nvPr/>
          </p:nvSpPr>
          <p:spPr>
            <a:xfrm>
              <a:off x="3059119" y="179443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t2050"/>
            <p:cNvSpPr/>
            <p:nvPr/>
          </p:nvSpPr>
          <p:spPr>
            <a:xfrm>
              <a:off x="1608782" y="234973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t2051"/>
            <p:cNvSpPr/>
            <p:nvPr/>
          </p:nvSpPr>
          <p:spPr>
            <a:xfrm>
              <a:off x="2217009" y="27047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t2052"/>
            <p:cNvSpPr/>
            <p:nvPr/>
          </p:nvSpPr>
          <p:spPr>
            <a:xfrm>
              <a:off x="2838614" y="224013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t2053"/>
            <p:cNvSpPr/>
            <p:nvPr/>
          </p:nvSpPr>
          <p:spPr>
            <a:xfrm>
              <a:off x="2451257" y="246392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t2054"/>
            <p:cNvSpPr/>
            <p:nvPr/>
          </p:nvSpPr>
          <p:spPr>
            <a:xfrm>
              <a:off x="2461445" y="248596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t2055"/>
            <p:cNvSpPr/>
            <p:nvPr/>
          </p:nvSpPr>
          <p:spPr>
            <a:xfrm>
              <a:off x="1816529" y="222321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t2056"/>
            <p:cNvSpPr/>
            <p:nvPr/>
          </p:nvSpPr>
          <p:spPr>
            <a:xfrm>
              <a:off x="2166567" y="258473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t2057"/>
            <p:cNvSpPr/>
            <p:nvPr/>
          </p:nvSpPr>
          <p:spPr>
            <a:xfrm>
              <a:off x="2337832" y="237872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t2058"/>
            <p:cNvSpPr/>
            <p:nvPr/>
          </p:nvSpPr>
          <p:spPr>
            <a:xfrm>
              <a:off x="2581497" y="239418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t2059"/>
            <p:cNvSpPr/>
            <p:nvPr/>
          </p:nvSpPr>
          <p:spPr>
            <a:xfrm>
              <a:off x="2051492" y="234735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t2060"/>
            <p:cNvSpPr/>
            <p:nvPr/>
          </p:nvSpPr>
          <p:spPr>
            <a:xfrm>
              <a:off x="2135966" y="15043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t2061"/>
            <p:cNvSpPr/>
            <p:nvPr/>
          </p:nvSpPr>
          <p:spPr>
            <a:xfrm>
              <a:off x="2046649" y="16485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t2062"/>
            <p:cNvSpPr/>
            <p:nvPr/>
          </p:nvSpPr>
          <p:spPr>
            <a:xfrm>
              <a:off x="2572789" y="17884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t2063"/>
            <p:cNvSpPr/>
            <p:nvPr/>
          </p:nvSpPr>
          <p:spPr>
            <a:xfrm>
              <a:off x="2180950" y="211758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t2064"/>
            <p:cNvSpPr/>
            <p:nvPr/>
          </p:nvSpPr>
          <p:spPr>
            <a:xfrm>
              <a:off x="1797344" y="231884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t2065"/>
            <p:cNvSpPr/>
            <p:nvPr/>
          </p:nvSpPr>
          <p:spPr>
            <a:xfrm>
              <a:off x="2202879" y="261404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t2066"/>
            <p:cNvSpPr/>
            <p:nvPr/>
          </p:nvSpPr>
          <p:spPr>
            <a:xfrm>
              <a:off x="2817799" y="233426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t2067"/>
            <p:cNvSpPr/>
            <p:nvPr/>
          </p:nvSpPr>
          <p:spPr>
            <a:xfrm>
              <a:off x="1994256" y="240109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t2068"/>
            <p:cNvSpPr/>
            <p:nvPr/>
          </p:nvSpPr>
          <p:spPr>
            <a:xfrm>
              <a:off x="1998671" y="17409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t2069"/>
            <p:cNvSpPr/>
            <p:nvPr/>
          </p:nvSpPr>
          <p:spPr>
            <a:xfrm>
              <a:off x="2963241" y="18601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t2070"/>
            <p:cNvSpPr/>
            <p:nvPr/>
          </p:nvSpPr>
          <p:spPr>
            <a:xfrm>
              <a:off x="2057622" y="233439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t2071"/>
            <p:cNvSpPr/>
            <p:nvPr/>
          </p:nvSpPr>
          <p:spPr>
            <a:xfrm>
              <a:off x="2252861" y="18442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t2072"/>
            <p:cNvSpPr/>
            <p:nvPr/>
          </p:nvSpPr>
          <p:spPr>
            <a:xfrm>
              <a:off x="1947210" y="217240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t2073"/>
            <p:cNvSpPr/>
            <p:nvPr/>
          </p:nvSpPr>
          <p:spPr>
            <a:xfrm>
              <a:off x="2909376" y="189832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t2074"/>
            <p:cNvSpPr/>
            <p:nvPr/>
          </p:nvSpPr>
          <p:spPr>
            <a:xfrm>
              <a:off x="2726673" y="224930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t2075"/>
            <p:cNvSpPr/>
            <p:nvPr/>
          </p:nvSpPr>
          <p:spPr>
            <a:xfrm>
              <a:off x="2516775" y="248868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t2076"/>
            <p:cNvSpPr/>
            <p:nvPr/>
          </p:nvSpPr>
          <p:spPr>
            <a:xfrm>
              <a:off x="2174007" y="17317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t2077"/>
            <p:cNvSpPr/>
            <p:nvPr/>
          </p:nvSpPr>
          <p:spPr>
            <a:xfrm>
              <a:off x="2543072" y="259901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t2078"/>
            <p:cNvSpPr/>
            <p:nvPr/>
          </p:nvSpPr>
          <p:spPr>
            <a:xfrm>
              <a:off x="2490004" y="242235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t2079"/>
            <p:cNvSpPr/>
            <p:nvPr/>
          </p:nvSpPr>
          <p:spPr>
            <a:xfrm>
              <a:off x="2988647" y="201315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t2080"/>
            <p:cNvSpPr/>
            <p:nvPr/>
          </p:nvSpPr>
          <p:spPr>
            <a:xfrm>
              <a:off x="2952035" y="241837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t2081"/>
            <p:cNvSpPr/>
            <p:nvPr/>
          </p:nvSpPr>
          <p:spPr>
            <a:xfrm>
              <a:off x="2242802" y="15680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t2082"/>
            <p:cNvSpPr/>
            <p:nvPr/>
          </p:nvSpPr>
          <p:spPr>
            <a:xfrm>
              <a:off x="2206542" y="28009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t2083"/>
            <p:cNvSpPr/>
            <p:nvPr/>
          </p:nvSpPr>
          <p:spPr>
            <a:xfrm>
              <a:off x="2651860" y="242227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t2084"/>
            <p:cNvSpPr/>
            <p:nvPr/>
          </p:nvSpPr>
          <p:spPr>
            <a:xfrm>
              <a:off x="2082066" y="234076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t2085"/>
            <p:cNvSpPr/>
            <p:nvPr/>
          </p:nvSpPr>
          <p:spPr>
            <a:xfrm>
              <a:off x="2136664" y="237635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t2086"/>
            <p:cNvSpPr/>
            <p:nvPr/>
          </p:nvSpPr>
          <p:spPr>
            <a:xfrm>
              <a:off x="2458979" y="246993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t2087"/>
            <p:cNvSpPr/>
            <p:nvPr/>
          </p:nvSpPr>
          <p:spPr>
            <a:xfrm>
              <a:off x="2075917" y="18511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t2088"/>
            <p:cNvSpPr/>
            <p:nvPr/>
          </p:nvSpPr>
          <p:spPr>
            <a:xfrm>
              <a:off x="3331581" y="21883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t2089"/>
            <p:cNvSpPr/>
            <p:nvPr/>
          </p:nvSpPr>
          <p:spPr>
            <a:xfrm>
              <a:off x="2639948" y="18303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t2090"/>
            <p:cNvSpPr/>
            <p:nvPr/>
          </p:nvSpPr>
          <p:spPr>
            <a:xfrm>
              <a:off x="2430892" y="262283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t2091"/>
            <p:cNvSpPr/>
            <p:nvPr/>
          </p:nvSpPr>
          <p:spPr>
            <a:xfrm>
              <a:off x="2148479" y="233886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t2092"/>
            <p:cNvSpPr/>
            <p:nvPr/>
          </p:nvSpPr>
          <p:spPr>
            <a:xfrm>
              <a:off x="1861435" y="257433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t2093"/>
            <p:cNvSpPr/>
            <p:nvPr/>
          </p:nvSpPr>
          <p:spPr>
            <a:xfrm>
              <a:off x="2075799" y="15741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t2094"/>
            <p:cNvSpPr/>
            <p:nvPr/>
          </p:nvSpPr>
          <p:spPr>
            <a:xfrm>
              <a:off x="2929442" y="199833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t2095"/>
            <p:cNvSpPr/>
            <p:nvPr/>
          </p:nvSpPr>
          <p:spPr>
            <a:xfrm>
              <a:off x="2463195" y="209784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t2096"/>
            <p:cNvSpPr/>
            <p:nvPr/>
          </p:nvSpPr>
          <p:spPr>
            <a:xfrm>
              <a:off x="2040355" y="261591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t2097"/>
            <p:cNvSpPr/>
            <p:nvPr/>
          </p:nvSpPr>
          <p:spPr>
            <a:xfrm>
              <a:off x="2818899" y="233868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t2098"/>
            <p:cNvSpPr/>
            <p:nvPr/>
          </p:nvSpPr>
          <p:spPr>
            <a:xfrm>
              <a:off x="1886964" y="226817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t2099"/>
            <p:cNvSpPr/>
            <p:nvPr/>
          </p:nvSpPr>
          <p:spPr>
            <a:xfrm>
              <a:off x="2789453" y="228301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t2100"/>
            <p:cNvSpPr/>
            <p:nvPr/>
          </p:nvSpPr>
          <p:spPr>
            <a:xfrm>
              <a:off x="2157236" y="258210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t2101"/>
            <p:cNvSpPr/>
            <p:nvPr/>
          </p:nvSpPr>
          <p:spPr>
            <a:xfrm>
              <a:off x="1990717" y="27393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t2102"/>
            <p:cNvSpPr/>
            <p:nvPr/>
          </p:nvSpPr>
          <p:spPr>
            <a:xfrm>
              <a:off x="2852152" y="18267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t2103"/>
            <p:cNvSpPr/>
            <p:nvPr/>
          </p:nvSpPr>
          <p:spPr>
            <a:xfrm>
              <a:off x="2205251" y="14047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t2104"/>
            <p:cNvSpPr/>
            <p:nvPr/>
          </p:nvSpPr>
          <p:spPr>
            <a:xfrm>
              <a:off x="2274145" y="259725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t2105"/>
            <p:cNvSpPr/>
            <p:nvPr/>
          </p:nvSpPr>
          <p:spPr>
            <a:xfrm>
              <a:off x="3025864" y="18185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t2106"/>
            <p:cNvSpPr/>
            <p:nvPr/>
          </p:nvSpPr>
          <p:spPr>
            <a:xfrm>
              <a:off x="2190783" y="254096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t2107"/>
            <p:cNvSpPr/>
            <p:nvPr/>
          </p:nvSpPr>
          <p:spPr>
            <a:xfrm>
              <a:off x="2213841" y="17776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t2108"/>
            <p:cNvSpPr/>
            <p:nvPr/>
          </p:nvSpPr>
          <p:spPr>
            <a:xfrm>
              <a:off x="2263490" y="294975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t2109"/>
            <p:cNvSpPr/>
            <p:nvPr/>
          </p:nvSpPr>
          <p:spPr>
            <a:xfrm>
              <a:off x="2385567" y="257806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t2110"/>
            <p:cNvSpPr/>
            <p:nvPr/>
          </p:nvSpPr>
          <p:spPr>
            <a:xfrm>
              <a:off x="2536642" y="238902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t2111"/>
            <p:cNvSpPr/>
            <p:nvPr/>
          </p:nvSpPr>
          <p:spPr>
            <a:xfrm>
              <a:off x="2619919" y="261513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t2112"/>
            <p:cNvSpPr/>
            <p:nvPr/>
          </p:nvSpPr>
          <p:spPr>
            <a:xfrm>
              <a:off x="2771460" y="252212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t2113"/>
            <p:cNvSpPr/>
            <p:nvPr/>
          </p:nvSpPr>
          <p:spPr>
            <a:xfrm>
              <a:off x="3057386" y="17647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t2114"/>
            <p:cNvSpPr/>
            <p:nvPr/>
          </p:nvSpPr>
          <p:spPr>
            <a:xfrm>
              <a:off x="2128673" y="254483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t2115"/>
            <p:cNvSpPr/>
            <p:nvPr/>
          </p:nvSpPr>
          <p:spPr>
            <a:xfrm>
              <a:off x="2116815" y="17941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t2116"/>
            <p:cNvSpPr/>
            <p:nvPr/>
          </p:nvSpPr>
          <p:spPr>
            <a:xfrm>
              <a:off x="2111313" y="245012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t2117"/>
            <p:cNvSpPr/>
            <p:nvPr/>
          </p:nvSpPr>
          <p:spPr>
            <a:xfrm>
              <a:off x="2092090" y="235389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t2118"/>
            <p:cNvSpPr/>
            <p:nvPr/>
          </p:nvSpPr>
          <p:spPr>
            <a:xfrm>
              <a:off x="3092368" y="20043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t2119"/>
            <p:cNvSpPr/>
            <p:nvPr/>
          </p:nvSpPr>
          <p:spPr>
            <a:xfrm>
              <a:off x="2857913" y="258369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t2120"/>
            <p:cNvSpPr/>
            <p:nvPr/>
          </p:nvSpPr>
          <p:spPr>
            <a:xfrm>
              <a:off x="2168685" y="250240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t2121"/>
            <p:cNvSpPr/>
            <p:nvPr/>
          </p:nvSpPr>
          <p:spPr>
            <a:xfrm>
              <a:off x="2927424" y="24245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t2122"/>
            <p:cNvSpPr/>
            <p:nvPr/>
          </p:nvSpPr>
          <p:spPr>
            <a:xfrm>
              <a:off x="2160844" y="15943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t2123"/>
            <p:cNvSpPr/>
            <p:nvPr/>
          </p:nvSpPr>
          <p:spPr>
            <a:xfrm>
              <a:off x="2238851" y="237113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t2124"/>
            <p:cNvSpPr/>
            <p:nvPr/>
          </p:nvSpPr>
          <p:spPr>
            <a:xfrm>
              <a:off x="2991704" y="214704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t2125"/>
            <p:cNvSpPr/>
            <p:nvPr/>
          </p:nvSpPr>
          <p:spPr>
            <a:xfrm>
              <a:off x="2670799" y="256747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t2126"/>
            <p:cNvSpPr/>
            <p:nvPr/>
          </p:nvSpPr>
          <p:spPr>
            <a:xfrm>
              <a:off x="2041518" y="254096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t2127"/>
            <p:cNvSpPr/>
            <p:nvPr/>
          </p:nvSpPr>
          <p:spPr>
            <a:xfrm>
              <a:off x="2108419" y="254991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t2128"/>
            <p:cNvSpPr/>
            <p:nvPr/>
          </p:nvSpPr>
          <p:spPr>
            <a:xfrm>
              <a:off x="3325701" y="239650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t2129"/>
            <p:cNvSpPr/>
            <p:nvPr/>
          </p:nvSpPr>
          <p:spPr>
            <a:xfrm>
              <a:off x="1975326" y="257247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t2130"/>
            <p:cNvSpPr/>
            <p:nvPr/>
          </p:nvSpPr>
          <p:spPr>
            <a:xfrm>
              <a:off x="3063495" y="18886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t2131"/>
            <p:cNvSpPr/>
            <p:nvPr/>
          </p:nvSpPr>
          <p:spPr>
            <a:xfrm>
              <a:off x="2085916" y="243073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t2132"/>
            <p:cNvSpPr/>
            <p:nvPr/>
          </p:nvSpPr>
          <p:spPr>
            <a:xfrm>
              <a:off x="2077451" y="15788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t2133"/>
            <p:cNvSpPr/>
            <p:nvPr/>
          </p:nvSpPr>
          <p:spPr>
            <a:xfrm>
              <a:off x="2251960" y="253006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t2134"/>
            <p:cNvSpPr/>
            <p:nvPr/>
          </p:nvSpPr>
          <p:spPr>
            <a:xfrm>
              <a:off x="2068843" y="271564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t2135"/>
            <p:cNvSpPr/>
            <p:nvPr/>
          </p:nvSpPr>
          <p:spPr>
            <a:xfrm>
              <a:off x="2263650" y="16024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t2136"/>
            <p:cNvSpPr/>
            <p:nvPr/>
          </p:nvSpPr>
          <p:spPr>
            <a:xfrm>
              <a:off x="2834013" y="17609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t2137"/>
            <p:cNvSpPr/>
            <p:nvPr/>
          </p:nvSpPr>
          <p:spPr>
            <a:xfrm>
              <a:off x="2119259" y="249998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t2138"/>
            <p:cNvSpPr/>
            <p:nvPr/>
          </p:nvSpPr>
          <p:spPr>
            <a:xfrm>
              <a:off x="1984324" y="228198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t2139"/>
            <p:cNvSpPr/>
            <p:nvPr/>
          </p:nvSpPr>
          <p:spPr>
            <a:xfrm>
              <a:off x="2613650" y="21052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t2140"/>
            <p:cNvSpPr/>
            <p:nvPr/>
          </p:nvSpPr>
          <p:spPr>
            <a:xfrm>
              <a:off x="2171448" y="15573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t2141"/>
            <p:cNvSpPr/>
            <p:nvPr/>
          </p:nvSpPr>
          <p:spPr>
            <a:xfrm>
              <a:off x="2768326" y="23091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t2142"/>
            <p:cNvSpPr/>
            <p:nvPr/>
          </p:nvSpPr>
          <p:spPr>
            <a:xfrm>
              <a:off x="2086924" y="249211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t2143"/>
            <p:cNvSpPr/>
            <p:nvPr/>
          </p:nvSpPr>
          <p:spPr>
            <a:xfrm>
              <a:off x="2061434" y="25676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t2144"/>
            <p:cNvSpPr/>
            <p:nvPr/>
          </p:nvSpPr>
          <p:spPr>
            <a:xfrm>
              <a:off x="2977466" y="248772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t2145"/>
            <p:cNvSpPr/>
            <p:nvPr/>
          </p:nvSpPr>
          <p:spPr>
            <a:xfrm>
              <a:off x="3086500" y="210508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t2146"/>
            <p:cNvSpPr/>
            <p:nvPr/>
          </p:nvSpPr>
          <p:spPr>
            <a:xfrm>
              <a:off x="2915988" y="232283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t2147"/>
            <p:cNvSpPr/>
            <p:nvPr/>
          </p:nvSpPr>
          <p:spPr>
            <a:xfrm>
              <a:off x="2823369" y="15942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t2148"/>
            <p:cNvSpPr/>
            <p:nvPr/>
          </p:nvSpPr>
          <p:spPr>
            <a:xfrm>
              <a:off x="3365937" y="171096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t2149"/>
            <p:cNvSpPr/>
            <p:nvPr/>
          </p:nvSpPr>
          <p:spPr>
            <a:xfrm>
              <a:off x="2792197" y="224586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t2150"/>
            <p:cNvSpPr/>
            <p:nvPr/>
          </p:nvSpPr>
          <p:spPr>
            <a:xfrm>
              <a:off x="2942264" y="179047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t2151"/>
            <p:cNvSpPr/>
            <p:nvPr/>
          </p:nvSpPr>
          <p:spPr>
            <a:xfrm>
              <a:off x="1865581" y="291336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t2152"/>
            <p:cNvSpPr/>
            <p:nvPr/>
          </p:nvSpPr>
          <p:spPr>
            <a:xfrm>
              <a:off x="2013225" y="16730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t2153"/>
            <p:cNvSpPr/>
            <p:nvPr/>
          </p:nvSpPr>
          <p:spPr>
            <a:xfrm>
              <a:off x="1963276" y="217176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t2154"/>
            <p:cNvSpPr/>
            <p:nvPr/>
          </p:nvSpPr>
          <p:spPr>
            <a:xfrm>
              <a:off x="2064492" y="239572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t2155"/>
            <p:cNvSpPr/>
            <p:nvPr/>
          </p:nvSpPr>
          <p:spPr>
            <a:xfrm>
              <a:off x="2922186" y="231330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t2156"/>
            <p:cNvSpPr/>
            <p:nvPr/>
          </p:nvSpPr>
          <p:spPr>
            <a:xfrm>
              <a:off x="2378158" y="17081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t2157"/>
            <p:cNvSpPr/>
            <p:nvPr/>
          </p:nvSpPr>
          <p:spPr>
            <a:xfrm>
              <a:off x="2056581" y="236421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t2158"/>
            <p:cNvSpPr/>
            <p:nvPr/>
          </p:nvSpPr>
          <p:spPr>
            <a:xfrm>
              <a:off x="2130790" y="24672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t2159"/>
            <p:cNvSpPr/>
            <p:nvPr/>
          </p:nvSpPr>
          <p:spPr>
            <a:xfrm>
              <a:off x="2064094" y="242502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t2160"/>
            <p:cNvSpPr/>
            <p:nvPr/>
          </p:nvSpPr>
          <p:spPr>
            <a:xfrm>
              <a:off x="3114626" y="15383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t2161"/>
            <p:cNvSpPr/>
            <p:nvPr/>
          </p:nvSpPr>
          <p:spPr>
            <a:xfrm>
              <a:off x="2645792" y="16088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t2162"/>
            <p:cNvSpPr/>
            <p:nvPr/>
          </p:nvSpPr>
          <p:spPr>
            <a:xfrm>
              <a:off x="2711305" y="216303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t2163"/>
            <p:cNvSpPr/>
            <p:nvPr/>
          </p:nvSpPr>
          <p:spPr>
            <a:xfrm>
              <a:off x="2078350" y="238343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t2164"/>
            <p:cNvSpPr/>
            <p:nvPr/>
          </p:nvSpPr>
          <p:spPr>
            <a:xfrm>
              <a:off x="2905177" y="19500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t2165"/>
            <p:cNvSpPr/>
            <p:nvPr/>
          </p:nvSpPr>
          <p:spPr>
            <a:xfrm>
              <a:off x="2188478" y="234429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t2166"/>
            <p:cNvSpPr/>
            <p:nvPr/>
          </p:nvSpPr>
          <p:spPr>
            <a:xfrm>
              <a:off x="2346463" y="26174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t2167"/>
            <p:cNvSpPr/>
            <p:nvPr/>
          </p:nvSpPr>
          <p:spPr>
            <a:xfrm>
              <a:off x="2418269" y="25819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t2168"/>
            <p:cNvSpPr/>
            <p:nvPr/>
          </p:nvSpPr>
          <p:spPr>
            <a:xfrm>
              <a:off x="2182587" y="17679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t2169"/>
            <p:cNvSpPr/>
            <p:nvPr/>
          </p:nvSpPr>
          <p:spPr>
            <a:xfrm>
              <a:off x="2977379" y="21776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t2170"/>
            <p:cNvSpPr/>
            <p:nvPr/>
          </p:nvSpPr>
          <p:spPr>
            <a:xfrm>
              <a:off x="2819047" y="253829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t2171"/>
            <p:cNvSpPr/>
            <p:nvPr/>
          </p:nvSpPr>
          <p:spPr>
            <a:xfrm>
              <a:off x="2154950" y="249430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t2172"/>
            <p:cNvSpPr/>
            <p:nvPr/>
          </p:nvSpPr>
          <p:spPr>
            <a:xfrm>
              <a:off x="2841623" y="249588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t2173"/>
            <p:cNvSpPr/>
            <p:nvPr/>
          </p:nvSpPr>
          <p:spPr>
            <a:xfrm>
              <a:off x="3097789" y="207067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t2174"/>
            <p:cNvSpPr/>
            <p:nvPr/>
          </p:nvSpPr>
          <p:spPr>
            <a:xfrm>
              <a:off x="2170571" y="19333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t2175"/>
            <p:cNvSpPr/>
            <p:nvPr/>
          </p:nvSpPr>
          <p:spPr>
            <a:xfrm>
              <a:off x="2456429" y="246323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t2176"/>
            <p:cNvSpPr/>
            <p:nvPr/>
          </p:nvSpPr>
          <p:spPr>
            <a:xfrm>
              <a:off x="2203717" y="259559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t2177"/>
            <p:cNvSpPr/>
            <p:nvPr/>
          </p:nvSpPr>
          <p:spPr>
            <a:xfrm>
              <a:off x="2654357" y="255979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t2178"/>
            <p:cNvSpPr/>
            <p:nvPr/>
          </p:nvSpPr>
          <p:spPr>
            <a:xfrm>
              <a:off x="2727824" y="245907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t2179"/>
            <p:cNvSpPr/>
            <p:nvPr/>
          </p:nvSpPr>
          <p:spPr>
            <a:xfrm>
              <a:off x="2999684" y="222403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t2180"/>
            <p:cNvSpPr/>
            <p:nvPr/>
          </p:nvSpPr>
          <p:spPr>
            <a:xfrm>
              <a:off x="3017389" y="255133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t2181"/>
            <p:cNvSpPr/>
            <p:nvPr/>
          </p:nvSpPr>
          <p:spPr>
            <a:xfrm>
              <a:off x="2973380" y="245904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t2182"/>
            <p:cNvSpPr/>
            <p:nvPr/>
          </p:nvSpPr>
          <p:spPr>
            <a:xfrm>
              <a:off x="2567438" y="248332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t2183"/>
            <p:cNvSpPr/>
            <p:nvPr/>
          </p:nvSpPr>
          <p:spPr>
            <a:xfrm>
              <a:off x="2642317" y="16940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t2184"/>
            <p:cNvSpPr/>
            <p:nvPr/>
          </p:nvSpPr>
          <p:spPr>
            <a:xfrm>
              <a:off x="2737677" y="265506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t2185"/>
            <p:cNvSpPr/>
            <p:nvPr/>
          </p:nvSpPr>
          <p:spPr>
            <a:xfrm>
              <a:off x="3241950" y="193086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t2186"/>
            <p:cNvSpPr/>
            <p:nvPr/>
          </p:nvSpPr>
          <p:spPr>
            <a:xfrm>
              <a:off x="2835290" y="22205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t2187"/>
            <p:cNvSpPr/>
            <p:nvPr/>
          </p:nvSpPr>
          <p:spPr>
            <a:xfrm>
              <a:off x="2094942" y="262416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t2188"/>
            <p:cNvSpPr/>
            <p:nvPr/>
          </p:nvSpPr>
          <p:spPr>
            <a:xfrm>
              <a:off x="2199441" y="14880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t2189"/>
            <p:cNvSpPr/>
            <p:nvPr/>
          </p:nvSpPr>
          <p:spPr>
            <a:xfrm>
              <a:off x="2013693" y="226629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t2190"/>
            <p:cNvSpPr/>
            <p:nvPr/>
          </p:nvSpPr>
          <p:spPr>
            <a:xfrm>
              <a:off x="2682708" y="256305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t2191"/>
            <p:cNvSpPr/>
            <p:nvPr/>
          </p:nvSpPr>
          <p:spPr>
            <a:xfrm>
              <a:off x="2571692" y="245068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t2192"/>
            <p:cNvSpPr/>
            <p:nvPr/>
          </p:nvSpPr>
          <p:spPr>
            <a:xfrm>
              <a:off x="2079936" y="240186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t2193"/>
            <p:cNvSpPr/>
            <p:nvPr/>
          </p:nvSpPr>
          <p:spPr>
            <a:xfrm>
              <a:off x="2130835" y="237776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t2194"/>
            <p:cNvSpPr/>
            <p:nvPr/>
          </p:nvSpPr>
          <p:spPr>
            <a:xfrm>
              <a:off x="2983730" y="20241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t2195"/>
            <p:cNvSpPr/>
            <p:nvPr/>
          </p:nvSpPr>
          <p:spPr>
            <a:xfrm>
              <a:off x="2200624" y="16767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t2196"/>
            <p:cNvSpPr/>
            <p:nvPr/>
          </p:nvSpPr>
          <p:spPr>
            <a:xfrm>
              <a:off x="2296182" y="255405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t2197"/>
            <p:cNvSpPr/>
            <p:nvPr/>
          </p:nvSpPr>
          <p:spPr>
            <a:xfrm>
              <a:off x="2517139" y="16544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t2198"/>
            <p:cNvSpPr/>
            <p:nvPr/>
          </p:nvSpPr>
          <p:spPr>
            <a:xfrm>
              <a:off x="3039996" y="224704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t2199"/>
            <p:cNvSpPr/>
            <p:nvPr/>
          </p:nvSpPr>
          <p:spPr>
            <a:xfrm>
              <a:off x="2583582" y="225582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t2200"/>
            <p:cNvSpPr/>
            <p:nvPr/>
          </p:nvSpPr>
          <p:spPr>
            <a:xfrm>
              <a:off x="3126202" y="246923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t2201"/>
            <p:cNvSpPr/>
            <p:nvPr/>
          </p:nvSpPr>
          <p:spPr>
            <a:xfrm>
              <a:off x="2584575" y="234190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t2202"/>
            <p:cNvSpPr/>
            <p:nvPr/>
          </p:nvSpPr>
          <p:spPr>
            <a:xfrm>
              <a:off x="2940626" y="234936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t2203"/>
            <p:cNvSpPr/>
            <p:nvPr/>
          </p:nvSpPr>
          <p:spPr>
            <a:xfrm>
              <a:off x="2507399" y="238680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t2204"/>
            <p:cNvSpPr/>
            <p:nvPr/>
          </p:nvSpPr>
          <p:spPr>
            <a:xfrm>
              <a:off x="2117112" y="235195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t2205"/>
            <p:cNvSpPr/>
            <p:nvPr/>
          </p:nvSpPr>
          <p:spPr>
            <a:xfrm>
              <a:off x="2219491" y="276540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t2206"/>
            <p:cNvSpPr/>
            <p:nvPr/>
          </p:nvSpPr>
          <p:spPr>
            <a:xfrm>
              <a:off x="2239263" y="15049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t2207"/>
            <p:cNvSpPr/>
            <p:nvPr/>
          </p:nvSpPr>
          <p:spPr>
            <a:xfrm>
              <a:off x="3135228" y="181497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t2208"/>
            <p:cNvSpPr/>
            <p:nvPr/>
          </p:nvSpPr>
          <p:spPr>
            <a:xfrm>
              <a:off x="2344175" y="26901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t2209"/>
            <p:cNvSpPr/>
            <p:nvPr/>
          </p:nvSpPr>
          <p:spPr>
            <a:xfrm>
              <a:off x="2153016" y="230464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t2210"/>
            <p:cNvSpPr/>
            <p:nvPr/>
          </p:nvSpPr>
          <p:spPr>
            <a:xfrm>
              <a:off x="2774587" y="256116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t2211"/>
            <p:cNvSpPr/>
            <p:nvPr/>
          </p:nvSpPr>
          <p:spPr>
            <a:xfrm>
              <a:off x="2185330" y="18270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t2212"/>
            <p:cNvSpPr/>
            <p:nvPr/>
          </p:nvSpPr>
          <p:spPr>
            <a:xfrm>
              <a:off x="2171756" y="223323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t2213"/>
            <p:cNvSpPr/>
            <p:nvPr/>
          </p:nvSpPr>
          <p:spPr>
            <a:xfrm>
              <a:off x="3035551" y="226145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t2214"/>
            <p:cNvSpPr/>
            <p:nvPr/>
          </p:nvSpPr>
          <p:spPr>
            <a:xfrm>
              <a:off x="3053191" y="182742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t2215"/>
            <p:cNvSpPr/>
            <p:nvPr/>
          </p:nvSpPr>
          <p:spPr>
            <a:xfrm>
              <a:off x="2153807" y="16568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t2216"/>
            <p:cNvSpPr/>
            <p:nvPr/>
          </p:nvSpPr>
          <p:spPr>
            <a:xfrm>
              <a:off x="2658381" y="229106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t2217"/>
            <p:cNvSpPr/>
            <p:nvPr/>
          </p:nvSpPr>
          <p:spPr>
            <a:xfrm>
              <a:off x="2864932" y="209257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t2218"/>
            <p:cNvSpPr/>
            <p:nvPr/>
          </p:nvSpPr>
          <p:spPr>
            <a:xfrm>
              <a:off x="2982437" y="21252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t2219"/>
            <p:cNvSpPr/>
            <p:nvPr/>
          </p:nvSpPr>
          <p:spPr>
            <a:xfrm>
              <a:off x="2062324" y="246849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t2220"/>
            <p:cNvSpPr/>
            <p:nvPr/>
          </p:nvSpPr>
          <p:spPr>
            <a:xfrm>
              <a:off x="2995181" y="237521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t2221"/>
            <p:cNvSpPr/>
            <p:nvPr/>
          </p:nvSpPr>
          <p:spPr>
            <a:xfrm>
              <a:off x="2684270" y="247832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t2222"/>
            <p:cNvSpPr/>
            <p:nvPr/>
          </p:nvSpPr>
          <p:spPr>
            <a:xfrm>
              <a:off x="3104896" y="22594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t2223"/>
            <p:cNvSpPr/>
            <p:nvPr/>
          </p:nvSpPr>
          <p:spPr>
            <a:xfrm>
              <a:off x="3342150" y="177235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t2224"/>
            <p:cNvSpPr/>
            <p:nvPr/>
          </p:nvSpPr>
          <p:spPr>
            <a:xfrm>
              <a:off x="3051038" y="230072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t2225"/>
            <p:cNvSpPr/>
            <p:nvPr/>
          </p:nvSpPr>
          <p:spPr>
            <a:xfrm>
              <a:off x="2708269" y="235975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t2226"/>
            <p:cNvSpPr/>
            <p:nvPr/>
          </p:nvSpPr>
          <p:spPr>
            <a:xfrm>
              <a:off x="2627541" y="215549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t2227"/>
            <p:cNvSpPr/>
            <p:nvPr/>
          </p:nvSpPr>
          <p:spPr>
            <a:xfrm>
              <a:off x="2644844" y="16524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t2228"/>
            <p:cNvSpPr/>
            <p:nvPr/>
          </p:nvSpPr>
          <p:spPr>
            <a:xfrm>
              <a:off x="2829968" y="23063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t2229"/>
            <p:cNvSpPr/>
            <p:nvPr/>
          </p:nvSpPr>
          <p:spPr>
            <a:xfrm>
              <a:off x="2090240" y="255491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t2230"/>
            <p:cNvSpPr/>
            <p:nvPr/>
          </p:nvSpPr>
          <p:spPr>
            <a:xfrm>
              <a:off x="2069600" y="234257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t2231"/>
            <p:cNvSpPr/>
            <p:nvPr/>
          </p:nvSpPr>
          <p:spPr>
            <a:xfrm>
              <a:off x="2822072" y="194793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t2232"/>
            <p:cNvSpPr/>
            <p:nvPr/>
          </p:nvSpPr>
          <p:spPr>
            <a:xfrm>
              <a:off x="2118218" y="18411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t2233"/>
            <p:cNvSpPr/>
            <p:nvPr/>
          </p:nvSpPr>
          <p:spPr>
            <a:xfrm>
              <a:off x="2457919" y="238286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t2234"/>
            <p:cNvSpPr/>
            <p:nvPr/>
          </p:nvSpPr>
          <p:spPr>
            <a:xfrm>
              <a:off x="1881315" y="219276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t2235"/>
            <p:cNvSpPr/>
            <p:nvPr/>
          </p:nvSpPr>
          <p:spPr>
            <a:xfrm>
              <a:off x="2563040" y="235899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t2236"/>
            <p:cNvSpPr/>
            <p:nvPr/>
          </p:nvSpPr>
          <p:spPr>
            <a:xfrm>
              <a:off x="2485027" y="224621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t2237"/>
            <p:cNvSpPr/>
            <p:nvPr/>
          </p:nvSpPr>
          <p:spPr>
            <a:xfrm>
              <a:off x="3418814" y="191118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t2238"/>
            <p:cNvSpPr/>
            <p:nvPr/>
          </p:nvSpPr>
          <p:spPr>
            <a:xfrm>
              <a:off x="2108362" y="15913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t2239"/>
            <p:cNvSpPr/>
            <p:nvPr/>
          </p:nvSpPr>
          <p:spPr>
            <a:xfrm>
              <a:off x="2223639" y="237776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t2240"/>
            <p:cNvSpPr/>
            <p:nvPr/>
          </p:nvSpPr>
          <p:spPr>
            <a:xfrm>
              <a:off x="2506841" y="204768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t2241"/>
            <p:cNvSpPr/>
            <p:nvPr/>
          </p:nvSpPr>
          <p:spPr>
            <a:xfrm>
              <a:off x="2541700" y="206696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t2242"/>
            <p:cNvSpPr/>
            <p:nvPr/>
          </p:nvSpPr>
          <p:spPr>
            <a:xfrm>
              <a:off x="2736031" y="233069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t2243"/>
            <p:cNvSpPr/>
            <p:nvPr/>
          </p:nvSpPr>
          <p:spPr>
            <a:xfrm>
              <a:off x="2523213" y="18558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t2244"/>
            <p:cNvSpPr/>
            <p:nvPr/>
          </p:nvSpPr>
          <p:spPr>
            <a:xfrm>
              <a:off x="2972806" y="248050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t2245"/>
            <p:cNvSpPr/>
            <p:nvPr/>
          </p:nvSpPr>
          <p:spPr>
            <a:xfrm>
              <a:off x="2989273" y="235367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t2246"/>
            <p:cNvSpPr/>
            <p:nvPr/>
          </p:nvSpPr>
          <p:spPr>
            <a:xfrm>
              <a:off x="2616797" y="223835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t2247"/>
            <p:cNvSpPr/>
            <p:nvPr/>
          </p:nvSpPr>
          <p:spPr>
            <a:xfrm>
              <a:off x="3144377" y="20986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t2248"/>
            <p:cNvSpPr/>
            <p:nvPr/>
          </p:nvSpPr>
          <p:spPr>
            <a:xfrm>
              <a:off x="3036973" y="18764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t2249"/>
            <p:cNvSpPr/>
            <p:nvPr/>
          </p:nvSpPr>
          <p:spPr>
            <a:xfrm>
              <a:off x="2532309" y="272684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t2250"/>
            <p:cNvSpPr/>
            <p:nvPr/>
          </p:nvSpPr>
          <p:spPr>
            <a:xfrm>
              <a:off x="2974675" y="22708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t2251"/>
            <p:cNvSpPr/>
            <p:nvPr/>
          </p:nvSpPr>
          <p:spPr>
            <a:xfrm>
              <a:off x="2386234" y="254505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t2252"/>
            <p:cNvSpPr/>
            <p:nvPr/>
          </p:nvSpPr>
          <p:spPr>
            <a:xfrm>
              <a:off x="2224631" y="247964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t2253"/>
            <p:cNvSpPr/>
            <p:nvPr/>
          </p:nvSpPr>
          <p:spPr>
            <a:xfrm>
              <a:off x="2739742" y="22785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t2254"/>
            <p:cNvSpPr/>
            <p:nvPr/>
          </p:nvSpPr>
          <p:spPr>
            <a:xfrm>
              <a:off x="2645922" y="263045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t2255"/>
            <p:cNvSpPr/>
            <p:nvPr/>
          </p:nvSpPr>
          <p:spPr>
            <a:xfrm>
              <a:off x="2118341" y="242239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t2256"/>
            <p:cNvSpPr/>
            <p:nvPr/>
          </p:nvSpPr>
          <p:spPr>
            <a:xfrm>
              <a:off x="2008793" y="15776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t2257"/>
            <p:cNvSpPr/>
            <p:nvPr/>
          </p:nvSpPr>
          <p:spPr>
            <a:xfrm>
              <a:off x="3068954" y="20215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t2258"/>
            <p:cNvSpPr/>
            <p:nvPr/>
          </p:nvSpPr>
          <p:spPr>
            <a:xfrm>
              <a:off x="2200025" y="265965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t2259"/>
            <p:cNvSpPr/>
            <p:nvPr/>
          </p:nvSpPr>
          <p:spPr>
            <a:xfrm>
              <a:off x="2670699" y="262174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t2260"/>
            <p:cNvSpPr/>
            <p:nvPr/>
          </p:nvSpPr>
          <p:spPr>
            <a:xfrm>
              <a:off x="2016111" y="246904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t2261"/>
            <p:cNvSpPr/>
            <p:nvPr/>
          </p:nvSpPr>
          <p:spPr>
            <a:xfrm>
              <a:off x="2249429" y="230576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t2262"/>
            <p:cNvSpPr/>
            <p:nvPr/>
          </p:nvSpPr>
          <p:spPr>
            <a:xfrm>
              <a:off x="2729491" y="245347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t2263"/>
            <p:cNvSpPr/>
            <p:nvPr/>
          </p:nvSpPr>
          <p:spPr>
            <a:xfrm>
              <a:off x="2232703" y="16070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t2264"/>
            <p:cNvSpPr/>
            <p:nvPr/>
          </p:nvSpPr>
          <p:spPr>
            <a:xfrm>
              <a:off x="2276706" y="260614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t2265"/>
            <p:cNvSpPr/>
            <p:nvPr/>
          </p:nvSpPr>
          <p:spPr>
            <a:xfrm>
              <a:off x="2732993" y="243550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t2266"/>
            <p:cNvSpPr/>
            <p:nvPr/>
          </p:nvSpPr>
          <p:spPr>
            <a:xfrm>
              <a:off x="2054281" y="243928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t2267"/>
            <p:cNvSpPr/>
            <p:nvPr/>
          </p:nvSpPr>
          <p:spPr>
            <a:xfrm>
              <a:off x="2910982" y="21057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t2268"/>
            <p:cNvSpPr/>
            <p:nvPr/>
          </p:nvSpPr>
          <p:spPr>
            <a:xfrm>
              <a:off x="2173957" y="16412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t2269"/>
            <p:cNvSpPr/>
            <p:nvPr/>
          </p:nvSpPr>
          <p:spPr>
            <a:xfrm>
              <a:off x="2363042" y="24374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t2270"/>
            <p:cNvSpPr/>
            <p:nvPr/>
          </p:nvSpPr>
          <p:spPr>
            <a:xfrm>
              <a:off x="2519566" y="15653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t2271"/>
            <p:cNvSpPr/>
            <p:nvPr/>
          </p:nvSpPr>
          <p:spPr>
            <a:xfrm>
              <a:off x="2512268" y="212223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t2272"/>
            <p:cNvSpPr/>
            <p:nvPr/>
          </p:nvSpPr>
          <p:spPr>
            <a:xfrm>
              <a:off x="2402798" y="246355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t2273"/>
            <p:cNvSpPr/>
            <p:nvPr/>
          </p:nvSpPr>
          <p:spPr>
            <a:xfrm>
              <a:off x="2471096" y="205088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t2274"/>
            <p:cNvSpPr/>
            <p:nvPr/>
          </p:nvSpPr>
          <p:spPr>
            <a:xfrm>
              <a:off x="3068537" y="236320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t2275"/>
            <p:cNvSpPr/>
            <p:nvPr/>
          </p:nvSpPr>
          <p:spPr>
            <a:xfrm>
              <a:off x="2974259" y="233193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t2276"/>
            <p:cNvSpPr/>
            <p:nvPr/>
          </p:nvSpPr>
          <p:spPr>
            <a:xfrm>
              <a:off x="3149401" y="186579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t2277"/>
            <p:cNvSpPr/>
            <p:nvPr/>
          </p:nvSpPr>
          <p:spPr>
            <a:xfrm>
              <a:off x="2619090" y="231414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t2278"/>
            <p:cNvSpPr/>
            <p:nvPr/>
          </p:nvSpPr>
          <p:spPr>
            <a:xfrm>
              <a:off x="2989916" y="237557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t2279"/>
            <p:cNvSpPr/>
            <p:nvPr/>
          </p:nvSpPr>
          <p:spPr>
            <a:xfrm>
              <a:off x="2138633" y="228277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t2280"/>
            <p:cNvSpPr/>
            <p:nvPr/>
          </p:nvSpPr>
          <p:spPr>
            <a:xfrm>
              <a:off x="2869789" y="182204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t2281"/>
            <p:cNvSpPr/>
            <p:nvPr/>
          </p:nvSpPr>
          <p:spPr>
            <a:xfrm>
              <a:off x="2646567" y="253075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t2282"/>
            <p:cNvSpPr/>
            <p:nvPr/>
          </p:nvSpPr>
          <p:spPr>
            <a:xfrm>
              <a:off x="2198047" y="261187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t2283"/>
            <p:cNvSpPr/>
            <p:nvPr/>
          </p:nvSpPr>
          <p:spPr>
            <a:xfrm>
              <a:off x="2182350" y="18395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t2284"/>
            <p:cNvSpPr/>
            <p:nvPr/>
          </p:nvSpPr>
          <p:spPr>
            <a:xfrm>
              <a:off x="2851659" y="269544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t2285"/>
            <p:cNvSpPr/>
            <p:nvPr/>
          </p:nvSpPr>
          <p:spPr>
            <a:xfrm>
              <a:off x="1942311" y="241099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t2286"/>
            <p:cNvSpPr/>
            <p:nvPr/>
          </p:nvSpPr>
          <p:spPr>
            <a:xfrm>
              <a:off x="2750813" y="185098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t2287"/>
            <p:cNvSpPr/>
            <p:nvPr/>
          </p:nvSpPr>
          <p:spPr>
            <a:xfrm>
              <a:off x="2097509" y="239273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t2288"/>
            <p:cNvSpPr/>
            <p:nvPr/>
          </p:nvSpPr>
          <p:spPr>
            <a:xfrm>
              <a:off x="2161214" y="18336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t2289"/>
            <p:cNvSpPr/>
            <p:nvPr/>
          </p:nvSpPr>
          <p:spPr>
            <a:xfrm>
              <a:off x="2778425" y="23157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t2290"/>
            <p:cNvSpPr/>
            <p:nvPr/>
          </p:nvSpPr>
          <p:spPr>
            <a:xfrm>
              <a:off x="2852778" y="16995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t2291"/>
            <p:cNvSpPr/>
            <p:nvPr/>
          </p:nvSpPr>
          <p:spPr>
            <a:xfrm>
              <a:off x="2151618" y="246781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t2292"/>
            <p:cNvSpPr/>
            <p:nvPr/>
          </p:nvSpPr>
          <p:spPr>
            <a:xfrm>
              <a:off x="2155170" y="17114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t2293"/>
            <p:cNvSpPr/>
            <p:nvPr/>
          </p:nvSpPr>
          <p:spPr>
            <a:xfrm>
              <a:off x="2291854" y="26017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t2294"/>
            <p:cNvSpPr/>
            <p:nvPr/>
          </p:nvSpPr>
          <p:spPr>
            <a:xfrm>
              <a:off x="2145789" y="256430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t2295"/>
            <p:cNvSpPr/>
            <p:nvPr/>
          </p:nvSpPr>
          <p:spPr>
            <a:xfrm>
              <a:off x="2251988" y="236197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t2296"/>
            <p:cNvSpPr/>
            <p:nvPr/>
          </p:nvSpPr>
          <p:spPr>
            <a:xfrm>
              <a:off x="3059967" y="17459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t2297"/>
            <p:cNvSpPr/>
            <p:nvPr/>
          </p:nvSpPr>
          <p:spPr>
            <a:xfrm>
              <a:off x="2647929" y="259291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t2298"/>
            <p:cNvSpPr/>
            <p:nvPr/>
          </p:nvSpPr>
          <p:spPr>
            <a:xfrm>
              <a:off x="2118300" y="243707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t2299"/>
            <p:cNvSpPr/>
            <p:nvPr/>
          </p:nvSpPr>
          <p:spPr>
            <a:xfrm>
              <a:off x="2508811" y="183601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t2300"/>
            <p:cNvSpPr/>
            <p:nvPr/>
          </p:nvSpPr>
          <p:spPr>
            <a:xfrm>
              <a:off x="2120665" y="234586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t2301"/>
            <p:cNvSpPr/>
            <p:nvPr/>
          </p:nvSpPr>
          <p:spPr>
            <a:xfrm>
              <a:off x="1996222" y="235024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t2302"/>
            <p:cNvSpPr/>
            <p:nvPr/>
          </p:nvSpPr>
          <p:spPr>
            <a:xfrm>
              <a:off x="2032264" y="15736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t2303"/>
            <p:cNvSpPr/>
            <p:nvPr/>
          </p:nvSpPr>
          <p:spPr>
            <a:xfrm>
              <a:off x="2032005" y="244498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t2304"/>
            <p:cNvSpPr/>
            <p:nvPr/>
          </p:nvSpPr>
          <p:spPr>
            <a:xfrm>
              <a:off x="1974074" y="270320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t2305"/>
            <p:cNvSpPr/>
            <p:nvPr/>
          </p:nvSpPr>
          <p:spPr>
            <a:xfrm>
              <a:off x="1976123" y="243357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t2306"/>
            <p:cNvSpPr/>
            <p:nvPr/>
          </p:nvSpPr>
          <p:spPr>
            <a:xfrm>
              <a:off x="2339476" y="238950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t2307"/>
            <p:cNvSpPr/>
            <p:nvPr/>
          </p:nvSpPr>
          <p:spPr>
            <a:xfrm>
              <a:off x="2611674" y="262165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t2308"/>
            <p:cNvSpPr/>
            <p:nvPr/>
          </p:nvSpPr>
          <p:spPr>
            <a:xfrm>
              <a:off x="2885547" y="173417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t2309"/>
            <p:cNvSpPr/>
            <p:nvPr/>
          </p:nvSpPr>
          <p:spPr>
            <a:xfrm>
              <a:off x="2028445" y="16640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t2310"/>
            <p:cNvSpPr/>
            <p:nvPr/>
          </p:nvSpPr>
          <p:spPr>
            <a:xfrm>
              <a:off x="1778393" y="25503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t2311"/>
            <p:cNvSpPr/>
            <p:nvPr/>
          </p:nvSpPr>
          <p:spPr>
            <a:xfrm>
              <a:off x="2296110" y="231249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t2312"/>
            <p:cNvSpPr/>
            <p:nvPr/>
          </p:nvSpPr>
          <p:spPr>
            <a:xfrm>
              <a:off x="2421248" y="232062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t2313"/>
            <p:cNvSpPr/>
            <p:nvPr/>
          </p:nvSpPr>
          <p:spPr>
            <a:xfrm>
              <a:off x="2062053" y="229213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t2314"/>
            <p:cNvSpPr/>
            <p:nvPr/>
          </p:nvSpPr>
          <p:spPr>
            <a:xfrm>
              <a:off x="2086771" y="237555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t2315"/>
            <p:cNvSpPr/>
            <p:nvPr/>
          </p:nvSpPr>
          <p:spPr>
            <a:xfrm>
              <a:off x="2963340" y="20202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t2316"/>
            <p:cNvSpPr/>
            <p:nvPr/>
          </p:nvSpPr>
          <p:spPr>
            <a:xfrm>
              <a:off x="2282089" y="20563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t2317"/>
            <p:cNvSpPr/>
            <p:nvPr/>
          </p:nvSpPr>
          <p:spPr>
            <a:xfrm>
              <a:off x="3070642" y="21362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t2318"/>
            <p:cNvSpPr/>
            <p:nvPr/>
          </p:nvSpPr>
          <p:spPr>
            <a:xfrm>
              <a:off x="2235902" y="217621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t2319"/>
            <p:cNvSpPr/>
            <p:nvPr/>
          </p:nvSpPr>
          <p:spPr>
            <a:xfrm>
              <a:off x="2028480" y="245756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t2320"/>
            <p:cNvSpPr/>
            <p:nvPr/>
          </p:nvSpPr>
          <p:spPr>
            <a:xfrm>
              <a:off x="2618733" y="243787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t2321"/>
            <p:cNvSpPr/>
            <p:nvPr/>
          </p:nvSpPr>
          <p:spPr>
            <a:xfrm>
              <a:off x="2715075" y="245719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t2322"/>
            <p:cNvSpPr/>
            <p:nvPr/>
          </p:nvSpPr>
          <p:spPr>
            <a:xfrm>
              <a:off x="2624167" y="236270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t2323"/>
            <p:cNvSpPr/>
            <p:nvPr/>
          </p:nvSpPr>
          <p:spPr>
            <a:xfrm>
              <a:off x="2551640" y="226052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t2324"/>
            <p:cNvSpPr/>
            <p:nvPr/>
          </p:nvSpPr>
          <p:spPr>
            <a:xfrm>
              <a:off x="2731777" y="15729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t2325"/>
            <p:cNvSpPr/>
            <p:nvPr/>
          </p:nvSpPr>
          <p:spPr>
            <a:xfrm>
              <a:off x="3171512" y="245123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t2326"/>
            <p:cNvSpPr/>
            <p:nvPr/>
          </p:nvSpPr>
          <p:spPr>
            <a:xfrm>
              <a:off x="2843868" y="242333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t2327"/>
            <p:cNvSpPr/>
            <p:nvPr/>
          </p:nvSpPr>
          <p:spPr>
            <a:xfrm>
              <a:off x="3170147" y="17425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t2328"/>
            <p:cNvSpPr/>
            <p:nvPr/>
          </p:nvSpPr>
          <p:spPr>
            <a:xfrm>
              <a:off x="3024020" y="214853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l2329"/>
            <p:cNvSpPr/>
            <p:nvPr/>
          </p:nvSpPr>
          <p:spPr>
            <a:xfrm>
              <a:off x="2072397" y="2220542"/>
              <a:ext cx="343339" cy="513944"/>
            </a:xfrm>
            <a:custGeom>
              <a:avLst/>
              <a:pathLst>
                <a:path w="343339" h="513944">
                  <a:moveTo>
                    <a:pt x="343339" y="0"/>
                  </a:moveTo>
                  <a:lnTo>
                    <a:pt x="0" y="513944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l2330"/>
            <p:cNvSpPr/>
            <p:nvPr/>
          </p:nvSpPr>
          <p:spPr>
            <a:xfrm>
              <a:off x="2072397" y="2662640"/>
              <a:ext cx="64571" cy="71846"/>
            </a:xfrm>
            <a:custGeom>
              <a:avLst/>
              <a:pathLst>
                <a:path w="64571" h="71846">
                  <a:moveTo>
                    <a:pt x="4702" y="0"/>
                  </a:moveTo>
                  <a:lnTo>
                    <a:pt x="0" y="71846"/>
                  </a:lnTo>
                  <a:lnTo>
                    <a:pt x="64571" y="39995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l2331"/>
            <p:cNvSpPr/>
            <p:nvPr/>
          </p:nvSpPr>
          <p:spPr>
            <a:xfrm>
              <a:off x="2415736" y="2220542"/>
              <a:ext cx="569519" cy="80068"/>
            </a:xfrm>
            <a:custGeom>
              <a:avLst/>
              <a:pathLst>
                <a:path w="569519" h="80068">
                  <a:moveTo>
                    <a:pt x="0" y="0"/>
                  </a:moveTo>
                  <a:lnTo>
                    <a:pt x="569519" y="80068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l2332"/>
            <p:cNvSpPr/>
            <p:nvPr/>
          </p:nvSpPr>
          <p:spPr>
            <a:xfrm>
              <a:off x="2918497" y="2256281"/>
              <a:ext cx="66758" cy="71298"/>
            </a:xfrm>
            <a:custGeom>
              <a:avLst/>
              <a:pathLst>
                <a:path w="66758" h="71298">
                  <a:moveTo>
                    <a:pt x="0" y="71298"/>
                  </a:moveTo>
                  <a:lnTo>
                    <a:pt x="66758" y="44330"/>
                  </a:lnTo>
                  <a:lnTo>
                    <a:pt x="10023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l2333"/>
            <p:cNvSpPr/>
            <p:nvPr/>
          </p:nvSpPr>
          <p:spPr>
            <a:xfrm>
              <a:off x="2415736" y="2041492"/>
              <a:ext cx="697928" cy="179050"/>
            </a:xfrm>
            <a:custGeom>
              <a:avLst/>
              <a:pathLst>
                <a:path w="697928" h="179050">
                  <a:moveTo>
                    <a:pt x="0" y="179050"/>
                  </a:moveTo>
                  <a:lnTo>
                    <a:pt x="697928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l2334"/>
            <p:cNvSpPr/>
            <p:nvPr/>
          </p:nvSpPr>
          <p:spPr>
            <a:xfrm>
              <a:off x="3044321" y="2022116"/>
              <a:ext cx="69343" cy="69741"/>
            </a:xfrm>
            <a:custGeom>
              <a:avLst/>
              <a:pathLst>
                <a:path w="69343" h="69741">
                  <a:moveTo>
                    <a:pt x="17891" y="69741"/>
                  </a:moveTo>
                  <a:lnTo>
                    <a:pt x="69343" y="19375"/>
                  </a:ln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l2335"/>
            <p:cNvSpPr/>
            <p:nvPr/>
          </p:nvSpPr>
          <p:spPr>
            <a:xfrm>
              <a:off x="1741000" y="2096505"/>
              <a:ext cx="674736" cy="124036"/>
            </a:xfrm>
            <a:custGeom>
              <a:avLst/>
              <a:pathLst>
                <a:path w="674736" h="124036">
                  <a:moveTo>
                    <a:pt x="674736" y="124036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l2336"/>
            <p:cNvSpPr/>
            <p:nvPr/>
          </p:nvSpPr>
          <p:spPr>
            <a:xfrm>
              <a:off x="1741000" y="2072372"/>
              <a:ext cx="67835" cy="70813"/>
            </a:xfrm>
            <a:custGeom>
              <a:avLst/>
              <a:pathLst>
                <a:path w="67835" h="70813">
                  <a:moveTo>
                    <a:pt x="67835" y="0"/>
                  </a:moveTo>
                  <a:lnTo>
                    <a:pt x="0" y="24133"/>
                  </a:lnTo>
                  <a:lnTo>
                    <a:pt x="54817" y="70813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l2337"/>
            <p:cNvSpPr/>
            <p:nvPr/>
          </p:nvSpPr>
          <p:spPr>
            <a:xfrm>
              <a:off x="2018233" y="1778455"/>
              <a:ext cx="397503" cy="442087"/>
            </a:xfrm>
            <a:custGeom>
              <a:avLst/>
              <a:pathLst>
                <a:path w="397503" h="442087">
                  <a:moveTo>
                    <a:pt x="397503" y="442087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l2338"/>
            <p:cNvSpPr/>
            <p:nvPr/>
          </p:nvSpPr>
          <p:spPr>
            <a:xfrm>
              <a:off x="2018233" y="1778455"/>
              <a:ext cx="68460" cy="70436"/>
            </a:xfrm>
            <a:custGeom>
              <a:avLst/>
              <a:pathLst>
                <a:path w="68460" h="70436">
                  <a:moveTo>
                    <a:pt x="68460" y="22296"/>
                  </a:moveTo>
                  <a:lnTo>
                    <a:pt x="0" y="0"/>
                  </a:lnTo>
                  <a:lnTo>
                    <a:pt x="14920" y="70436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l2339"/>
            <p:cNvSpPr/>
            <p:nvPr/>
          </p:nvSpPr>
          <p:spPr>
            <a:xfrm>
              <a:off x="2415736" y="2220542"/>
              <a:ext cx="104269" cy="432566"/>
            </a:xfrm>
            <a:custGeom>
              <a:avLst/>
              <a:pathLst>
                <a:path w="104269" h="432566">
                  <a:moveTo>
                    <a:pt x="0" y="0"/>
                  </a:moveTo>
                  <a:lnTo>
                    <a:pt x="104269" y="432566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l2340"/>
            <p:cNvSpPr/>
            <p:nvPr/>
          </p:nvSpPr>
          <p:spPr>
            <a:xfrm>
              <a:off x="2470396" y="2584055"/>
              <a:ext cx="69995" cy="69053"/>
            </a:xfrm>
            <a:custGeom>
              <a:avLst/>
              <a:pathLst>
                <a:path w="69995" h="69053">
                  <a:moveTo>
                    <a:pt x="0" y="16872"/>
                  </a:moveTo>
                  <a:lnTo>
                    <a:pt x="49609" y="69053"/>
                  </a:lnTo>
                  <a:lnTo>
                    <a:pt x="69995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l2341"/>
            <p:cNvSpPr/>
            <p:nvPr/>
          </p:nvSpPr>
          <p:spPr>
            <a:xfrm>
              <a:off x="2409707" y="1634083"/>
              <a:ext cx="6028" cy="586459"/>
            </a:xfrm>
            <a:custGeom>
              <a:avLst/>
              <a:pathLst>
                <a:path w="6028" h="586459">
                  <a:moveTo>
                    <a:pt x="6028" y="586459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l2342"/>
            <p:cNvSpPr/>
            <p:nvPr/>
          </p:nvSpPr>
          <p:spPr>
            <a:xfrm>
              <a:off x="2374350" y="1634083"/>
              <a:ext cx="71996" cy="62720"/>
            </a:xfrm>
            <a:custGeom>
              <a:avLst/>
              <a:pathLst>
                <a:path w="71996" h="62720">
                  <a:moveTo>
                    <a:pt x="71996" y="61980"/>
                  </a:moveTo>
                  <a:lnTo>
                    <a:pt x="35357" y="0"/>
                  </a:lnTo>
                  <a:lnTo>
                    <a:pt x="0" y="6272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tx2343"/>
            <p:cNvSpPr/>
            <p:nvPr/>
          </p:nvSpPr>
          <p:spPr>
            <a:xfrm>
              <a:off x="1853951" y="2753528"/>
              <a:ext cx="280995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LTO</a:t>
              </a:r>
            </a:p>
          </p:txBody>
        </p:sp>
        <p:sp>
          <p:nvSpPr>
            <p:cNvPr id="2345" name="tx2344"/>
            <p:cNvSpPr/>
            <p:nvPr/>
          </p:nvSpPr>
          <p:spPr>
            <a:xfrm>
              <a:off x="2914660" y="2319652"/>
              <a:ext cx="297088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MLA</a:t>
              </a:r>
            </a:p>
          </p:txBody>
        </p:sp>
        <p:sp>
          <p:nvSpPr>
            <p:cNvPr id="2346" name="tx2345"/>
            <p:cNvSpPr/>
            <p:nvPr/>
          </p:nvSpPr>
          <p:spPr>
            <a:xfrm>
              <a:off x="3055048" y="1918758"/>
              <a:ext cx="273131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SLA</a:t>
              </a:r>
            </a:p>
          </p:txBody>
        </p:sp>
        <p:sp>
          <p:nvSpPr>
            <p:cNvPr id="2347" name="tx2346"/>
            <p:cNvSpPr/>
            <p:nvPr/>
          </p:nvSpPr>
          <p:spPr>
            <a:xfrm>
              <a:off x="1458362" y="1973771"/>
              <a:ext cx="409376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LDMC</a:t>
              </a:r>
            </a:p>
          </p:txBody>
        </p:sp>
        <p:sp>
          <p:nvSpPr>
            <p:cNvPr id="2348" name="tx2347"/>
            <p:cNvSpPr/>
            <p:nvPr/>
          </p:nvSpPr>
          <p:spPr>
            <a:xfrm>
              <a:off x="1791740" y="1655721"/>
              <a:ext cx="297088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SSD</a:t>
              </a:r>
            </a:p>
          </p:txBody>
        </p:sp>
        <p:sp>
          <p:nvSpPr>
            <p:cNvPr id="2349" name="tx2348"/>
            <p:cNvSpPr/>
            <p:nvPr/>
          </p:nvSpPr>
          <p:spPr>
            <a:xfrm>
              <a:off x="2489553" y="2672149"/>
              <a:ext cx="216804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Chl</a:t>
              </a:r>
            </a:p>
          </p:txBody>
        </p:sp>
        <p:sp>
          <p:nvSpPr>
            <p:cNvPr id="2350" name="tx2349"/>
            <p:cNvSpPr/>
            <p:nvPr/>
          </p:nvSpPr>
          <p:spPr>
            <a:xfrm>
              <a:off x="2122910" y="1511349"/>
              <a:ext cx="417697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Height</a:t>
              </a:r>
            </a:p>
          </p:txBody>
        </p:sp>
        <p:sp>
          <p:nvSpPr>
            <p:cNvPr id="2351" name="rc2350"/>
            <p:cNvSpPr/>
            <p:nvPr/>
          </p:nvSpPr>
          <p:spPr>
            <a:xfrm>
              <a:off x="1405201" y="1287054"/>
              <a:ext cx="2442673" cy="181839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352" name="pl2351"/>
            <p:cNvSpPr/>
            <p:nvPr/>
          </p:nvSpPr>
          <p:spPr>
            <a:xfrm>
              <a:off x="1405201" y="1287054"/>
              <a:ext cx="0" cy="1818393"/>
            </a:xfrm>
            <a:custGeom>
              <a:avLst/>
              <a:pathLst>
                <a:path w="0" h="1818393">
                  <a:moveTo>
                    <a:pt x="0" y="181839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tx2352"/>
            <p:cNvSpPr/>
            <p:nvPr/>
          </p:nvSpPr>
          <p:spPr>
            <a:xfrm rot="-5400000">
              <a:off x="1261100" y="2892978"/>
              <a:ext cx="90342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2354" name="tx2353"/>
            <p:cNvSpPr/>
            <p:nvPr/>
          </p:nvSpPr>
          <p:spPr>
            <a:xfrm rot="-5400000">
              <a:off x="1261100" y="2538540"/>
              <a:ext cx="90342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2355" name="tx2354"/>
            <p:cNvSpPr/>
            <p:nvPr/>
          </p:nvSpPr>
          <p:spPr>
            <a:xfrm rot="-5400000">
              <a:off x="1278017" y="2184103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356" name="tx2355"/>
            <p:cNvSpPr/>
            <p:nvPr/>
          </p:nvSpPr>
          <p:spPr>
            <a:xfrm rot="-5400000">
              <a:off x="1278017" y="1829666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357" name="tx2356"/>
            <p:cNvSpPr/>
            <p:nvPr/>
          </p:nvSpPr>
          <p:spPr>
            <a:xfrm rot="-5400000">
              <a:off x="1278017" y="1475229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358" name="pl2357"/>
            <p:cNvSpPr/>
            <p:nvPr/>
          </p:nvSpPr>
          <p:spPr>
            <a:xfrm>
              <a:off x="1376732" y="292941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l2358"/>
            <p:cNvSpPr/>
            <p:nvPr/>
          </p:nvSpPr>
          <p:spPr>
            <a:xfrm>
              <a:off x="1376732" y="257497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l2359"/>
            <p:cNvSpPr/>
            <p:nvPr/>
          </p:nvSpPr>
          <p:spPr>
            <a:xfrm>
              <a:off x="1376732" y="222054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l2360"/>
            <p:cNvSpPr/>
            <p:nvPr/>
          </p:nvSpPr>
          <p:spPr>
            <a:xfrm>
              <a:off x="1376732" y="186610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l2361"/>
            <p:cNvSpPr/>
            <p:nvPr/>
          </p:nvSpPr>
          <p:spPr>
            <a:xfrm>
              <a:off x="1376732" y="151166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l2362"/>
            <p:cNvSpPr/>
            <p:nvPr/>
          </p:nvSpPr>
          <p:spPr>
            <a:xfrm>
              <a:off x="1405201" y="3105448"/>
              <a:ext cx="2442673" cy="0"/>
            </a:xfrm>
            <a:custGeom>
              <a:avLst/>
              <a:pathLst>
                <a:path w="2442673" h="0">
                  <a:moveTo>
                    <a:pt x="0" y="0"/>
                  </a:moveTo>
                  <a:lnTo>
                    <a:pt x="2442673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l2363"/>
            <p:cNvSpPr/>
            <p:nvPr/>
          </p:nvSpPr>
          <p:spPr>
            <a:xfrm>
              <a:off x="1636247" y="310544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l2364"/>
            <p:cNvSpPr/>
            <p:nvPr/>
          </p:nvSpPr>
          <p:spPr>
            <a:xfrm>
              <a:off x="2415736" y="310544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l2365"/>
            <p:cNvSpPr/>
            <p:nvPr/>
          </p:nvSpPr>
          <p:spPr>
            <a:xfrm>
              <a:off x="3195225" y="310544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tx2366"/>
            <p:cNvSpPr/>
            <p:nvPr/>
          </p:nvSpPr>
          <p:spPr>
            <a:xfrm>
              <a:off x="1591076" y="3156691"/>
              <a:ext cx="90342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2368" name="tx2367"/>
            <p:cNvSpPr/>
            <p:nvPr/>
          </p:nvSpPr>
          <p:spPr>
            <a:xfrm>
              <a:off x="2387481" y="3156691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369" name="tx2368"/>
            <p:cNvSpPr/>
            <p:nvPr/>
          </p:nvSpPr>
          <p:spPr>
            <a:xfrm>
              <a:off x="3166970" y="3156691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370" name="tx2369"/>
            <p:cNvSpPr/>
            <p:nvPr/>
          </p:nvSpPr>
          <p:spPr>
            <a:xfrm>
              <a:off x="2262880" y="3314327"/>
              <a:ext cx="72731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PC1 (36.5%)</a:t>
              </a:r>
            </a:p>
          </p:txBody>
        </p:sp>
        <p:sp>
          <p:nvSpPr>
            <p:cNvPr id="2371" name="tx2370"/>
            <p:cNvSpPr/>
            <p:nvPr/>
          </p:nvSpPr>
          <p:spPr>
            <a:xfrm rot="-5400000">
              <a:off x="764414" y="2150531"/>
              <a:ext cx="72731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PC2 (29.7%)</a:t>
              </a:r>
            </a:p>
          </p:txBody>
        </p:sp>
        <p:sp>
          <p:nvSpPr>
            <p:cNvPr id="2372" name="tx2371"/>
            <p:cNvSpPr/>
            <p:nvPr/>
          </p:nvSpPr>
          <p:spPr>
            <a:xfrm>
              <a:off x="1405201" y="1110514"/>
              <a:ext cx="101598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Aboveground</a:t>
              </a:r>
            </a:p>
          </p:txBody>
        </p:sp>
        <p:sp>
          <p:nvSpPr>
            <p:cNvPr id="2373" name="rc2372"/>
            <p:cNvSpPr/>
            <p:nvPr/>
          </p:nvSpPr>
          <p:spPr>
            <a:xfrm>
              <a:off x="4395612" y="1287054"/>
              <a:ext cx="2442673" cy="181839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74" name="pt2373"/>
            <p:cNvSpPr/>
            <p:nvPr/>
          </p:nvSpPr>
          <p:spPr>
            <a:xfrm>
              <a:off x="5562593" y="177550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t2374"/>
            <p:cNvSpPr/>
            <p:nvPr/>
          </p:nvSpPr>
          <p:spPr>
            <a:xfrm>
              <a:off x="5390228" y="215623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t2375"/>
            <p:cNvSpPr/>
            <p:nvPr/>
          </p:nvSpPr>
          <p:spPr>
            <a:xfrm>
              <a:off x="5598075" y="172312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t2376"/>
            <p:cNvSpPr/>
            <p:nvPr/>
          </p:nvSpPr>
          <p:spPr>
            <a:xfrm>
              <a:off x="5443004" y="215304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t2377"/>
            <p:cNvSpPr/>
            <p:nvPr/>
          </p:nvSpPr>
          <p:spPr>
            <a:xfrm>
              <a:off x="5534565" y="201562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t2378"/>
            <p:cNvSpPr/>
            <p:nvPr/>
          </p:nvSpPr>
          <p:spPr>
            <a:xfrm>
              <a:off x="5499430" y="183721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t2379"/>
            <p:cNvSpPr/>
            <p:nvPr/>
          </p:nvSpPr>
          <p:spPr>
            <a:xfrm>
              <a:off x="5293023" y="221704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t2380"/>
            <p:cNvSpPr/>
            <p:nvPr/>
          </p:nvSpPr>
          <p:spPr>
            <a:xfrm>
              <a:off x="5690600" y="169867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t2381"/>
            <p:cNvSpPr/>
            <p:nvPr/>
          </p:nvSpPr>
          <p:spPr>
            <a:xfrm>
              <a:off x="5395440" y="196590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t2382"/>
            <p:cNvSpPr/>
            <p:nvPr/>
          </p:nvSpPr>
          <p:spPr>
            <a:xfrm>
              <a:off x="5535802" y="200893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t2383"/>
            <p:cNvSpPr/>
            <p:nvPr/>
          </p:nvSpPr>
          <p:spPr>
            <a:xfrm>
              <a:off x="5578725" y="243938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t2384"/>
            <p:cNvSpPr/>
            <p:nvPr/>
          </p:nvSpPr>
          <p:spPr>
            <a:xfrm>
              <a:off x="5561245" y="173602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t2385"/>
            <p:cNvSpPr/>
            <p:nvPr/>
          </p:nvSpPr>
          <p:spPr>
            <a:xfrm>
              <a:off x="5463044" y="208656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t2386"/>
            <p:cNvSpPr/>
            <p:nvPr/>
          </p:nvSpPr>
          <p:spPr>
            <a:xfrm>
              <a:off x="5750579" y="186376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t2387"/>
            <p:cNvSpPr/>
            <p:nvPr/>
          </p:nvSpPr>
          <p:spPr>
            <a:xfrm>
              <a:off x="5547758" y="246127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t2388"/>
            <p:cNvSpPr/>
            <p:nvPr/>
          </p:nvSpPr>
          <p:spPr>
            <a:xfrm>
              <a:off x="5658720" y="216265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t2389"/>
            <p:cNvSpPr/>
            <p:nvPr/>
          </p:nvSpPr>
          <p:spPr>
            <a:xfrm>
              <a:off x="5579121" y="232564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t2390"/>
            <p:cNvSpPr/>
            <p:nvPr/>
          </p:nvSpPr>
          <p:spPr>
            <a:xfrm>
              <a:off x="5519703" y="225585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t2391"/>
            <p:cNvSpPr/>
            <p:nvPr/>
          </p:nvSpPr>
          <p:spPr>
            <a:xfrm>
              <a:off x="5508708" y="217131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t2392"/>
            <p:cNvSpPr/>
            <p:nvPr/>
          </p:nvSpPr>
          <p:spPr>
            <a:xfrm>
              <a:off x="5511548" y="196324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t2393"/>
            <p:cNvSpPr/>
            <p:nvPr/>
          </p:nvSpPr>
          <p:spPr>
            <a:xfrm>
              <a:off x="5483419" y="215982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t2394"/>
            <p:cNvSpPr/>
            <p:nvPr/>
          </p:nvSpPr>
          <p:spPr>
            <a:xfrm>
              <a:off x="5530968" y="218916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t2395"/>
            <p:cNvSpPr/>
            <p:nvPr/>
          </p:nvSpPr>
          <p:spPr>
            <a:xfrm>
              <a:off x="5487532" y="192105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t2396"/>
            <p:cNvSpPr/>
            <p:nvPr/>
          </p:nvSpPr>
          <p:spPr>
            <a:xfrm>
              <a:off x="5527900" y="196654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t2397"/>
            <p:cNvSpPr/>
            <p:nvPr/>
          </p:nvSpPr>
          <p:spPr>
            <a:xfrm>
              <a:off x="5507855" y="210849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t2398"/>
            <p:cNvSpPr/>
            <p:nvPr/>
          </p:nvSpPr>
          <p:spPr>
            <a:xfrm>
              <a:off x="5443139" y="198055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t2399"/>
            <p:cNvSpPr/>
            <p:nvPr/>
          </p:nvSpPr>
          <p:spPr>
            <a:xfrm>
              <a:off x="5360372" y="219821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t2400"/>
            <p:cNvSpPr/>
            <p:nvPr/>
          </p:nvSpPr>
          <p:spPr>
            <a:xfrm>
              <a:off x="5516530" y="225224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t2401"/>
            <p:cNvSpPr/>
            <p:nvPr/>
          </p:nvSpPr>
          <p:spPr>
            <a:xfrm>
              <a:off x="5434694" y="247503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t2402"/>
            <p:cNvSpPr/>
            <p:nvPr/>
          </p:nvSpPr>
          <p:spPr>
            <a:xfrm>
              <a:off x="5445378" y="209353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t2403"/>
            <p:cNvSpPr/>
            <p:nvPr/>
          </p:nvSpPr>
          <p:spPr>
            <a:xfrm>
              <a:off x="5437362" y="205041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t2404"/>
            <p:cNvSpPr/>
            <p:nvPr/>
          </p:nvSpPr>
          <p:spPr>
            <a:xfrm>
              <a:off x="5490436" y="240519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t2405"/>
            <p:cNvSpPr/>
            <p:nvPr/>
          </p:nvSpPr>
          <p:spPr>
            <a:xfrm>
              <a:off x="5554369" y="232947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t2406"/>
            <p:cNvSpPr/>
            <p:nvPr/>
          </p:nvSpPr>
          <p:spPr>
            <a:xfrm>
              <a:off x="5497653" y="227139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t2407"/>
            <p:cNvSpPr/>
            <p:nvPr/>
          </p:nvSpPr>
          <p:spPr>
            <a:xfrm>
              <a:off x="5402246" y="238028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t2408"/>
            <p:cNvSpPr/>
            <p:nvPr/>
          </p:nvSpPr>
          <p:spPr>
            <a:xfrm>
              <a:off x="5500192" y="219731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t2409"/>
            <p:cNvSpPr/>
            <p:nvPr/>
          </p:nvSpPr>
          <p:spPr>
            <a:xfrm>
              <a:off x="5500636" y="233808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t2410"/>
            <p:cNvSpPr/>
            <p:nvPr/>
          </p:nvSpPr>
          <p:spPr>
            <a:xfrm>
              <a:off x="5325558" y="208964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t2411"/>
            <p:cNvSpPr/>
            <p:nvPr/>
          </p:nvSpPr>
          <p:spPr>
            <a:xfrm>
              <a:off x="5430680" y="215392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t2412"/>
            <p:cNvSpPr/>
            <p:nvPr/>
          </p:nvSpPr>
          <p:spPr>
            <a:xfrm>
              <a:off x="5342439" y="246391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t2413"/>
            <p:cNvSpPr/>
            <p:nvPr/>
          </p:nvSpPr>
          <p:spPr>
            <a:xfrm>
              <a:off x="5594193" y="175179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t2414"/>
            <p:cNvSpPr/>
            <p:nvPr/>
          </p:nvSpPr>
          <p:spPr>
            <a:xfrm>
              <a:off x="5540866" y="210996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t2415"/>
            <p:cNvSpPr/>
            <p:nvPr/>
          </p:nvSpPr>
          <p:spPr>
            <a:xfrm>
              <a:off x="5535995" y="237267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t2416"/>
            <p:cNvSpPr/>
            <p:nvPr/>
          </p:nvSpPr>
          <p:spPr>
            <a:xfrm>
              <a:off x="5545345" y="186465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t2417"/>
            <p:cNvSpPr/>
            <p:nvPr/>
          </p:nvSpPr>
          <p:spPr>
            <a:xfrm>
              <a:off x="5594799" y="215400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t2418"/>
            <p:cNvSpPr/>
            <p:nvPr/>
          </p:nvSpPr>
          <p:spPr>
            <a:xfrm>
              <a:off x="5425964" y="229060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t2419"/>
            <p:cNvSpPr/>
            <p:nvPr/>
          </p:nvSpPr>
          <p:spPr>
            <a:xfrm>
              <a:off x="5779121" y="181365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t2420"/>
            <p:cNvSpPr/>
            <p:nvPr/>
          </p:nvSpPr>
          <p:spPr>
            <a:xfrm>
              <a:off x="5615256" y="20490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t2421"/>
            <p:cNvSpPr/>
            <p:nvPr/>
          </p:nvSpPr>
          <p:spPr>
            <a:xfrm>
              <a:off x="5579011" y="179458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t2422"/>
            <p:cNvSpPr/>
            <p:nvPr/>
          </p:nvSpPr>
          <p:spPr>
            <a:xfrm>
              <a:off x="5733880" y="202106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t2423"/>
            <p:cNvSpPr/>
            <p:nvPr/>
          </p:nvSpPr>
          <p:spPr>
            <a:xfrm>
              <a:off x="5456868" y="212904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t2424"/>
            <p:cNvSpPr/>
            <p:nvPr/>
          </p:nvSpPr>
          <p:spPr>
            <a:xfrm>
              <a:off x="5532720" y="230304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t2425"/>
            <p:cNvSpPr/>
            <p:nvPr/>
          </p:nvSpPr>
          <p:spPr>
            <a:xfrm>
              <a:off x="5838112" y="173736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t2426"/>
            <p:cNvSpPr/>
            <p:nvPr/>
          </p:nvSpPr>
          <p:spPr>
            <a:xfrm>
              <a:off x="5615616" y="232360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t2427"/>
            <p:cNvSpPr/>
            <p:nvPr/>
          </p:nvSpPr>
          <p:spPr>
            <a:xfrm>
              <a:off x="5604799" y="176986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t2428"/>
            <p:cNvSpPr/>
            <p:nvPr/>
          </p:nvSpPr>
          <p:spPr>
            <a:xfrm>
              <a:off x="5602600" y="201245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t2429"/>
            <p:cNvSpPr/>
            <p:nvPr/>
          </p:nvSpPr>
          <p:spPr>
            <a:xfrm>
              <a:off x="5456648" y="209580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t2430"/>
            <p:cNvSpPr/>
            <p:nvPr/>
          </p:nvSpPr>
          <p:spPr>
            <a:xfrm>
              <a:off x="6264183" y="211996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t2431"/>
            <p:cNvSpPr/>
            <p:nvPr/>
          </p:nvSpPr>
          <p:spPr>
            <a:xfrm>
              <a:off x="5897714" y="218196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t2432"/>
            <p:cNvSpPr/>
            <p:nvPr/>
          </p:nvSpPr>
          <p:spPr>
            <a:xfrm>
              <a:off x="5862315" y="236117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t2433"/>
            <p:cNvSpPr/>
            <p:nvPr/>
          </p:nvSpPr>
          <p:spPr>
            <a:xfrm>
              <a:off x="5894517" y="191344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t2434"/>
            <p:cNvSpPr/>
            <p:nvPr/>
          </p:nvSpPr>
          <p:spPr>
            <a:xfrm>
              <a:off x="6203179" y="208072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t2435"/>
            <p:cNvSpPr/>
            <p:nvPr/>
          </p:nvSpPr>
          <p:spPr>
            <a:xfrm>
              <a:off x="6179306" y="193210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t2436"/>
            <p:cNvSpPr/>
            <p:nvPr/>
          </p:nvSpPr>
          <p:spPr>
            <a:xfrm>
              <a:off x="5616710" y="242167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t2437"/>
            <p:cNvSpPr/>
            <p:nvPr/>
          </p:nvSpPr>
          <p:spPr>
            <a:xfrm>
              <a:off x="5506282" y="219208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t2438"/>
            <p:cNvSpPr/>
            <p:nvPr/>
          </p:nvSpPr>
          <p:spPr>
            <a:xfrm>
              <a:off x="5652146" y="222964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t2439"/>
            <p:cNvSpPr/>
            <p:nvPr/>
          </p:nvSpPr>
          <p:spPr>
            <a:xfrm>
              <a:off x="5517449" y="198664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t2440"/>
            <p:cNvSpPr/>
            <p:nvPr/>
          </p:nvSpPr>
          <p:spPr>
            <a:xfrm>
              <a:off x="5454143" y="205233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t2441"/>
            <p:cNvSpPr/>
            <p:nvPr/>
          </p:nvSpPr>
          <p:spPr>
            <a:xfrm>
              <a:off x="5502076" y="221634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t2442"/>
            <p:cNvSpPr/>
            <p:nvPr/>
          </p:nvSpPr>
          <p:spPr>
            <a:xfrm>
              <a:off x="5529419" y="221186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t2443"/>
            <p:cNvSpPr/>
            <p:nvPr/>
          </p:nvSpPr>
          <p:spPr>
            <a:xfrm>
              <a:off x="5667183" y="204120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t2444"/>
            <p:cNvSpPr/>
            <p:nvPr/>
          </p:nvSpPr>
          <p:spPr>
            <a:xfrm>
              <a:off x="5626837" y="235525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t2445"/>
            <p:cNvSpPr/>
            <p:nvPr/>
          </p:nvSpPr>
          <p:spPr>
            <a:xfrm>
              <a:off x="5553528" y="244517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t2446"/>
            <p:cNvSpPr/>
            <p:nvPr/>
          </p:nvSpPr>
          <p:spPr>
            <a:xfrm>
              <a:off x="5369503" y="285983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t2447"/>
            <p:cNvSpPr/>
            <p:nvPr/>
          </p:nvSpPr>
          <p:spPr>
            <a:xfrm>
              <a:off x="5459931" y="228714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t2448"/>
            <p:cNvSpPr/>
            <p:nvPr/>
          </p:nvSpPr>
          <p:spPr>
            <a:xfrm>
              <a:off x="5532155" y="237265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t2449"/>
            <p:cNvSpPr/>
            <p:nvPr/>
          </p:nvSpPr>
          <p:spPr>
            <a:xfrm>
              <a:off x="5636402" y="221754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t2450"/>
            <p:cNvSpPr/>
            <p:nvPr/>
          </p:nvSpPr>
          <p:spPr>
            <a:xfrm>
              <a:off x="5193873" y="202468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t2451"/>
            <p:cNvSpPr/>
            <p:nvPr/>
          </p:nvSpPr>
          <p:spPr>
            <a:xfrm>
              <a:off x="5650180" y="191853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t2452"/>
            <p:cNvSpPr/>
            <p:nvPr/>
          </p:nvSpPr>
          <p:spPr>
            <a:xfrm>
              <a:off x="5538191" y="234001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t2453"/>
            <p:cNvSpPr/>
            <p:nvPr/>
          </p:nvSpPr>
          <p:spPr>
            <a:xfrm>
              <a:off x="5542778" y="187386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t2454"/>
            <p:cNvSpPr/>
            <p:nvPr/>
          </p:nvSpPr>
          <p:spPr>
            <a:xfrm>
              <a:off x="5330827" y="208413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t2455"/>
            <p:cNvSpPr/>
            <p:nvPr/>
          </p:nvSpPr>
          <p:spPr>
            <a:xfrm>
              <a:off x="5533446" y="221226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t2456"/>
            <p:cNvSpPr/>
            <p:nvPr/>
          </p:nvSpPr>
          <p:spPr>
            <a:xfrm>
              <a:off x="5486565" y="195412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t2457"/>
            <p:cNvSpPr/>
            <p:nvPr/>
          </p:nvSpPr>
          <p:spPr>
            <a:xfrm>
              <a:off x="5514322" y="216890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t2458"/>
            <p:cNvSpPr/>
            <p:nvPr/>
          </p:nvSpPr>
          <p:spPr>
            <a:xfrm>
              <a:off x="5619404" y="191875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t2459"/>
            <p:cNvSpPr/>
            <p:nvPr/>
          </p:nvSpPr>
          <p:spPr>
            <a:xfrm>
              <a:off x="5551476" y="191387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t2460"/>
            <p:cNvSpPr/>
            <p:nvPr/>
          </p:nvSpPr>
          <p:spPr>
            <a:xfrm>
              <a:off x="5283179" y="253842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t2461"/>
            <p:cNvSpPr/>
            <p:nvPr/>
          </p:nvSpPr>
          <p:spPr>
            <a:xfrm>
              <a:off x="5566760" y="203816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t2462"/>
            <p:cNvSpPr/>
            <p:nvPr/>
          </p:nvSpPr>
          <p:spPr>
            <a:xfrm>
              <a:off x="5821752" y="156692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t2463"/>
            <p:cNvSpPr/>
            <p:nvPr/>
          </p:nvSpPr>
          <p:spPr>
            <a:xfrm>
              <a:off x="5529908" y="178054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t2464"/>
            <p:cNvSpPr/>
            <p:nvPr/>
          </p:nvSpPr>
          <p:spPr>
            <a:xfrm>
              <a:off x="5579514" y="194903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t2465"/>
            <p:cNvSpPr/>
            <p:nvPr/>
          </p:nvSpPr>
          <p:spPr>
            <a:xfrm>
              <a:off x="5646232" y="268421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t2466"/>
            <p:cNvSpPr/>
            <p:nvPr/>
          </p:nvSpPr>
          <p:spPr>
            <a:xfrm>
              <a:off x="5601248" y="208134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t2467"/>
            <p:cNvSpPr/>
            <p:nvPr/>
          </p:nvSpPr>
          <p:spPr>
            <a:xfrm>
              <a:off x="5378999" y="246724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t2468"/>
            <p:cNvSpPr/>
            <p:nvPr/>
          </p:nvSpPr>
          <p:spPr>
            <a:xfrm>
              <a:off x="5474088" y="201338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t2469"/>
            <p:cNvSpPr/>
            <p:nvPr/>
          </p:nvSpPr>
          <p:spPr>
            <a:xfrm>
              <a:off x="5550855" y="227457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t2470"/>
            <p:cNvSpPr/>
            <p:nvPr/>
          </p:nvSpPr>
          <p:spPr>
            <a:xfrm>
              <a:off x="5513380" y="236581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t2471"/>
            <p:cNvSpPr/>
            <p:nvPr/>
          </p:nvSpPr>
          <p:spPr>
            <a:xfrm>
              <a:off x="5560234" y="234785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t2472"/>
            <p:cNvSpPr/>
            <p:nvPr/>
          </p:nvSpPr>
          <p:spPr>
            <a:xfrm>
              <a:off x="5557166" y="246490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t2473"/>
            <p:cNvSpPr/>
            <p:nvPr/>
          </p:nvSpPr>
          <p:spPr>
            <a:xfrm>
              <a:off x="5470550" y="201352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t2474"/>
            <p:cNvSpPr/>
            <p:nvPr/>
          </p:nvSpPr>
          <p:spPr>
            <a:xfrm>
              <a:off x="5584706" y="230680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t2475"/>
            <p:cNvSpPr/>
            <p:nvPr/>
          </p:nvSpPr>
          <p:spPr>
            <a:xfrm>
              <a:off x="5653818" y="212925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t2476"/>
            <p:cNvSpPr/>
            <p:nvPr/>
          </p:nvSpPr>
          <p:spPr>
            <a:xfrm>
              <a:off x="5559622" y="231006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t2477"/>
            <p:cNvSpPr/>
            <p:nvPr/>
          </p:nvSpPr>
          <p:spPr>
            <a:xfrm>
              <a:off x="5557025" y="229186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t2478"/>
            <p:cNvSpPr/>
            <p:nvPr/>
          </p:nvSpPr>
          <p:spPr>
            <a:xfrm>
              <a:off x="5698190" y="233121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t2479"/>
            <p:cNvSpPr/>
            <p:nvPr/>
          </p:nvSpPr>
          <p:spPr>
            <a:xfrm>
              <a:off x="5464427" y="212673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t2480"/>
            <p:cNvSpPr/>
            <p:nvPr/>
          </p:nvSpPr>
          <p:spPr>
            <a:xfrm>
              <a:off x="5770427" y="184682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t2481"/>
            <p:cNvSpPr/>
            <p:nvPr/>
          </p:nvSpPr>
          <p:spPr>
            <a:xfrm>
              <a:off x="5570025" y="173726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t2482"/>
            <p:cNvSpPr/>
            <p:nvPr/>
          </p:nvSpPr>
          <p:spPr>
            <a:xfrm>
              <a:off x="5536738" y="178255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t2483"/>
            <p:cNvSpPr/>
            <p:nvPr/>
          </p:nvSpPr>
          <p:spPr>
            <a:xfrm>
              <a:off x="5818553" y="184884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t2484"/>
            <p:cNvSpPr/>
            <p:nvPr/>
          </p:nvSpPr>
          <p:spPr>
            <a:xfrm>
              <a:off x="5584124" y="203914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t2485"/>
            <p:cNvSpPr/>
            <p:nvPr/>
          </p:nvSpPr>
          <p:spPr>
            <a:xfrm>
              <a:off x="5441926" y="227014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t2486"/>
            <p:cNvSpPr/>
            <p:nvPr/>
          </p:nvSpPr>
          <p:spPr>
            <a:xfrm>
              <a:off x="5436068" y="231063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t2487"/>
            <p:cNvSpPr/>
            <p:nvPr/>
          </p:nvSpPr>
          <p:spPr>
            <a:xfrm>
              <a:off x="5556224" y="224190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t2488"/>
            <p:cNvSpPr/>
            <p:nvPr/>
          </p:nvSpPr>
          <p:spPr>
            <a:xfrm>
              <a:off x="5365237" y="222072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t2489"/>
            <p:cNvSpPr/>
            <p:nvPr/>
          </p:nvSpPr>
          <p:spPr>
            <a:xfrm>
              <a:off x="5528375" y="206237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t2490"/>
            <p:cNvSpPr/>
            <p:nvPr/>
          </p:nvSpPr>
          <p:spPr>
            <a:xfrm>
              <a:off x="5527763" y="207687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t2491"/>
            <p:cNvSpPr/>
            <p:nvPr/>
          </p:nvSpPr>
          <p:spPr>
            <a:xfrm>
              <a:off x="5442023" y="224654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t2492"/>
            <p:cNvSpPr/>
            <p:nvPr/>
          </p:nvSpPr>
          <p:spPr>
            <a:xfrm>
              <a:off x="5471957" y="224878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t2493"/>
            <p:cNvSpPr/>
            <p:nvPr/>
          </p:nvSpPr>
          <p:spPr>
            <a:xfrm>
              <a:off x="5507374" y="210313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t2494"/>
            <p:cNvSpPr/>
            <p:nvPr/>
          </p:nvSpPr>
          <p:spPr>
            <a:xfrm>
              <a:off x="5391676" y="213848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t2495"/>
            <p:cNvSpPr/>
            <p:nvPr/>
          </p:nvSpPr>
          <p:spPr>
            <a:xfrm>
              <a:off x="5473997" y="215225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t2496"/>
            <p:cNvSpPr/>
            <p:nvPr/>
          </p:nvSpPr>
          <p:spPr>
            <a:xfrm>
              <a:off x="5498651" y="213140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t2497"/>
            <p:cNvSpPr/>
            <p:nvPr/>
          </p:nvSpPr>
          <p:spPr>
            <a:xfrm>
              <a:off x="5576893" y="184927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t2498"/>
            <p:cNvSpPr/>
            <p:nvPr/>
          </p:nvSpPr>
          <p:spPr>
            <a:xfrm>
              <a:off x="5536597" y="209121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t2499"/>
            <p:cNvSpPr/>
            <p:nvPr/>
          </p:nvSpPr>
          <p:spPr>
            <a:xfrm>
              <a:off x="5525748" y="197723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t2500"/>
            <p:cNvSpPr/>
            <p:nvPr/>
          </p:nvSpPr>
          <p:spPr>
            <a:xfrm>
              <a:off x="5516979" y="205296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t2501"/>
            <p:cNvSpPr/>
            <p:nvPr/>
          </p:nvSpPr>
          <p:spPr>
            <a:xfrm>
              <a:off x="5522435" y="215658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t2502"/>
            <p:cNvSpPr/>
            <p:nvPr/>
          </p:nvSpPr>
          <p:spPr>
            <a:xfrm>
              <a:off x="5674074" y="202556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t2503"/>
            <p:cNvSpPr/>
            <p:nvPr/>
          </p:nvSpPr>
          <p:spPr>
            <a:xfrm>
              <a:off x="5550054" y="218025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t2504"/>
            <p:cNvSpPr/>
            <p:nvPr/>
          </p:nvSpPr>
          <p:spPr>
            <a:xfrm>
              <a:off x="5538434" y="180448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t2505"/>
            <p:cNvSpPr/>
            <p:nvPr/>
          </p:nvSpPr>
          <p:spPr>
            <a:xfrm>
              <a:off x="5516141" y="206190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t2506"/>
            <p:cNvSpPr/>
            <p:nvPr/>
          </p:nvSpPr>
          <p:spPr>
            <a:xfrm>
              <a:off x="5468067" y="194960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t2507"/>
            <p:cNvSpPr/>
            <p:nvPr/>
          </p:nvSpPr>
          <p:spPr>
            <a:xfrm>
              <a:off x="5523979" y="207905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t2508"/>
            <p:cNvSpPr/>
            <p:nvPr/>
          </p:nvSpPr>
          <p:spPr>
            <a:xfrm>
              <a:off x="5571676" y="219511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t2509"/>
            <p:cNvSpPr/>
            <p:nvPr/>
          </p:nvSpPr>
          <p:spPr>
            <a:xfrm>
              <a:off x="5567889" y="250937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t2510"/>
            <p:cNvSpPr/>
            <p:nvPr/>
          </p:nvSpPr>
          <p:spPr>
            <a:xfrm>
              <a:off x="5508281" y="188490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t2511"/>
            <p:cNvSpPr/>
            <p:nvPr/>
          </p:nvSpPr>
          <p:spPr>
            <a:xfrm>
              <a:off x="5531563" y="174009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t2512"/>
            <p:cNvSpPr/>
            <p:nvPr/>
          </p:nvSpPr>
          <p:spPr>
            <a:xfrm>
              <a:off x="5398156" y="203644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t2513"/>
            <p:cNvSpPr/>
            <p:nvPr/>
          </p:nvSpPr>
          <p:spPr>
            <a:xfrm>
              <a:off x="5429545" y="172259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t2514"/>
            <p:cNvSpPr/>
            <p:nvPr/>
          </p:nvSpPr>
          <p:spPr>
            <a:xfrm>
              <a:off x="5724140" y="204885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t2515"/>
            <p:cNvSpPr/>
            <p:nvPr/>
          </p:nvSpPr>
          <p:spPr>
            <a:xfrm>
              <a:off x="5472652" y="201146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t2516"/>
            <p:cNvSpPr/>
            <p:nvPr/>
          </p:nvSpPr>
          <p:spPr>
            <a:xfrm>
              <a:off x="5536573" y="226096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t2517"/>
            <p:cNvSpPr/>
            <p:nvPr/>
          </p:nvSpPr>
          <p:spPr>
            <a:xfrm>
              <a:off x="5556068" y="198400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t2518"/>
            <p:cNvSpPr/>
            <p:nvPr/>
          </p:nvSpPr>
          <p:spPr>
            <a:xfrm>
              <a:off x="5386626" y="213115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t2519"/>
            <p:cNvSpPr/>
            <p:nvPr/>
          </p:nvSpPr>
          <p:spPr>
            <a:xfrm>
              <a:off x="5603806" y="217195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t2520"/>
            <p:cNvSpPr/>
            <p:nvPr/>
          </p:nvSpPr>
          <p:spPr>
            <a:xfrm>
              <a:off x="5530239" y="204899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t2521"/>
            <p:cNvSpPr/>
            <p:nvPr/>
          </p:nvSpPr>
          <p:spPr>
            <a:xfrm>
              <a:off x="5574706" y="203081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t2522"/>
            <p:cNvSpPr/>
            <p:nvPr/>
          </p:nvSpPr>
          <p:spPr>
            <a:xfrm>
              <a:off x="5502695" y="219943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t2523"/>
            <p:cNvSpPr/>
            <p:nvPr/>
          </p:nvSpPr>
          <p:spPr>
            <a:xfrm>
              <a:off x="5493855" y="213214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t2524"/>
            <p:cNvSpPr/>
            <p:nvPr/>
          </p:nvSpPr>
          <p:spPr>
            <a:xfrm>
              <a:off x="5371389" y="220849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t2525"/>
            <p:cNvSpPr/>
            <p:nvPr/>
          </p:nvSpPr>
          <p:spPr>
            <a:xfrm>
              <a:off x="5593212" y="210843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t2526"/>
            <p:cNvSpPr/>
            <p:nvPr/>
          </p:nvSpPr>
          <p:spPr>
            <a:xfrm>
              <a:off x="5560099" y="214008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t2527"/>
            <p:cNvSpPr/>
            <p:nvPr/>
          </p:nvSpPr>
          <p:spPr>
            <a:xfrm>
              <a:off x="5612948" y="181894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t2528"/>
            <p:cNvSpPr/>
            <p:nvPr/>
          </p:nvSpPr>
          <p:spPr>
            <a:xfrm>
              <a:off x="5521380" y="179698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t2529"/>
            <p:cNvSpPr/>
            <p:nvPr/>
          </p:nvSpPr>
          <p:spPr>
            <a:xfrm>
              <a:off x="5473988" y="175364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t2530"/>
            <p:cNvSpPr/>
            <p:nvPr/>
          </p:nvSpPr>
          <p:spPr>
            <a:xfrm>
              <a:off x="5238631" y="163797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t2531"/>
            <p:cNvSpPr/>
            <p:nvPr/>
          </p:nvSpPr>
          <p:spPr>
            <a:xfrm>
              <a:off x="5758115" y="178654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t2532"/>
            <p:cNvSpPr/>
            <p:nvPr/>
          </p:nvSpPr>
          <p:spPr>
            <a:xfrm>
              <a:off x="5636851" y="180303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t2533"/>
            <p:cNvSpPr/>
            <p:nvPr/>
          </p:nvSpPr>
          <p:spPr>
            <a:xfrm>
              <a:off x="5605807" y="179012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t2534"/>
            <p:cNvSpPr/>
            <p:nvPr/>
          </p:nvSpPr>
          <p:spPr>
            <a:xfrm>
              <a:off x="5644521" y="189790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t2535"/>
            <p:cNvSpPr/>
            <p:nvPr/>
          </p:nvSpPr>
          <p:spPr>
            <a:xfrm>
              <a:off x="5764374" y="24350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t2536"/>
            <p:cNvSpPr/>
            <p:nvPr/>
          </p:nvSpPr>
          <p:spPr>
            <a:xfrm>
              <a:off x="5656457" y="207317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t2537"/>
            <p:cNvSpPr/>
            <p:nvPr/>
          </p:nvSpPr>
          <p:spPr>
            <a:xfrm>
              <a:off x="5602478" y="218623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t2538"/>
            <p:cNvSpPr/>
            <p:nvPr/>
          </p:nvSpPr>
          <p:spPr>
            <a:xfrm>
              <a:off x="5653215" y="216483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t2539"/>
            <p:cNvSpPr/>
            <p:nvPr/>
          </p:nvSpPr>
          <p:spPr>
            <a:xfrm>
              <a:off x="5679117" y="226084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t2540"/>
            <p:cNvSpPr/>
            <p:nvPr/>
          </p:nvSpPr>
          <p:spPr>
            <a:xfrm>
              <a:off x="5657751" y="245476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t2541"/>
            <p:cNvSpPr/>
            <p:nvPr/>
          </p:nvSpPr>
          <p:spPr>
            <a:xfrm>
              <a:off x="5594499" y="214501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t2542"/>
            <p:cNvSpPr/>
            <p:nvPr/>
          </p:nvSpPr>
          <p:spPr>
            <a:xfrm>
              <a:off x="5598818" y="203709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t2543"/>
            <p:cNvSpPr/>
            <p:nvPr/>
          </p:nvSpPr>
          <p:spPr>
            <a:xfrm>
              <a:off x="5426848" y="202003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t2544"/>
            <p:cNvSpPr/>
            <p:nvPr/>
          </p:nvSpPr>
          <p:spPr>
            <a:xfrm>
              <a:off x="5651842" y="249882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t2545"/>
            <p:cNvSpPr/>
            <p:nvPr/>
          </p:nvSpPr>
          <p:spPr>
            <a:xfrm>
              <a:off x="5513663" y="213586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t2546"/>
            <p:cNvSpPr/>
            <p:nvPr/>
          </p:nvSpPr>
          <p:spPr>
            <a:xfrm>
              <a:off x="5694020" y="219377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t2547"/>
            <p:cNvSpPr/>
            <p:nvPr/>
          </p:nvSpPr>
          <p:spPr>
            <a:xfrm>
              <a:off x="5608122" y="205377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t2548"/>
            <p:cNvSpPr/>
            <p:nvPr/>
          </p:nvSpPr>
          <p:spPr>
            <a:xfrm>
              <a:off x="5492886" y="204277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t2549"/>
            <p:cNvSpPr/>
            <p:nvPr/>
          </p:nvSpPr>
          <p:spPr>
            <a:xfrm>
              <a:off x="5586018" y="222113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t2550"/>
            <p:cNvSpPr/>
            <p:nvPr/>
          </p:nvSpPr>
          <p:spPr>
            <a:xfrm>
              <a:off x="5643338" y="25129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t2551"/>
            <p:cNvSpPr/>
            <p:nvPr/>
          </p:nvSpPr>
          <p:spPr>
            <a:xfrm>
              <a:off x="5470607" y="234866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t2552"/>
            <p:cNvSpPr/>
            <p:nvPr/>
          </p:nvSpPr>
          <p:spPr>
            <a:xfrm>
              <a:off x="5514013" y="200318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t2553"/>
            <p:cNvSpPr/>
            <p:nvPr/>
          </p:nvSpPr>
          <p:spPr>
            <a:xfrm>
              <a:off x="5712105" y="185898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t2554"/>
            <p:cNvSpPr/>
            <p:nvPr/>
          </p:nvSpPr>
          <p:spPr>
            <a:xfrm>
              <a:off x="5511157" y="21883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t2555"/>
            <p:cNvSpPr/>
            <p:nvPr/>
          </p:nvSpPr>
          <p:spPr>
            <a:xfrm>
              <a:off x="5633850" y="21494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t2556"/>
            <p:cNvSpPr/>
            <p:nvPr/>
          </p:nvSpPr>
          <p:spPr>
            <a:xfrm>
              <a:off x="5585247" y="214083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t2557"/>
            <p:cNvSpPr/>
            <p:nvPr/>
          </p:nvSpPr>
          <p:spPr>
            <a:xfrm>
              <a:off x="5469083" y="198395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t2558"/>
            <p:cNvSpPr/>
            <p:nvPr/>
          </p:nvSpPr>
          <p:spPr>
            <a:xfrm>
              <a:off x="5833584" y="19045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t2559"/>
            <p:cNvSpPr/>
            <p:nvPr/>
          </p:nvSpPr>
          <p:spPr>
            <a:xfrm>
              <a:off x="5696514" y="208048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t2560"/>
            <p:cNvSpPr/>
            <p:nvPr/>
          </p:nvSpPr>
          <p:spPr>
            <a:xfrm>
              <a:off x="5722090" y="198022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t2561"/>
            <p:cNvSpPr/>
            <p:nvPr/>
          </p:nvSpPr>
          <p:spPr>
            <a:xfrm>
              <a:off x="5676752" y="195628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t2562"/>
            <p:cNvSpPr/>
            <p:nvPr/>
          </p:nvSpPr>
          <p:spPr>
            <a:xfrm>
              <a:off x="5669865" y="211010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t2563"/>
            <p:cNvSpPr/>
            <p:nvPr/>
          </p:nvSpPr>
          <p:spPr>
            <a:xfrm>
              <a:off x="5596612" y="202388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t2564"/>
            <p:cNvSpPr/>
            <p:nvPr/>
          </p:nvSpPr>
          <p:spPr>
            <a:xfrm>
              <a:off x="5607150" y="21164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t2565"/>
            <p:cNvSpPr/>
            <p:nvPr/>
          </p:nvSpPr>
          <p:spPr>
            <a:xfrm>
              <a:off x="5467028" y="204309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t2566"/>
            <p:cNvSpPr/>
            <p:nvPr/>
          </p:nvSpPr>
          <p:spPr>
            <a:xfrm>
              <a:off x="5507693" y="238566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t2567"/>
            <p:cNvSpPr/>
            <p:nvPr/>
          </p:nvSpPr>
          <p:spPr>
            <a:xfrm>
              <a:off x="5443246" y="20629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t2568"/>
            <p:cNvSpPr/>
            <p:nvPr/>
          </p:nvSpPr>
          <p:spPr>
            <a:xfrm>
              <a:off x="5503858" y="22876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t2569"/>
            <p:cNvSpPr/>
            <p:nvPr/>
          </p:nvSpPr>
          <p:spPr>
            <a:xfrm>
              <a:off x="5561628" y="21743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t2570"/>
            <p:cNvSpPr/>
            <p:nvPr/>
          </p:nvSpPr>
          <p:spPr>
            <a:xfrm>
              <a:off x="5518071" y="235450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t2571"/>
            <p:cNvSpPr/>
            <p:nvPr/>
          </p:nvSpPr>
          <p:spPr>
            <a:xfrm>
              <a:off x="5633329" y="189934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t2572"/>
            <p:cNvSpPr/>
            <p:nvPr/>
          </p:nvSpPr>
          <p:spPr>
            <a:xfrm>
              <a:off x="5550511" y="233797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t2573"/>
            <p:cNvSpPr/>
            <p:nvPr/>
          </p:nvSpPr>
          <p:spPr>
            <a:xfrm>
              <a:off x="5574935" y="239088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t2574"/>
            <p:cNvSpPr/>
            <p:nvPr/>
          </p:nvSpPr>
          <p:spPr>
            <a:xfrm>
              <a:off x="5509492" y="215313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t2575"/>
            <p:cNvSpPr/>
            <p:nvPr/>
          </p:nvSpPr>
          <p:spPr>
            <a:xfrm>
              <a:off x="5591125" y="195397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t2576"/>
            <p:cNvSpPr/>
            <p:nvPr/>
          </p:nvSpPr>
          <p:spPr>
            <a:xfrm>
              <a:off x="5424158" y="23160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t2577"/>
            <p:cNvSpPr/>
            <p:nvPr/>
          </p:nvSpPr>
          <p:spPr>
            <a:xfrm>
              <a:off x="5508524" y="24115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t2578"/>
            <p:cNvSpPr/>
            <p:nvPr/>
          </p:nvSpPr>
          <p:spPr>
            <a:xfrm>
              <a:off x="5378142" y="21904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t2579"/>
            <p:cNvSpPr/>
            <p:nvPr/>
          </p:nvSpPr>
          <p:spPr>
            <a:xfrm>
              <a:off x="5457521" y="219349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t2580"/>
            <p:cNvSpPr/>
            <p:nvPr/>
          </p:nvSpPr>
          <p:spPr>
            <a:xfrm>
              <a:off x="5690713" y="224727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t2581"/>
            <p:cNvSpPr/>
            <p:nvPr/>
          </p:nvSpPr>
          <p:spPr>
            <a:xfrm>
              <a:off x="5546527" y="214452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t2582"/>
            <p:cNvSpPr/>
            <p:nvPr/>
          </p:nvSpPr>
          <p:spPr>
            <a:xfrm>
              <a:off x="5517133" y="222611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t2583"/>
            <p:cNvSpPr/>
            <p:nvPr/>
          </p:nvSpPr>
          <p:spPr>
            <a:xfrm>
              <a:off x="5472295" y="220463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t2584"/>
            <p:cNvSpPr/>
            <p:nvPr/>
          </p:nvSpPr>
          <p:spPr>
            <a:xfrm>
              <a:off x="5483631" y="216451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t2585"/>
            <p:cNvSpPr/>
            <p:nvPr/>
          </p:nvSpPr>
          <p:spPr>
            <a:xfrm>
              <a:off x="5466794" y="199375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t2586"/>
            <p:cNvSpPr/>
            <p:nvPr/>
          </p:nvSpPr>
          <p:spPr>
            <a:xfrm>
              <a:off x="5547415" y="201174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t2587"/>
            <p:cNvSpPr/>
            <p:nvPr/>
          </p:nvSpPr>
          <p:spPr>
            <a:xfrm>
              <a:off x="5666453" y="22791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t2588"/>
            <p:cNvSpPr/>
            <p:nvPr/>
          </p:nvSpPr>
          <p:spPr>
            <a:xfrm>
              <a:off x="5567992" y="22175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t2589"/>
            <p:cNvSpPr/>
            <p:nvPr/>
          </p:nvSpPr>
          <p:spPr>
            <a:xfrm>
              <a:off x="5452748" y="220512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t2590"/>
            <p:cNvSpPr/>
            <p:nvPr/>
          </p:nvSpPr>
          <p:spPr>
            <a:xfrm>
              <a:off x="5462331" y="219396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t2591"/>
            <p:cNvSpPr/>
            <p:nvPr/>
          </p:nvSpPr>
          <p:spPr>
            <a:xfrm>
              <a:off x="5596762" y="204586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t2592"/>
            <p:cNvSpPr/>
            <p:nvPr/>
          </p:nvSpPr>
          <p:spPr>
            <a:xfrm>
              <a:off x="5770046" y="271939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t2593"/>
            <p:cNvSpPr/>
            <p:nvPr/>
          </p:nvSpPr>
          <p:spPr>
            <a:xfrm>
              <a:off x="5524555" y="207961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t2594"/>
            <p:cNvSpPr/>
            <p:nvPr/>
          </p:nvSpPr>
          <p:spPr>
            <a:xfrm>
              <a:off x="5428206" y="204335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t2595"/>
            <p:cNvSpPr/>
            <p:nvPr/>
          </p:nvSpPr>
          <p:spPr>
            <a:xfrm>
              <a:off x="5541252" y="214315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t2596"/>
            <p:cNvSpPr/>
            <p:nvPr/>
          </p:nvSpPr>
          <p:spPr>
            <a:xfrm>
              <a:off x="5545046" y="216472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t2597"/>
            <p:cNvSpPr/>
            <p:nvPr/>
          </p:nvSpPr>
          <p:spPr>
            <a:xfrm>
              <a:off x="5639915" y="198788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t2598"/>
            <p:cNvSpPr/>
            <p:nvPr/>
          </p:nvSpPr>
          <p:spPr>
            <a:xfrm>
              <a:off x="5610600" y="21132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t2599"/>
            <p:cNvSpPr/>
            <p:nvPr/>
          </p:nvSpPr>
          <p:spPr>
            <a:xfrm>
              <a:off x="5643736" y="232227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t2600"/>
            <p:cNvSpPr/>
            <p:nvPr/>
          </p:nvSpPr>
          <p:spPr>
            <a:xfrm>
              <a:off x="5567076" y="202428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t2601"/>
            <p:cNvSpPr/>
            <p:nvPr/>
          </p:nvSpPr>
          <p:spPr>
            <a:xfrm>
              <a:off x="5569774" y="190013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t2602"/>
            <p:cNvSpPr/>
            <p:nvPr/>
          </p:nvSpPr>
          <p:spPr>
            <a:xfrm>
              <a:off x="5520212" y="20120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t2603"/>
            <p:cNvSpPr/>
            <p:nvPr/>
          </p:nvSpPr>
          <p:spPr>
            <a:xfrm>
              <a:off x="5631971" y="217243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t2604"/>
            <p:cNvSpPr/>
            <p:nvPr/>
          </p:nvSpPr>
          <p:spPr>
            <a:xfrm>
              <a:off x="5583525" y="231748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t2605"/>
            <p:cNvSpPr/>
            <p:nvPr/>
          </p:nvSpPr>
          <p:spPr>
            <a:xfrm>
              <a:off x="5690744" y="237884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t2606"/>
            <p:cNvSpPr/>
            <p:nvPr/>
          </p:nvSpPr>
          <p:spPr>
            <a:xfrm>
              <a:off x="5483203" y="192464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t2607"/>
            <p:cNvSpPr/>
            <p:nvPr/>
          </p:nvSpPr>
          <p:spPr>
            <a:xfrm>
              <a:off x="5526291" y="194188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t2608"/>
            <p:cNvSpPr/>
            <p:nvPr/>
          </p:nvSpPr>
          <p:spPr>
            <a:xfrm>
              <a:off x="5526169" y="212219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t2609"/>
            <p:cNvSpPr/>
            <p:nvPr/>
          </p:nvSpPr>
          <p:spPr>
            <a:xfrm>
              <a:off x="5546488" y="216521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t2610"/>
            <p:cNvSpPr/>
            <p:nvPr/>
          </p:nvSpPr>
          <p:spPr>
            <a:xfrm>
              <a:off x="5666964" y="219453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t2611"/>
            <p:cNvSpPr/>
            <p:nvPr/>
          </p:nvSpPr>
          <p:spPr>
            <a:xfrm>
              <a:off x="5534094" y="228117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t2612"/>
            <p:cNvSpPr/>
            <p:nvPr/>
          </p:nvSpPr>
          <p:spPr>
            <a:xfrm>
              <a:off x="5019907" y="187110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t2613"/>
            <p:cNvSpPr/>
            <p:nvPr/>
          </p:nvSpPr>
          <p:spPr>
            <a:xfrm>
              <a:off x="5539324" y="231807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t2614"/>
            <p:cNvSpPr/>
            <p:nvPr/>
          </p:nvSpPr>
          <p:spPr>
            <a:xfrm>
              <a:off x="5693643" y="204055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t2615"/>
            <p:cNvSpPr/>
            <p:nvPr/>
          </p:nvSpPr>
          <p:spPr>
            <a:xfrm>
              <a:off x="5606132" y="219041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t2616"/>
            <p:cNvSpPr/>
            <p:nvPr/>
          </p:nvSpPr>
          <p:spPr>
            <a:xfrm>
              <a:off x="5567175" y="228828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t2617"/>
            <p:cNvSpPr/>
            <p:nvPr/>
          </p:nvSpPr>
          <p:spPr>
            <a:xfrm>
              <a:off x="5600721" y="250868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t2618"/>
            <p:cNvSpPr/>
            <p:nvPr/>
          </p:nvSpPr>
          <p:spPr>
            <a:xfrm>
              <a:off x="5564216" y="238026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t2619"/>
            <p:cNvSpPr/>
            <p:nvPr/>
          </p:nvSpPr>
          <p:spPr>
            <a:xfrm>
              <a:off x="5630208" y="218440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t2620"/>
            <p:cNvSpPr/>
            <p:nvPr/>
          </p:nvSpPr>
          <p:spPr>
            <a:xfrm>
              <a:off x="5640835" y="20447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t2621"/>
            <p:cNvSpPr/>
            <p:nvPr/>
          </p:nvSpPr>
          <p:spPr>
            <a:xfrm>
              <a:off x="5599688" y="214234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t2622"/>
            <p:cNvSpPr/>
            <p:nvPr/>
          </p:nvSpPr>
          <p:spPr>
            <a:xfrm>
              <a:off x="5476174" y="197182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t2623"/>
            <p:cNvSpPr/>
            <p:nvPr/>
          </p:nvSpPr>
          <p:spPr>
            <a:xfrm>
              <a:off x="5532613" y="235712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t2624"/>
            <p:cNvSpPr/>
            <p:nvPr/>
          </p:nvSpPr>
          <p:spPr>
            <a:xfrm>
              <a:off x="5460050" y="20169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t2625"/>
            <p:cNvSpPr/>
            <p:nvPr/>
          </p:nvSpPr>
          <p:spPr>
            <a:xfrm>
              <a:off x="4991934" y="204932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t2626"/>
            <p:cNvSpPr/>
            <p:nvPr/>
          </p:nvSpPr>
          <p:spPr>
            <a:xfrm>
              <a:off x="5606138" y="202815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t2627"/>
            <p:cNvSpPr/>
            <p:nvPr/>
          </p:nvSpPr>
          <p:spPr>
            <a:xfrm>
              <a:off x="5690897" y="20163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t2628"/>
            <p:cNvSpPr/>
            <p:nvPr/>
          </p:nvSpPr>
          <p:spPr>
            <a:xfrm>
              <a:off x="5260251" y="214759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t2629"/>
            <p:cNvSpPr/>
            <p:nvPr/>
          </p:nvSpPr>
          <p:spPr>
            <a:xfrm>
              <a:off x="5713129" y="181896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t2630"/>
            <p:cNvSpPr/>
            <p:nvPr/>
          </p:nvSpPr>
          <p:spPr>
            <a:xfrm>
              <a:off x="5783086" y="13803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t2631"/>
            <p:cNvSpPr/>
            <p:nvPr/>
          </p:nvSpPr>
          <p:spPr>
            <a:xfrm>
              <a:off x="5584893" y="20956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t2632"/>
            <p:cNvSpPr/>
            <p:nvPr/>
          </p:nvSpPr>
          <p:spPr>
            <a:xfrm>
              <a:off x="5479015" y="189966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t2633"/>
            <p:cNvSpPr/>
            <p:nvPr/>
          </p:nvSpPr>
          <p:spPr>
            <a:xfrm>
              <a:off x="5684418" y="197933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t2634"/>
            <p:cNvSpPr/>
            <p:nvPr/>
          </p:nvSpPr>
          <p:spPr>
            <a:xfrm>
              <a:off x="5507304" y="182474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t2635"/>
            <p:cNvSpPr/>
            <p:nvPr/>
          </p:nvSpPr>
          <p:spPr>
            <a:xfrm>
              <a:off x="5193458" y="18390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t2636"/>
            <p:cNvSpPr/>
            <p:nvPr/>
          </p:nvSpPr>
          <p:spPr>
            <a:xfrm>
              <a:off x="5401661" y="192335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t2637"/>
            <p:cNvSpPr/>
            <p:nvPr/>
          </p:nvSpPr>
          <p:spPr>
            <a:xfrm>
              <a:off x="4987205" y="19748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t2638"/>
            <p:cNvSpPr/>
            <p:nvPr/>
          </p:nvSpPr>
          <p:spPr>
            <a:xfrm>
              <a:off x="5000549" y="20659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t2639"/>
            <p:cNvSpPr/>
            <p:nvPr/>
          </p:nvSpPr>
          <p:spPr>
            <a:xfrm>
              <a:off x="5518251" y="22375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t2640"/>
            <p:cNvSpPr/>
            <p:nvPr/>
          </p:nvSpPr>
          <p:spPr>
            <a:xfrm>
              <a:off x="5515294" y="180024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t2641"/>
            <p:cNvSpPr/>
            <p:nvPr/>
          </p:nvSpPr>
          <p:spPr>
            <a:xfrm>
              <a:off x="5638564" y="155058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t2642"/>
            <p:cNvSpPr/>
            <p:nvPr/>
          </p:nvSpPr>
          <p:spPr>
            <a:xfrm>
              <a:off x="5552636" y="185232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t2643"/>
            <p:cNvSpPr/>
            <p:nvPr/>
          </p:nvSpPr>
          <p:spPr>
            <a:xfrm>
              <a:off x="5622225" y="191997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t2644"/>
            <p:cNvSpPr/>
            <p:nvPr/>
          </p:nvSpPr>
          <p:spPr>
            <a:xfrm>
              <a:off x="5642006" y="172832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t2645"/>
            <p:cNvSpPr/>
            <p:nvPr/>
          </p:nvSpPr>
          <p:spPr>
            <a:xfrm>
              <a:off x="5681196" y="214461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t2646"/>
            <p:cNvSpPr/>
            <p:nvPr/>
          </p:nvSpPr>
          <p:spPr>
            <a:xfrm>
              <a:off x="5553380" y="190491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t2647"/>
            <p:cNvSpPr/>
            <p:nvPr/>
          </p:nvSpPr>
          <p:spPr>
            <a:xfrm>
              <a:off x="5703216" y="20074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t2648"/>
            <p:cNvSpPr/>
            <p:nvPr/>
          </p:nvSpPr>
          <p:spPr>
            <a:xfrm>
              <a:off x="5424558" y="194576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t2649"/>
            <p:cNvSpPr/>
            <p:nvPr/>
          </p:nvSpPr>
          <p:spPr>
            <a:xfrm>
              <a:off x="5508248" y="196401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t2650"/>
            <p:cNvSpPr/>
            <p:nvPr/>
          </p:nvSpPr>
          <p:spPr>
            <a:xfrm>
              <a:off x="5487135" y="188332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t2651"/>
            <p:cNvSpPr/>
            <p:nvPr/>
          </p:nvSpPr>
          <p:spPr>
            <a:xfrm>
              <a:off x="5597337" y="213996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t2652"/>
            <p:cNvSpPr/>
            <p:nvPr/>
          </p:nvSpPr>
          <p:spPr>
            <a:xfrm>
              <a:off x="5322810" y="212955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t2653"/>
            <p:cNvSpPr/>
            <p:nvPr/>
          </p:nvSpPr>
          <p:spPr>
            <a:xfrm>
              <a:off x="5633271" y="193256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t2654"/>
            <p:cNvSpPr/>
            <p:nvPr/>
          </p:nvSpPr>
          <p:spPr>
            <a:xfrm>
              <a:off x="5946368" y="19042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t2655"/>
            <p:cNvSpPr/>
            <p:nvPr/>
          </p:nvSpPr>
          <p:spPr>
            <a:xfrm>
              <a:off x="5806025" y="190474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t2656"/>
            <p:cNvSpPr/>
            <p:nvPr/>
          </p:nvSpPr>
          <p:spPr>
            <a:xfrm>
              <a:off x="6327422" y="194550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t2657"/>
            <p:cNvSpPr/>
            <p:nvPr/>
          </p:nvSpPr>
          <p:spPr>
            <a:xfrm>
              <a:off x="5312492" y="194123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t2658"/>
            <p:cNvSpPr/>
            <p:nvPr/>
          </p:nvSpPr>
          <p:spPr>
            <a:xfrm>
              <a:off x="5329151" y="207667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t2659"/>
            <p:cNvSpPr/>
            <p:nvPr/>
          </p:nvSpPr>
          <p:spPr>
            <a:xfrm>
              <a:off x="5272628" y="179295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t2660"/>
            <p:cNvSpPr/>
            <p:nvPr/>
          </p:nvSpPr>
          <p:spPr>
            <a:xfrm>
              <a:off x="5348259" y="19194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t2661"/>
            <p:cNvSpPr/>
            <p:nvPr/>
          </p:nvSpPr>
          <p:spPr>
            <a:xfrm>
              <a:off x="5578940" y="224350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t2662"/>
            <p:cNvSpPr/>
            <p:nvPr/>
          </p:nvSpPr>
          <p:spPr>
            <a:xfrm>
              <a:off x="5151442" y="197462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t2663"/>
            <p:cNvSpPr/>
            <p:nvPr/>
          </p:nvSpPr>
          <p:spPr>
            <a:xfrm>
              <a:off x="5179479" y="210219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t2664"/>
            <p:cNvSpPr/>
            <p:nvPr/>
          </p:nvSpPr>
          <p:spPr>
            <a:xfrm>
              <a:off x="5384940" y="187236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t2665"/>
            <p:cNvSpPr/>
            <p:nvPr/>
          </p:nvSpPr>
          <p:spPr>
            <a:xfrm>
              <a:off x="4953008" y="293521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t2666"/>
            <p:cNvSpPr/>
            <p:nvPr/>
          </p:nvSpPr>
          <p:spPr>
            <a:xfrm>
              <a:off x="5277154" y="201817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t2667"/>
            <p:cNvSpPr/>
            <p:nvPr/>
          </p:nvSpPr>
          <p:spPr>
            <a:xfrm>
              <a:off x="5420191" y="18310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t2668"/>
            <p:cNvSpPr/>
            <p:nvPr/>
          </p:nvSpPr>
          <p:spPr>
            <a:xfrm>
              <a:off x="5333033" y="17813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t2669"/>
            <p:cNvSpPr/>
            <p:nvPr/>
          </p:nvSpPr>
          <p:spPr>
            <a:xfrm>
              <a:off x="5687043" y="181001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t2670"/>
            <p:cNvSpPr/>
            <p:nvPr/>
          </p:nvSpPr>
          <p:spPr>
            <a:xfrm>
              <a:off x="5355361" y="182187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t2671"/>
            <p:cNvSpPr/>
            <p:nvPr/>
          </p:nvSpPr>
          <p:spPr>
            <a:xfrm>
              <a:off x="5428475" y="182829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t2672"/>
            <p:cNvSpPr/>
            <p:nvPr/>
          </p:nvSpPr>
          <p:spPr>
            <a:xfrm>
              <a:off x="5330869" y="186836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t2673"/>
            <p:cNvSpPr/>
            <p:nvPr/>
          </p:nvSpPr>
          <p:spPr>
            <a:xfrm>
              <a:off x="5496431" y="17129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t2674"/>
            <p:cNvSpPr/>
            <p:nvPr/>
          </p:nvSpPr>
          <p:spPr>
            <a:xfrm>
              <a:off x="5198017" y="190043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t2675"/>
            <p:cNvSpPr/>
            <p:nvPr/>
          </p:nvSpPr>
          <p:spPr>
            <a:xfrm>
              <a:off x="5313656" y="166063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t2676"/>
            <p:cNvSpPr/>
            <p:nvPr/>
          </p:nvSpPr>
          <p:spPr>
            <a:xfrm>
              <a:off x="5332219" y="17973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t2677"/>
            <p:cNvSpPr/>
            <p:nvPr/>
          </p:nvSpPr>
          <p:spPr>
            <a:xfrm>
              <a:off x="5359869" y="20074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t2678"/>
            <p:cNvSpPr/>
            <p:nvPr/>
          </p:nvSpPr>
          <p:spPr>
            <a:xfrm>
              <a:off x="5208002" y="175236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t2679"/>
            <p:cNvSpPr/>
            <p:nvPr/>
          </p:nvSpPr>
          <p:spPr>
            <a:xfrm>
              <a:off x="5236863" y="17961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t2680"/>
            <p:cNvSpPr/>
            <p:nvPr/>
          </p:nvSpPr>
          <p:spPr>
            <a:xfrm>
              <a:off x="5442119" y="176236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t2681"/>
            <p:cNvSpPr/>
            <p:nvPr/>
          </p:nvSpPr>
          <p:spPr>
            <a:xfrm>
              <a:off x="5431795" y="20282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t2682"/>
            <p:cNvSpPr/>
            <p:nvPr/>
          </p:nvSpPr>
          <p:spPr>
            <a:xfrm>
              <a:off x="5317450" y="19536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t2683"/>
            <p:cNvSpPr/>
            <p:nvPr/>
          </p:nvSpPr>
          <p:spPr>
            <a:xfrm>
              <a:off x="5478963" y="18142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t2684"/>
            <p:cNvSpPr/>
            <p:nvPr/>
          </p:nvSpPr>
          <p:spPr>
            <a:xfrm>
              <a:off x="5377216" y="181912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t2685"/>
            <p:cNvSpPr/>
            <p:nvPr/>
          </p:nvSpPr>
          <p:spPr>
            <a:xfrm>
              <a:off x="5432865" y="197424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t2686"/>
            <p:cNvSpPr/>
            <p:nvPr/>
          </p:nvSpPr>
          <p:spPr>
            <a:xfrm>
              <a:off x="5057616" y="17941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t2687"/>
            <p:cNvSpPr/>
            <p:nvPr/>
          </p:nvSpPr>
          <p:spPr>
            <a:xfrm>
              <a:off x="5578791" y="19242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t2688"/>
            <p:cNvSpPr/>
            <p:nvPr/>
          </p:nvSpPr>
          <p:spPr>
            <a:xfrm>
              <a:off x="5761249" y="18788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t2689"/>
            <p:cNvSpPr/>
            <p:nvPr/>
          </p:nvSpPr>
          <p:spPr>
            <a:xfrm>
              <a:off x="5630647" y="19152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t2690"/>
            <p:cNvSpPr/>
            <p:nvPr/>
          </p:nvSpPr>
          <p:spPr>
            <a:xfrm>
              <a:off x="5717210" y="192179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t2691"/>
            <p:cNvSpPr/>
            <p:nvPr/>
          </p:nvSpPr>
          <p:spPr>
            <a:xfrm>
              <a:off x="5646108" y="169026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t2692"/>
            <p:cNvSpPr/>
            <p:nvPr/>
          </p:nvSpPr>
          <p:spPr>
            <a:xfrm>
              <a:off x="5704484" y="194619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t2693"/>
            <p:cNvSpPr/>
            <p:nvPr/>
          </p:nvSpPr>
          <p:spPr>
            <a:xfrm>
              <a:off x="5729944" y="182406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t2694"/>
            <p:cNvSpPr/>
            <p:nvPr/>
          </p:nvSpPr>
          <p:spPr>
            <a:xfrm>
              <a:off x="5459291" y="169867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t2695"/>
            <p:cNvSpPr/>
            <p:nvPr/>
          </p:nvSpPr>
          <p:spPr>
            <a:xfrm>
              <a:off x="5201913" y="204489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t2696"/>
            <p:cNvSpPr/>
            <p:nvPr/>
          </p:nvSpPr>
          <p:spPr>
            <a:xfrm>
              <a:off x="5690903" y="16690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t2697"/>
            <p:cNvSpPr/>
            <p:nvPr/>
          </p:nvSpPr>
          <p:spPr>
            <a:xfrm>
              <a:off x="5639893" y="178164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t2698"/>
            <p:cNvSpPr/>
            <p:nvPr/>
          </p:nvSpPr>
          <p:spPr>
            <a:xfrm>
              <a:off x="5698531" y="198617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t2699"/>
            <p:cNvSpPr/>
            <p:nvPr/>
          </p:nvSpPr>
          <p:spPr>
            <a:xfrm>
              <a:off x="5590622" y="171161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t2700"/>
            <p:cNvSpPr/>
            <p:nvPr/>
          </p:nvSpPr>
          <p:spPr>
            <a:xfrm>
              <a:off x="5642557" y="16007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t2701"/>
            <p:cNvSpPr/>
            <p:nvPr/>
          </p:nvSpPr>
          <p:spPr>
            <a:xfrm>
              <a:off x="5473724" y="192297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t2702"/>
            <p:cNvSpPr/>
            <p:nvPr/>
          </p:nvSpPr>
          <p:spPr>
            <a:xfrm>
              <a:off x="5253973" y="194589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t2703"/>
            <p:cNvSpPr/>
            <p:nvPr/>
          </p:nvSpPr>
          <p:spPr>
            <a:xfrm>
              <a:off x="5207479" y="199718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t2704"/>
            <p:cNvSpPr/>
            <p:nvPr/>
          </p:nvSpPr>
          <p:spPr>
            <a:xfrm>
              <a:off x="5526871" y="235959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t2705"/>
            <p:cNvSpPr/>
            <p:nvPr/>
          </p:nvSpPr>
          <p:spPr>
            <a:xfrm>
              <a:off x="5547692" y="221756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t2706"/>
            <p:cNvSpPr/>
            <p:nvPr/>
          </p:nvSpPr>
          <p:spPr>
            <a:xfrm>
              <a:off x="5615003" y="28653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t2707"/>
            <p:cNvSpPr/>
            <p:nvPr/>
          </p:nvSpPr>
          <p:spPr>
            <a:xfrm>
              <a:off x="5746830" y="221163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t2708"/>
            <p:cNvSpPr/>
            <p:nvPr/>
          </p:nvSpPr>
          <p:spPr>
            <a:xfrm>
              <a:off x="5618907" y="238396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t2709"/>
            <p:cNvSpPr/>
            <p:nvPr/>
          </p:nvSpPr>
          <p:spPr>
            <a:xfrm>
              <a:off x="6055867" y="216639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t2710"/>
            <p:cNvSpPr/>
            <p:nvPr/>
          </p:nvSpPr>
          <p:spPr>
            <a:xfrm>
              <a:off x="5197106" y="208346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t2711"/>
            <p:cNvSpPr/>
            <p:nvPr/>
          </p:nvSpPr>
          <p:spPr>
            <a:xfrm>
              <a:off x="5295202" y="200500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t2712"/>
            <p:cNvSpPr/>
            <p:nvPr/>
          </p:nvSpPr>
          <p:spPr>
            <a:xfrm>
              <a:off x="5237651" y="203398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t2713"/>
            <p:cNvSpPr/>
            <p:nvPr/>
          </p:nvSpPr>
          <p:spPr>
            <a:xfrm>
              <a:off x="5037566" y="214329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t2714"/>
            <p:cNvSpPr/>
            <p:nvPr/>
          </p:nvSpPr>
          <p:spPr>
            <a:xfrm>
              <a:off x="5445296" y="174254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t2715"/>
            <p:cNvSpPr/>
            <p:nvPr/>
          </p:nvSpPr>
          <p:spPr>
            <a:xfrm>
              <a:off x="5322740" y="211706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t2716"/>
            <p:cNvSpPr/>
            <p:nvPr/>
          </p:nvSpPr>
          <p:spPr>
            <a:xfrm>
              <a:off x="5277354" y="176531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t2717"/>
            <p:cNvSpPr/>
            <p:nvPr/>
          </p:nvSpPr>
          <p:spPr>
            <a:xfrm>
              <a:off x="5200573" y="20464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t2718"/>
            <p:cNvSpPr/>
            <p:nvPr/>
          </p:nvSpPr>
          <p:spPr>
            <a:xfrm>
              <a:off x="5520992" y="211899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t2719"/>
            <p:cNvSpPr/>
            <p:nvPr/>
          </p:nvSpPr>
          <p:spPr>
            <a:xfrm>
              <a:off x="5602281" y="20686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t2720"/>
            <p:cNvSpPr/>
            <p:nvPr/>
          </p:nvSpPr>
          <p:spPr>
            <a:xfrm>
              <a:off x="5588210" y="250206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t2721"/>
            <p:cNvSpPr/>
            <p:nvPr/>
          </p:nvSpPr>
          <p:spPr>
            <a:xfrm>
              <a:off x="5423563" y="208658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t2722"/>
            <p:cNvSpPr/>
            <p:nvPr/>
          </p:nvSpPr>
          <p:spPr>
            <a:xfrm>
              <a:off x="5298417" y="203050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t2723"/>
            <p:cNvSpPr/>
            <p:nvPr/>
          </p:nvSpPr>
          <p:spPr>
            <a:xfrm>
              <a:off x="5121024" y="212951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t2724"/>
            <p:cNvSpPr/>
            <p:nvPr/>
          </p:nvSpPr>
          <p:spPr>
            <a:xfrm>
              <a:off x="4977488" y="187114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t2725"/>
            <p:cNvSpPr/>
            <p:nvPr/>
          </p:nvSpPr>
          <p:spPr>
            <a:xfrm>
              <a:off x="5118774" y="20354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t2726"/>
            <p:cNvSpPr/>
            <p:nvPr/>
          </p:nvSpPr>
          <p:spPr>
            <a:xfrm>
              <a:off x="6152540" y="26870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t2727"/>
            <p:cNvSpPr/>
            <p:nvPr/>
          </p:nvSpPr>
          <p:spPr>
            <a:xfrm>
              <a:off x="5470538" y="217970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t2728"/>
            <p:cNvSpPr/>
            <p:nvPr/>
          </p:nvSpPr>
          <p:spPr>
            <a:xfrm>
              <a:off x="5749419" y="168606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t2729"/>
            <p:cNvSpPr/>
            <p:nvPr/>
          </p:nvSpPr>
          <p:spPr>
            <a:xfrm>
              <a:off x="5128680" y="184100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t2730"/>
            <p:cNvSpPr/>
            <p:nvPr/>
          </p:nvSpPr>
          <p:spPr>
            <a:xfrm>
              <a:off x="5675599" y="17208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t2731"/>
            <p:cNvSpPr/>
            <p:nvPr/>
          </p:nvSpPr>
          <p:spPr>
            <a:xfrm>
              <a:off x="5408582" y="227263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t2732"/>
            <p:cNvSpPr/>
            <p:nvPr/>
          </p:nvSpPr>
          <p:spPr>
            <a:xfrm>
              <a:off x="5545789" y="23648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t2733"/>
            <p:cNvSpPr/>
            <p:nvPr/>
          </p:nvSpPr>
          <p:spPr>
            <a:xfrm>
              <a:off x="5556858" y="249238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t2734"/>
            <p:cNvSpPr/>
            <p:nvPr/>
          </p:nvSpPr>
          <p:spPr>
            <a:xfrm>
              <a:off x="5572897" y="25151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t2735"/>
            <p:cNvSpPr/>
            <p:nvPr/>
          </p:nvSpPr>
          <p:spPr>
            <a:xfrm>
              <a:off x="5498062" y="233663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t2736"/>
            <p:cNvSpPr/>
            <p:nvPr/>
          </p:nvSpPr>
          <p:spPr>
            <a:xfrm>
              <a:off x="5589022" y="26475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t2737"/>
            <p:cNvSpPr/>
            <p:nvPr/>
          </p:nvSpPr>
          <p:spPr>
            <a:xfrm>
              <a:off x="5439450" y="228439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t2738"/>
            <p:cNvSpPr/>
            <p:nvPr/>
          </p:nvSpPr>
          <p:spPr>
            <a:xfrm>
              <a:off x="5462210" y="22717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t2739"/>
            <p:cNvSpPr/>
            <p:nvPr/>
          </p:nvSpPr>
          <p:spPr>
            <a:xfrm>
              <a:off x="5672518" y="228033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t2740"/>
            <p:cNvSpPr/>
            <p:nvPr/>
          </p:nvSpPr>
          <p:spPr>
            <a:xfrm>
              <a:off x="5590780" y="246609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t2741"/>
            <p:cNvSpPr/>
            <p:nvPr/>
          </p:nvSpPr>
          <p:spPr>
            <a:xfrm>
              <a:off x="5564719" y="213848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t2742"/>
            <p:cNvSpPr/>
            <p:nvPr/>
          </p:nvSpPr>
          <p:spPr>
            <a:xfrm>
              <a:off x="5581784" y="21629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t2743"/>
            <p:cNvSpPr/>
            <p:nvPr/>
          </p:nvSpPr>
          <p:spPr>
            <a:xfrm>
              <a:off x="5670959" y="20990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t2744"/>
            <p:cNvSpPr/>
            <p:nvPr/>
          </p:nvSpPr>
          <p:spPr>
            <a:xfrm>
              <a:off x="5551771" y="219314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t2745"/>
            <p:cNvSpPr/>
            <p:nvPr/>
          </p:nvSpPr>
          <p:spPr>
            <a:xfrm>
              <a:off x="5650134" y="195861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t2746"/>
            <p:cNvSpPr/>
            <p:nvPr/>
          </p:nvSpPr>
          <p:spPr>
            <a:xfrm>
              <a:off x="5164842" y="194452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t2747"/>
            <p:cNvSpPr/>
            <p:nvPr/>
          </p:nvSpPr>
          <p:spPr>
            <a:xfrm>
              <a:off x="5524261" y="24885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t2748"/>
            <p:cNvSpPr/>
            <p:nvPr/>
          </p:nvSpPr>
          <p:spPr>
            <a:xfrm>
              <a:off x="5555709" y="26592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t2749"/>
            <p:cNvSpPr/>
            <p:nvPr/>
          </p:nvSpPr>
          <p:spPr>
            <a:xfrm>
              <a:off x="5542618" y="27310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t2750"/>
            <p:cNvSpPr/>
            <p:nvPr/>
          </p:nvSpPr>
          <p:spPr>
            <a:xfrm>
              <a:off x="5469396" y="23747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t2751"/>
            <p:cNvSpPr/>
            <p:nvPr/>
          </p:nvSpPr>
          <p:spPr>
            <a:xfrm>
              <a:off x="5493416" y="18729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t2752"/>
            <p:cNvSpPr/>
            <p:nvPr/>
          </p:nvSpPr>
          <p:spPr>
            <a:xfrm>
              <a:off x="5574126" y="25077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t2753"/>
            <p:cNvSpPr/>
            <p:nvPr/>
          </p:nvSpPr>
          <p:spPr>
            <a:xfrm>
              <a:off x="5486476" y="27413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t2754"/>
            <p:cNvSpPr/>
            <p:nvPr/>
          </p:nvSpPr>
          <p:spPr>
            <a:xfrm>
              <a:off x="5886619" y="20150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t2755"/>
            <p:cNvSpPr/>
            <p:nvPr/>
          </p:nvSpPr>
          <p:spPr>
            <a:xfrm>
              <a:off x="5590688" y="19803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t2756"/>
            <p:cNvSpPr/>
            <p:nvPr/>
          </p:nvSpPr>
          <p:spPr>
            <a:xfrm>
              <a:off x="5511865" y="23098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t2757"/>
            <p:cNvSpPr/>
            <p:nvPr/>
          </p:nvSpPr>
          <p:spPr>
            <a:xfrm>
              <a:off x="5538841" y="21374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t2758"/>
            <p:cNvSpPr/>
            <p:nvPr/>
          </p:nvSpPr>
          <p:spPr>
            <a:xfrm>
              <a:off x="5536304" y="23341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t2759"/>
            <p:cNvSpPr/>
            <p:nvPr/>
          </p:nvSpPr>
          <p:spPr>
            <a:xfrm>
              <a:off x="5545216" y="21544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t2760"/>
            <p:cNvSpPr/>
            <p:nvPr/>
          </p:nvSpPr>
          <p:spPr>
            <a:xfrm>
              <a:off x="5390664" y="22533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t2761"/>
            <p:cNvSpPr/>
            <p:nvPr/>
          </p:nvSpPr>
          <p:spPr>
            <a:xfrm>
              <a:off x="5524157" y="22073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t2762"/>
            <p:cNvSpPr/>
            <p:nvPr/>
          </p:nvSpPr>
          <p:spPr>
            <a:xfrm>
              <a:off x="5422696" y="22411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t2763"/>
            <p:cNvSpPr/>
            <p:nvPr/>
          </p:nvSpPr>
          <p:spPr>
            <a:xfrm>
              <a:off x="5496808" y="21170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t2764"/>
            <p:cNvSpPr/>
            <p:nvPr/>
          </p:nvSpPr>
          <p:spPr>
            <a:xfrm>
              <a:off x="5564554" y="23487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t2765"/>
            <p:cNvSpPr/>
            <p:nvPr/>
          </p:nvSpPr>
          <p:spPr>
            <a:xfrm>
              <a:off x="5532666" y="23889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t2766"/>
            <p:cNvSpPr/>
            <p:nvPr/>
          </p:nvSpPr>
          <p:spPr>
            <a:xfrm>
              <a:off x="5473729" y="21357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t2767"/>
            <p:cNvSpPr/>
            <p:nvPr/>
          </p:nvSpPr>
          <p:spPr>
            <a:xfrm>
              <a:off x="5373430" y="22102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t2768"/>
            <p:cNvSpPr/>
            <p:nvPr/>
          </p:nvSpPr>
          <p:spPr>
            <a:xfrm>
              <a:off x="5593348" y="20351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t2769"/>
            <p:cNvSpPr/>
            <p:nvPr/>
          </p:nvSpPr>
          <p:spPr>
            <a:xfrm>
              <a:off x="5613928" y="21885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t2770"/>
            <p:cNvSpPr/>
            <p:nvPr/>
          </p:nvSpPr>
          <p:spPr>
            <a:xfrm>
              <a:off x="5516594" y="26294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t2771"/>
            <p:cNvSpPr/>
            <p:nvPr/>
          </p:nvSpPr>
          <p:spPr>
            <a:xfrm>
              <a:off x="5448841" y="22613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t2772"/>
            <p:cNvSpPr/>
            <p:nvPr/>
          </p:nvSpPr>
          <p:spPr>
            <a:xfrm>
              <a:off x="5393073" y="24191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t2773"/>
            <p:cNvSpPr/>
            <p:nvPr/>
          </p:nvSpPr>
          <p:spPr>
            <a:xfrm>
              <a:off x="5426203" y="20305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t2774"/>
            <p:cNvSpPr/>
            <p:nvPr/>
          </p:nvSpPr>
          <p:spPr>
            <a:xfrm>
              <a:off x="5395371" y="19817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t2775"/>
            <p:cNvSpPr/>
            <p:nvPr/>
          </p:nvSpPr>
          <p:spPr>
            <a:xfrm>
              <a:off x="5562476" y="22083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t2776"/>
            <p:cNvSpPr/>
            <p:nvPr/>
          </p:nvSpPr>
          <p:spPr>
            <a:xfrm>
              <a:off x="5380971" y="21105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t2777"/>
            <p:cNvSpPr/>
            <p:nvPr/>
          </p:nvSpPr>
          <p:spPr>
            <a:xfrm>
              <a:off x="5448530" y="20733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t2778"/>
            <p:cNvSpPr/>
            <p:nvPr/>
          </p:nvSpPr>
          <p:spPr>
            <a:xfrm>
              <a:off x="5549382" y="21910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t2779"/>
            <p:cNvSpPr/>
            <p:nvPr/>
          </p:nvSpPr>
          <p:spPr>
            <a:xfrm>
              <a:off x="5517316" y="20368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t2780"/>
            <p:cNvSpPr/>
            <p:nvPr/>
          </p:nvSpPr>
          <p:spPr>
            <a:xfrm>
              <a:off x="5526848" y="22878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t2781"/>
            <p:cNvSpPr/>
            <p:nvPr/>
          </p:nvSpPr>
          <p:spPr>
            <a:xfrm>
              <a:off x="5557535" y="22027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t2782"/>
            <p:cNvSpPr/>
            <p:nvPr/>
          </p:nvSpPr>
          <p:spPr>
            <a:xfrm>
              <a:off x="5476877" y="21958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t2783"/>
            <p:cNvSpPr/>
            <p:nvPr/>
          </p:nvSpPr>
          <p:spPr>
            <a:xfrm>
              <a:off x="5589787" y="18865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t2784"/>
            <p:cNvSpPr/>
            <p:nvPr/>
          </p:nvSpPr>
          <p:spPr>
            <a:xfrm>
              <a:off x="5509480" y="19891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t2785"/>
            <p:cNvSpPr/>
            <p:nvPr/>
          </p:nvSpPr>
          <p:spPr>
            <a:xfrm>
              <a:off x="5486942" y="20567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t2786"/>
            <p:cNvSpPr/>
            <p:nvPr/>
          </p:nvSpPr>
          <p:spPr>
            <a:xfrm>
              <a:off x="5416759" y="20146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t2787"/>
            <p:cNvSpPr/>
            <p:nvPr/>
          </p:nvSpPr>
          <p:spPr>
            <a:xfrm>
              <a:off x="5418924" y="21032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t2788"/>
            <p:cNvSpPr/>
            <p:nvPr/>
          </p:nvSpPr>
          <p:spPr>
            <a:xfrm>
              <a:off x="5432435" y="20829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t2789"/>
            <p:cNvSpPr/>
            <p:nvPr/>
          </p:nvSpPr>
          <p:spPr>
            <a:xfrm>
              <a:off x="5505607" y="20914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t2790"/>
            <p:cNvSpPr/>
            <p:nvPr/>
          </p:nvSpPr>
          <p:spPr>
            <a:xfrm>
              <a:off x="5579359" y="19607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t2791"/>
            <p:cNvSpPr/>
            <p:nvPr/>
          </p:nvSpPr>
          <p:spPr>
            <a:xfrm>
              <a:off x="5486074" y="19505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t2792"/>
            <p:cNvSpPr/>
            <p:nvPr/>
          </p:nvSpPr>
          <p:spPr>
            <a:xfrm>
              <a:off x="5559919" y="18162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t2793"/>
            <p:cNvSpPr/>
            <p:nvPr/>
          </p:nvSpPr>
          <p:spPr>
            <a:xfrm>
              <a:off x="5382034" y="21302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t2794"/>
            <p:cNvSpPr/>
            <p:nvPr/>
          </p:nvSpPr>
          <p:spPr>
            <a:xfrm>
              <a:off x="5492097" y="22531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t2795"/>
            <p:cNvSpPr/>
            <p:nvPr/>
          </p:nvSpPr>
          <p:spPr>
            <a:xfrm>
              <a:off x="5199481" y="18918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t2796"/>
            <p:cNvSpPr/>
            <p:nvPr/>
          </p:nvSpPr>
          <p:spPr>
            <a:xfrm>
              <a:off x="5581355" y="18834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t2797"/>
            <p:cNvSpPr/>
            <p:nvPr/>
          </p:nvSpPr>
          <p:spPr>
            <a:xfrm>
              <a:off x="5449574" y="21025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t2798"/>
            <p:cNvSpPr/>
            <p:nvPr/>
          </p:nvSpPr>
          <p:spPr>
            <a:xfrm>
              <a:off x="5489898" y="20707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t2799"/>
            <p:cNvSpPr/>
            <p:nvPr/>
          </p:nvSpPr>
          <p:spPr>
            <a:xfrm>
              <a:off x="5407354" y="21643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t2800"/>
            <p:cNvSpPr/>
            <p:nvPr/>
          </p:nvSpPr>
          <p:spPr>
            <a:xfrm>
              <a:off x="5383115" y="20138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t2801"/>
            <p:cNvSpPr/>
            <p:nvPr/>
          </p:nvSpPr>
          <p:spPr>
            <a:xfrm>
              <a:off x="5117340" y="20742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t2802"/>
            <p:cNvSpPr/>
            <p:nvPr/>
          </p:nvSpPr>
          <p:spPr>
            <a:xfrm>
              <a:off x="5405666" y="20894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t2803"/>
            <p:cNvSpPr/>
            <p:nvPr/>
          </p:nvSpPr>
          <p:spPr>
            <a:xfrm>
              <a:off x="5399343" y="22342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t2804"/>
            <p:cNvSpPr/>
            <p:nvPr/>
          </p:nvSpPr>
          <p:spPr>
            <a:xfrm>
              <a:off x="5587363" y="17416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t2805"/>
            <p:cNvSpPr/>
            <p:nvPr/>
          </p:nvSpPr>
          <p:spPr>
            <a:xfrm>
              <a:off x="5743220" y="19589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t2806"/>
            <p:cNvSpPr/>
            <p:nvPr/>
          </p:nvSpPr>
          <p:spPr>
            <a:xfrm>
              <a:off x="5462747" y="20179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t2807"/>
            <p:cNvSpPr/>
            <p:nvPr/>
          </p:nvSpPr>
          <p:spPr>
            <a:xfrm>
              <a:off x="5531191" y="19237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t2808"/>
            <p:cNvSpPr/>
            <p:nvPr/>
          </p:nvSpPr>
          <p:spPr>
            <a:xfrm>
              <a:off x="5495575" y="21586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t2809"/>
            <p:cNvSpPr/>
            <p:nvPr/>
          </p:nvSpPr>
          <p:spPr>
            <a:xfrm>
              <a:off x="5952002" y="19742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t2810"/>
            <p:cNvSpPr/>
            <p:nvPr/>
          </p:nvSpPr>
          <p:spPr>
            <a:xfrm>
              <a:off x="5546151" y="20078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t2811"/>
            <p:cNvSpPr/>
            <p:nvPr/>
          </p:nvSpPr>
          <p:spPr>
            <a:xfrm>
              <a:off x="5264952" y="20153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t2812"/>
            <p:cNvSpPr/>
            <p:nvPr/>
          </p:nvSpPr>
          <p:spPr>
            <a:xfrm>
              <a:off x="5637908" y="20069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t2813"/>
            <p:cNvSpPr/>
            <p:nvPr/>
          </p:nvSpPr>
          <p:spPr>
            <a:xfrm>
              <a:off x="5628311" y="21066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t2814"/>
            <p:cNvSpPr/>
            <p:nvPr/>
          </p:nvSpPr>
          <p:spPr>
            <a:xfrm>
              <a:off x="5637997" y="21044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t2815"/>
            <p:cNvSpPr/>
            <p:nvPr/>
          </p:nvSpPr>
          <p:spPr>
            <a:xfrm>
              <a:off x="5645189" y="20633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t2816"/>
            <p:cNvSpPr/>
            <p:nvPr/>
          </p:nvSpPr>
          <p:spPr>
            <a:xfrm>
              <a:off x="5584207" y="20458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t2817"/>
            <p:cNvSpPr/>
            <p:nvPr/>
          </p:nvSpPr>
          <p:spPr>
            <a:xfrm>
              <a:off x="5382082" y="21388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t2818"/>
            <p:cNvSpPr/>
            <p:nvPr/>
          </p:nvSpPr>
          <p:spPr>
            <a:xfrm>
              <a:off x="5512300" y="21111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t2819"/>
            <p:cNvSpPr/>
            <p:nvPr/>
          </p:nvSpPr>
          <p:spPr>
            <a:xfrm>
              <a:off x="5584648" y="21399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t2820"/>
            <p:cNvSpPr/>
            <p:nvPr/>
          </p:nvSpPr>
          <p:spPr>
            <a:xfrm>
              <a:off x="5669109" y="19084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t2821"/>
            <p:cNvSpPr/>
            <p:nvPr/>
          </p:nvSpPr>
          <p:spPr>
            <a:xfrm>
              <a:off x="5592270" y="23079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t2822"/>
            <p:cNvSpPr/>
            <p:nvPr/>
          </p:nvSpPr>
          <p:spPr>
            <a:xfrm>
              <a:off x="5469857" y="20273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t2823"/>
            <p:cNvSpPr/>
            <p:nvPr/>
          </p:nvSpPr>
          <p:spPr>
            <a:xfrm>
              <a:off x="5442165" y="19719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t2824"/>
            <p:cNvSpPr/>
            <p:nvPr/>
          </p:nvSpPr>
          <p:spPr>
            <a:xfrm>
              <a:off x="4624521" y="23823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t2825"/>
            <p:cNvSpPr/>
            <p:nvPr/>
          </p:nvSpPr>
          <p:spPr>
            <a:xfrm>
              <a:off x="5524343" y="22482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t2826"/>
            <p:cNvSpPr/>
            <p:nvPr/>
          </p:nvSpPr>
          <p:spPr>
            <a:xfrm>
              <a:off x="4482634" y="24026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t2827"/>
            <p:cNvSpPr/>
            <p:nvPr/>
          </p:nvSpPr>
          <p:spPr>
            <a:xfrm>
              <a:off x="5526597" y="24107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t2828"/>
            <p:cNvSpPr/>
            <p:nvPr/>
          </p:nvSpPr>
          <p:spPr>
            <a:xfrm>
              <a:off x="4943176" y="23884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t2829"/>
            <p:cNvSpPr/>
            <p:nvPr/>
          </p:nvSpPr>
          <p:spPr>
            <a:xfrm>
              <a:off x="5517057" y="26158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t2830"/>
            <p:cNvSpPr/>
            <p:nvPr/>
          </p:nvSpPr>
          <p:spPr>
            <a:xfrm>
              <a:off x="5602345" y="24792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t2831"/>
            <p:cNvSpPr/>
            <p:nvPr/>
          </p:nvSpPr>
          <p:spPr>
            <a:xfrm>
              <a:off x="5421805" y="24826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t2832"/>
            <p:cNvSpPr/>
            <p:nvPr/>
          </p:nvSpPr>
          <p:spPr>
            <a:xfrm>
              <a:off x="5552075" y="22731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t2833"/>
            <p:cNvSpPr/>
            <p:nvPr/>
          </p:nvSpPr>
          <p:spPr>
            <a:xfrm>
              <a:off x="5658399" y="20311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t2834"/>
            <p:cNvSpPr/>
            <p:nvPr/>
          </p:nvSpPr>
          <p:spPr>
            <a:xfrm>
              <a:off x="5682988" y="19209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t2835"/>
            <p:cNvSpPr/>
            <p:nvPr/>
          </p:nvSpPr>
          <p:spPr>
            <a:xfrm>
              <a:off x="5545585" y="22592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t2836"/>
            <p:cNvSpPr/>
            <p:nvPr/>
          </p:nvSpPr>
          <p:spPr>
            <a:xfrm>
              <a:off x="5557057" y="22179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t2837"/>
            <p:cNvSpPr/>
            <p:nvPr/>
          </p:nvSpPr>
          <p:spPr>
            <a:xfrm>
              <a:off x="5428189" y="21199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t2838"/>
            <p:cNvSpPr/>
            <p:nvPr/>
          </p:nvSpPr>
          <p:spPr>
            <a:xfrm>
              <a:off x="5596447" y="192585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t2839"/>
            <p:cNvSpPr/>
            <p:nvPr/>
          </p:nvSpPr>
          <p:spPr>
            <a:xfrm>
              <a:off x="5578632" y="221883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t2840"/>
            <p:cNvSpPr/>
            <p:nvPr/>
          </p:nvSpPr>
          <p:spPr>
            <a:xfrm>
              <a:off x="5562060" y="215604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t2841"/>
            <p:cNvSpPr/>
            <p:nvPr/>
          </p:nvSpPr>
          <p:spPr>
            <a:xfrm>
              <a:off x="5550415" y="219946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t2842"/>
            <p:cNvSpPr/>
            <p:nvPr/>
          </p:nvSpPr>
          <p:spPr>
            <a:xfrm>
              <a:off x="5489818" y="197203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t2843"/>
            <p:cNvSpPr/>
            <p:nvPr/>
          </p:nvSpPr>
          <p:spPr>
            <a:xfrm>
              <a:off x="5359569" y="216584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t2844"/>
            <p:cNvSpPr/>
            <p:nvPr/>
          </p:nvSpPr>
          <p:spPr>
            <a:xfrm>
              <a:off x="5454118" y="233825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t2845"/>
            <p:cNvSpPr/>
            <p:nvPr/>
          </p:nvSpPr>
          <p:spPr>
            <a:xfrm>
              <a:off x="5529139" y="198313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t2846"/>
            <p:cNvSpPr/>
            <p:nvPr/>
          </p:nvSpPr>
          <p:spPr>
            <a:xfrm>
              <a:off x="5867452" y="173295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t2847"/>
            <p:cNvSpPr/>
            <p:nvPr/>
          </p:nvSpPr>
          <p:spPr>
            <a:xfrm>
              <a:off x="5497243" y="203931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t2848"/>
            <p:cNvSpPr/>
            <p:nvPr/>
          </p:nvSpPr>
          <p:spPr>
            <a:xfrm>
              <a:off x="5493918" y="220802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t2849"/>
            <p:cNvSpPr/>
            <p:nvPr/>
          </p:nvSpPr>
          <p:spPr>
            <a:xfrm>
              <a:off x="5482623" y="212795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t2850"/>
            <p:cNvSpPr/>
            <p:nvPr/>
          </p:nvSpPr>
          <p:spPr>
            <a:xfrm>
              <a:off x="5551080" y="224821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t2851"/>
            <p:cNvSpPr/>
            <p:nvPr/>
          </p:nvSpPr>
          <p:spPr>
            <a:xfrm>
              <a:off x="5523680" y="204306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t2852"/>
            <p:cNvSpPr/>
            <p:nvPr/>
          </p:nvSpPr>
          <p:spPr>
            <a:xfrm>
              <a:off x="5537449" y="200495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t2853"/>
            <p:cNvSpPr/>
            <p:nvPr/>
          </p:nvSpPr>
          <p:spPr>
            <a:xfrm>
              <a:off x="5549827" y="220991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t2854"/>
            <p:cNvSpPr/>
            <p:nvPr/>
          </p:nvSpPr>
          <p:spPr>
            <a:xfrm>
              <a:off x="5524156" y="209811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t2855"/>
            <p:cNvSpPr/>
            <p:nvPr/>
          </p:nvSpPr>
          <p:spPr>
            <a:xfrm>
              <a:off x="5554845" y="179472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t2856"/>
            <p:cNvSpPr/>
            <p:nvPr/>
          </p:nvSpPr>
          <p:spPr>
            <a:xfrm>
              <a:off x="5521766" y="201356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t2857"/>
            <p:cNvSpPr/>
            <p:nvPr/>
          </p:nvSpPr>
          <p:spPr>
            <a:xfrm>
              <a:off x="5447382" y="223688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t2858"/>
            <p:cNvSpPr/>
            <p:nvPr/>
          </p:nvSpPr>
          <p:spPr>
            <a:xfrm>
              <a:off x="5496477" y="205497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t2859"/>
            <p:cNvSpPr/>
            <p:nvPr/>
          </p:nvSpPr>
          <p:spPr>
            <a:xfrm>
              <a:off x="5485971" y="185355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t2860"/>
            <p:cNvSpPr/>
            <p:nvPr/>
          </p:nvSpPr>
          <p:spPr>
            <a:xfrm>
              <a:off x="5480792" y="200784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t2861"/>
            <p:cNvSpPr/>
            <p:nvPr/>
          </p:nvSpPr>
          <p:spPr>
            <a:xfrm>
              <a:off x="5551925" y="183080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t2862"/>
            <p:cNvSpPr/>
            <p:nvPr/>
          </p:nvSpPr>
          <p:spPr>
            <a:xfrm>
              <a:off x="5469475" y="201750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t2863"/>
            <p:cNvSpPr/>
            <p:nvPr/>
          </p:nvSpPr>
          <p:spPr>
            <a:xfrm>
              <a:off x="5350514" y="215299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t2864"/>
            <p:cNvSpPr/>
            <p:nvPr/>
          </p:nvSpPr>
          <p:spPr>
            <a:xfrm>
              <a:off x="5512363" y="221160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t2865"/>
            <p:cNvSpPr/>
            <p:nvPr/>
          </p:nvSpPr>
          <p:spPr>
            <a:xfrm>
              <a:off x="5624258" y="235451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t2866"/>
            <p:cNvSpPr/>
            <p:nvPr/>
          </p:nvSpPr>
          <p:spPr>
            <a:xfrm>
              <a:off x="5654465" y="193130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t2867"/>
            <p:cNvSpPr/>
            <p:nvPr/>
          </p:nvSpPr>
          <p:spPr>
            <a:xfrm>
              <a:off x="5361577" y="227464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t2868"/>
            <p:cNvSpPr/>
            <p:nvPr/>
          </p:nvSpPr>
          <p:spPr>
            <a:xfrm>
              <a:off x="5610685" y="227095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t2869"/>
            <p:cNvSpPr/>
            <p:nvPr/>
          </p:nvSpPr>
          <p:spPr>
            <a:xfrm>
              <a:off x="5522335" y="194866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t2870"/>
            <p:cNvSpPr/>
            <p:nvPr/>
          </p:nvSpPr>
          <p:spPr>
            <a:xfrm>
              <a:off x="5318347" y="179597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t2871"/>
            <p:cNvSpPr/>
            <p:nvPr/>
          </p:nvSpPr>
          <p:spPr>
            <a:xfrm>
              <a:off x="5595559" y="219987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t2872"/>
            <p:cNvSpPr/>
            <p:nvPr/>
          </p:nvSpPr>
          <p:spPr>
            <a:xfrm>
              <a:off x="5428006" y="209722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t2873"/>
            <p:cNvSpPr/>
            <p:nvPr/>
          </p:nvSpPr>
          <p:spPr>
            <a:xfrm>
              <a:off x="5631163" y="219427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t2874"/>
            <p:cNvSpPr/>
            <p:nvPr/>
          </p:nvSpPr>
          <p:spPr>
            <a:xfrm>
              <a:off x="5615015" y="241491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t2875"/>
            <p:cNvSpPr/>
            <p:nvPr/>
          </p:nvSpPr>
          <p:spPr>
            <a:xfrm>
              <a:off x="5585715" y="206291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t2876"/>
            <p:cNvSpPr/>
            <p:nvPr/>
          </p:nvSpPr>
          <p:spPr>
            <a:xfrm>
              <a:off x="5631152" y="195220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t2877"/>
            <p:cNvSpPr/>
            <p:nvPr/>
          </p:nvSpPr>
          <p:spPr>
            <a:xfrm>
              <a:off x="5496832" y="220770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t2878"/>
            <p:cNvSpPr/>
            <p:nvPr/>
          </p:nvSpPr>
          <p:spPr>
            <a:xfrm>
              <a:off x="5455343" y="210304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t2879"/>
            <p:cNvSpPr/>
            <p:nvPr/>
          </p:nvSpPr>
          <p:spPr>
            <a:xfrm>
              <a:off x="5534555" y="199201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t2880"/>
            <p:cNvSpPr/>
            <p:nvPr/>
          </p:nvSpPr>
          <p:spPr>
            <a:xfrm>
              <a:off x="5588777" y="202859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t2881"/>
            <p:cNvSpPr/>
            <p:nvPr/>
          </p:nvSpPr>
          <p:spPr>
            <a:xfrm>
              <a:off x="5539067" y="215203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t2882"/>
            <p:cNvSpPr/>
            <p:nvPr/>
          </p:nvSpPr>
          <p:spPr>
            <a:xfrm>
              <a:off x="5251442" y="180009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t2883"/>
            <p:cNvSpPr/>
            <p:nvPr/>
          </p:nvSpPr>
          <p:spPr>
            <a:xfrm>
              <a:off x="5519430" y="156952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t2884"/>
            <p:cNvSpPr/>
            <p:nvPr/>
          </p:nvSpPr>
          <p:spPr>
            <a:xfrm>
              <a:off x="5542373" y="202811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t2885"/>
            <p:cNvSpPr/>
            <p:nvPr/>
          </p:nvSpPr>
          <p:spPr>
            <a:xfrm>
              <a:off x="5428322" y="218063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t2886"/>
            <p:cNvSpPr/>
            <p:nvPr/>
          </p:nvSpPr>
          <p:spPr>
            <a:xfrm>
              <a:off x="5607513" y="209282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t2887"/>
            <p:cNvSpPr/>
            <p:nvPr/>
          </p:nvSpPr>
          <p:spPr>
            <a:xfrm>
              <a:off x="5419039" y="159148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t2888"/>
            <p:cNvSpPr/>
            <p:nvPr/>
          </p:nvSpPr>
          <p:spPr>
            <a:xfrm>
              <a:off x="5448519" y="190485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t2889"/>
            <p:cNvSpPr/>
            <p:nvPr/>
          </p:nvSpPr>
          <p:spPr>
            <a:xfrm>
              <a:off x="5582886" y="174169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t2890"/>
            <p:cNvSpPr/>
            <p:nvPr/>
          </p:nvSpPr>
          <p:spPr>
            <a:xfrm>
              <a:off x="5447476" y="174114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t2891"/>
            <p:cNvSpPr/>
            <p:nvPr/>
          </p:nvSpPr>
          <p:spPr>
            <a:xfrm>
              <a:off x="5465525" y="187110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t2892"/>
            <p:cNvSpPr/>
            <p:nvPr/>
          </p:nvSpPr>
          <p:spPr>
            <a:xfrm>
              <a:off x="5621539" y="218030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t2893"/>
            <p:cNvSpPr/>
            <p:nvPr/>
          </p:nvSpPr>
          <p:spPr>
            <a:xfrm>
              <a:off x="5586392" y="202319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t2894"/>
            <p:cNvSpPr/>
            <p:nvPr/>
          </p:nvSpPr>
          <p:spPr>
            <a:xfrm>
              <a:off x="5681840" y="201381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t2895"/>
            <p:cNvSpPr/>
            <p:nvPr/>
          </p:nvSpPr>
          <p:spPr>
            <a:xfrm>
              <a:off x="5672434" y="198314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t2896"/>
            <p:cNvSpPr/>
            <p:nvPr/>
          </p:nvSpPr>
          <p:spPr>
            <a:xfrm>
              <a:off x="5673471" y="221862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t2897"/>
            <p:cNvSpPr/>
            <p:nvPr/>
          </p:nvSpPr>
          <p:spPr>
            <a:xfrm>
              <a:off x="5629072" y="208611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t2898"/>
            <p:cNvSpPr/>
            <p:nvPr/>
          </p:nvSpPr>
          <p:spPr>
            <a:xfrm>
              <a:off x="5275237" y="216623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t2899"/>
            <p:cNvSpPr/>
            <p:nvPr/>
          </p:nvSpPr>
          <p:spPr>
            <a:xfrm>
              <a:off x="5454497" y="251486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t2900"/>
            <p:cNvSpPr/>
            <p:nvPr/>
          </p:nvSpPr>
          <p:spPr>
            <a:xfrm>
              <a:off x="5450660" y="226451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t2901"/>
            <p:cNvSpPr/>
            <p:nvPr/>
          </p:nvSpPr>
          <p:spPr>
            <a:xfrm>
              <a:off x="5833932" y="193276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t2902"/>
            <p:cNvSpPr/>
            <p:nvPr/>
          </p:nvSpPr>
          <p:spPr>
            <a:xfrm>
              <a:off x="5725521" y="257722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t2903"/>
            <p:cNvSpPr/>
            <p:nvPr/>
          </p:nvSpPr>
          <p:spPr>
            <a:xfrm>
              <a:off x="5590012" y="235346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t2904"/>
            <p:cNvSpPr/>
            <p:nvPr/>
          </p:nvSpPr>
          <p:spPr>
            <a:xfrm>
              <a:off x="5635988" y="217986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t2905"/>
            <p:cNvSpPr/>
            <p:nvPr/>
          </p:nvSpPr>
          <p:spPr>
            <a:xfrm>
              <a:off x="5659196" y="194856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t2906"/>
            <p:cNvSpPr/>
            <p:nvPr/>
          </p:nvSpPr>
          <p:spPr>
            <a:xfrm>
              <a:off x="5681224" y="198799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t2907"/>
            <p:cNvSpPr/>
            <p:nvPr/>
          </p:nvSpPr>
          <p:spPr>
            <a:xfrm>
              <a:off x="5686676" y="198144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t2908"/>
            <p:cNvSpPr/>
            <p:nvPr/>
          </p:nvSpPr>
          <p:spPr>
            <a:xfrm>
              <a:off x="5393452" y="184844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t2909"/>
            <p:cNvSpPr/>
            <p:nvPr/>
          </p:nvSpPr>
          <p:spPr>
            <a:xfrm>
              <a:off x="5618603" y="230815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t2910"/>
            <p:cNvSpPr/>
            <p:nvPr/>
          </p:nvSpPr>
          <p:spPr>
            <a:xfrm>
              <a:off x="5813182" y="164829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t2911"/>
            <p:cNvSpPr/>
            <p:nvPr/>
          </p:nvSpPr>
          <p:spPr>
            <a:xfrm>
              <a:off x="5645206" y="218105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t2912"/>
            <p:cNvSpPr/>
            <p:nvPr/>
          </p:nvSpPr>
          <p:spPr>
            <a:xfrm>
              <a:off x="5518595" y="194533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t2913"/>
            <p:cNvSpPr/>
            <p:nvPr/>
          </p:nvSpPr>
          <p:spPr>
            <a:xfrm>
              <a:off x="5463872" y="22973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t2914"/>
            <p:cNvSpPr/>
            <p:nvPr/>
          </p:nvSpPr>
          <p:spPr>
            <a:xfrm>
              <a:off x="5615346" y="188180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t2915"/>
            <p:cNvSpPr/>
            <p:nvPr/>
          </p:nvSpPr>
          <p:spPr>
            <a:xfrm>
              <a:off x="5534730" y="19596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t2916"/>
            <p:cNvSpPr/>
            <p:nvPr/>
          </p:nvSpPr>
          <p:spPr>
            <a:xfrm>
              <a:off x="5549802" y="18747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t2917"/>
            <p:cNvSpPr/>
            <p:nvPr/>
          </p:nvSpPr>
          <p:spPr>
            <a:xfrm>
              <a:off x="5587673" y="21048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t2918"/>
            <p:cNvSpPr/>
            <p:nvPr/>
          </p:nvSpPr>
          <p:spPr>
            <a:xfrm>
              <a:off x="5553740" y="193858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t2919"/>
            <p:cNvSpPr/>
            <p:nvPr/>
          </p:nvSpPr>
          <p:spPr>
            <a:xfrm>
              <a:off x="5794643" y="21122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t2920"/>
            <p:cNvSpPr/>
            <p:nvPr/>
          </p:nvSpPr>
          <p:spPr>
            <a:xfrm>
              <a:off x="5616706" y="19796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t2921"/>
            <p:cNvSpPr/>
            <p:nvPr/>
          </p:nvSpPr>
          <p:spPr>
            <a:xfrm>
              <a:off x="6317453" y="176138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t2922"/>
            <p:cNvSpPr/>
            <p:nvPr/>
          </p:nvSpPr>
          <p:spPr>
            <a:xfrm>
              <a:off x="4670477" y="22718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t2923"/>
            <p:cNvSpPr/>
            <p:nvPr/>
          </p:nvSpPr>
          <p:spPr>
            <a:xfrm>
              <a:off x="5774226" y="20429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t2924"/>
            <p:cNvSpPr/>
            <p:nvPr/>
          </p:nvSpPr>
          <p:spPr>
            <a:xfrm>
              <a:off x="5844142" y="20722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t2925"/>
            <p:cNvSpPr/>
            <p:nvPr/>
          </p:nvSpPr>
          <p:spPr>
            <a:xfrm>
              <a:off x="5534338" y="19976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t2926"/>
            <p:cNvSpPr/>
            <p:nvPr/>
          </p:nvSpPr>
          <p:spPr>
            <a:xfrm>
              <a:off x="5582946" y="19500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t2927"/>
            <p:cNvSpPr/>
            <p:nvPr/>
          </p:nvSpPr>
          <p:spPr>
            <a:xfrm>
              <a:off x="5640880" y="20719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t2928"/>
            <p:cNvSpPr/>
            <p:nvPr/>
          </p:nvSpPr>
          <p:spPr>
            <a:xfrm>
              <a:off x="5515208" y="228786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t2929"/>
            <p:cNvSpPr/>
            <p:nvPr/>
          </p:nvSpPr>
          <p:spPr>
            <a:xfrm>
              <a:off x="5627331" y="20902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t2930"/>
            <p:cNvSpPr/>
            <p:nvPr/>
          </p:nvSpPr>
          <p:spPr>
            <a:xfrm>
              <a:off x="5531641" y="21087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t2931"/>
            <p:cNvSpPr/>
            <p:nvPr/>
          </p:nvSpPr>
          <p:spPr>
            <a:xfrm>
              <a:off x="5609160" y="19195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t2932"/>
            <p:cNvSpPr/>
            <p:nvPr/>
          </p:nvSpPr>
          <p:spPr>
            <a:xfrm>
              <a:off x="5484051" y="196535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t2933"/>
            <p:cNvSpPr/>
            <p:nvPr/>
          </p:nvSpPr>
          <p:spPr>
            <a:xfrm>
              <a:off x="5602985" y="176095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t2934"/>
            <p:cNvSpPr/>
            <p:nvPr/>
          </p:nvSpPr>
          <p:spPr>
            <a:xfrm>
              <a:off x="5575769" y="20177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t2935"/>
            <p:cNvSpPr/>
            <p:nvPr/>
          </p:nvSpPr>
          <p:spPr>
            <a:xfrm>
              <a:off x="5508000" y="205775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t2936"/>
            <p:cNvSpPr/>
            <p:nvPr/>
          </p:nvSpPr>
          <p:spPr>
            <a:xfrm>
              <a:off x="5520478" y="18850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t2937"/>
            <p:cNvSpPr/>
            <p:nvPr/>
          </p:nvSpPr>
          <p:spPr>
            <a:xfrm>
              <a:off x="5584005" y="195689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t2938"/>
            <p:cNvSpPr/>
            <p:nvPr/>
          </p:nvSpPr>
          <p:spPr>
            <a:xfrm>
              <a:off x="5603736" y="20908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t2939"/>
            <p:cNvSpPr/>
            <p:nvPr/>
          </p:nvSpPr>
          <p:spPr>
            <a:xfrm>
              <a:off x="5550728" y="228305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t2940"/>
            <p:cNvSpPr/>
            <p:nvPr/>
          </p:nvSpPr>
          <p:spPr>
            <a:xfrm>
              <a:off x="5556567" y="20039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t2941"/>
            <p:cNvSpPr/>
            <p:nvPr/>
          </p:nvSpPr>
          <p:spPr>
            <a:xfrm>
              <a:off x="5513712" y="19900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t2942"/>
            <p:cNvSpPr/>
            <p:nvPr/>
          </p:nvSpPr>
          <p:spPr>
            <a:xfrm>
              <a:off x="5812415" y="172703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t2943"/>
            <p:cNvSpPr/>
            <p:nvPr/>
          </p:nvSpPr>
          <p:spPr>
            <a:xfrm>
              <a:off x="5507158" y="19963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t2944"/>
            <p:cNvSpPr/>
            <p:nvPr/>
          </p:nvSpPr>
          <p:spPr>
            <a:xfrm>
              <a:off x="6196444" y="193718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t2945"/>
            <p:cNvSpPr/>
            <p:nvPr/>
          </p:nvSpPr>
          <p:spPr>
            <a:xfrm>
              <a:off x="5538965" y="20261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t2946"/>
            <p:cNvSpPr/>
            <p:nvPr/>
          </p:nvSpPr>
          <p:spPr>
            <a:xfrm>
              <a:off x="5541416" y="19637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t2947"/>
            <p:cNvSpPr/>
            <p:nvPr/>
          </p:nvSpPr>
          <p:spPr>
            <a:xfrm>
              <a:off x="5404494" y="208114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t2948"/>
            <p:cNvSpPr/>
            <p:nvPr/>
          </p:nvSpPr>
          <p:spPr>
            <a:xfrm>
              <a:off x="5563130" y="21584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t2949"/>
            <p:cNvSpPr/>
            <p:nvPr/>
          </p:nvSpPr>
          <p:spPr>
            <a:xfrm>
              <a:off x="5592907" y="22033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t2950"/>
            <p:cNvSpPr/>
            <p:nvPr/>
          </p:nvSpPr>
          <p:spPr>
            <a:xfrm>
              <a:off x="5636757" y="21111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t2951"/>
            <p:cNvSpPr/>
            <p:nvPr/>
          </p:nvSpPr>
          <p:spPr>
            <a:xfrm>
              <a:off x="5761956" y="197853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t2952"/>
            <p:cNvSpPr/>
            <p:nvPr/>
          </p:nvSpPr>
          <p:spPr>
            <a:xfrm>
              <a:off x="5644111" y="22299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t2953"/>
            <p:cNvSpPr/>
            <p:nvPr/>
          </p:nvSpPr>
          <p:spPr>
            <a:xfrm>
              <a:off x="5588257" y="20044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t2954"/>
            <p:cNvSpPr/>
            <p:nvPr/>
          </p:nvSpPr>
          <p:spPr>
            <a:xfrm>
              <a:off x="5508015" y="191294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t2955"/>
            <p:cNvSpPr/>
            <p:nvPr/>
          </p:nvSpPr>
          <p:spPr>
            <a:xfrm>
              <a:off x="5621850" y="19450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t2956"/>
            <p:cNvSpPr/>
            <p:nvPr/>
          </p:nvSpPr>
          <p:spPr>
            <a:xfrm>
              <a:off x="5568479" y="146683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t2957"/>
            <p:cNvSpPr/>
            <p:nvPr/>
          </p:nvSpPr>
          <p:spPr>
            <a:xfrm>
              <a:off x="5553658" y="22165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t2958"/>
            <p:cNvSpPr/>
            <p:nvPr/>
          </p:nvSpPr>
          <p:spPr>
            <a:xfrm>
              <a:off x="5532487" y="199227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t2959"/>
            <p:cNvSpPr/>
            <p:nvPr/>
          </p:nvSpPr>
          <p:spPr>
            <a:xfrm>
              <a:off x="5558885" y="20937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t2960"/>
            <p:cNvSpPr/>
            <p:nvPr/>
          </p:nvSpPr>
          <p:spPr>
            <a:xfrm>
              <a:off x="5537076" y="19795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t2961"/>
            <p:cNvSpPr/>
            <p:nvPr/>
          </p:nvSpPr>
          <p:spPr>
            <a:xfrm>
              <a:off x="5551257" y="20652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t2962"/>
            <p:cNvSpPr/>
            <p:nvPr/>
          </p:nvSpPr>
          <p:spPr>
            <a:xfrm>
              <a:off x="5507430" y="21527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t2963"/>
            <p:cNvSpPr/>
            <p:nvPr/>
          </p:nvSpPr>
          <p:spPr>
            <a:xfrm>
              <a:off x="5676974" y="21803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t2964"/>
            <p:cNvSpPr/>
            <p:nvPr/>
          </p:nvSpPr>
          <p:spPr>
            <a:xfrm>
              <a:off x="5406509" y="20747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t2965"/>
            <p:cNvSpPr/>
            <p:nvPr/>
          </p:nvSpPr>
          <p:spPr>
            <a:xfrm>
              <a:off x="5469989" y="21929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t2966"/>
            <p:cNvSpPr/>
            <p:nvPr/>
          </p:nvSpPr>
          <p:spPr>
            <a:xfrm>
              <a:off x="5397769" y="24328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t2967"/>
            <p:cNvSpPr/>
            <p:nvPr/>
          </p:nvSpPr>
          <p:spPr>
            <a:xfrm>
              <a:off x="5395361" y="250214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t2968"/>
            <p:cNvSpPr/>
            <p:nvPr/>
          </p:nvSpPr>
          <p:spPr>
            <a:xfrm>
              <a:off x="5395978" y="20990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t2969"/>
            <p:cNvSpPr/>
            <p:nvPr/>
          </p:nvSpPr>
          <p:spPr>
            <a:xfrm>
              <a:off x="5717688" y="202812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t2970"/>
            <p:cNvSpPr/>
            <p:nvPr/>
          </p:nvSpPr>
          <p:spPr>
            <a:xfrm>
              <a:off x="5411284" y="20616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t2971"/>
            <p:cNvSpPr/>
            <p:nvPr/>
          </p:nvSpPr>
          <p:spPr>
            <a:xfrm>
              <a:off x="5387654" y="24954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t2972"/>
            <p:cNvSpPr/>
            <p:nvPr/>
          </p:nvSpPr>
          <p:spPr>
            <a:xfrm>
              <a:off x="5408775" y="23364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t2973"/>
            <p:cNvSpPr/>
            <p:nvPr/>
          </p:nvSpPr>
          <p:spPr>
            <a:xfrm>
              <a:off x="5558002" y="218672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t2974"/>
            <p:cNvSpPr/>
            <p:nvPr/>
          </p:nvSpPr>
          <p:spPr>
            <a:xfrm>
              <a:off x="5497220" y="22605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t2975"/>
            <p:cNvSpPr/>
            <p:nvPr/>
          </p:nvSpPr>
          <p:spPr>
            <a:xfrm>
              <a:off x="5518102" y="23771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t2976"/>
            <p:cNvSpPr/>
            <p:nvPr/>
          </p:nvSpPr>
          <p:spPr>
            <a:xfrm>
              <a:off x="5472865" y="20426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t2977"/>
            <p:cNvSpPr/>
            <p:nvPr/>
          </p:nvSpPr>
          <p:spPr>
            <a:xfrm>
              <a:off x="5573774" y="206660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t2978"/>
            <p:cNvSpPr/>
            <p:nvPr/>
          </p:nvSpPr>
          <p:spPr>
            <a:xfrm>
              <a:off x="5376960" y="25610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t2979"/>
            <p:cNvSpPr/>
            <p:nvPr/>
          </p:nvSpPr>
          <p:spPr>
            <a:xfrm>
              <a:off x="5601956" y="23369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t2980"/>
            <p:cNvSpPr/>
            <p:nvPr/>
          </p:nvSpPr>
          <p:spPr>
            <a:xfrm>
              <a:off x="5718089" y="229411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t2981"/>
            <p:cNvSpPr/>
            <p:nvPr/>
          </p:nvSpPr>
          <p:spPr>
            <a:xfrm>
              <a:off x="5662758" y="21708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t2982"/>
            <p:cNvSpPr/>
            <p:nvPr/>
          </p:nvSpPr>
          <p:spPr>
            <a:xfrm>
              <a:off x="5593435" y="249524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t2983"/>
            <p:cNvSpPr/>
            <p:nvPr/>
          </p:nvSpPr>
          <p:spPr>
            <a:xfrm>
              <a:off x="5591346" y="261677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t2984"/>
            <p:cNvSpPr/>
            <p:nvPr/>
          </p:nvSpPr>
          <p:spPr>
            <a:xfrm>
              <a:off x="5543389" y="21195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t2985"/>
            <p:cNvSpPr/>
            <p:nvPr/>
          </p:nvSpPr>
          <p:spPr>
            <a:xfrm>
              <a:off x="5601674" y="256029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t2986"/>
            <p:cNvSpPr/>
            <p:nvPr/>
          </p:nvSpPr>
          <p:spPr>
            <a:xfrm>
              <a:off x="5554183" y="21913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t2987"/>
            <p:cNvSpPr/>
            <p:nvPr/>
          </p:nvSpPr>
          <p:spPr>
            <a:xfrm>
              <a:off x="5530092" y="265630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t2988"/>
            <p:cNvSpPr/>
            <p:nvPr/>
          </p:nvSpPr>
          <p:spPr>
            <a:xfrm>
              <a:off x="5543293" y="22152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t2989"/>
            <p:cNvSpPr/>
            <p:nvPr/>
          </p:nvSpPr>
          <p:spPr>
            <a:xfrm>
              <a:off x="5622210" y="248853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t2990"/>
            <p:cNvSpPr/>
            <p:nvPr/>
          </p:nvSpPr>
          <p:spPr>
            <a:xfrm>
              <a:off x="5514712" y="21324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t2991"/>
            <p:cNvSpPr/>
            <p:nvPr/>
          </p:nvSpPr>
          <p:spPr>
            <a:xfrm>
              <a:off x="5567657" y="239534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t2992"/>
            <p:cNvSpPr/>
            <p:nvPr/>
          </p:nvSpPr>
          <p:spPr>
            <a:xfrm>
              <a:off x="5586276" y="22892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t2993"/>
            <p:cNvSpPr/>
            <p:nvPr/>
          </p:nvSpPr>
          <p:spPr>
            <a:xfrm>
              <a:off x="5593691" y="217301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t2994"/>
            <p:cNvSpPr/>
            <p:nvPr/>
          </p:nvSpPr>
          <p:spPr>
            <a:xfrm>
              <a:off x="5494839" y="254905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t2995"/>
            <p:cNvSpPr/>
            <p:nvPr/>
          </p:nvSpPr>
          <p:spPr>
            <a:xfrm>
              <a:off x="5482643" y="22276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t2996"/>
            <p:cNvSpPr/>
            <p:nvPr/>
          </p:nvSpPr>
          <p:spPr>
            <a:xfrm>
              <a:off x="5647050" y="252797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t2997"/>
            <p:cNvSpPr/>
            <p:nvPr/>
          </p:nvSpPr>
          <p:spPr>
            <a:xfrm>
              <a:off x="5483967" y="21524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t2998"/>
            <p:cNvSpPr/>
            <p:nvPr/>
          </p:nvSpPr>
          <p:spPr>
            <a:xfrm>
              <a:off x="5452013" y="214497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t2999"/>
            <p:cNvSpPr/>
            <p:nvPr/>
          </p:nvSpPr>
          <p:spPr>
            <a:xfrm>
              <a:off x="5507884" y="21878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t3000"/>
            <p:cNvSpPr/>
            <p:nvPr/>
          </p:nvSpPr>
          <p:spPr>
            <a:xfrm>
              <a:off x="5457376" y="24427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t3001"/>
            <p:cNvSpPr/>
            <p:nvPr/>
          </p:nvSpPr>
          <p:spPr>
            <a:xfrm>
              <a:off x="5500906" y="19871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t3002"/>
            <p:cNvSpPr/>
            <p:nvPr/>
          </p:nvSpPr>
          <p:spPr>
            <a:xfrm>
              <a:off x="5444990" y="20923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t3003"/>
            <p:cNvSpPr/>
            <p:nvPr/>
          </p:nvSpPr>
          <p:spPr>
            <a:xfrm>
              <a:off x="5778521" y="179231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t3004"/>
            <p:cNvSpPr/>
            <p:nvPr/>
          </p:nvSpPr>
          <p:spPr>
            <a:xfrm>
              <a:off x="5550300" y="19475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t3005"/>
            <p:cNvSpPr/>
            <p:nvPr/>
          </p:nvSpPr>
          <p:spPr>
            <a:xfrm>
              <a:off x="5415187" y="202564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t3006"/>
            <p:cNvSpPr/>
            <p:nvPr/>
          </p:nvSpPr>
          <p:spPr>
            <a:xfrm>
              <a:off x="5473637" y="21676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t3007"/>
            <p:cNvSpPr/>
            <p:nvPr/>
          </p:nvSpPr>
          <p:spPr>
            <a:xfrm>
              <a:off x="5475249" y="205528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t3008"/>
            <p:cNvSpPr/>
            <p:nvPr/>
          </p:nvSpPr>
          <p:spPr>
            <a:xfrm>
              <a:off x="5564241" y="205544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t3009"/>
            <p:cNvSpPr/>
            <p:nvPr/>
          </p:nvSpPr>
          <p:spPr>
            <a:xfrm>
              <a:off x="5427410" y="22001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t3010"/>
            <p:cNvSpPr/>
            <p:nvPr/>
          </p:nvSpPr>
          <p:spPr>
            <a:xfrm>
              <a:off x="5631016" y="195200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t3011"/>
            <p:cNvSpPr/>
            <p:nvPr/>
          </p:nvSpPr>
          <p:spPr>
            <a:xfrm>
              <a:off x="5479646" y="21490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t3012"/>
            <p:cNvSpPr/>
            <p:nvPr/>
          </p:nvSpPr>
          <p:spPr>
            <a:xfrm>
              <a:off x="5391709" y="19289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t3013"/>
            <p:cNvSpPr/>
            <p:nvPr/>
          </p:nvSpPr>
          <p:spPr>
            <a:xfrm>
              <a:off x="5553073" y="212156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t3014"/>
            <p:cNvSpPr/>
            <p:nvPr/>
          </p:nvSpPr>
          <p:spPr>
            <a:xfrm>
              <a:off x="5509523" y="20198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t3015"/>
            <p:cNvSpPr/>
            <p:nvPr/>
          </p:nvSpPr>
          <p:spPr>
            <a:xfrm>
              <a:off x="5459757" y="209938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t3016"/>
            <p:cNvSpPr/>
            <p:nvPr/>
          </p:nvSpPr>
          <p:spPr>
            <a:xfrm>
              <a:off x="5485686" y="21506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t3017"/>
            <p:cNvSpPr/>
            <p:nvPr/>
          </p:nvSpPr>
          <p:spPr>
            <a:xfrm>
              <a:off x="5498943" y="192647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t3018"/>
            <p:cNvSpPr/>
            <p:nvPr/>
          </p:nvSpPr>
          <p:spPr>
            <a:xfrm>
              <a:off x="5400255" y="20413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t3019"/>
            <p:cNvSpPr/>
            <p:nvPr/>
          </p:nvSpPr>
          <p:spPr>
            <a:xfrm>
              <a:off x="5680727" y="173303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t3020"/>
            <p:cNvSpPr/>
            <p:nvPr/>
          </p:nvSpPr>
          <p:spPr>
            <a:xfrm>
              <a:off x="5459318" y="19269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t3021"/>
            <p:cNvSpPr/>
            <p:nvPr/>
          </p:nvSpPr>
          <p:spPr>
            <a:xfrm>
              <a:off x="5453129" y="196250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t3022"/>
            <p:cNvSpPr/>
            <p:nvPr/>
          </p:nvSpPr>
          <p:spPr>
            <a:xfrm>
              <a:off x="5481077" y="21811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t3023"/>
            <p:cNvSpPr/>
            <p:nvPr/>
          </p:nvSpPr>
          <p:spPr>
            <a:xfrm>
              <a:off x="5290923" y="237864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t3024"/>
            <p:cNvSpPr/>
            <p:nvPr/>
          </p:nvSpPr>
          <p:spPr>
            <a:xfrm>
              <a:off x="5513608" y="21349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t3025"/>
            <p:cNvSpPr/>
            <p:nvPr/>
          </p:nvSpPr>
          <p:spPr>
            <a:xfrm>
              <a:off x="5417638" y="204251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t3026"/>
            <p:cNvSpPr/>
            <p:nvPr/>
          </p:nvSpPr>
          <p:spPr>
            <a:xfrm>
              <a:off x="5594662" y="23408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t3027"/>
            <p:cNvSpPr/>
            <p:nvPr/>
          </p:nvSpPr>
          <p:spPr>
            <a:xfrm>
              <a:off x="5449120" y="240394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t3028"/>
            <p:cNvSpPr/>
            <p:nvPr/>
          </p:nvSpPr>
          <p:spPr>
            <a:xfrm>
              <a:off x="5618060" y="23843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t3029"/>
            <p:cNvSpPr/>
            <p:nvPr/>
          </p:nvSpPr>
          <p:spPr>
            <a:xfrm>
              <a:off x="5557552" y="22657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t3030"/>
            <p:cNvSpPr/>
            <p:nvPr/>
          </p:nvSpPr>
          <p:spPr>
            <a:xfrm>
              <a:off x="5701397" y="223353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t3031"/>
            <p:cNvSpPr/>
            <p:nvPr/>
          </p:nvSpPr>
          <p:spPr>
            <a:xfrm>
              <a:off x="5450571" y="24023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t3032"/>
            <p:cNvSpPr/>
            <p:nvPr/>
          </p:nvSpPr>
          <p:spPr>
            <a:xfrm>
              <a:off x="5510481" y="219758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t3033"/>
            <p:cNvSpPr/>
            <p:nvPr/>
          </p:nvSpPr>
          <p:spPr>
            <a:xfrm>
              <a:off x="5579062" y="20396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t3034"/>
            <p:cNvSpPr/>
            <p:nvPr/>
          </p:nvSpPr>
          <p:spPr>
            <a:xfrm>
              <a:off x="5559439" y="22492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t3035"/>
            <p:cNvSpPr/>
            <p:nvPr/>
          </p:nvSpPr>
          <p:spPr>
            <a:xfrm>
              <a:off x="5675472" y="209376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t3036"/>
            <p:cNvSpPr/>
            <p:nvPr/>
          </p:nvSpPr>
          <p:spPr>
            <a:xfrm>
              <a:off x="5463642" y="19132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t3037"/>
            <p:cNvSpPr/>
            <p:nvPr/>
          </p:nvSpPr>
          <p:spPr>
            <a:xfrm>
              <a:off x="5513909" y="234590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t3038"/>
            <p:cNvSpPr/>
            <p:nvPr/>
          </p:nvSpPr>
          <p:spPr>
            <a:xfrm>
              <a:off x="5567801" y="22023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t3039"/>
            <p:cNvSpPr/>
            <p:nvPr/>
          </p:nvSpPr>
          <p:spPr>
            <a:xfrm>
              <a:off x="5441853" y="191798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t3040"/>
            <p:cNvSpPr/>
            <p:nvPr/>
          </p:nvSpPr>
          <p:spPr>
            <a:xfrm>
              <a:off x="5486955" y="208767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t3041"/>
            <p:cNvSpPr/>
            <p:nvPr/>
          </p:nvSpPr>
          <p:spPr>
            <a:xfrm>
              <a:off x="5435911" y="23234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t3042"/>
            <p:cNvSpPr/>
            <p:nvPr/>
          </p:nvSpPr>
          <p:spPr>
            <a:xfrm>
              <a:off x="5478519" y="222904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t3043"/>
            <p:cNvSpPr/>
            <p:nvPr/>
          </p:nvSpPr>
          <p:spPr>
            <a:xfrm>
              <a:off x="5362048" y="21789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t3044"/>
            <p:cNvSpPr/>
            <p:nvPr/>
          </p:nvSpPr>
          <p:spPr>
            <a:xfrm>
              <a:off x="5574805" y="258437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t3045"/>
            <p:cNvSpPr/>
            <p:nvPr/>
          </p:nvSpPr>
          <p:spPr>
            <a:xfrm>
              <a:off x="5526758" y="22356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t3046"/>
            <p:cNvSpPr/>
            <p:nvPr/>
          </p:nvSpPr>
          <p:spPr>
            <a:xfrm>
              <a:off x="5457184" y="23014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t3047"/>
            <p:cNvSpPr/>
            <p:nvPr/>
          </p:nvSpPr>
          <p:spPr>
            <a:xfrm>
              <a:off x="5521312" y="20458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t3048"/>
            <p:cNvSpPr/>
            <p:nvPr/>
          </p:nvSpPr>
          <p:spPr>
            <a:xfrm>
              <a:off x="5418717" y="235349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t3049"/>
            <p:cNvSpPr/>
            <p:nvPr/>
          </p:nvSpPr>
          <p:spPr>
            <a:xfrm>
              <a:off x="5400618" y="21397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t3050"/>
            <p:cNvSpPr/>
            <p:nvPr/>
          </p:nvSpPr>
          <p:spPr>
            <a:xfrm>
              <a:off x="5467517" y="219909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t3051"/>
            <p:cNvSpPr/>
            <p:nvPr/>
          </p:nvSpPr>
          <p:spPr>
            <a:xfrm>
              <a:off x="5417032" y="229501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t3052"/>
            <p:cNvSpPr/>
            <p:nvPr/>
          </p:nvSpPr>
          <p:spPr>
            <a:xfrm>
              <a:off x="5461954" y="207460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t3053"/>
            <p:cNvSpPr/>
            <p:nvPr/>
          </p:nvSpPr>
          <p:spPr>
            <a:xfrm>
              <a:off x="5460753" y="205799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t3054"/>
            <p:cNvSpPr/>
            <p:nvPr/>
          </p:nvSpPr>
          <p:spPr>
            <a:xfrm>
              <a:off x="5450293" y="199659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t3055"/>
            <p:cNvSpPr/>
            <p:nvPr/>
          </p:nvSpPr>
          <p:spPr>
            <a:xfrm>
              <a:off x="5446624" y="203357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t3056"/>
            <p:cNvSpPr/>
            <p:nvPr/>
          </p:nvSpPr>
          <p:spPr>
            <a:xfrm>
              <a:off x="5397507" y="159258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t3057"/>
            <p:cNvSpPr/>
            <p:nvPr/>
          </p:nvSpPr>
          <p:spPr>
            <a:xfrm>
              <a:off x="5640291" y="231584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t3058"/>
            <p:cNvSpPr/>
            <p:nvPr/>
          </p:nvSpPr>
          <p:spPr>
            <a:xfrm>
              <a:off x="5465390" y="234339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t3059"/>
            <p:cNvSpPr/>
            <p:nvPr/>
          </p:nvSpPr>
          <p:spPr>
            <a:xfrm>
              <a:off x="5568246" y="193880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t3060"/>
            <p:cNvSpPr/>
            <p:nvPr/>
          </p:nvSpPr>
          <p:spPr>
            <a:xfrm>
              <a:off x="5525799" y="223248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t3061"/>
            <p:cNvSpPr/>
            <p:nvPr/>
          </p:nvSpPr>
          <p:spPr>
            <a:xfrm>
              <a:off x="4614887" y="213281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t3062"/>
            <p:cNvSpPr/>
            <p:nvPr/>
          </p:nvSpPr>
          <p:spPr>
            <a:xfrm>
              <a:off x="4537319" y="253775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t3063"/>
            <p:cNvSpPr/>
            <p:nvPr/>
          </p:nvSpPr>
          <p:spPr>
            <a:xfrm>
              <a:off x="5593440" y="239770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t3064"/>
            <p:cNvSpPr/>
            <p:nvPr/>
          </p:nvSpPr>
          <p:spPr>
            <a:xfrm>
              <a:off x="4634042" y="245985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t3065"/>
            <p:cNvSpPr/>
            <p:nvPr/>
          </p:nvSpPr>
          <p:spPr>
            <a:xfrm>
              <a:off x="5531239" y="203581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t3066"/>
            <p:cNvSpPr/>
            <p:nvPr/>
          </p:nvSpPr>
          <p:spPr>
            <a:xfrm>
              <a:off x="5587889" y="220811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t3067"/>
            <p:cNvSpPr/>
            <p:nvPr/>
          </p:nvSpPr>
          <p:spPr>
            <a:xfrm>
              <a:off x="5604404" y="210208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t3068"/>
            <p:cNvSpPr/>
            <p:nvPr/>
          </p:nvSpPr>
          <p:spPr>
            <a:xfrm>
              <a:off x="5601972" y="224836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t3069"/>
            <p:cNvSpPr/>
            <p:nvPr/>
          </p:nvSpPr>
          <p:spPr>
            <a:xfrm>
              <a:off x="5656346" y="193031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t3070"/>
            <p:cNvSpPr/>
            <p:nvPr/>
          </p:nvSpPr>
          <p:spPr>
            <a:xfrm>
              <a:off x="5581383" y="189358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t3071"/>
            <p:cNvSpPr/>
            <p:nvPr/>
          </p:nvSpPr>
          <p:spPr>
            <a:xfrm>
              <a:off x="5647625" y="198622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t3072"/>
            <p:cNvSpPr/>
            <p:nvPr/>
          </p:nvSpPr>
          <p:spPr>
            <a:xfrm>
              <a:off x="5533728" y="189538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t3073"/>
            <p:cNvSpPr/>
            <p:nvPr/>
          </p:nvSpPr>
          <p:spPr>
            <a:xfrm>
              <a:off x="5683782" y="214873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t3074"/>
            <p:cNvSpPr/>
            <p:nvPr/>
          </p:nvSpPr>
          <p:spPr>
            <a:xfrm>
              <a:off x="5502344" y="254633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t3075"/>
            <p:cNvSpPr/>
            <p:nvPr/>
          </p:nvSpPr>
          <p:spPr>
            <a:xfrm>
              <a:off x="5507786" y="246962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t3076"/>
            <p:cNvSpPr/>
            <p:nvPr/>
          </p:nvSpPr>
          <p:spPr>
            <a:xfrm>
              <a:off x="5610917" y="213651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t3077"/>
            <p:cNvSpPr/>
            <p:nvPr/>
          </p:nvSpPr>
          <p:spPr>
            <a:xfrm>
              <a:off x="5582434" y="224948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t3078"/>
            <p:cNvSpPr/>
            <p:nvPr/>
          </p:nvSpPr>
          <p:spPr>
            <a:xfrm>
              <a:off x="5528972" y="229849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t3079"/>
            <p:cNvSpPr/>
            <p:nvPr/>
          </p:nvSpPr>
          <p:spPr>
            <a:xfrm>
              <a:off x="5552297" y="218504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t3080"/>
            <p:cNvSpPr/>
            <p:nvPr/>
          </p:nvSpPr>
          <p:spPr>
            <a:xfrm>
              <a:off x="5474612" y="207877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t3081"/>
            <p:cNvSpPr/>
            <p:nvPr/>
          </p:nvSpPr>
          <p:spPr>
            <a:xfrm>
              <a:off x="5694930" y="243927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t3082"/>
            <p:cNvSpPr/>
            <p:nvPr/>
          </p:nvSpPr>
          <p:spPr>
            <a:xfrm>
              <a:off x="5536643" y="204579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t3083"/>
            <p:cNvSpPr/>
            <p:nvPr/>
          </p:nvSpPr>
          <p:spPr>
            <a:xfrm>
              <a:off x="5738323" y="251172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t3084"/>
            <p:cNvSpPr/>
            <p:nvPr/>
          </p:nvSpPr>
          <p:spPr>
            <a:xfrm>
              <a:off x="5570514" y="22889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t3085"/>
            <p:cNvSpPr/>
            <p:nvPr/>
          </p:nvSpPr>
          <p:spPr>
            <a:xfrm>
              <a:off x="5507462" y="19543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t3086"/>
            <p:cNvSpPr/>
            <p:nvPr/>
          </p:nvSpPr>
          <p:spPr>
            <a:xfrm>
              <a:off x="5636309" y="215684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t3087"/>
            <p:cNvSpPr/>
            <p:nvPr/>
          </p:nvSpPr>
          <p:spPr>
            <a:xfrm>
              <a:off x="5558422" y="22563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t3088"/>
            <p:cNvSpPr/>
            <p:nvPr/>
          </p:nvSpPr>
          <p:spPr>
            <a:xfrm>
              <a:off x="5482031" y="22744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t3089"/>
            <p:cNvSpPr/>
            <p:nvPr/>
          </p:nvSpPr>
          <p:spPr>
            <a:xfrm>
              <a:off x="5602608" y="235733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t3090"/>
            <p:cNvSpPr/>
            <p:nvPr/>
          </p:nvSpPr>
          <p:spPr>
            <a:xfrm>
              <a:off x="5594766" y="20615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t3091"/>
            <p:cNvSpPr/>
            <p:nvPr/>
          </p:nvSpPr>
          <p:spPr>
            <a:xfrm>
              <a:off x="5602799" y="17825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t3092"/>
            <p:cNvSpPr/>
            <p:nvPr/>
          </p:nvSpPr>
          <p:spPr>
            <a:xfrm>
              <a:off x="5616976" y="20212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t3093"/>
            <p:cNvSpPr/>
            <p:nvPr/>
          </p:nvSpPr>
          <p:spPr>
            <a:xfrm>
              <a:off x="5784459" y="21309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t3094"/>
            <p:cNvSpPr/>
            <p:nvPr/>
          </p:nvSpPr>
          <p:spPr>
            <a:xfrm>
              <a:off x="5617895" y="226221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t3095"/>
            <p:cNvSpPr/>
            <p:nvPr/>
          </p:nvSpPr>
          <p:spPr>
            <a:xfrm>
              <a:off x="5542235" y="21639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t3096"/>
            <p:cNvSpPr/>
            <p:nvPr/>
          </p:nvSpPr>
          <p:spPr>
            <a:xfrm>
              <a:off x="5643543" y="23285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t3097"/>
            <p:cNvSpPr/>
            <p:nvPr/>
          </p:nvSpPr>
          <p:spPr>
            <a:xfrm>
              <a:off x="5605427" y="24733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t3098"/>
            <p:cNvSpPr/>
            <p:nvPr/>
          </p:nvSpPr>
          <p:spPr>
            <a:xfrm>
              <a:off x="5668248" y="198852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t3099"/>
            <p:cNvSpPr/>
            <p:nvPr/>
          </p:nvSpPr>
          <p:spPr>
            <a:xfrm>
              <a:off x="5568796" y="254359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t3100"/>
            <p:cNvSpPr/>
            <p:nvPr/>
          </p:nvSpPr>
          <p:spPr>
            <a:xfrm>
              <a:off x="5569808" y="227682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t3101"/>
            <p:cNvSpPr/>
            <p:nvPr/>
          </p:nvSpPr>
          <p:spPr>
            <a:xfrm>
              <a:off x="5615168" y="23550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t3102"/>
            <p:cNvSpPr/>
            <p:nvPr/>
          </p:nvSpPr>
          <p:spPr>
            <a:xfrm>
              <a:off x="5639729" y="210180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t3103"/>
            <p:cNvSpPr/>
            <p:nvPr/>
          </p:nvSpPr>
          <p:spPr>
            <a:xfrm>
              <a:off x="5549258" y="20827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t3104"/>
            <p:cNvSpPr/>
            <p:nvPr/>
          </p:nvSpPr>
          <p:spPr>
            <a:xfrm>
              <a:off x="5617396" y="23336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t3105"/>
            <p:cNvSpPr/>
            <p:nvPr/>
          </p:nvSpPr>
          <p:spPr>
            <a:xfrm>
              <a:off x="5462015" y="21012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t3106"/>
            <p:cNvSpPr/>
            <p:nvPr/>
          </p:nvSpPr>
          <p:spPr>
            <a:xfrm>
              <a:off x="5782623" y="16541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t3107"/>
            <p:cNvSpPr/>
            <p:nvPr/>
          </p:nvSpPr>
          <p:spPr>
            <a:xfrm>
              <a:off x="5586159" y="21909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t3108"/>
            <p:cNvSpPr/>
            <p:nvPr/>
          </p:nvSpPr>
          <p:spPr>
            <a:xfrm>
              <a:off x="5586906" y="24190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t3109"/>
            <p:cNvSpPr/>
            <p:nvPr/>
          </p:nvSpPr>
          <p:spPr>
            <a:xfrm>
              <a:off x="5458957" y="19645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t3110"/>
            <p:cNvSpPr/>
            <p:nvPr/>
          </p:nvSpPr>
          <p:spPr>
            <a:xfrm>
              <a:off x="5632830" y="198652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t3111"/>
            <p:cNvSpPr/>
            <p:nvPr/>
          </p:nvSpPr>
          <p:spPr>
            <a:xfrm>
              <a:off x="5520790" y="22230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t3112"/>
            <p:cNvSpPr/>
            <p:nvPr/>
          </p:nvSpPr>
          <p:spPr>
            <a:xfrm>
              <a:off x="5572092" y="21054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t3113"/>
            <p:cNvSpPr/>
            <p:nvPr/>
          </p:nvSpPr>
          <p:spPr>
            <a:xfrm>
              <a:off x="5561249" y="228754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t3114"/>
            <p:cNvSpPr/>
            <p:nvPr/>
          </p:nvSpPr>
          <p:spPr>
            <a:xfrm>
              <a:off x="5422158" y="19511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t3115"/>
            <p:cNvSpPr/>
            <p:nvPr/>
          </p:nvSpPr>
          <p:spPr>
            <a:xfrm>
              <a:off x="5605577" y="203095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t3116"/>
            <p:cNvSpPr/>
            <p:nvPr/>
          </p:nvSpPr>
          <p:spPr>
            <a:xfrm>
              <a:off x="5681764" y="22700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t3117"/>
            <p:cNvSpPr/>
            <p:nvPr/>
          </p:nvSpPr>
          <p:spPr>
            <a:xfrm>
              <a:off x="5672531" y="233385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t3118"/>
            <p:cNvSpPr/>
            <p:nvPr/>
          </p:nvSpPr>
          <p:spPr>
            <a:xfrm>
              <a:off x="5486328" y="20725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t3119"/>
            <p:cNvSpPr/>
            <p:nvPr/>
          </p:nvSpPr>
          <p:spPr>
            <a:xfrm>
              <a:off x="5618174" y="218135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t3120"/>
            <p:cNvSpPr/>
            <p:nvPr/>
          </p:nvSpPr>
          <p:spPr>
            <a:xfrm>
              <a:off x="5605427" y="22507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t3121"/>
            <p:cNvSpPr/>
            <p:nvPr/>
          </p:nvSpPr>
          <p:spPr>
            <a:xfrm>
              <a:off x="5644079" y="208377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t3122"/>
            <p:cNvSpPr/>
            <p:nvPr/>
          </p:nvSpPr>
          <p:spPr>
            <a:xfrm>
              <a:off x="5577690" y="19893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t3123"/>
            <p:cNvSpPr/>
            <p:nvPr/>
          </p:nvSpPr>
          <p:spPr>
            <a:xfrm>
              <a:off x="5526621" y="21709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t3124"/>
            <p:cNvSpPr/>
            <p:nvPr/>
          </p:nvSpPr>
          <p:spPr>
            <a:xfrm>
              <a:off x="5554418" y="22512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t3125"/>
            <p:cNvSpPr/>
            <p:nvPr/>
          </p:nvSpPr>
          <p:spPr>
            <a:xfrm>
              <a:off x="5464774" y="239982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t3126"/>
            <p:cNvSpPr/>
            <p:nvPr/>
          </p:nvSpPr>
          <p:spPr>
            <a:xfrm>
              <a:off x="5531785" y="20740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t3127"/>
            <p:cNvSpPr/>
            <p:nvPr/>
          </p:nvSpPr>
          <p:spPr>
            <a:xfrm>
              <a:off x="5578996" y="19797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t3128"/>
            <p:cNvSpPr/>
            <p:nvPr/>
          </p:nvSpPr>
          <p:spPr>
            <a:xfrm>
              <a:off x="5574416" y="21104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t3129"/>
            <p:cNvSpPr/>
            <p:nvPr/>
          </p:nvSpPr>
          <p:spPr>
            <a:xfrm>
              <a:off x="5606997" y="209278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t3130"/>
            <p:cNvSpPr/>
            <p:nvPr/>
          </p:nvSpPr>
          <p:spPr>
            <a:xfrm>
              <a:off x="5604387" y="22317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t3131"/>
            <p:cNvSpPr/>
            <p:nvPr/>
          </p:nvSpPr>
          <p:spPr>
            <a:xfrm>
              <a:off x="5528343" y="226398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t3132"/>
            <p:cNvSpPr/>
            <p:nvPr/>
          </p:nvSpPr>
          <p:spPr>
            <a:xfrm>
              <a:off x="5489735" y="21754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t3133"/>
            <p:cNvSpPr/>
            <p:nvPr/>
          </p:nvSpPr>
          <p:spPr>
            <a:xfrm>
              <a:off x="5477556" y="206734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t3134"/>
            <p:cNvSpPr/>
            <p:nvPr/>
          </p:nvSpPr>
          <p:spPr>
            <a:xfrm>
              <a:off x="5642056" y="23428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t3135"/>
            <p:cNvSpPr/>
            <p:nvPr/>
          </p:nvSpPr>
          <p:spPr>
            <a:xfrm>
              <a:off x="5633040" y="21876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t3136"/>
            <p:cNvSpPr/>
            <p:nvPr/>
          </p:nvSpPr>
          <p:spPr>
            <a:xfrm>
              <a:off x="5543368" y="261472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t3137"/>
            <p:cNvSpPr/>
            <p:nvPr/>
          </p:nvSpPr>
          <p:spPr>
            <a:xfrm>
              <a:off x="5601426" y="22272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t3138"/>
            <p:cNvSpPr/>
            <p:nvPr/>
          </p:nvSpPr>
          <p:spPr>
            <a:xfrm>
              <a:off x="5754625" y="20734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t3139"/>
            <p:cNvSpPr/>
            <p:nvPr/>
          </p:nvSpPr>
          <p:spPr>
            <a:xfrm>
              <a:off x="5530591" y="22584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t3140"/>
            <p:cNvSpPr/>
            <p:nvPr/>
          </p:nvSpPr>
          <p:spPr>
            <a:xfrm>
              <a:off x="5559546" y="234379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t3141"/>
            <p:cNvSpPr/>
            <p:nvPr/>
          </p:nvSpPr>
          <p:spPr>
            <a:xfrm>
              <a:off x="5568858" y="19694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t3142"/>
            <p:cNvSpPr/>
            <p:nvPr/>
          </p:nvSpPr>
          <p:spPr>
            <a:xfrm>
              <a:off x="5632694" y="18533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t3143"/>
            <p:cNvSpPr/>
            <p:nvPr/>
          </p:nvSpPr>
          <p:spPr>
            <a:xfrm>
              <a:off x="5692740" y="208663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t3144"/>
            <p:cNvSpPr/>
            <p:nvPr/>
          </p:nvSpPr>
          <p:spPr>
            <a:xfrm>
              <a:off x="5576376" y="211443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t3145"/>
            <p:cNvSpPr/>
            <p:nvPr/>
          </p:nvSpPr>
          <p:spPr>
            <a:xfrm>
              <a:off x="5762849" y="18424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t3146"/>
            <p:cNvSpPr/>
            <p:nvPr/>
          </p:nvSpPr>
          <p:spPr>
            <a:xfrm>
              <a:off x="5641578" y="16196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t3147"/>
            <p:cNvSpPr/>
            <p:nvPr/>
          </p:nvSpPr>
          <p:spPr>
            <a:xfrm>
              <a:off x="5656432" y="18833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t3148"/>
            <p:cNvSpPr/>
            <p:nvPr/>
          </p:nvSpPr>
          <p:spPr>
            <a:xfrm>
              <a:off x="5544377" y="220469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t3149"/>
            <p:cNvSpPr/>
            <p:nvPr/>
          </p:nvSpPr>
          <p:spPr>
            <a:xfrm>
              <a:off x="5590302" y="18918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t3150"/>
            <p:cNvSpPr/>
            <p:nvPr/>
          </p:nvSpPr>
          <p:spPr>
            <a:xfrm>
              <a:off x="5515132" y="194509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t3151"/>
            <p:cNvSpPr/>
            <p:nvPr/>
          </p:nvSpPr>
          <p:spPr>
            <a:xfrm>
              <a:off x="5617782" y="18878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t3152"/>
            <p:cNvSpPr/>
            <p:nvPr/>
          </p:nvSpPr>
          <p:spPr>
            <a:xfrm>
              <a:off x="5780246" y="19067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t3153"/>
            <p:cNvSpPr/>
            <p:nvPr/>
          </p:nvSpPr>
          <p:spPr>
            <a:xfrm>
              <a:off x="5700794" y="204487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t3154"/>
            <p:cNvSpPr/>
            <p:nvPr/>
          </p:nvSpPr>
          <p:spPr>
            <a:xfrm>
              <a:off x="5680352" y="21445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t3155"/>
            <p:cNvSpPr/>
            <p:nvPr/>
          </p:nvSpPr>
          <p:spPr>
            <a:xfrm>
              <a:off x="5819947" y="232728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t3156"/>
            <p:cNvSpPr/>
            <p:nvPr/>
          </p:nvSpPr>
          <p:spPr>
            <a:xfrm>
              <a:off x="5623738" y="17986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t3157"/>
            <p:cNvSpPr/>
            <p:nvPr/>
          </p:nvSpPr>
          <p:spPr>
            <a:xfrm>
              <a:off x="5728632" y="222233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t3158"/>
            <p:cNvSpPr/>
            <p:nvPr/>
          </p:nvSpPr>
          <p:spPr>
            <a:xfrm>
              <a:off x="5610908" y="21037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t3159"/>
            <p:cNvSpPr/>
            <p:nvPr/>
          </p:nvSpPr>
          <p:spPr>
            <a:xfrm>
              <a:off x="5644631" y="202982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t3160"/>
            <p:cNvSpPr/>
            <p:nvPr/>
          </p:nvSpPr>
          <p:spPr>
            <a:xfrm>
              <a:off x="5620262" y="200880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t3161"/>
            <p:cNvSpPr/>
            <p:nvPr/>
          </p:nvSpPr>
          <p:spPr>
            <a:xfrm>
              <a:off x="5616205" y="21950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t3162"/>
            <p:cNvSpPr/>
            <p:nvPr/>
          </p:nvSpPr>
          <p:spPr>
            <a:xfrm>
              <a:off x="5568206" y="25193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t3163"/>
            <p:cNvSpPr/>
            <p:nvPr/>
          </p:nvSpPr>
          <p:spPr>
            <a:xfrm>
              <a:off x="5632560" y="23806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t3164"/>
            <p:cNvSpPr/>
            <p:nvPr/>
          </p:nvSpPr>
          <p:spPr>
            <a:xfrm>
              <a:off x="5646240" y="24153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t3165"/>
            <p:cNvSpPr/>
            <p:nvPr/>
          </p:nvSpPr>
          <p:spPr>
            <a:xfrm>
              <a:off x="5514515" y="24757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t3166"/>
            <p:cNvSpPr/>
            <p:nvPr/>
          </p:nvSpPr>
          <p:spPr>
            <a:xfrm>
              <a:off x="5544270" y="201291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t3167"/>
            <p:cNvSpPr/>
            <p:nvPr/>
          </p:nvSpPr>
          <p:spPr>
            <a:xfrm>
              <a:off x="5616244" y="17132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t3168"/>
            <p:cNvSpPr/>
            <p:nvPr/>
          </p:nvSpPr>
          <p:spPr>
            <a:xfrm>
              <a:off x="5423214" y="192517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t3169"/>
            <p:cNvSpPr/>
            <p:nvPr/>
          </p:nvSpPr>
          <p:spPr>
            <a:xfrm>
              <a:off x="5647467" y="20947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t3170"/>
            <p:cNvSpPr/>
            <p:nvPr/>
          </p:nvSpPr>
          <p:spPr>
            <a:xfrm>
              <a:off x="5795390" y="19687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t3171"/>
            <p:cNvSpPr/>
            <p:nvPr/>
          </p:nvSpPr>
          <p:spPr>
            <a:xfrm>
              <a:off x="5663032" y="17573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t3172"/>
            <p:cNvSpPr/>
            <p:nvPr/>
          </p:nvSpPr>
          <p:spPr>
            <a:xfrm>
              <a:off x="5614176" y="20400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t3173"/>
            <p:cNvSpPr/>
            <p:nvPr/>
          </p:nvSpPr>
          <p:spPr>
            <a:xfrm>
              <a:off x="5686669" y="22985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t3174"/>
            <p:cNvSpPr/>
            <p:nvPr/>
          </p:nvSpPr>
          <p:spPr>
            <a:xfrm>
              <a:off x="5530324" y="198204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t3175"/>
            <p:cNvSpPr/>
            <p:nvPr/>
          </p:nvSpPr>
          <p:spPr>
            <a:xfrm>
              <a:off x="5571915" y="21720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t3176"/>
            <p:cNvSpPr/>
            <p:nvPr/>
          </p:nvSpPr>
          <p:spPr>
            <a:xfrm>
              <a:off x="5444965" y="21360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t3177"/>
            <p:cNvSpPr/>
            <p:nvPr/>
          </p:nvSpPr>
          <p:spPr>
            <a:xfrm>
              <a:off x="5597580" y="20803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t3178"/>
            <p:cNvSpPr/>
            <p:nvPr/>
          </p:nvSpPr>
          <p:spPr>
            <a:xfrm>
              <a:off x="5481574" y="226854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t3179"/>
            <p:cNvSpPr/>
            <p:nvPr/>
          </p:nvSpPr>
          <p:spPr>
            <a:xfrm>
              <a:off x="5638380" y="22138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t3180"/>
            <p:cNvSpPr/>
            <p:nvPr/>
          </p:nvSpPr>
          <p:spPr>
            <a:xfrm>
              <a:off x="5496806" y="176315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t3181"/>
            <p:cNvSpPr/>
            <p:nvPr/>
          </p:nvSpPr>
          <p:spPr>
            <a:xfrm>
              <a:off x="5595407" y="200328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t3182"/>
            <p:cNvSpPr/>
            <p:nvPr/>
          </p:nvSpPr>
          <p:spPr>
            <a:xfrm>
              <a:off x="5665335" y="22715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t3183"/>
            <p:cNvSpPr/>
            <p:nvPr/>
          </p:nvSpPr>
          <p:spPr>
            <a:xfrm>
              <a:off x="5722130" y="20109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t3184"/>
            <p:cNvSpPr/>
            <p:nvPr/>
          </p:nvSpPr>
          <p:spPr>
            <a:xfrm>
              <a:off x="5740472" y="19368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t3185"/>
            <p:cNvSpPr/>
            <p:nvPr/>
          </p:nvSpPr>
          <p:spPr>
            <a:xfrm>
              <a:off x="5489179" y="227290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t3186"/>
            <p:cNvSpPr/>
            <p:nvPr/>
          </p:nvSpPr>
          <p:spPr>
            <a:xfrm>
              <a:off x="5602504" y="20970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t3187"/>
            <p:cNvSpPr/>
            <p:nvPr/>
          </p:nvSpPr>
          <p:spPr>
            <a:xfrm>
              <a:off x="5601346" y="215241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t3188"/>
            <p:cNvSpPr/>
            <p:nvPr/>
          </p:nvSpPr>
          <p:spPr>
            <a:xfrm>
              <a:off x="5623877" y="22710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t3189"/>
            <p:cNvSpPr/>
            <p:nvPr/>
          </p:nvSpPr>
          <p:spPr>
            <a:xfrm>
              <a:off x="5597847" y="182796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t3190"/>
            <p:cNvSpPr/>
            <p:nvPr/>
          </p:nvSpPr>
          <p:spPr>
            <a:xfrm>
              <a:off x="5697625" y="18826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t3191"/>
            <p:cNvSpPr/>
            <p:nvPr/>
          </p:nvSpPr>
          <p:spPr>
            <a:xfrm>
              <a:off x="5623760" y="22096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t3192"/>
            <p:cNvSpPr/>
            <p:nvPr/>
          </p:nvSpPr>
          <p:spPr>
            <a:xfrm>
              <a:off x="5611679" y="21044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t3193"/>
            <p:cNvSpPr/>
            <p:nvPr/>
          </p:nvSpPr>
          <p:spPr>
            <a:xfrm>
              <a:off x="5659155" y="197957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t3194"/>
            <p:cNvSpPr/>
            <p:nvPr/>
          </p:nvSpPr>
          <p:spPr>
            <a:xfrm>
              <a:off x="5616832" y="20123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t3195"/>
            <p:cNvSpPr/>
            <p:nvPr/>
          </p:nvSpPr>
          <p:spPr>
            <a:xfrm>
              <a:off x="5602760" y="20330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t3196"/>
            <p:cNvSpPr/>
            <p:nvPr/>
          </p:nvSpPr>
          <p:spPr>
            <a:xfrm>
              <a:off x="5577979" y="174948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t3197"/>
            <p:cNvSpPr/>
            <p:nvPr/>
          </p:nvSpPr>
          <p:spPr>
            <a:xfrm>
              <a:off x="5670845" y="20392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t3198"/>
            <p:cNvSpPr/>
            <p:nvPr/>
          </p:nvSpPr>
          <p:spPr>
            <a:xfrm>
              <a:off x="5545700" y="179378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t3199"/>
            <p:cNvSpPr/>
            <p:nvPr/>
          </p:nvSpPr>
          <p:spPr>
            <a:xfrm>
              <a:off x="5498156" y="18107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t3200"/>
            <p:cNvSpPr/>
            <p:nvPr/>
          </p:nvSpPr>
          <p:spPr>
            <a:xfrm>
              <a:off x="5570691" y="20530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t3201"/>
            <p:cNvSpPr/>
            <p:nvPr/>
          </p:nvSpPr>
          <p:spPr>
            <a:xfrm>
              <a:off x="5535653" y="19267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t3202"/>
            <p:cNvSpPr/>
            <p:nvPr/>
          </p:nvSpPr>
          <p:spPr>
            <a:xfrm>
              <a:off x="5517782" y="18380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t3203"/>
            <p:cNvSpPr/>
            <p:nvPr/>
          </p:nvSpPr>
          <p:spPr>
            <a:xfrm>
              <a:off x="5480605" y="204971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t3204"/>
            <p:cNvSpPr/>
            <p:nvPr/>
          </p:nvSpPr>
          <p:spPr>
            <a:xfrm>
              <a:off x="5618254" y="18767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t3205"/>
            <p:cNvSpPr/>
            <p:nvPr/>
          </p:nvSpPr>
          <p:spPr>
            <a:xfrm>
              <a:off x="5661860" y="21396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t3206"/>
            <p:cNvSpPr/>
            <p:nvPr/>
          </p:nvSpPr>
          <p:spPr>
            <a:xfrm>
              <a:off x="5610988" y="207460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t3207"/>
            <p:cNvSpPr/>
            <p:nvPr/>
          </p:nvSpPr>
          <p:spPr>
            <a:xfrm>
              <a:off x="5479785" y="19243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t3208"/>
            <p:cNvSpPr/>
            <p:nvPr/>
          </p:nvSpPr>
          <p:spPr>
            <a:xfrm>
              <a:off x="5582032" y="20022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t3209"/>
            <p:cNvSpPr/>
            <p:nvPr/>
          </p:nvSpPr>
          <p:spPr>
            <a:xfrm>
              <a:off x="5640183" y="19122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t3210"/>
            <p:cNvSpPr/>
            <p:nvPr/>
          </p:nvSpPr>
          <p:spPr>
            <a:xfrm>
              <a:off x="5645385" y="180736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t3211"/>
            <p:cNvSpPr/>
            <p:nvPr/>
          </p:nvSpPr>
          <p:spPr>
            <a:xfrm>
              <a:off x="5604219" y="22164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t3212"/>
            <p:cNvSpPr/>
            <p:nvPr/>
          </p:nvSpPr>
          <p:spPr>
            <a:xfrm>
              <a:off x="5619212" y="15861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t3213"/>
            <p:cNvSpPr/>
            <p:nvPr/>
          </p:nvSpPr>
          <p:spPr>
            <a:xfrm>
              <a:off x="5469652" y="184941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t3214"/>
            <p:cNvSpPr/>
            <p:nvPr/>
          </p:nvSpPr>
          <p:spPr>
            <a:xfrm>
              <a:off x="5547996" y="18915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t3215"/>
            <p:cNvSpPr/>
            <p:nvPr/>
          </p:nvSpPr>
          <p:spPr>
            <a:xfrm>
              <a:off x="5684850" y="17867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t3216"/>
            <p:cNvSpPr/>
            <p:nvPr/>
          </p:nvSpPr>
          <p:spPr>
            <a:xfrm>
              <a:off x="5573011" y="18165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t3217"/>
            <p:cNvSpPr/>
            <p:nvPr/>
          </p:nvSpPr>
          <p:spPr>
            <a:xfrm>
              <a:off x="5778967" y="169244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t3218"/>
            <p:cNvSpPr/>
            <p:nvPr/>
          </p:nvSpPr>
          <p:spPr>
            <a:xfrm>
              <a:off x="5662835" y="186680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t3219"/>
            <p:cNvSpPr/>
            <p:nvPr/>
          </p:nvSpPr>
          <p:spPr>
            <a:xfrm>
              <a:off x="5632315" y="19331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t3220"/>
            <p:cNvSpPr/>
            <p:nvPr/>
          </p:nvSpPr>
          <p:spPr>
            <a:xfrm>
              <a:off x="5593209" y="19266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t3221"/>
            <p:cNvSpPr/>
            <p:nvPr/>
          </p:nvSpPr>
          <p:spPr>
            <a:xfrm>
              <a:off x="5508167" y="21334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t3222"/>
            <p:cNvSpPr/>
            <p:nvPr/>
          </p:nvSpPr>
          <p:spPr>
            <a:xfrm>
              <a:off x="5723288" y="23818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t3223"/>
            <p:cNvSpPr/>
            <p:nvPr/>
          </p:nvSpPr>
          <p:spPr>
            <a:xfrm>
              <a:off x="5794187" y="23890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t3224"/>
            <p:cNvSpPr/>
            <p:nvPr/>
          </p:nvSpPr>
          <p:spPr>
            <a:xfrm>
              <a:off x="5523354" y="22307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t3225"/>
            <p:cNvSpPr/>
            <p:nvPr/>
          </p:nvSpPr>
          <p:spPr>
            <a:xfrm>
              <a:off x="5734403" y="24821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t3226"/>
            <p:cNvSpPr/>
            <p:nvPr/>
          </p:nvSpPr>
          <p:spPr>
            <a:xfrm>
              <a:off x="5599347" y="21783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t3227"/>
            <p:cNvSpPr/>
            <p:nvPr/>
          </p:nvSpPr>
          <p:spPr>
            <a:xfrm>
              <a:off x="5617392" y="22000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t3228"/>
            <p:cNvSpPr/>
            <p:nvPr/>
          </p:nvSpPr>
          <p:spPr>
            <a:xfrm>
              <a:off x="5590618" y="219720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t3229"/>
            <p:cNvSpPr/>
            <p:nvPr/>
          </p:nvSpPr>
          <p:spPr>
            <a:xfrm>
              <a:off x="5605007" y="178740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t3230"/>
            <p:cNvSpPr/>
            <p:nvPr/>
          </p:nvSpPr>
          <p:spPr>
            <a:xfrm>
              <a:off x="5586813" y="22302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t3231"/>
            <p:cNvSpPr/>
            <p:nvPr/>
          </p:nvSpPr>
          <p:spPr>
            <a:xfrm>
              <a:off x="5687659" y="19970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t3232"/>
            <p:cNvSpPr/>
            <p:nvPr/>
          </p:nvSpPr>
          <p:spPr>
            <a:xfrm>
              <a:off x="5514810" y="19939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t3233"/>
            <p:cNvSpPr/>
            <p:nvPr/>
          </p:nvSpPr>
          <p:spPr>
            <a:xfrm>
              <a:off x="5534806" y="21313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t3234"/>
            <p:cNvSpPr/>
            <p:nvPr/>
          </p:nvSpPr>
          <p:spPr>
            <a:xfrm>
              <a:off x="5533156" y="20850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t3235"/>
            <p:cNvSpPr/>
            <p:nvPr/>
          </p:nvSpPr>
          <p:spPr>
            <a:xfrm>
              <a:off x="5543259" y="22151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t3236"/>
            <p:cNvSpPr/>
            <p:nvPr/>
          </p:nvSpPr>
          <p:spPr>
            <a:xfrm>
              <a:off x="5688041" y="23309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t3237"/>
            <p:cNvSpPr/>
            <p:nvPr/>
          </p:nvSpPr>
          <p:spPr>
            <a:xfrm>
              <a:off x="5606554" y="22993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t3238"/>
            <p:cNvSpPr/>
            <p:nvPr/>
          </p:nvSpPr>
          <p:spPr>
            <a:xfrm>
              <a:off x="5687715" y="23631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t3239"/>
            <p:cNvSpPr/>
            <p:nvPr/>
          </p:nvSpPr>
          <p:spPr>
            <a:xfrm>
              <a:off x="5811833" y="206244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t3240"/>
            <p:cNvSpPr/>
            <p:nvPr/>
          </p:nvSpPr>
          <p:spPr>
            <a:xfrm>
              <a:off x="5732110" y="265271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t3241"/>
            <p:cNvSpPr/>
            <p:nvPr/>
          </p:nvSpPr>
          <p:spPr>
            <a:xfrm>
              <a:off x="5587599" y="213241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t3242"/>
            <p:cNvSpPr/>
            <p:nvPr/>
          </p:nvSpPr>
          <p:spPr>
            <a:xfrm>
              <a:off x="5569931" y="24229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t3243"/>
            <p:cNvSpPr/>
            <p:nvPr/>
          </p:nvSpPr>
          <p:spPr>
            <a:xfrm>
              <a:off x="5479492" y="23145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t3244"/>
            <p:cNvSpPr/>
            <p:nvPr/>
          </p:nvSpPr>
          <p:spPr>
            <a:xfrm>
              <a:off x="5748702" y="181647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t3245"/>
            <p:cNvSpPr/>
            <p:nvPr/>
          </p:nvSpPr>
          <p:spPr>
            <a:xfrm>
              <a:off x="5613058" y="20119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t3246"/>
            <p:cNvSpPr/>
            <p:nvPr/>
          </p:nvSpPr>
          <p:spPr>
            <a:xfrm>
              <a:off x="5636514" y="20997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t3247"/>
            <p:cNvSpPr/>
            <p:nvPr/>
          </p:nvSpPr>
          <p:spPr>
            <a:xfrm>
              <a:off x="5749849" y="22343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t3248"/>
            <p:cNvSpPr/>
            <p:nvPr/>
          </p:nvSpPr>
          <p:spPr>
            <a:xfrm>
              <a:off x="5695992" y="20494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t3249"/>
            <p:cNvSpPr/>
            <p:nvPr/>
          </p:nvSpPr>
          <p:spPr>
            <a:xfrm>
              <a:off x="5703573" y="19723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t3250"/>
            <p:cNvSpPr/>
            <p:nvPr/>
          </p:nvSpPr>
          <p:spPr>
            <a:xfrm>
              <a:off x="5667843" y="200028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t3251"/>
            <p:cNvSpPr/>
            <p:nvPr/>
          </p:nvSpPr>
          <p:spPr>
            <a:xfrm>
              <a:off x="5583523" y="19505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t3252"/>
            <p:cNvSpPr/>
            <p:nvPr/>
          </p:nvSpPr>
          <p:spPr>
            <a:xfrm>
              <a:off x="5636811" y="21692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t3253"/>
            <p:cNvSpPr/>
            <p:nvPr/>
          </p:nvSpPr>
          <p:spPr>
            <a:xfrm>
              <a:off x="5650947" y="228480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t3254"/>
            <p:cNvSpPr/>
            <p:nvPr/>
          </p:nvSpPr>
          <p:spPr>
            <a:xfrm>
              <a:off x="5584400" y="23835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t3255"/>
            <p:cNvSpPr/>
            <p:nvPr/>
          </p:nvSpPr>
          <p:spPr>
            <a:xfrm>
              <a:off x="5619948" y="21803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t3256"/>
            <p:cNvSpPr/>
            <p:nvPr/>
          </p:nvSpPr>
          <p:spPr>
            <a:xfrm>
              <a:off x="5666562" y="17735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t3257"/>
            <p:cNvSpPr/>
            <p:nvPr/>
          </p:nvSpPr>
          <p:spPr>
            <a:xfrm>
              <a:off x="5570909" y="20755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t3258"/>
            <p:cNvSpPr/>
            <p:nvPr/>
          </p:nvSpPr>
          <p:spPr>
            <a:xfrm>
              <a:off x="5604889" y="221890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t3259"/>
            <p:cNvSpPr/>
            <p:nvPr/>
          </p:nvSpPr>
          <p:spPr>
            <a:xfrm>
              <a:off x="5552145" y="21136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t3260"/>
            <p:cNvSpPr/>
            <p:nvPr/>
          </p:nvSpPr>
          <p:spPr>
            <a:xfrm>
              <a:off x="5609872" y="222732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t3261"/>
            <p:cNvSpPr/>
            <p:nvPr/>
          </p:nvSpPr>
          <p:spPr>
            <a:xfrm>
              <a:off x="5703236" y="214010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t3262"/>
            <p:cNvSpPr/>
            <p:nvPr/>
          </p:nvSpPr>
          <p:spPr>
            <a:xfrm>
              <a:off x="5684159" y="20021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t3263"/>
            <p:cNvSpPr/>
            <p:nvPr/>
          </p:nvSpPr>
          <p:spPr>
            <a:xfrm>
              <a:off x="5645109" y="19733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t3264"/>
            <p:cNvSpPr/>
            <p:nvPr/>
          </p:nvSpPr>
          <p:spPr>
            <a:xfrm>
              <a:off x="5621400" y="23950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t3265"/>
            <p:cNvSpPr/>
            <p:nvPr/>
          </p:nvSpPr>
          <p:spPr>
            <a:xfrm>
              <a:off x="5605959" y="22536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t3266"/>
            <p:cNvSpPr/>
            <p:nvPr/>
          </p:nvSpPr>
          <p:spPr>
            <a:xfrm>
              <a:off x="5684773" y="18963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t3267"/>
            <p:cNvSpPr/>
            <p:nvPr/>
          </p:nvSpPr>
          <p:spPr>
            <a:xfrm>
              <a:off x="5705123" y="229695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t3268"/>
            <p:cNvSpPr/>
            <p:nvPr/>
          </p:nvSpPr>
          <p:spPr>
            <a:xfrm>
              <a:off x="5617167" y="19187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t3269"/>
            <p:cNvSpPr/>
            <p:nvPr/>
          </p:nvSpPr>
          <p:spPr>
            <a:xfrm>
              <a:off x="5627801" y="204221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t3270"/>
            <p:cNvSpPr/>
            <p:nvPr/>
          </p:nvSpPr>
          <p:spPr>
            <a:xfrm>
              <a:off x="5630422" y="17127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t3271"/>
            <p:cNvSpPr/>
            <p:nvPr/>
          </p:nvSpPr>
          <p:spPr>
            <a:xfrm>
              <a:off x="5619312" y="18132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t3272"/>
            <p:cNvSpPr/>
            <p:nvPr/>
          </p:nvSpPr>
          <p:spPr>
            <a:xfrm>
              <a:off x="5524507" y="215976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t3273"/>
            <p:cNvSpPr/>
            <p:nvPr/>
          </p:nvSpPr>
          <p:spPr>
            <a:xfrm>
              <a:off x="5671272" y="21138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t3274"/>
            <p:cNvSpPr/>
            <p:nvPr/>
          </p:nvSpPr>
          <p:spPr>
            <a:xfrm>
              <a:off x="5607008" y="20215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t3275"/>
            <p:cNvSpPr/>
            <p:nvPr/>
          </p:nvSpPr>
          <p:spPr>
            <a:xfrm>
              <a:off x="5730192" y="19897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t3276"/>
            <p:cNvSpPr/>
            <p:nvPr/>
          </p:nvSpPr>
          <p:spPr>
            <a:xfrm>
              <a:off x="5643318" y="22479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t3277"/>
            <p:cNvSpPr/>
            <p:nvPr/>
          </p:nvSpPr>
          <p:spPr>
            <a:xfrm>
              <a:off x="5521409" y="20862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t3278"/>
            <p:cNvSpPr/>
            <p:nvPr/>
          </p:nvSpPr>
          <p:spPr>
            <a:xfrm>
              <a:off x="5650543" y="18478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t3279"/>
            <p:cNvSpPr/>
            <p:nvPr/>
          </p:nvSpPr>
          <p:spPr>
            <a:xfrm>
              <a:off x="5636826" y="18772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t3280"/>
            <p:cNvSpPr/>
            <p:nvPr/>
          </p:nvSpPr>
          <p:spPr>
            <a:xfrm>
              <a:off x="5654992" y="205098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t3281"/>
            <p:cNvSpPr/>
            <p:nvPr/>
          </p:nvSpPr>
          <p:spPr>
            <a:xfrm>
              <a:off x="5601738" y="21681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t3282"/>
            <p:cNvSpPr/>
            <p:nvPr/>
          </p:nvSpPr>
          <p:spPr>
            <a:xfrm>
              <a:off x="5690895" y="22053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t3283"/>
            <p:cNvSpPr/>
            <p:nvPr/>
          </p:nvSpPr>
          <p:spPr>
            <a:xfrm>
              <a:off x="5578572" y="21911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t3284"/>
            <p:cNvSpPr/>
            <p:nvPr/>
          </p:nvSpPr>
          <p:spPr>
            <a:xfrm>
              <a:off x="5717967" y="21123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t3285"/>
            <p:cNvSpPr/>
            <p:nvPr/>
          </p:nvSpPr>
          <p:spPr>
            <a:xfrm>
              <a:off x="5598531" y="21113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t3286"/>
            <p:cNvSpPr/>
            <p:nvPr/>
          </p:nvSpPr>
          <p:spPr>
            <a:xfrm>
              <a:off x="5855947" y="228345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t3287"/>
            <p:cNvSpPr/>
            <p:nvPr/>
          </p:nvSpPr>
          <p:spPr>
            <a:xfrm>
              <a:off x="5914800" y="273017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t3288"/>
            <p:cNvSpPr/>
            <p:nvPr/>
          </p:nvSpPr>
          <p:spPr>
            <a:xfrm>
              <a:off x="5705377" y="208986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t3289"/>
            <p:cNvSpPr/>
            <p:nvPr/>
          </p:nvSpPr>
          <p:spPr>
            <a:xfrm>
              <a:off x="5758540" y="238342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t3290"/>
            <p:cNvSpPr/>
            <p:nvPr/>
          </p:nvSpPr>
          <p:spPr>
            <a:xfrm>
              <a:off x="5695202" y="243519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t3291"/>
            <p:cNvSpPr/>
            <p:nvPr/>
          </p:nvSpPr>
          <p:spPr>
            <a:xfrm>
              <a:off x="5748421" y="242308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t3292"/>
            <p:cNvSpPr/>
            <p:nvPr/>
          </p:nvSpPr>
          <p:spPr>
            <a:xfrm>
              <a:off x="5665812" y="218638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t3293"/>
            <p:cNvSpPr/>
            <p:nvPr/>
          </p:nvSpPr>
          <p:spPr>
            <a:xfrm>
              <a:off x="5789159" y="232168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t3294"/>
            <p:cNvSpPr/>
            <p:nvPr/>
          </p:nvSpPr>
          <p:spPr>
            <a:xfrm>
              <a:off x="5648686" y="25677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t3295"/>
            <p:cNvSpPr/>
            <p:nvPr/>
          </p:nvSpPr>
          <p:spPr>
            <a:xfrm>
              <a:off x="5585668" y="24528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t3296"/>
            <p:cNvSpPr/>
            <p:nvPr/>
          </p:nvSpPr>
          <p:spPr>
            <a:xfrm>
              <a:off x="5678434" y="220588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t3297"/>
            <p:cNvSpPr/>
            <p:nvPr/>
          </p:nvSpPr>
          <p:spPr>
            <a:xfrm>
              <a:off x="5701440" y="22258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t3298"/>
            <p:cNvSpPr/>
            <p:nvPr/>
          </p:nvSpPr>
          <p:spPr>
            <a:xfrm>
              <a:off x="5778110" y="191087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t3299"/>
            <p:cNvSpPr/>
            <p:nvPr/>
          </p:nvSpPr>
          <p:spPr>
            <a:xfrm>
              <a:off x="5871463" y="271012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t3300"/>
            <p:cNvSpPr/>
            <p:nvPr/>
          </p:nvSpPr>
          <p:spPr>
            <a:xfrm>
              <a:off x="5622611" y="233122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t3301"/>
            <p:cNvSpPr/>
            <p:nvPr/>
          </p:nvSpPr>
          <p:spPr>
            <a:xfrm>
              <a:off x="5829178" y="253335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t3302"/>
            <p:cNvSpPr/>
            <p:nvPr/>
          </p:nvSpPr>
          <p:spPr>
            <a:xfrm>
              <a:off x="5676745" y="278284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t3303"/>
            <p:cNvSpPr/>
            <p:nvPr/>
          </p:nvSpPr>
          <p:spPr>
            <a:xfrm>
              <a:off x="5833921" y="263069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t3304"/>
            <p:cNvSpPr/>
            <p:nvPr/>
          </p:nvSpPr>
          <p:spPr>
            <a:xfrm>
              <a:off x="5711378" y="240414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t3305"/>
            <p:cNvSpPr/>
            <p:nvPr/>
          </p:nvSpPr>
          <p:spPr>
            <a:xfrm>
              <a:off x="5682174" y="228974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t3306"/>
            <p:cNvSpPr/>
            <p:nvPr/>
          </p:nvSpPr>
          <p:spPr>
            <a:xfrm>
              <a:off x="5781218" y="224642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t3307"/>
            <p:cNvSpPr/>
            <p:nvPr/>
          </p:nvSpPr>
          <p:spPr>
            <a:xfrm>
              <a:off x="5736609" y="190323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t3308"/>
            <p:cNvSpPr/>
            <p:nvPr/>
          </p:nvSpPr>
          <p:spPr>
            <a:xfrm>
              <a:off x="5659290" y="233858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t3309"/>
            <p:cNvSpPr/>
            <p:nvPr/>
          </p:nvSpPr>
          <p:spPr>
            <a:xfrm>
              <a:off x="5781913" y="235495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t3310"/>
            <p:cNvSpPr/>
            <p:nvPr/>
          </p:nvSpPr>
          <p:spPr>
            <a:xfrm>
              <a:off x="5604018" y="211508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t3311"/>
            <p:cNvSpPr/>
            <p:nvPr/>
          </p:nvSpPr>
          <p:spPr>
            <a:xfrm>
              <a:off x="5838435" y="227835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t3312"/>
            <p:cNvSpPr/>
            <p:nvPr/>
          </p:nvSpPr>
          <p:spPr>
            <a:xfrm>
              <a:off x="5759866" y="248158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t3313"/>
            <p:cNvSpPr/>
            <p:nvPr/>
          </p:nvSpPr>
          <p:spPr>
            <a:xfrm>
              <a:off x="5832030" y="233180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t3314"/>
            <p:cNvSpPr/>
            <p:nvPr/>
          </p:nvSpPr>
          <p:spPr>
            <a:xfrm>
              <a:off x="5614549" y="216052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t3315"/>
            <p:cNvSpPr/>
            <p:nvPr/>
          </p:nvSpPr>
          <p:spPr>
            <a:xfrm>
              <a:off x="5688606" y="21650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t3316"/>
            <p:cNvSpPr/>
            <p:nvPr/>
          </p:nvSpPr>
          <p:spPr>
            <a:xfrm>
              <a:off x="5796261" y="183024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t3317"/>
            <p:cNvSpPr/>
            <p:nvPr/>
          </p:nvSpPr>
          <p:spPr>
            <a:xfrm>
              <a:off x="5745285" y="210886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t3318"/>
            <p:cNvSpPr/>
            <p:nvPr/>
          </p:nvSpPr>
          <p:spPr>
            <a:xfrm>
              <a:off x="5591276" y="24707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t3319"/>
            <p:cNvSpPr/>
            <p:nvPr/>
          </p:nvSpPr>
          <p:spPr>
            <a:xfrm>
              <a:off x="5760844" y="193133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t3320"/>
            <p:cNvSpPr/>
            <p:nvPr/>
          </p:nvSpPr>
          <p:spPr>
            <a:xfrm>
              <a:off x="5938917" y="284555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t3321"/>
            <p:cNvSpPr/>
            <p:nvPr/>
          </p:nvSpPr>
          <p:spPr>
            <a:xfrm>
              <a:off x="5726627" y="23847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t3322"/>
            <p:cNvSpPr/>
            <p:nvPr/>
          </p:nvSpPr>
          <p:spPr>
            <a:xfrm>
              <a:off x="5522087" y="19892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t3323"/>
            <p:cNvSpPr/>
            <p:nvPr/>
          </p:nvSpPr>
          <p:spPr>
            <a:xfrm>
              <a:off x="5532533" y="240217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t3324"/>
            <p:cNvSpPr/>
            <p:nvPr/>
          </p:nvSpPr>
          <p:spPr>
            <a:xfrm>
              <a:off x="5589381" y="234314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t3325"/>
            <p:cNvSpPr/>
            <p:nvPr/>
          </p:nvSpPr>
          <p:spPr>
            <a:xfrm>
              <a:off x="5515719" y="226569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t3326"/>
            <p:cNvSpPr/>
            <p:nvPr/>
          </p:nvSpPr>
          <p:spPr>
            <a:xfrm>
              <a:off x="5669489" y="260556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t3327"/>
            <p:cNvSpPr/>
            <p:nvPr/>
          </p:nvSpPr>
          <p:spPr>
            <a:xfrm>
              <a:off x="5631605" y="160931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t3328"/>
            <p:cNvSpPr/>
            <p:nvPr/>
          </p:nvSpPr>
          <p:spPr>
            <a:xfrm>
              <a:off x="5581093" y="18587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t3329"/>
            <p:cNvSpPr/>
            <p:nvPr/>
          </p:nvSpPr>
          <p:spPr>
            <a:xfrm>
              <a:off x="5699641" y="25182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t3330"/>
            <p:cNvSpPr/>
            <p:nvPr/>
          </p:nvSpPr>
          <p:spPr>
            <a:xfrm>
              <a:off x="5714931" y="175054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t3331"/>
            <p:cNvSpPr/>
            <p:nvPr/>
          </p:nvSpPr>
          <p:spPr>
            <a:xfrm>
              <a:off x="5568222" y="21471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t3332"/>
            <p:cNvSpPr/>
            <p:nvPr/>
          </p:nvSpPr>
          <p:spPr>
            <a:xfrm>
              <a:off x="5630970" y="217656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t3333"/>
            <p:cNvSpPr/>
            <p:nvPr/>
          </p:nvSpPr>
          <p:spPr>
            <a:xfrm>
              <a:off x="5781503" y="271318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t3334"/>
            <p:cNvSpPr/>
            <p:nvPr/>
          </p:nvSpPr>
          <p:spPr>
            <a:xfrm>
              <a:off x="5784062" y="239493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t3335"/>
            <p:cNvSpPr/>
            <p:nvPr/>
          </p:nvSpPr>
          <p:spPr>
            <a:xfrm>
              <a:off x="5932132" y="279552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t3336"/>
            <p:cNvSpPr/>
            <p:nvPr/>
          </p:nvSpPr>
          <p:spPr>
            <a:xfrm>
              <a:off x="5804265" y="228985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t3337"/>
            <p:cNvSpPr/>
            <p:nvPr/>
          </p:nvSpPr>
          <p:spPr>
            <a:xfrm>
              <a:off x="5654897" y="164757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t3338"/>
            <p:cNvSpPr/>
            <p:nvPr/>
          </p:nvSpPr>
          <p:spPr>
            <a:xfrm>
              <a:off x="5612870" y="189111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t3339"/>
            <p:cNvSpPr/>
            <p:nvPr/>
          </p:nvSpPr>
          <p:spPr>
            <a:xfrm>
              <a:off x="5753688" y="175918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t3340"/>
            <p:cNvSpPr/>
            <p:nvPr/>
          </p:nvSpPr>
          <p:spPr>
            <a:xfrm>
              <a:off x="5574583" y="168116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t3341"/>
            <p:cNvSpPr/>
            <p:nvPr/>
          </p:nvSpPr>
          <p:spPr>
            <a:xfrm>
              <a:off x="5765232" y="184323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t3342"/>
            <p:cNvSpPr/>
            <p:nvPr/>
          </p:nvSpPr>
          <p:spPr>
            <a:xfrm>
              <a:off x="5780553" y="241830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t3343"/>
            <p:cNvSpPr/>
            <p:nvPr/>
          </p:nvSpPr>
          <p:spPr>
            <a:xfrm>
              <a:off x="5808179" y="217841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t3344"/>
            <p:cNvSpPr/>
            <p:nvPr/>
          </p:nvSpPr>
          <p:spPr>
            <a:xfrm>
              <a:off x="5668401" y="233337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t3345"/>
            <p:cNvSpPr/>
            <p:nvPr/>
          </p:nvSpPr>
          <p:spPr>
            <a:xfrm>
              <a:off x="5737367" y="25349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t3346"/>
            <p:cNvSpPr/>
            <p:nvPr/>
          </p:nvSpPr>
          <p:spPr>
            <a:xfrm>
              <a:off x="5739008" y="233062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t3347"/>
            <p:cNvSpPr/>
            <p:nvPr/>
          </p:nvSpPr>
          <p:spPr>
            <a:xfrm>
              <a:off x="5907873" y="236661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t3348"/>
            <p:cNvSpPr/>
            <p:nvPr/>
          </p:nvSpPr>
          <p:spPr>
            <a:xfrm>
              <a:off x="5634281" y="22132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t3349"/>
            <p:cNvSpPr/>
            <p:nvPr/>
          </p:nvSpPr>
          <p:spPr>
            <a:xfrm>
              <a:off x="5779432" y="236260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t3350"/>
            <p:cNvSpPr/>
            <p:nvPr/>
          </p:nvSpPr>
          <p:spPr>
            <a:xfrm>
              <a:off x="5639262" y="222903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t3351"/>
            <p:cNvSpPr/>
            <p:nvPr/>
          </p:nvSpPr>
          <p:spPr>
            <a:xfrm>
              <a:off x="5781759" y="251863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t3352"/>
            <p:cNvSpPr/>
            <p:nvPr/>
          </p:nvSpPr>
          <p:spPr>
            <a:xfrm>
              <a:off x="5733011" y="23014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t3353"/>
            <p:cNvSpPr/>
            <p:nvPr/>
          </p:nvSpPr>
          <p:spPr>
            <a:xfrm>
              <a:off x="5630834" y="261061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t3354"/>
            <p:cNvSpPr/>
            <p:nvPr/>
          </p:nvSpPr>
          <p:spPr>
            <a:xfrm>
              <a:off x="5607377" y="217017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t3355"/>
            <p:cNvSpPr/>
            <p:nvPr/>
          </p:nvSpPr>
          <p:spPr>
            <a:xfrm>
              <a:off x="5527747" y="250089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t3356"/>
            <p:cNvSpPr/>
            <p:nvPr/>
          </p:nvSpPr>
          <p:spPr>
            <a:xfrm>
              <a:off x="5791694" y="272539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t3357"/>
            <p:cNvSpPr/>
            <p:nvPr/>
          </p:nvSpPr>
          <p:spPr>
            <a:xfrm>
              <a:off x="5892512" y="192062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t3358"/>
            <p:cNvSpPr/>
            <p:nvPr/>
          </p:nvSpPr>
          <p:spPr>
            <a:xfrm>
              <a:off x="5596355" y="238647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t3359"/>
            <p:cNvSpPr/>
            <p:nvPr/>
          </p:nvSpPr>
          <p:spPr>
            <a:xfrm>
              <a:off x="5716404" y="259132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t3360"/>
            <p:cNvSpPr/>
            <p:nvPr/>
          </p:nvSpPr>
          <p:spPr>
            <a:xfrm>
              <a:off x="5719684" y="243767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t3361"/>
            <p:cNvSpPr/>
            <p:nvPr/>
          </p:nvSpPr>
          <p:spPr>
            <a:xfrm>
              <a:off x="5668104" y="22342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t3362"/>
            <p:cNvSpPr/>
            <p:nvPr/>
          </p:nvSpPr>
          <p:spPr>
            <a:xfrm>
              <a:off x="5596285" y="23634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t3363"/>
            <p:cNvSpPr/>
            <p:nvPr/>
          </p:nvSpPr>
          <p:spPr>
            <a:xfrm>
              <a:off x="5771967" y="22107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t3364"/>
            <p:cNvSpPr/>
            <p:nvPr/>
          </p:nvSpPr>
          <p:spPr>
            <a:xfrm>
              <a:off x="5787893" y="27087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t3365"/>
            <p:cNvSpPr/>
            <p:nvPr/>
          </p:nvSpPr>
          <p:spPr>
            <a:xfrm>
              <a:off x="5819341" y="25754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t3366"/>
            <p:cNvSpPr/>
            <p:nvPr/>
          </p:nvSpPr>
          <p:spPr>
            <a:xfrm>
              <a:off x="5505797" y="22820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t3367"/>
            <p:cNvSpPr/>
            <p:nvPr/>
          </p:nvSpPr>
          <p:spPr>
            <a:xfrm>
              <a:off x="5575908" y="214567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t3368"/>
            <p:cNvSpPr/>
            <p:nvPr/>
          </p:nvSpPr>
          <p:spPr>
            <a:xfrm>
              <a:off x="5546883" y="23512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t3369"/>
            <p:cNvSpPr/>
            <p:nvPr/>
          </p:nvSpPr>
          <p:spPr>
            <a:xfrm>
              <a:off x="5732426" y="230313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t3370"/>
            <p:cNvSpPr/>
            <p:nvPr/>
          </p:nvSpPr>
          <p:spPr>
            <a:xfrm>
              <a:off x="5597876" y="229332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t3371"/>
            <p:cNvSpPr/>
            <p:nvPr/>
          </p:nvSpPr>
          <p:spPr>
            <a:xfrm>
              <a:off x="5611863" y="224701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t3372"/>
            <p:cNvSpPr/>
            <p:nvPr/>
          </p:nvSpPr>
          <p:spPr>
            <a:xfrm>
              <a:off x="5507255" y="194037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t3373"/>
            <p:cNvSpPr/>
            <p:nvPr/>
          </p:nvSpPr>
          <p:spPr>
            <a:xfrm>
              <a:off x="5616221" y="253887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t3374"/>
            <p:cNvSpPr/>
            <p:nvPr/>
          </p:nvSpPr>
          <p:spPr>
            <a:xfrm>
              <a:off x="5630058" y="208491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t3375"/>
            <p:cNvSpPr/>
            <p:nvPr/>
          </p:nvSpPr>
          <p:spPr>
            <a:xfrm>
              <a:off x="5509119" y="22846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t3376"/>
            <p:cNvSpPr/>
            <p:nvPr/>
          </p:nvSpPr>
          <p:spPr>
            <a:xfrm>
              <a:off x="5734639" y="218469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t3377"/>
            <p:cNvSpPr/>
            <p:nvPr/>
          </p:nvSpPr>
          <p:spPr>
            <a:xfrm>
              <a:off x="5891121" y="189830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t3378"/>
            <p:cNvSpPr/>
            <p:nvPr/>
          </p:nvSpPr>
          <p:spPr>
            <a:xfrm>
              <a:off x="5729124" y="258767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t3379"/>
            <p:cNvSpPr/>
            <p:nvPr/>
          </p:nvSpPr>
          <p:spPr>
            <a:xfrm>
              <a:off x="5663087" y="263646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t3380"/>
            <p:cNvSpPr/>
            <p:nvPr/>
          </p:nvSpPr>
          <p:spPr>
            <a:xfrm>
              <a:off x="5824878" y="25623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t3381"/>
            <p:cNvSpPr/>
            <p:nvPr/>
          </p:nvSpPr>
          <p:spPr>
            <a:xfrm>
              <a:off x="5624659" y="186613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t3382"/>
            <p:cNvSpPr/>
            <p:nvPr/>
          </p:nvSpPr>
          <p:spPr>
            <a:xfrm>
              <a:off x="5865466" y="269736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t3383"/>
            <p:cNvSpPr/>
            <p:nvPr/>
          </p:nvSpPr>
          <p:spPr>
            <a:xfrm>
              <a:off x="5526780" y="221588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t3384"/>
            <p:cNvSpPr/>
            <p:nvPr/>
          </p:nvSpPr>
          <p:spPr>
            <a:xfrm>
              <a:off x="5832988" y="169696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t3385"/>
            <p:cNvSpPr/>
            <p:nvPr/>
          </p:nvSpPr>
          <p:spPr>
            <a:xfrm>
              <a:off x="5499427" y="229308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t3386"/>
            <p:cNvSpPr/>
            <p:nvPr/>
          </p:nvSpPr>
          <p:spPr>
            <a:xfrm>
              <a:off x="5927058" y="299878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t3387"/>
            <p:cNvSpPr/>
            <p:nvPr/>
          </p:nvSpPr>
          <p:spPr>
            <a:xfrm>
              <a:off x="5859275" y="29653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t3388"/>
            <p:cNvSpPr/>
            <p:nvPr/>
          </p:nvSpPr>
          <p:spPr>
            <a:xfrm>
              <a:off x="5726220" y="240964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t3389"/>
            <p:cNvSpPr/>
            <p:nvPr/>
          </p:nvSpPr>
          <p:spPr>
            <a:xfrm>
              <a:off x="5922855" y="295007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t3390"/>
            <p:cNvSpPr/>
            <p:nvPr/>
          </p:nvSpPr>
          <p:spPr>
            <a:xfrm>
              <a:off x="5629257" y="217976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t3391"/>
            <p:cNvSpPr/>
            <p:nvPr/>
          </p:nvSpPr>
          <p:spPr>
            <a:xfrm>
              <a:off x="5544824" y="219358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t3392"/>
            <p:cNvSpPr/>
            <p:nvPr/>
          </p:nvSpPr>
          <p:spPr>
            <a:xfrm>
              <a:off x="5480289" y="162261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t3393"/>
            <p:cNvSpPr/>
            <p:nvPr/>
          </p:nvSpPr>
          <p:spPr>
            <a:xfrm>
              <a:off x="5701588" y="233077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t3394"/>
            <p:cNvSpPr/>
            <p:nvPr/>
          </p:nvSpPr>
          <p:spPr>
            <a:xfrm>
              <a:off x="5647299" y="212066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t3395"/>
            <p:cNvSpPr/>
            <p:nvPr/>
          </p:nvSpPr>
          <p:spPr>
            <a:xfrm>
              <a:off x="5783679" y="202845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t3396"/>
            <p:cNvSpPr/>
            <p:nvPr/>
          </p:nvSpPr>
          <p:spPr>
            <a:xfrm>
              <a:off x="5625131" y="218481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t3397"/>
            <p:cNvSpPr/>
            <p:nvPr/>
          </p:nvSpPr>
          <p:spPr>
            <a:xfrm>
              <a:off x="5639689" y="221454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t3398"/>
            <p:cNvSpPr/>
            <p:nvPr/>
          </p:nvSpPr>
          <p:spPr>
            <a:xfrm>
              <a:off x="5643009" y="233529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t3399"/>
            <p:cNvSpPr/>
            <p:nvPr/>
          </p:nvSpPr>
          <p:spPr>
            <a:xfrm>
              <a:off x="5823624" y="202763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t3400"/>
            <p:cNvSpPr/>
            <p:nvPr/>
          </p:nvSpPr>
          <p:spPr>
            <a:xfrm>
              <a:off x="5614577" y="247670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t3401"/>
            <p:cNvSpPr/>
            <p:nvPr/>
          </p:nvSpPr>
          <p:spPr>
            <a:xfrm>
              <a:off x="5602281" y="206815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t3402"/>
            <p:cNvSpPr/>
            <p:nvPr/>
          </p:nvSpPr>
          <p:spPr>
            <a:xfrm>
              <a:off x="5620280" y="213020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t3403"/>
            <p:cNvSpPr/>
            <p:nvPr/>
          </p:nvSpPr>
          <p:spPr>
            <a:xfrm>
              <a:off x="5754410" y="173824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t3404"/>
            <p:cNvSpPr/>
            <p:nvPr/>
          </p:nvSpPr>
          <p:spPr>
            <a:xfrm>
              <a:off x="5657110" y="238907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t3405"/>
            <p:cNvSpPr/>
            <p:nvPr/>
          </p:nvSpPr>
          <p:spPr>
            <a:xfrm>
              <a:off x="5794418" y="255729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t3406"/>
            <p:cNvSpPr/>
            <p:nvPr/>
          </p:nvSpPr>
          <p:spPr>
            <a:xfrm>
              <a:off x="5684866" y="229578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t3407"/>
            <p:cNvSpPr/>
            <p:nvPr/>
          </p:nvSpPr>
          <p:spPr>
            <a:xfrm>
              <a:off x="5623707" y="23070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t3408"/>
            <p:cNvSpPr/>
            <p:nvPr/>
          </p:nvSpPr>
          <p:spPr>
            <a:xfrm>
              <a:off x="5635939" y="205521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t3409"/>
            <p:cNvSpPr/>
            <p:nvPr/>
          </p:nvSpPr>
          <p:spPr>
            <a:xfrm>
              <a:off x="5280400" y="20819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t3410"/>
            <p:cNvSpPr/>
            <p:nvPr/>
          </p:nvSpPr>
          <p:spPr>
            <a:xfrm>
              <a:off x="5772863" y="216373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t3411"/>
            <p:cNvSpPr/>
            <p:nvPr/>
          </p:nvSpPr>
          <p:spPr>
            <a:xfrm>
              <a:off x="5779738" y="209551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t3412"/>
            <p:cNvSpPr/>
            <p:nvPr/>
          </p:nvSpPr>
          <p:spPr>
            <a:xfrm>
              <a:off x="5602937" y="238851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t3413"/>
            <p:cNvSpPr/>
            <p:nvPr/>
          </p:nvSpPr>
          <p:spPr>
            <a:xfrm>
              <a:off x="5575255" y="220445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t3414"/>
            <p:cNvSpPr/>
            <p:nvPr/>
          </p:nvSpPr>
          <p:spPr>
            <a:xfrm>
              <a:off x="5501785" y="23390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t3415"/>
            <p:cNvSpPr/>
            <p:nvPr/>
          </p:nvSpPr>
          <p:spPr>
            <a:xfrm>
              <a:off x="5259898" y="209555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t3416"/>
            <p:cNvSpPr/>
            <p:nvPr/>
          </p:nvSpPr>
          <p:spPr>
            <a:xfrm>
              <a:off x="5675065" y="25267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t3417"/>
            <p:cNvSpPr/>
            <p:nvPr/>
          </p:nvSpPr>
          <p:spPr>
            <a:xfrm>
              <a:off x="5205935" y="190800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t3418"/>
            <p:cNvSpPr/>
            <p:nvPr/>
          </p:nvSpPr>
          <p:spPr>
            <a:xfrm>
              <a:off x="5951027" y="202765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t3419"/>
            <p:cNvSpPr/>
            <p:nvPr/>
          </p:nvSpPr>
          <p:spPr>
            <a:xfrm>
              <a:off x="5592169" y="201824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t3420"/>
            <p:cNvSpPr/>
            <p:nvPr/>
          </p:nvSpPr>
          <p:spPr>
            <a:xfrm>
              <a:off x="5816992" y="200643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t3421"/>
            <p:cNvSpPr/>
            <p:nvPr/>
          </p:nvSpPr>
          <p:spPr>
            <a:xfrm>
              <a:off x="5921168" y="204561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t3422"/>
            <p:cNvSpPr/>
            <p:nvPr/>
          </p:nvSpPr>
          <p:spPr>
            <a:xfrm>
              <a:off x="5824251" y="251370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t3423"/>
            <p:cNvSpPr/>
            <p:nvPr/>
          </p:nvSpPr>
          <p:spPr>
            <a:xfrm>
              <a:off x="5841368" y="250314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t3424"/>
            <p:cNvSpPr/>
            <p:nvPr/>
          </p:nvSpPr>
          <p:spPr>
            <a:xfrm>
              <a:off x="5922055" y="265268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t3425"/>
            <p:cNvSpPr/>
            <p:nvPr/>
          </p:nvSpPr>
          <p:spPr>
            <a:xfrm>
              <a:off x="5857254" y="250500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t3426"/>
            <p:cNvSpPr/>
            <p:nvPr/>
          </p:nvSpPr>
          <p:spPr>
            <a:xfrm>
              <a:off x="5708133" y="234866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t3427"/>
            <p:cNvSpPr/>
            <p:nvPr/>
          </p:nvSpPr>
          <p:spPr>
            <a:xfrm>
              <a:off x="5499536" y="192804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t3428"/>
            <p:cNvSpPr/>
            <p:nvPr/>
          </p:nvSpPr>
          <p:spPr>
            <a:xfrm>
              <a:off x="5761076" y="226360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t3429"/>
            <p:cNvSpPr/>
            <p:nvPr/>
          </p:nvSpPr>
          <p:spPr>
            <a:xfrm>
              <a:off x="5756892" y="169480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t3430"/>
            <p:cNvSpPr/>
            <p:nvPr/>
          </p:nvSpPr>
          <p:spPr>
            <a:xfrm>
              <a:off x="5684989" y="18490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t3431"/>
            <p:cNvSpPr/>
            <p:nvPr/>
          </p:nvSpPr>
          <p:spPr>
            <a:xfrm>
              <a:off x="5604373" y="198106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t3432"/>
            <p:cNvSpPr/>
            <p:nvPr/>
          </p:nvSpPr>
          <p:spPr>
            <a:xfrm>
              <a:off x="5606719" y="21922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t3433"/>
            <p:cNvSpPr/>
            <p:nvPr/>
          </p:nvSpPr>
          <p:spPr>
            <a:xfrm>
              <a:off x="5720370" y="221953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t3434"/>
            <p:cNvSpPr/>
            <p:nvPr/>
          </p:nvSpPr>
          <p:spPr>
            <a:xfrm>
              <a:off x="5679658" y="157982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t3435"/>
            <p:cNvSpPr/>
            <p:nvPr/>
          </p:nvSpPr>
          <p:spPr>
            <a:xfrm>
              <a:off x="5673869" y="159228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t3436"/>
            <p:cNvSpPr/>
            <p:nvPr/>
          </p:nvSpPr>
          <p:spPr>
            <a:xfrm>
              <a:off x="5651158" y="171441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t3437"/>
            <p:cNvSpPr/>
            <p:nvPr/>
          </p:nvSpPr>
          <p:spPr>
            <a:xfrm>
              <a:off x="5687757" y="168740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t3438"/>
            <p:cNvSpPr/>
            <p:nvPr/>
          </p:nvSpPr>
          <p:spPr>
            <a:xfrm>
              <a:off x="5583771" y="219287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t3439"/>
            <p:cNvSpPr/>
            <p:nvPr/>
          </p:nvSpPr>
          <p:spPr>
            <a:xfrm>
              <a:off x="5475213" y="196368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t3440"/>
            <p:cNvSpPr/>
            <p:nvPr/>
          </p:nvSpPr>
          <p:spPr>
            <a:xfrm>
              <a:off x="5586353" y="224888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t3441"/>
            <p:cNvSpPr/>
            <p:nvPr/>
          </p:nvSpPr>
          <p:spPr>
            <a:xfrm>
              <a:off x="5560387" y="198016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t3442"/>
            <p:cNvSpPr/>
            <p:nvPr/>
          </p:nvSpPr>
          <p:spPr>
            <a:xfrm>
              <a:off x="5655931" y="181109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t3443"/>
            <p:cNvSpPr/>
            <p:nvPr/>
          </p:nvSpPr>
          <p:spPr>
            <a:xfrm>
              <a:off x="5598874" y="182506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t3444"/>
            <p:cNvSpPr/>
            <p:nvPr/>
          </p:nvSpPr>
          <p:spPr>
            <a:xfrm>
              <a:off x="5616746" y="194694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t3445"/>
            <p:cNvSpPr/>
            <p:nvPr/>
          </p:nvSpPr>
          <p:spPr>
            <a:xfrm>
              <a:off x="5647607" y="208679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t3446"/>
            <p:cNvSpPr/>
            <p:nvPr/>
          </p:nvSpPr>
          <p:spPr>
            <a:xfrm>
              <a:off x="5429195" y="180095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t3447"/>
            <p:cNvSpPr/>
            <p:nvPr/>
          </p:nvSpPr>
          <p:spPr>
            <a:xfrm>
              <a:off x="5569460" y="215558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t3448"/>
            <p:cNvSpPr/>
            <p:nvPr/>
          </p:nvSpPr>
          <p:spPr>
            <a:xfrm>
              <a:off x="5697530" y="193222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t3449"/>
            <p:cNvSpPr/>
            <p:nvPr/>
          </p:nvSpPr>
          <p:spPr>
            <a:xfrm>
              <a:off x="5675286" y="234822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t3450"/>
            <p:cNvSpPr/>
            <p:nvPr/>
          </p:nvSpPr>
          <p:spPr>
            <a:xfrm>
              <a:off x="5637374" y="219916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t3451"/>
            <p:cNvSpPr/>
            <p:nvPr/>
          </p:nvSpPr>
          <p:spPr>
            <a:xfrm>
              <a:off x="5558745" y="242094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t3452"/>
            <p:cNvSpPr/>
            <p:nvPr/>
          </p:nvSpPr>
          <p:spPr>
            <a:xfrm>
              <a:off x="5651214" y="200050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t3453"/>
            <p:cNvSpPr/>
            <p:nvPr/>
          </p:nvSpPr>
          <p:spPr>
            <a:xfrm>
              <a:off x="5583298" y="226739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t3454"/>
            <p:cNvSpPr/>
            <p:nvPr/>
          </p:nvSpPr>
          <p:spPr>
            <a:xfrm>
              <a:off x="5625789" y="222417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t3455"/>
            <p:cNvSpPr/>
            <p:nvPr/>
          </p:nvSpPr>
          <p:spPr>
            <a:xfrm>
              <a:off x="5543762" y="219817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t3456"/>
            <p:cNvSpPr/>
            <p:nvPr/>
          </p:nvSpPr>
          <p:spPr>
            <a:xfrm>
              <a:off x="5478074" y="233505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t3457"/>
            <p:cNvSpPr/>
            <p:nvPr/>
          </p:nvSpPr>
          <p:spPr>
            <a:xfrm>
              <a:off x="5564493" y="213805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t3458"/>
            <p:cNvSpPr/>
            <p:nvPr/>
          </p:nvSpPr>
          <p:spPr>
            <a:xfrm>
              <a:off x="5452870" y="202647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t3459"/>
            <p:cNvSpPr/>
            <p:nvPr/>
          </p:nvSpPr>
          <p:spPr>
            <a:xfrm>
              <a:off x="5370207" y="192421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t3460"/>
            <p:cNvSpPr/>
            <p:nvPr/>
          </p:nvSpPr>
          <p:spPr>
            <a:xfrm>
              <a:off x="5594835" y="205533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t3461"/>
            <p:cNvSpPr/>
            <p:nvPr/>
          </p:nvSpPr>
          <p:spPr>
            <a:xfrm>
              <a:off x="5537929" y="186671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t3462"/>
            <p:cNvSpPr/>
            <p:nvPr/>
          </p:nvSpPr>
          <p:spPr>
            <a:xfrm>
              <a:off x="5628471" y="198997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t3463"/>
            <p:cNvSpPr/>
            <p:nvPr/>
          </p:nvSpPr>
          <p:spPr>
            <a:xfrm>
              <a:off x="5539415" y="222507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t3464"/>
            <p:cNvSpPr/>
            <p:nvPr/>
          </p:nvSpPr>
          <p:spPr>
            <a:xfrm>
              <a:off x="5493459" y="20496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t3465"/>
            <p:cNvSpPr/>
            <p:nvPr/>
          </p:nvSpPr>
          <p:spPr>
            <a:xfrm>
              <a:off x="5527358" y="254135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t3466"/>
            <p:cNvSpPr/>
            <p:nvPr/>
          </p:nvSpPr>
          <p:spPr>
            <a:xfrm>
              <a:off x="5444831" y="20318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t3467"/>
            <p:cNvSpPr/>
            <p:nvPr/>
          </p:nvSpPr>
          <p:spPr>
            <a:xfrm>
              <a:off x="5474701" y="196488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t3468"/>
            <p:cNvSpPr/>
            <p:nvPr/>
          </p:nvSpPr>
          <p:spPr>
            <a:xfrm>
              <a:off x="5328696" y="226761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t3469"/>
            <p:cNvSpPr/>
            <p:nvPr/>
          </p:nvSpPr>
          <p:spPr>
            <a:xfrm>
              <a:off x="5591102" y="24369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t3470"/>
            <p:cNvSpPr/>
            <p:nvPr/>
          </p:nvSpPr>
          <p:spPr>
            <a:xfrm>
              <a:off x="5550608" y="264945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t3471"/>
            <p:cNvSpPr/>
            <p:nvPr/>
          </p:nvSpPr>
          <p:spPr>
            <a:xfrm>
              <a:off x="5479659" y="248441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t3472"/>
            <p:cNvSpPr/>
            <p:nvPr/>
          </p:nvSpPr>
          <p:spPr>
            <a:xfrm>
              <a:off x="5629706" y="258949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t3473"/>
            <p:cNvSpPr/>
            <p:nvPr/>
          </p:nvSpPr>
          <p:spPr>
            <a:xfrm>
              <a:off x="5664110" y="23320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t3474"/>
            <p:cNvSpPr/>
            <p:nvPr/>
          </p:nvSpPr>
          <p:spPr>
            <a:xfrm>
              <a:off x="5684643" y="276810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t3475"/>
            <p:cNvSpPr/>
            <p:nvPr/>
          </p:nvSpPr>
          <p:spPr>
            <a:xfrm>
              <a:off x="5453814" y="257564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t3476"/>
            <p:cNvSpPr/>
            <p:nvPr/>
          </p:nvSpPr>
          <p:spPr>
            <a:xfrm>
              <a:off x="5627190" y="23616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t3477"/>
            <p:cNvSpPr/>
            <p:nvPr/>
          </p:nvSpPr>
          <p:spPr>
            <a:xfrm>
              <a:off x="5447503" y="21479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t3478"/>
            <p:cNvSpPr/>
            <p:nvPr/>
          </p:nvSpPr>
          <p:spPr>
            <a:xfrm>
              <a:off x="5397217" y="242420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t3479"/>
            <p:cNvSpPr/>
            <p:nvPr/>
          </p:nvSpPr>
          <p:spPr>
            <a:xfrm>
              <a:off x="5290012" y="234580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t3480"/>
            <p:cNvSpPr/>
            <p:nvPr/>
          </p:nvSpPr>
          <p:spPr>
            <a:xfrm>
              <a:off x="5490526" y="269823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t3481"/>
            <p:cNvSpPr/>
            <p:nvPr/>
          </p:nvSpPr>
          <p:spPr>
            <a:xfrm>
              <a:off x="5480713" y="227597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t3482"/>
            <p:cNvSpPr/>
            <p:nvPr/>
          </p:nvSpPr>
          <p:spPr>
            <a:xfrm>
              <a:off x="5462918" y="240283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t3483"/>
            <p:cNvSpPr/>
            <p:nvPr/>
          </p:nvSpPr>
          <p:spPr>
            <a:xfrm>
              <a:off x="5460288" y="213055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t3484"/>
            <p:cNvSpPr/>
            <p:nvPr/>
          </p:nvSpPr>
          <p:spPr>
            <a:xfrm>
              <a:off x="5497404" y="230482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t3485"/>
            <p:cNvSpPr/>
            <p:nvPr/>
          </p:nvSpPr>
          <p:spPr>
            <a:xfrm>
              <a:off x="5579938" y="21858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t3486"/>
            <p:cNvSpPr/>
            <p:nvPr/>
          </p:nvSpPr>
          <p:spPr>
            <a:xfrm>
              <a:off x="5687781" y="198569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t3487"/>
            <p:cNvSpPr/>
            <p:nvPr/>
          </p:nvSpPr>
          <p:spPr>
            <a:xfrm>
              <a:off x="5490750" y="21041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t3488"/>
            <p:cNvSpPr/>
            <p:nvPr/>
          </p:nvSpPr>
          <p:spPr>
            <a:xfrm>
              <a:off x="5599315" y="201592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t3489"/>
            <p:cNvSpPr/>
            <p:nvPr/>
          </p:nvSpPr>
          <p:spPr>
            <a:xfrm>
              <a:off x="5474714" y="247470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t3490"/>
            <p:cNvSpPr/>
            <p:nvPr/>
          </p:nvSpPr>
          <p:spPr>
            <a:xfrm>
              <a:off x="5440357" y="243454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t3491"/>
            <p:cNvSpPr/>
            <p:nvPr/>
          </p:nvSpPr>
          <p:spPr>
            <a:xfrm>
              <a:off x="5550718" y="21292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t3492"/>
            <p:cNvSpPr/>
            <p:nvPr/>
          </p:nvSpPr>
          <p:spPr>
            <a:xfrm>
              <a:off x="5570681" y="211442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t3493"/>
            <p:cNvSpPr/>
            <p:nvPr/>
          </p:nvSpPr>
          <p:spPr>
            <a:xfrm>
              <a:off x="5528943" y="234500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t3494"/>
            <p:cNvSpPr/>
            <p:nvPr/>
          </p:nvSpPr>
          <p:spPr>
            <a:xfrm>
              <a:off x="5358518" y="220756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t3495"/>
            <p:cNvSpPr/>
            <p:nvPr/>
          </p:nvSpPr>
          <p:spPr>
            <a:xfrm>
              <a:off x="5519312" y="23196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t3496"/>
            <p:cNvSpPr/>
            <p:nvPr/>
          </p:nvSpPr>
          <p:spPr>
            <a:xfrm>
              <a:off x="5356494" y="257340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t3497"/>
            <p:cNvSpPr/>
            <p:nvPr/>
          </p:nvSpPr>
          <p:spPr>
            <a:xfrm>
              <a:off x="5454200" y="235922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t3498"/>
            <p:cNvSpPr/>
            <p:nvPr/>
          </p:nvSpPr>
          <p:spPr>
            <a:xfrm>
              <a:off x="5495298" y="23474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t3499"/>
            <p:cNvSpPr/>
            <p:nvPr/>
          </p:nvSpPr>
          <p:spPr>
            <a:xfrm>
              <a:off x="5455133" y="221150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t3500"/>
            <p:cNvSpPr/>
            <p:nvPr/>
          </p:nvSpPr>
          <p:spPr>
            <a:xfrm>
              <a:off x="5439516" y="267314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t3501"/>
            <p:cNvSpPr/>
            <p:nvPr/>
          </p:nvSpPr>
          <p:spPr>
            <a:xfrm>
              <a:off x="5600056" y="22602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t3502"/>
            <p:cNvSpPr/>
            <p:nvPr/>
          </p:nvSpPr>
          <p:spPr>
            <a:xfrm>
              <a:off x="5398197" y="221805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t3503"/>
            <p:cNvSpPr/>
            <p:nvPr/>
          </p:nvSpPr>
          <p:spPr>
            <a:xfrm>
              <a:off x="5515799" y="243451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t3504"/>
            <p:cNvSpPr/>
            <p:nvPr/>
          </p:nvSpPr>
          <p:spPr>
            <a:xfrm>
              <a:off x="5611418" y="262806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t3505"/>
            <p:cNvSpPr/>
            <p:nvPr/>
          </p:nvSpPr>
          <p:spPr>
            <a:xfrm>
              <a:off x="5606576" y="261083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t3506"/>
            <p:cNvSpPr/>
            <p:nvPr/>
          </p:nvSpPr>
          <p:spPr>
            <a:xfrm>
              <a:off x="5465688" y="239603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t3507"/>
            <p:cNvSpPr/>
            <p:nvPr/>
          </p:nvSpPr>
          <p:spPr>
            <a:xfrm>
              <a:off x="5536200" y="223269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t3508"/>
            <p:cNvSpPr/>
            <p:nvPr/>
          </p:nvSpPr>
          <p:spPr>
            <a:xfrm>
              <a:off x="5760150" y="24706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t3509"/>
            <p:cNvSpPr/>
            <p:nvPr/>
          </p:nvSpPr>
          <p:spPr>
            <a:xfrm>
              <a:off x="5627740" y="236632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t3510"/>
            <p:cNvSpPr/>
            <p:nvPr/>
          </p:nvSpPr>
          <p:spPr>
            <a:xfrm>
              <a:off x="5650957" y="268064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t3511"/>
            <p:cNvSpPr/>
            <p:nvPr/>
          </p:nvSpPr>
          <p:spPr>
            <a:xfrm>
              <a:off x="5618031" y="282345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t3512"/>
            <p:cNvSpPr/>
            <p:nvPr/>
          </p:nvSpPr>
          <p:spPr>
            <a:xfrm>
              <a:off x="5587718" y="269399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t3513"/>
            <p:cNvSpPr/>
            <p:nvPr/>
          </p:nvSpPr>
          <p:spPr>
            <a:xfrm>
              <a:off x="5507217" y="247604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t3514"/>
            <p:cNvSpPr/>
            <p:nvPr/>
          </p:nvSpPr>
          <p:spPr>
            <a:xfrm>
              <a:off x="5695427" y="28525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t3515"/>
            <p:cNvSpPr/>
            <p:nvPr/>
          </p:nvSpPr>
          <p:spPr>
            <a:xfrm>
              <a:off x="5457953" y="196523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t3516"/>
            <p:cNvSpPr/>
            <p:nvPr/>
          </p:nvSpPr>
          <p:spPr>
            <a:xfrm>
              <a:off x="5605011" y="251052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t3517"/>
            <p:cNvSpPr/>
            <p:nvPr/>
          </p:nvSpPr>
          <p:spPr>
            <a:xfrm>
              <a:off x="5445778" y="206273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t3518"/>
            <p:cNvSpPr/>
            <p:nvPr/>
          </p:nvSpPr>
          <p:spPr>
            <a:xfrm>
              <a:off x="5515702" y="26418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t3519"/>
            <p:cNvSpPr/>
            <p:nvPr/>
          </p:nvSpPr>
          <p:spPr>
            <a:xfrm>
              <a:off x="5568399" y="22396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t3520"/>
            <p:cNvSpPr/>
            <p:nvPr/>
          </p:nvSpPr>
          <p:spPr>
            <a:xfrm>
              <a:off x="5536192" y="202359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t3521"/>
            <p:cNvSpPr/>
            <p:nvPr/>
          </p:nvSpPr>
          <p:spPr>
            <a:xfrm>
              <a:off x="5388643" y="216647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t3522"/>
            <p:cNvSpPr/>
            <p:nvPr/>
          </p:nvSpPr>
          <p:spPr>
            <a:xfrm>
              <a:off x="5480073" y="223760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t3523"/>
            <p:cNvSpPr/>
            <p:nvPr/>
          </p:nvSpPr>
          <p:spPr>
            <a:xfrm>
              <a:off x="5536416" y="19202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t3524"/>
            <p:cNvSpPr/>
            <p:nvPr/>
          </p:nvSpPr>
          <p:spPr>
            <a:xfrm>
              <a:off x="5497516" y="213198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t3525"/>
            <p:cNvSpPr/>
            <p:nvPr/>
          </p:nvSpPr>
          <p:spPr>
            <a:xfrm>
              <a:off x="5549241" y="20806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t3526"/>
            <p:cNvSpPr/>
            <p:nvPr/>
          </p:nvSpPr>
          <p:spPr>
            <a:xfrm>
              <a:off x="5649878" y="256855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t3527"/>
            <p:cNvSpPr/>
            <p:nvPr/>
          </p:nvSpPr>
          <p:spPr>
            <a:xfrm>
              <a:off x="5528010" y="232820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t3528"/>
            <p:cNvSpPr/>
            <p:nvPr/>
          </p:nvSpPr>
          <p:spPr>
            <a:xfrm>
              <a:off x="5455442" y="192432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t3529"/>
            <p:cNvSpPr/>
            <p:nvPr/>
          </p:nvSpPr>
          <p:spPr>
            <a:xfrm>
              <a:off x="5589343" y="237471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t3530"/>
            <p:cNvSpPr/>
            <p:nvPr/>
          </p:nvSpPr>
          <p:spPr>
            <a:xfrm>
              <a:off x="5510586" y="232968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t3531"/>
            <p:cNvSpPr/>
            <p:nvPr/>
          </p:nvSpPr>
          <p:spPr>
            <a:xfrm>
              <a:off x="5683206" y="27936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t3532"/>
            <p:cNvSpPr/>
            <p:nvPr/>
          </p:nvSpPr>
          <p:spPr>
            <a:xfrm>
              <a:off x="5552755" y="20168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t3533"/>
            <p:cNvSpPr/>
            <p:nvPr/>
          </p:nvSpPr>
          <p:spPr>
            <a:xfrm>
              <a:off x="5515091" y="188419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t3534"/>
            <p:cNvSpPr/>
            <p:nvPr/>
          </p:nvSpPr>
          <p:spPr>
            <a:xfrm>
              <a:off x="5518563" y="20213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t3535"/>
            <p:cNvSpPr/>
            <p:nvPr/>
          </p:nvSpPr>
          <p:spPr>
            <a:xfrm>
              <a:off x="5406907" y="214537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t3536"/>
            <p:cNvSpPr/>
            <p:nvPr/>
          </p:nvSpPr>
          <p:spPr>
            <a:xfrm>
              <a:off x="5637604" y="21085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t3537"/>
            <p:cNvSpPr/>
            <p:nvPr/>
          </p:nvSpPr>
          <p:spPr>
            <a:xfrm>
              <a:off x="5527257" y="21339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t3538"/>
            <p:cNvSpPr/>
            <p:nvPr/>
          </p:nvSpPr>
          <p:spPr>
            <a:xfrm>
              <a:off x="5455912" y="183057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t3539"/>
            <p:cNvSpPr/>
            <p:nvPr/>
          </p:nvSpPr>
          <p:spPr>
            <a:xfrm>
              <a:off x="5465525" y="248552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t3540"/>
            <p:cNvSpPr/>
            <p:nvPr/>
          </p:nvSpPr>
          <p:spPr>
            <a:xfrm>
              <a:off x="5548171" y="224145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t3541"/>
            <p:cNvSpPr/>
            <p:nvPr/>
          </p:nvSpPr>
          <p:spPr>
            <a:xfrm>
              <a:off x="5515510" y="20479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t3542"/>
            <p:cNvSpPr/>
            <p:nvPr/>
          </p:nvSpPr>
          <p:spPr>
            <a:xfrm>
              <a:off x="5480237" y="200197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t3543"/>
            <p:cNvSpPr/>
            <p:nvPr/>
          </p:nvSpPr>
          <p:spPr>
            <a:xfrm>
              <a:off x="5334735" y="205153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t3544"/>
            <p:cNvSpPr/>
            <p:nvPr/>
          </p:nvSpPr>
          <p:spPr>
            <a:xfrm>
              <a:off x="5546589" y="224636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t3545"/>
            <p:cNvSpPr/>
            <p:nvPr/>
          </p:nvSpPr>
          <p:spPr>
            <a:xfrm>
              <a:off x="5458529" y="21359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t3546"/>
            <p:cNvSpPr/>
            <p:nvPr/>
          </p:nvSpPr>
          <p:spPr>
            <a:xfrm>
              <a:off x="5492792" y="228683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t3547"/>
            <p:cNvSpPr/>
            <p:nvPr/>
          </p:nvSpPr>
          <p:spPr>
            <a:xfrm>
              <a:off x="5344768" y="192178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t3548"/>
            <p:cNvSpPr/>
            <p:nvPr/>
          </p:nvSpPr>
          <p:spPr>
            <a:xfrm>
              <a:off x="5372060" y="20589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t3549"/>
            <p:cNvSpPr/>
            <p:nvPr/>
          </p:nvSpPr>
          <p:spPr>
            <a:xfrm>
              <a:off x="5511376" y="23799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t3550"/>
            <p:cNvSpPr/>
            <p:nvPr/>
          </p:nvSpPr>
          <p:spPr>
            <a:xfrm>
              <a:off x="5451475" y="240505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t3551"/>
            <p:cNvSpPr/>
            <p:nvPr/>
          </p:nvSpPr>
          <p:spPr>
            <a:xfrm>
              <a:off x="5425435" y="236250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t3552"/>
            <p:cNvSpPr/>
            <p:nvPr/>
          </p:nvSpPr>
          <p:spPr>
            <a:xfrm>
              <a:off x="5436638" y="230479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t3553"/>
            <p:cNvSpPr/>
            <p:nvPr/>
          </p:nvSpPr>
          <p:spPr>
            <a:xfrm>
              <a:off x="5541315" y="228819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t3554"/>
            <p:cNvSpPr/>
            <p:nvPr/>
          </p:nvSpPr>
          <p:spPr>
            <a:xfrm>
              <a:off x="5498174" y="172828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t3555"/>
            <p:cNvSpPr/>
            <p:nvPr/>
          </p:nvSpPr>
          <p:spPr>
            <a:xfrm>
              <a:off x="5526513" y="219614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t3556"/>
            <p:cNvSpPr/>
            <p:nvPr/>
          </p:nvSpPr>
          <p:spPr>
            <a:xfrm>
              <a:off x="5428865" y="19707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t3557"/>
            <p:cNvSpPr/>
            <p:nvPr/>
          </p:nvSpPr>
          <p:spPr>
            <a:xfrm>
              <a:off x="5405460" y="221226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t3558"/>
            <p:cNvSpPr/>
            <p:nvPr/>
          </p:nvSpPr>
          <p:spPr>
            <a:xfrm>
              <a:off x="5568420" y="233825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t3559"/>
            <p:cNvSpPr/>
            <p:nvPr/>
          </p:nvSpPr>
          <p:spPr>
            <a:xfrm>
              <a:off x="5472944" y="201603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t3560"/>
            <p:cNvSpPr/>
            <p:nvPr/>
          </p:nvSpPr>
          <p:spPr>
            <a:xfrm>
              <a:off x="5411787" y="21383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t3561"/>
            <p:cNvSpPr/>
            <p:nvPr/>
          </p:nvSpPr>
          <p:spPr>
            <a:xfrm>
              <a:off x="5513392" y="191331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t3562"/>
            <p:cNvSpPr/>
            <p:nvPr/>
          </p:nvSpPr>
          <p:spPr>
            <a:xfrm>
              <a:off x="5560041" y="227059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t3563"/>
            <p:cNvSpPr/>
            <p:nvPr/>
          </p:nvSpPr>
          <p:spPr>
            <a:xfrm>
              <a:off x="5563290" y="217183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t3564"/>
            <p:cNvSpPr/>
            <p:nvPr/>
          </p:nvSpPr>
          <p:spPr>
            <a:xfrm>
              <a:off x="5657528" y="232364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t3565"/>
            <p:cNvSpPr/>
            <p:nvPr/>
          </p:nvSpPr>
          <p:spPr>
            <a:xfrm>
              <a:off x="5515887" y="19994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t3566"/>
            <p:cNvSpPr/>
            <p:nvPr/>
          </p:nvSpPr>
          <p:spPr>
            <a:xfrm>
              <a:off x="5425817" y="2180935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t3567"/>
            <p:cNvSpPr/>
            <p:nvPr/>
          </p:nvSpPr>
          <p:spPr>
            <a:xfrm>
              <a:off x="5429042" y="237478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t3568"/>
            <p:cNvSpPr/>
            <p:nvPr/>
          </p:nvSpPr>
          <p:spPr>
            <a:xfrm>
              <a:off x="5480673" y="22696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t3569"/>
            <p:cNvSpPr/>
            <p:nvPr/>
          </p:nvSpPr>
          <p:spPr>
            <a:xfrm>
              <a:off x="5443456" y="206999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t3570"/>
            <p:cNvSpPr/>
            <p:nvPr/>
          </p:nvSpPr>
          <p:spPr>
            <a:xfrm>
              <a:off x="5489539" y="21336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t3571"/>
            <p:cNvSpPr/>
            <p:nvPr/>
          </p:nvSpPr>
          <p:spPr>
            <a:xfrm>
              <a:off x="5413171" y="20920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t3572"/>
            <p:cNvSpPr/>
            <p:nvPr/>
          </p:nvSpPr>
          <p:spPr>
            <a:xfrm>
              <a:off x="5413326" y="20077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t3573"/>
            <p:cNvSpPr/>
            <p:nvPr/>
          </p:nvSpPr>
          <p:spPr>
            <a:xfrm>
              <a:off x="5744405" y="276845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t3574"/>
            <p:cNvSpPr/>
            <p:nvPr/>
          </p:nvSpPr>
          <p:spPr>
            <a:xfrm>
              <a:off x="5413875" y="201936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t3575"/>
            <p:cNvSpPr/>
            <p:nvPr/>
          </p:nvSpPr>
          <p:spPr>
            <a:xfrm>
              <a:off x="5744860" y="24626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t3576"/>
            <p:cNvSpPr/>
            <p:nvPr/>
          </p:nvSpPr>
          <p:spPr>
            <a:xfrm>
              <a:off x="5549781" y="20298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t3577"/>
            <p:cNvSpPr/>
            <p:nvPr/>
          </p:nvSpPr>
          <p:spPr>
            <a:xfrm>
              <a:off x="5532510" y="190497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t3578"/>
            <p:cNvSpPr/>
            <p:nvPr/>
          </p:nvSpPr>
          <p:spPr>
            <a:xfrm>
              <a:off x="5499829" y="219413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t3579"/>
            <p:cNvSpPr/>
            <p:nvPr/>
          </p:nvSpPr>
          <p:spPr>
            <a:xfrm>
              <a:off x="5474703" y="186043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t3580"/>
            <p:cNvSpPr/>
            <p:nvPr/>
          </p:nvSpPr>
          <p:spPr>
            <a:xfrm>
              <a:off x="5428163" y="223840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t3581"/>
            <p:cNvSpPr/>
            <p:nvPr/>
          </p:nvSpPr>
          <p:spPr>
            <a:xfrm>
              <a:off x="5458510" y="21204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t3582"/>
            <p:cNvSpPr/>
            <p:nvPr/>
          </p:nvSpPr>
          <p:spPr>
            <a:xfrm>
              <a:off x="5664255" y="23475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t3583"/>
            <p:cNvSpPr/>
            <p:nvPr/>
          </p:nvSpPr>
          <p:spPr>
            <a:xfrm>
              <a:off x="5508523" y="21373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t3584"/>
            <p:cNvSpPr/>
            <p:nvPr/>
          </p:nvSpPr>
          <p:spPr>
            <a:xfrm>
              <a:off x="5535047" y="236816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t3585"/>
            <p:cNvSpPr/>
            <p:nvPr/>
          </p:nvSpPr>
          <p:spPr>
            <a:xfrm>
              <a:off x="5543452" y="23543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t3586"/>
            <p:cNvSpPr/>
            <p:nvPr/>
          </p:nvSpPr>
          <p:spPr>
            <a:xfrm>
              <a:off x="5706607" y="25203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t3587"/>
            <p:cNvSpPr/>
            <p:nvPr/>
          </p:nvSpPr>
          <p:spPr>
            <a:xfrm>
              <a:off x="5525638" y="22671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t3588"/>
            <p:cNvSpPr/>
            <p:nvPr/>
          </p:nvSpPr>
          <p:spPr>
            <a:xfrm>
              <a:off x="5468175" y="181578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t3589"/>
            <p:cNvSpPr/>
            <p:nvPr/>
          </p:nvSpPr>
          <p:spPr>
            <a:xfrm>
              <a:off x="5601011" y="211492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t3590"/>
            <p:cNvSpPr/>
            <p:nvPr/>
          </p:nvSpPr>
          <p:spPr>
            <a:xfrm>
              <a:off x="5444564" y="186122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t3591"/>
            <p:cNvSpPr/>
            <p:nvPr/>
          </p:nvSpPr>
          <p:spPr>
            <a:xfrm>
              <a:off x="5682683" y="20858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t3592"/>
            <p:cNvSpPr/>
            <p:nvPr/>
          </p:nvSpPr>
          <p:spPr>
            <a:xfrm>
              <a:off x="5628126" y="209013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t3593"/>
            <p:cNvSpPr/>
            <p:nvPr/>
          </p:nvSpPr>
          <p:spPr>
            <a:xfrm>
              <a:off x="5584619" y="215101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t3594"/>
            <p:cNvSpPr/>
            <p:nvPr/>
          </p:nvSpPr>
          <p:spPr>
            <a:xfrm>
              <a:off x="5657731" y="21255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t3595"/>
            <p:cNvSpPr/>
            <p:nvPr/>
          </p:nvSpPr>
          <p:spPr>
            <a:xfrm>
              <a:off x="5481679" y="220808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t3596"/>
            <p:cNvSpPr/>
            <p:nvPr/>
          </p:nvSpPr>
          <p:spPr>
            <a:xfrm>
              <a:off x="5526289" y="21032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t3597"/>
            <p:cNvSpPr/>
            <p:nvPr/>
          </p:nvSpPr>
          <p:spPr>
            <a:xfrm>
              <a:off x="5599497" y="216433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t3598"/>
            <p:cNvSpPr/>
            <p:nvPr/>
          </p:nvSpPr>
          <p:spPr>
            <a:xfrm>
              <a:off x="5626737" y="265807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t3599"/>
            <p:cNvSpPr/>
            <p:nvPr/>
          </p:nvSpPr>
          <p:spPr>
            <a:xfrm>
              <a:off x="5517588" y="240690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t3600"/>
            <p:cNvSpPr/>
            <p:nvPr/>
          </p:nvSpPr>
          <p:spPr>
            <a:xfrm>
              <a:off x="5621080" y="24334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t3601"/>
            <p:cNvSpPr/>
            <p:nvPr/>
          </p:nvSpPr>
          <p:spPr>
            <a:xfrm>
              <a:off x="5560986" y="208840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t3602"/>
            <p:cNvSpPr/>
            <p:nvPr/>
          </p:nvSpPr>
          <p:spPr>
            <a:xfrm>
              <a:off x="5536808" y="242036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t3603"/>
            <p:cNvSpPr/>
            <p:nvPr/>
          </p:nvSpPr>
          <p:spPr>
            <a:xfrm>
              <a:off x="5498751" y="21271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t3604"/>
            <p:cNvSpPr/>
            <p:nvPr/>
          </p:nvSpPr>
          <p:spPr>
            <a:xfrm>
              <a:off x="5402106" y="199769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t3605"/>
            <p:cNvSpPr/>
            <p:nvPr/>
          </p:nvSpPr>
          <p:spPr>
            <a:xfrm>
              <a:off x="5600695" y="247265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t3606"/>
            <p:cNvSpPr/>
            <p:nvPr/>
          </p:nvSpPr>
          <p:spPr>
            <a:xfrm>
              <a:off x="4883675" y="244801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t3607"/>
            <p:cNvSpPr/>
            <p:nvPr/>
          </p:nvSpPr>
          <p:spPr>
            <a:xfrm>
              <a:off x="5517940" y="24207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t3608"/>
            <p:cNvSpPr/>
            <p:nvPr/>
          </p:nvSpPr>
          <p:spPr>
            <a:xfrm>
              <a:off x="5378133" y="220110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t3609"/>
            <p:cNvSpPr/>
            <p:nvPr/>
          </p:nvSpPr>
          <p:spPr>
            <a:xfrm>
              <a:off x="5484365" y="20063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t3610"/>
            <p:cNvSpPr/>
            <p:nvPr/>
          </p:nvSpPr>
          <p:spPr>
            <a:xfrm>
              <a:off x="5534630" y="215279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t3611"/>
            <p:cNvSpPr/>
            <p:nvPr/>
          </p:nvSpPr>
          <p:spPr>
            <a:xfrm>
              <a:off x="5351689" y="203683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t3612"/>
            <p:cNvSpPr/>
            <p:nvPr/>
          </p:nvSpPr>
          <p:spPr>
            <a:xfrm>
              <a:off x="5435707" y="22031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t3613"/>
            <p:cNvSpPr/>
            <p:nvPr/>
          </p:nvSpPr>
          <p:spPr>
            <a:xfrm>
              <a:off x="5525604" y="22490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t3614"/>
            <p:cNvSpPr/>
            <p:nvPr/>
          </p:nvSpPr>
          <p:spPr>
            <a:xfrm>
              <a:off x="5491525" y="167032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t3615"/>
            <p:cNvSpPr/>
            <p:nvPr/>
          </p:nvSpPr>
          <p:spPr>
            <a:xfrm>
              <a:off x="5619650" y="20925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t3616"/>
            <p:cNvSpPr/>
            <p:nvPr/>
          </p:nvSpPr>
          <p:spPr>
            <a:xfrm>
              <a:off x="5807869" y="164757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t3617"/>
            <p:cNvSpPr/>
            <p:nvPr/>
          </p:nvSpPr>
          <p:spPr>
            <a:xfrm>
              <a:off x="5536600" y="14802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t3618"/>
            <p:cNvSpPr/>
            <p:nvPr/>
          </p:nvSpPr>
          <p:spPr>
            <a:xfrm>
              <a:off x="5310761" y="26121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t3619"/>
            <p:cNvSpPr/>
            <p:nvPr/>
          </p:nvSpPr>
          <p:spPr>
            <a:xfrm>
              <a:off x="5404985" y="182687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t3620"/>
            <p:cNvSpPr/>
            <p:nvPr/>
          </p:nvSpPr>
          <p:spPr>
            <a:xfrm>
              <a:off x="5604593" y="232647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t3621"/>
            <p:cNvSpPr/>
            <p:nvPr/>
          </p:nvSpPr>
          <p:spPr>
            <a:xfrm>
              <a:off x="5454351" y="23450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t3622"/>
            <p:cNvSpPr/>
            <p:nvPr/>
          </p:nvSpPr>
          <p:spPr>
            <a:xfrm>
              <a:off x="5560248" y="229734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t3623"/>
            <p:cNvSpPr/>
            <p:nvPr/>
          </p:nvSpPr>
          <p:spPr>
            <a:xfrm>
              <a:off x="5609759" y="224312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t3624"/>
            <p:cNvSpPr/>
            <p:nvPr/>
          </p:nvSpPr>
          <p:spPr>
            <a:xfrm>
              <a:off x="5539015" y="20857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t3625"/>
            <p:cNvSpPr/>
            <p:nvPr/>
          </p:nvSpPr>
          <p:spPr>
            <a:xfrm>
              <a:off x="5495937" y="219907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t3626"/>
            <p:cNvSpPr/>
            <p:nvPr/>
          </p:nvSpPr>
          <p:spPr>
            <a:xfrm>
              <a:off x="5547090" y="262021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t3627"/>
            <p:cNvSpPr/>
            <p:nvPr/>
          </p:nvSpPr>
          <p:spPr>
            <a:xfrm>
              <a:off x="5626554" y="242642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t3628"/>
            <p:cNvSpPr/>
            <p:nvPr/>
          </p:nvSpPr>
          <p:spPr>
            <a:xfrm>
              <a:off x="5531601" y="22817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t3629"/>
            <p:cNvSpPr/>
            <p:nvPr/>
          </p:nvSpPr>
          <p:spPr>
            <a:xfrm>
              <a:off x="5742693" y="251553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t3630"/>
            <p:cNvSpPr/>
            <p:nvPr/>
          </p:nvSpPr>
          <p:spPr>
            <a:xfrm>
              <a:off x="5550395" y="19027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t3631"/>
            <p:cNvSpPr/>
            <p:nvPr/>
          </p:nvSpPr>
          <p:spPr>
            <a:xfrm>
              <a:off x="5409740" y="224486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t3632"/>
            <p:cNvSpPr/>
            <p:nvPr/>
          </p:nvSpPr>
          <p:spPr>
            <a:xfrm>
              <a:off x="5673711" y="228353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t3633"/>
            <p:cNvSpPr/>
            <p:nvPr/>
          </p:nvSpPr>
          <p:spPr>
            <a:xfrm>
              <a:off x="5482346" y="21097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t3634"/>
            <p:cNvSpPr/>
            <p:nvPr/>
          </p:nvSpPr>
          <p:spPr>
            <a:xfrm>
              <a:off x="5658761" y="226084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t3635"/>
            <p:cNvSpPr/>
            <p:nvPr/>
          </p:nvSpPr>
          <p:spPr>
            <a:xfrm>
              <a:off x="5742852" y="25941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t3636"/>
            <p:cNvSpPr/>
            <p:nvPr/>
          </p:nvSpPr>
          <p:spPr>
            <a:xfrm>
              <a:off x="5788466" y="164036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t3637"/>
            <p:cNvSpPr/>
            <p:nvPr/>
          </p:nvSpPr>
          <p:spPr>
            <a:xfrm>
              <a:off x="5534850" y="23343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t3638"/>
            <p:cNvSpPr/>
            <p:nvPr/>
          </p:nvSpPr>
          <p:spPr>
            <a:xfrm>
              <a:off x="5456271" y="178571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t3639"/>
            <p:cNvSpPr/>
            <p:nvPr/>
          </p:nvSpPr>
          <p:spPr>
            <a:xfrm>
              <a:off x="5486444" y="24496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t3640"/>
            <p:cNvSpPr/>
            <p:nvPr/>
          </p:nvSpPr>
          <p:spPr>
            <a:xfrm>
              <a:off x="5569497" y="23454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t3641"/>
            <p:cNvSpPr/>
            <p:nvPr/>
          </p:nvSpPr>
          <p:spPr>
            <a:xfrm>
              <a:off x="5271099" y="212896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t3642"/>
            <p:cNvSpPr/>
            <p:nvPr/>
          </p:nvSpPr>
          <p:spPr>
            <a:xfrm>
              <a:off x="5450044" y="24205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t3643"/>
            <p:cNvSpPr/>
            <p:nvPr/>
          </p:nvSpPr>
          <p:spPr>
            <a:xfrm>
              <a:off x="5744347" y="174135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t3644"/>
            <p:cNvSpPr/>
            <p:nvPr/>
          </p:nvSpPr>
          <p:spPr>
            <a:xfrm>
              <a:off x="5305577" y="22325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t3645"/>
            <p:cNvSpPr/>
            <p:nvPr/>
          </p:nvSpPr>
          <p:spPr>
            <a:xfrm>
              <a:off x="5603557" y="19972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t3646"/>
            <p:cNvSpPr/>
            <p:nvPr/>
          </p:nvSpPr>
          <p:spPr>
            <a:xfrm>
              <a:off x="5469344" y="215022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t3647"/>
            <p:cNvSpPr/>
            <p:nvPr/>
          </p:nvSpPr>
          <p:spPr>
            <a:xfrm>
              <a:off x="5441475" y="192681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t3648"/>
            <p:cNvSpPr/>
            <p:nvPr/>
          </p:nvSpPr>
          <p:spPr>
            <a:xfrm>
              <a:off x="5598858" y="19704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t3649"/>
            <p:cNvSpPr/>
            <p:nvPr/>
          </p:nvSpPr>
          <p:spPr>
            <a:xfrm>
              <a:off x="5721004" y="199672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t3650"/>
            <p:cNvSpPr/>
            <p:nvPr/>
          </p:nvSpPr>
          <p:spPr>
            <a:xfrm>
              <a:off x="5426246" y="218110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t3651"/>
            <p:cNvSpPr/>
            <p:nvPr/>
          </p:nvSpPr>
          <p:spPr>
            <a:xfrm>
              <a:off x="5557584" y="24464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t3652"/>
            <p:cNvSpPr/>
            <p:nvPr/>
          </p:nvSpPr>
          <p:spPr>
            <a:xfrm>
              <a:off x="5399760" y="247979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t3653"/>
            <p:cNvSpPr/>
            <p:nvPr/>
          </p:nvSpPr>
          <p:spPr>
            <a:xfrm>
              <a:off x="5294021" y="215089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t3654"/>
            <p:cNvSpPr/>
            <p:nvPr/>
          </p:nvSpPr>
          <p:spPr>
            <a:xfrm>
              <a:off x="5489107" y="25082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t3655"/>
            <p:cNvSpPr/>
            <p:nvPr/>
          </p:nvSpPr>
          <p:spPr>
            <a:xfrm>
              <a:off x="5073292" y="222824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t3656"/>
            <p:cNvSpPr/>
            <p:nvPr/>
          </p:nvSpPr>
          <p:spPr>
            <a:xfrm>
              <a:off x="5414281" y="261340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t3657"/>
            <p:cNvSpPr/>
            <p:nvPr/>
          </p:nvSpPr>
          <p:spPr>
            <a:xfrm>
              <a:off x="5306924" y="227911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t3658"/>
            <p:cNvSpPr/>
            <p:nvPr/>
          </p:nvSpPr>
          <p:spPr>
            <a:xfrm>
              <a:off x="5410380" y="22256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t3659"/>
            <p:cNvSpPr/>
            <p:nvPr/>
          </p:nvSpPr>
          <p:spPr>
            <a:xfrm>
              <a:off x="6703247" y="222576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t3660"/>
            <p:cNvSpPr/>
            <p:nvPr/>
          </p:nvSpPr>
          <p:spPr>
            <a:xfrm>
              <a:off x="5460224" y="21617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t3661"/>
            <p:cNvSpPr/>
            <p:nvPr/>
          </p:nvSpPr>
          <p:spPr>
            <a:xfrm>
              <a:off x="5450416" y="22509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t3662"/>
            <p:cNvSpPr/>
            <p:nvPr/>
          </p:nvSpPr>
          <p:spPr>
            <a:xfrm>
              <a:off x="5407355" y="22657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t3663"/>
            <p:cNvSpPr/>
            <p:nvPr/>
          </p:nvSpPr>
          <p:spPr>
            <a:xfrm>
              <a:off x="5623001" y="167423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t3664"/>
            <p:cNvSpPr/>
            <p:nvPr/>
          </p:nvSpPr>
          <p:spPr>
            <a:xfrm>
              <a:off x="5566990" y="25041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t3665"/>
            <p:cNvSpPr/>
            <p:nvPr/>
          </p:nvSpPr>
          <p:spPr>
            <a:xfrm>
              <a:off x="5338245" y="170171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t3666"/>
            <p:cNvSpPr/>
            <p:nvPr/>
          </p:nvSpPr>
          <p:spPr>
            <a:xfrm>
              <a:off x="5536229" y="24457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t3667"/>
            <p:cNvSpPr/>
            <p:nvPr/>
          </p:nvSpPr>
          <p:spPr>
            <a:xfrm>
              <a:off x="5652461" y="197314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t3668"/>
            <p:cNvSpPr/>
            <p:nvPr/>
          </p:nvSpPr>
          <p:spPr>
            <a:xfrm>
              <a:off x="5489870" y="200857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t3669"/>
            <p:cNvSpPr/>
            <p:nvPr/>
          </p:nvSpPr>
          <p:spPr>
            <a:xfrm>
              <a:off x="5692896" y="195649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t3670"/>
            <p:cNvSpPr/>
            <p:nvPr/>
          </p:nvSpPr>
          <p:spPr>
            <a:xfrm>
              <a:off x="5390908" y="197505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t3671"/>
            <p:cNvSpPr/>
            <p:nvPr/>
          </p:nvSpPr>
          <p:spPr>
            <a:xfrm>
              <a:off x="5695618" y="25506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t3672"/>
            <p:cNvSpPr/>
            <p:nvPr/>
          </p:nvSpPr>
          <p:spPr>
            <a:xfrm>
              <a:off x="5521514" y="170253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t3673"/>
            <p:cNvSpPr/>
            <p:nvPr/>
          </p:nvSpPr>
          <p:spPr>
            <a:xfrm>
              <a:off x="5660912" y="208235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t3674"/>
            <p:cNvSpPr/>
            <p:nvPr/>
          </p:nvSpPr>
          <p:spPr>
            <a:xfrm>
              <a:off x="5528329" y="24806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t3675"/>
            <p:cNvSpPr/>
            <p:nvPr/>
          </p:nvSpPr>
          <p:spPr>
            <a:xfrm>
              <a:off x="5520733" y="230603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t3676"/>
            <p:cNvSpPr/>
            <p:nvPr/>
          </p:nvSpPr>
          <p:spPr>
            <a:xfrm>
              <a:off x="5685282" y="173525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t3677"/>
            <p:cNvSpPr/>
            <p:nvPr/>
          </p:nvSpPr>
          <p:spPr>
            <a:xfrm>
              <a:off x="5282124" y="230852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t3678"/>
            <p:cNvSpPr/>
            <p:nvPr/>
          </p:nvSpPr>
          <p:spPr>
            <a:xfrm>
              <a:off x="5470346" y="21319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t3679"/>
            <p:cNvSpPr/>
            <p:nvPr/>
          </p:nvSpPr>
          <p:spPr>
            <a:xfrm>
              <a:off x="5354415" y="215833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t3680"/>
            <p:cNvSpPr/>
            <p:nvPr/>
          </p:nvSpPr>
          <p:spPr>
            <a:xfrm>
              <a:off x="5477642" y="204425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t3681"/>
            <p:cNvSpPr/>
            <p:nvPr/>
          </p:nvSpPr>
          <p:spPr>
            <a:xfrm>
              <a:off x="5464350" y="26870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t3682"/>
            <p:cNvSpPr/>
            <p:nvPr/>
          </p:nvSpPr>
          <p:spPr>
            <a:xfrm>
              <a:off x="5344058" y="276720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t3683"/>
            <p:cNvSpPr/>
            <p:nvPr/>
          </p:nvSpPr>
          <p:spPr>
            <a:xfrm>
              <a:off x="5602919" y="229730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t3684"/>
            <p:cNvSpPr/>
            <p:nvPr/>
          </p:nvSpPr>
          <p:spPr>
            <a:xfrm>
              <a:off x="5456931" y="23744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t3685"/>
            <p:cNvSpPr/>
            <p:nvPr/>
          </p:nvSpPr>
          <p:spPr>
            <a:xfrm>
              <a:off x="5345876" y="232030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t3686"/>
            <p:cNvSpPr/>
            <p:nvPr/>
          </p:nvSpPr>
          <p:spPr>
            <a:xfrm>
              <a:off x="5428908" y="261264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t3687"/>
            <p:cNvSpPr/>
            <p:nvPr/>
          </p:nvSpPr>
          <p:spPr>
            <a:xfrm>
              <a:off x="5789237" y="205464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t3688"/>
            <p:cNvSpPr/>
            <p:nvPr/>
          </p:nvSpPr>
          <p:spPr>
            <a:xfrm>
              <a:off x="5594183" y="23637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t3689"/>
            <p:cNvSpPr/>
            <p:nvPr/>
          </p:nvSpPr>
          <p:spPr>
            <a:xfrm>
              <a:off x="5349666" y="249184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t3690"/>
            <p:cNvSpPr/>
            <p:nvPr/>
          </p:nvSpPr>
          <p:spPr>
            <a:xfrm>
              <a:off x="5552216" y="212266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t3691"/>
            <p:cNvSpPr/>
            <p:nvPr/>
          </p:nvSpPr>
          <p:spPr>
            <a:xfrm>
              <a:off x="5451388" y="24234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t3692"/>
            <p:cNvSpPr/>
            <p:nvPr/>
          </p:nvSpPr>
          <p:spPr>
            <a:xfrm>
              <a:off x="5589293" y="175691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t3693"/>
            <p:cNvSpPr/>
            <p:nvPr/>
          </p:nvSpPr>
          <p:spPr>
            <a:xfrm>
              <a:off x="5496987" y="23260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t3694"/>
            <p:cNvSpPr/>
            <p:nvPr/>
          </p:nvSpPr>
          <p:spPr>
            <a:xfrm>
              <a:off x="5408601" y="235275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t3695"/>
            <p:cNvSpPr/>
            <p:nvPr/>
          </p:nvSpPr>
          <p:spPr>
            <a:xfrm>
              <a:off x="5444813" y="22897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t3696"/>
            <p:cNvSpPr/>
            <p:nvPr/>
          </p:nvSpPr>
          <p:spPr>
            <a:xfrm>
              <a:off x="5496905" y="206549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t3697"/>
            <p:cNvSpPr/>
            <p:nvPr/>
          </p:nvSpPr>
          <p:spPr>
            <a:xfrm>
              <a:off x="5470110" y="217107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t3698"/>
            <p:cNvSpPr/>
            <p:nvPr/>
          </p:nvSpPr>
          <p:spPr>
            <a:xfrm>
              <a:off x="5486777" y="222018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t3699"/>
            <p:cNvSpPr/>
            <p:nvPr/>
          </p:nvSpPr>
          <p:spPr>
            <a:xfrm>
              <a:off x="5636006" y="251041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t3700"/>
            <p:cNvSpPr/>
            <p:nvPr/>
          </p:nvSpPr>
          <p:spPr>
            <a:xfrm>
              <a:off x="5492748" y="215243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t3701"/>
            <p:cNvSpPr/>
            <p:nvPr/>
          </p:nvSpPr>
          <p:spPr>
            <a:xfrm>
              <a:off x="5411870" y="237637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t3702"/>
            <p:cNvSpPr/>
            <p:nvPr/>
          </p:nvSpPr>
          <p:spPr>
            <a:xfrm>
              <a:off x="5462051" y="21468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t3703"/>
            <p:cNvSpPr/>
            <p:nvPr/>
          </p:nvSpPr>
          <p:spPr>
            <a:xfrm>
              <a:off x="5579547" y="198244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t3704"/>
            <p:cNvSpPr/>
            <p:nvPr/>
          </p:nvSpPr>
          <p:spPr>
            <a:xfrm>
              <a:off x="5157941" y="185279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t3705"/>
            <p:cNvSpPr/>
            <p:nvPr/>
          </p:nvSpPr>
          <p:spPr>
            <a:xfrm>
              <a:off x="5533065" y="196811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t3706"/>
            <p:cNvSpPr/>
            <p:nvPr/>
          </p:nvSpPr>
          <p:spPr>
            <a:xfrm>
              <a:off x="5513597" y="20822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t3707"/>
            <p:cNvSpPr/>
            <p:nvPr/>
          </p:nvSpPr>
          <p:spPr>
            <a:xfrm>
              <a:off x="5553969" y="190567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t3708"/>
            <p:cNvSpPr/>
            <p:nvPr/>
          </p:nvSpPr>
          <p:spPr>
            <a:xfrm>
              <a:off x="5652807" y="198572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t3709"/>
            <p:cNvSpPr/>
            <p:nvPr/>
          </p:nvSpPr>
          <p:spPr>
            <a:xfrm>
              <a:off x="5685800" y="22244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t3710"/>
            <p:cNvSpPr/>
            <p:nvPr/>
          </p:nvSpPr>
          <p:spPr>
            <a:xfrm>
              <a:off x="5554848" y="218288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t3711"/>
            <p:cNvSpPr/>
            <p:nvPr/>
          </p:nvSpPr>
          <p:spPr>
            <a:xfrm>
              <a:off x="5509839" y="24769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t3712"/>
            <p:cNvSpPr/>
            <p:nvPr/>
          </p:nvSpPr>
          <p:spPr>
            <a:xfrm>
              <a:off x="5634656" y="249548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t3713"/>
            <p:cNvSpPr/>
            <p:nvPr/>
          </p:nvSpPr>
          <p:spPr>
            <a:xfrm>
              <a:off x="5746463" y="165829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t3714"/>
            <p:cNvSpPr/>
            <p:nvPr/>
          </p:nvSpPr>
          <p:spPr>
            <a:xfrm>
              <a:off x="5473016" y="22279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t3715"/>
            <p:cNvSpPr/>
            <p:nvPr/>
          </p:nvSpPr>
          <p:spPr>
            <a:xfrm>
              <a:off x="5451193" y="230294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t3716"/>
            <p:cNvSpPr/>
            <p:nvPr/>
          </p:nvSpPr>
          <p:spPr>
            <a:xfrm>
              <a:off x="5584566" y="23422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t3717"/>
            <p:cNvSpPr/>
            <p:nvPr/>
          </p:nvSpPr>
          <p:spPr>
            <a:xfrm>
              <a:off x="5423287" y="232653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t3718"/>
            <p:cNvSpPr/>
            <p:nvPr/>
          </p:nvSpPr>
          <p:spPr>
            <a:xfrm>
              <a:off x="5478566" y="235830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t3719"/>
            <p:cNvSpPr/>
            <p:nvPr/>
          </p:nvSpPr>
          <p:spPr>
            <a:xfrm>
              <a:off x="5505871" y="229059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t3720"/>
            <p:cNvSpPr/>
            <p:nvPr/>
          </p:nvSpPr>
          <p:spPr>
            <a:xfrm>
              <a:off x="5718234" y="26190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t3721"/>
            <p:cNvSpPr/>
            <p:nvPr/>
          </p:nvSpPr>
          <p:spPr>
            <a:xfrm>
              <a:off x="5510747" y="215721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t3722"/>
            <p:cNvSpPr/>
            <p:nvPr/>
          </p:nvSpPr>
          <p:spPr>
            <a:xfrm>
              <a:off x="5466408" y="212985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t3723"/>
            <p:cNvSpPr/>
            <p:nvPr/>
          </p:nvSpPr>
          <p:spPr>
            <a:xfrm>
              <a:off x="5071612" y="243068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t3724"/>
            <p:cNvSpPr/>
            <p:nvPr/>
          </p:nvSpPr>
          <p:spPr>
            <a:xfrm>
              <a:off x="5548560" y="200074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t3725"/>
            <p:cNvSpPr/>
            <p:nvPr/>
          </p:nvSpPr>
          <p:spPr>
            <a:xfrm>
              <a:off x="5433720" y="195536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t3726"/>
            <p:cNvSpPr/>
            <p:nvPr/>
          </p:nvSpPr>
          <p:spPr>
            <a:xfrm>
              <a:off x="5623906" y="239813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t3727"/>
            <p:cNvSpPr/>
            <p:nvPr/>
          </p:nvSpPr>
          <p:spPr>
            <a:xfrm>
              <a:off x="5718063" y="23740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t3728"/>
            <p:cNvSpPr/>
            <p:nvPr/>
          </p:nvSpPr>
          <p:spPr>
            <a:xfrm>
              <a:off x="5756555" y="192219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t3729"/>
            <p:cNvSpPr/>
            <p:nvPr/>
          </p:nvSpPr>
          <p:spPr>
            <a:xfrm>
              <a:off x="5796282" y="229321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t3730"/>
            <p:cNvSpPr/>
            <p:nvPr/>
          </p:nvSpPr>
          <p:spPr>
            <a:xfrm>
              <a:off x="5762931" y="161478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t3731"/>
            <p:cNvSpPr/>
            <p:nvPr/>
          </p:nvSpPr>
          <p:spPr>
            <a:xfrm>
              <a:off x="5450957" y="249207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t3732"/>
            <p:cNvSpPr/>
            <p:nvPr/>
          </p:nvSpPr>
          <p:spPr>
            <a:xfrm>
              <a:off x="5435250" y="24520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t3733"/>
            <p:cNvSpPr/>
            <p:nvPr/>
          </p:nvSpPr>
          <p:spPr>
            <a:xfrm>
              <a:off x="5421392" y="193420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t3734"/>
            <p:cNvSpPr/>
            <p:nvPr/>
          </p:nvSpPr>
          <p:spPr>
            <a:xfrm>
              <a:off x="5637666" y="153163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t3735"/>
            <p:cNvSpPr/>
            <p:nvPr/>
          </p:nvSpPr>
          <p:spPr>
            <a:xfrm>
              <a:off x="5532998" y="22162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t3736"/>
            <p:cNvSpPr/>
            <p:nvPr/>
          </p:nvSpPr>
          <p:spPr>
            <a:xfrm>
              <a:off x="5534045" y="218040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t3737"/>
            <p:cNvSpPr/>
            <p:nvPr/>
          </p:nvSpPr>
          <p:spPr>
            <a:xfrm>
              <a:off x="5473702" y="237874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t3738"/>
            <p:cNvSpPr/>
            <p:nvPr/>
          </p:nvSpPr>
          <p:spPr>
            <a:xfrm>
              <a:off x="5566570" y="22726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t3739"/>
            <p:cNvSpPr/>
            <p:nvPr/>
          </p:nvSpPr>
          <p:spPr>
            <a:xfrm>
              <a:off x="5465379" y="274857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t3740"/>
            <p:cNvSpPr/>
            <p:nvPr/>
          </p:nvSpPr>
          <p:spPr>
            <a:xfrm>
              <a:off x="5521725" y="231952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t3741"/>
            <p:cNvSpPr/>
            <p:nvPr/>
          </p:nvSpPr>
          <p:spPr>
            <a:xfrm>
              <a:off x="5489282" y="21785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t3742"/>
            <p:cNvSpPr/>
            <p:nvPr/>
          </p:nvSpPr>
          <p:spPr>
            <a:xfrm>
              <a:off x="5440125" y="264685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t3743"/>
            <p:cNvSpPr/>
            <p:nvPr/>
          </p:nvSpPr>
          <p:spPr>
            <a:xfrm>
              <a:off x="5709338" y="19247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t3744"/>
            <p:cNvSpPr/>
            <p:nvPr/>
          </p:nvSpPr>
          <p:spPr>
            <a:xfrm>
              <a:off x="5546954" y="23165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t3745"/>
            <p:cNvSpPr/>
            <p:nvPr/>
          </p:nvSpPr>
          <p:spPr>
            <a:xfrm>
              <a:off x="5448078" y="215044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t3746"/>
            <p:cNvSpPr/>
            <p:nvPr/>
          </p:nvSpPr>
          <p:spPr>
            <a:xfrm>
              <a:off x="5434790" y="188889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t3747"/>
            <p:cNvSpPr/>
            <p:nvPr/>
          </p:nvSpPr>
          <p:spPr>
            <a:xfrm>
              <a:off x="5474425" y="193016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t3748"/>
            <p:cNvSpPr/>
            <p:nvPr/>
          </p:nvSpPr>
          <p:spPr>
            <a:xfrm>
              <a:off x="5457260" y="21558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t3749"/>
            <p:cNvSpPr/>
            <p:nvPr/>
          </p:nvSpPr>
          <p:spPr>
            <a:xfrm>
              <a:off x="5365910" y="220389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t3750"/>
            <p:cNvSpPr/>
            <p:nvPr/>
          </p:nvSpPr>
          <p:spPr>
            <a:xfrm>
              <a:off x="5078900" y="18949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t3751"/>
            <p:cNvSpPr/>
            <p:nvPr/>
          </p:nvSpPr>
          <p:spPr>
            <a:xfrm>
              <a:off x="5546189" y="192734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t3752"/>
            <p:cNvSpPr/>
            <p:nvPr/>
          </p:nvSpPr>
          <p:spPr>
            <a:xfrm>
              <a:off x="5520164" y="21614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t3753"/>
            <p:cNvSpPr/>
            <p:nvPr/>
          </p:nvSpPr>
          <p:spPr>
            <a:xfrm>
              <a:off x="5631645" y="191620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t3754"/>
            <p:cNvSpPr/>
            <p:nvPr/>
          </p:nvSpPr>
          <p:spPr>
            <a:xfrm>
              <a:off x="5449393" y="20328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t3755"/>
            <p:cNvSpPr/>
            <p:nvPr/>
          </p:nvSpPr>
          <p:spPr>
            <a:xfrm>
              <a:off x="5545837" y="206632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t3756"/>
            <p:cNvSpPr/>
            <p:nvPr/>
          </p:nvSpPr>
          <p:spPr>
            <a:xfrm>
              <a:off x="5361908" y="21574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t3757"/>
            <p:cNvSpPr/>
            <p:nvPr/>
          </p:nvSpPr>
          <p:spPr>
            <a:xfrm>
              <a:off x="5501829" y="183779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t3758"/>
            <p:cNvSpPr/>
            <p:nvPr/>
          </p:nvSpPr>
          <p:spPr>
            <a:xfrm>
              <a:off x="5520777" y="19971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t3759"/>
            <p:cNvSpPr/>
            <p:nvPr/>
          </p:nvSpPr>
          <p:spPr>
            <a:xfrm>
              <a:off x="5505043" y="204928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t3760"/>
            <p:cNvSpPr/>
            <p:nvPr/>
          </p:nvSpPr>
          <p:spPr>
            <a:xfrm>
              <a:off x="5565764" y="18156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t3761"/>
            <p:cNvSpPr/>
            <p:nvPr/>
          </p:nvSpPr>
          <p:spPr>
            <a:xfrm>
              <a:off x="5460656" y="205898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t3762"/>
            <p:cNvSpPr/>
            <p:nvPr/>
          </p:nvSpPr>
          <p:spPr>
            <a:xfrm>
              <a:off x="5508847" y="20049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t3763"/>
            <p:cNvSpPr/>
            <p:nvPr/>
          </p:nvSpPr>
          <p:spPr>
            <a:xfrm>
              <a:off x="5450491" y="173457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t3764"/>
            <p:cNvSpPr/>
            <p:nvPr/>
          </p:nvSpPr>
          <p:spPr>
            <a:xfrm>
              <a:off x="5510375" y="195256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t3765"/>
            <p:cNvSpPr/>
            <p:nvPr/>
          </p:nvSpPr>
          <p:spPr>
            <a:xfrm>
              <a:off x="5481663" y="21013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t3766"/>
            <p:cNvSpPr/>
            <p:nvPr/>
          </p:nvSpPr>
          <p:spPr>
            <a:xfrm>
              <a:off x="5330072" y="201628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t3767"/>
            <p:cNvSpPr/>
            <p:nvPr/>
          </p:nvSpPr>
          <p:spPr>
            <a:xfrm>
              <a:off x="5593321" y="239308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t3768"/>
            <p:cNvSpPr/>
            <p:nvPr/>
          </p:nvSpPr>
          <p:spPr>
            <a:xfrm>
              <a:off x="5622489" y="209587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t3769"/>
            <p:cNvSpPr/>
            <p:nvPr/>
          </p:nvSpPr>
          <p:spPr>
            <a:xfrm>
              <a:off x="5566190" y="21152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t3770"/>
            <p:cNvSpPr/>
            <p:nvPr/>
          </p:nvSpPr>
          <p:spPr>
            <a:xfrm>
              <a:off x="5516932" y="219557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t3771"/>
            <p:cNvSpPr/>
            <p:nvPr/>
          </p:nvSpPr>
          <p:spPr>
            <a:xfrm>
              <a:off x="5469511" y="194602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t3772"/>
            <p:cNvSpPr/>
            <p:nvPr/>
          </p:nvSpPr>
          <p:spPr>
            <a:xfrm>
              <a:off x="5594258" y="223382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t3773"/>
            <p:cNvSpPr/>
            <p:nvPr/>
          </p:nvSpPr>
          <p:spPr>
            <a:xfrm>
              <a:off x="5463228" y="20783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t3774"/>
            <p:cNvSpPr/>
            <p:nvPr/>
          </p:nvSpPr>
          <p:spPr>
            <a:xfrm>
              <a:off x="5456931" y="23330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t3775"/>
            <p:cNvSpPr/>
            <p:nvPr/>
          </p:nvSpPr>
          <p:spPr>
            <a:xfrm>
              <a:off x="5425777" y="207979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t3776"/>
            <p:cNvSpPr/>
            <p:nvPr/>
          </p:nvSpPr>
          <p:spPr>
            <a:xfrm>
              <a:off x="5515288" y="19341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t3777"/>
            <p:cNvSpPr/>
            <p:nvPr/>
          </p:nvSpPr>
          <p:spPr>
            <a:xfrm>
              <a:off x="5713152" y="26596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t3778"/>
            <p:cNvSpPr/>
            <p:nvPr/>
          </p:nvSpPr>
          <p:spPr>
            <a:xfrm>
              <a:off x="5435092" y="273924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t3779"/>
            <p:cNvSpPr/>
            <p:nvPr/>
          </p:nvSpPr>
          <p:spPr>
            <a:xfrm>
              <a:off x="5453495" y="255422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t3780"/>
            <p:cNvSpPr/>
            <p:nvPr/>
          </p:nvSpPr>
          <p:spPr>
            <a:xfrm>
              <a:off x="5258517" y="22305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t3781"/>
            <p:cNvSpPr/>
            <p:nvPr/>
          </p:nvSpPr>
          <p:spPr>
            <a:xfrm>
              <a:off x="5558022" y="233696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t3782"/>
            <p:cNvSpPr/>
            <p:nvPr/>
          </p:nvSpPr>
          <p:spPr>
            <a:xfrm>
              <a:off x="5465966" y="270104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t3783"/>
            <p:cNvSpPr/>
            <p:nvPr/>
          </p:nvSpPr>
          <p:spPr>
            <a:xfrm>
              <a:off x="5400590" y="211572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t3784"/>
            <p:cNvSpPr/>
            <p:nvPr/>
          </p:nvSpPr>
          <p:spPr>
            <a:xfrm>
              <a:off x="5466750" y="208748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t3785"/>
            <p:cNvSpPr/>
            <p:nvPr/>
          </p:nvSpPr>
          <p:spPr>
            <a:xfrm>
              <a:off x="5525598" y="22324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t3786"/>
            <p:cNvSpPr/>
            <p:nvPr/>
          </p:nvSpPr>
          <p:spPr>
            <a:xfrm>
              <a:off x="5470381" y="208148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t3787"/>
            <p:cNvSpPr/>
            <p:nvPr/>
          </p:nvSpPr>
          <p:spPr>
            <a:xfrm>
              <a:off x="5623412" y="21418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t3788"/>
            <p:cNvSpPr/>
            <p:nvPr/>
          </p:nvSpPr>
          <p:spPr>
            <a:xfrm>
              <a:off x="5541383" y="20482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t3789"/>
            <p:cNvSpPr/>
            <p:nvPr/>
          </p:nvSpPr>
          <p:spPr>
            <a:xfrm>
              <a:off x="5405076" y="228226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t3790"/>
            <p:cNvSpPr/>
            <p:nvPr/>
          </p:nvSpPr>
          <p:spPr>
            <a:xfrm>
              <a:off x="5603180" y="21387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t3791"/>
            <p:cNvSpPr/>
            <p:nvPr/>
          </p:nvSpPr>
          <p:spPr>
            <a:xfrm>
              <a:off x="5501891" y="228737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t3792"/>
            <p:cNvSpPr/>
            <p:nvPr/>
          </p:nvSpPr>
          <p:spPr>
            <a:xfrm>
              <a:off x="5397950" y="21718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t3793"/>
            <p:cNvSpPr/>
            <p:nvPr/>
          </p:nvSpPr>
          <p:spPr>
            <a:xfrm>
              <a:off x="5513806" y="21714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t3794"/>
            <p:cNvSpPr/>
            <p:nvPr/>
          </p:nvSpPr>
          <p:spPr>
            <a:xfrm>
              <a:off x="5501611" y="240882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t3795"/>
            <p:cNvSpPr/>
            <p:nvPr/>
          </p:nvSpPr>
          <p:spPr>
            <a:xfrm>
              <a:off x="5619594" y="18123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t3796"/>
            <p:cNvSpPr/>
            <p:nvPr/>
          </p:nvSpPr>
          <p:spPr>
            <a:xfrm>
              <a:off x="5491594" y="232750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t3797"/>
            <p:cNvSpPr/>
            <p:nvPr/>
          </p:nvSpPr>
          <p:spPr>
            <a:xfrm>
              <a:off x="5500400" y="22896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t3798"/>
            <p:cNvSpPr/>
            <p:nvPr/>
          </p:nvSpPr>
          <p:spPr>
            <a:xfrm>
              <a:off x="5542534" y="22946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t3799"/>
            <p:cNvSpPr/>
            <p:nvPr/>
          </p:nvSpPr>
          <p:spPr>
            <a:xfrm>
              <a:off x="5632921" y="233227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t3800"/>
            <p:cNvSpPr/>
            <p:nvPr/>
          </p:nvSpPr>
          <p:spPr>
            <a:xfrm>
              <a:off x="5624162" y="22935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t3801"/>
            <p:cNvSpPr/>
            <p:nvPr/>
          </p:nvSpPr>
          <p:spPr>
            <a:xfrm>
              <a:off x="5507531" y="19770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t3802"/>
            <p:cNvSpPr/>
            <p:nvPr/>
          </p:nvSpPr>
          <p:spPr>
            <a:xfrm>
              <a:off x="5580295" y="254147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t3803"/>
            <p:cNvSpPr/>
            <p:nvPr/>
          </p:nvSpPr>
          <p:spPr>
            <a:xfrm>
              <a:off x="5522689" y="274228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t3804"/>
            <p:cNvSpPr/>
            <p:nvPr/>
          </p:nvSpPr>
          <p:spPr>
            <a:xfrm>
              <a:off x="5540864" y="220688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t3805"/>
            <p:cNvSpPr/>
            <p:nvPr/>
          </p:nvSpPr>
          <p:spPr>
            <a:xfrm>
              <a:off x="5642141" y="208870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t3806"/>
            <p:cNvSpPr/>
            <p:nvPr/>
          </p:nvSpPr>
          <p:spPr>
            <a:xfrm>
              <a:off x="5391631" y="231973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t3807"/>
            <p:cNvSpPr/>
            <p:nvPr/>
          </p:nvSpPr>
          <p:spPr>
            <a:xfrm>
              <a:off x="5550180" y="21903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t3808"/>
            <p:cNvSpPr/>
            <p:nvPr/>
          </p:nvSpPr>
          <p:spPr>
            <a:xfrm>
              <a:off x="5567876" y="231318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t3809"/>
            <p:cNvSpPr/>
            <p:nvPr/>
          </p:nvSpPr>
          <p:spPr>
            <a:xfrm>
              <a:off x="5486142" y="209254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t3810"/>
            <p:cNvSpPr/>
            <p:nvPr/>
          </p:nvSpPr>
          <p:spPr>
            <a:xfrm>
              <a:off x="5681520" y="184895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t3811"/>
            <p:cNvSpPr/>
            <p:nvPr/>
          </p:nvSpPr>
          <p:spPr>
            <a:xfrm>
              <a:off x="5335326" y="208650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t3812"/>
            <p:cNvSpPr/>
            <p:nvPr/>
          </p:nvSpPr>
          <p:spPr>
            <a:xfrm>
              <a:off x="5526714" y="184874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t3813"/>
            <p:cNvSpPr/>
            <p:nvPr/>
          </p:nvSpPr>
          <p:spPr>
            <a:xfrm>
              <a:off x="5743769" y="260116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t3814"/>
            <p:cNvSpPr/>
            <p:nvPr/>
          </p:nvSpPr>
          <p:spPr>
            <a:xfrm>
              <a:off x="5657659" y="205195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t3815"/>
            <p:cNvSpPr/>
            <p:nvPr/>
          </p:nvSpPr>
          <p:spPr>
            <a:xfrm>
              <a:off x="5636458" y="18642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t3816"/>
            <p:cNvSpPr/>
            <p:nvPr/>
          </p:nvSpPr>
          <p:spPr>
            <a:xfrm>
              <a:off x="5633907" y="21760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t3817"/>
            <p:cNvSpPr/>
            <p:nvPr/>
          </p:nvSpPr>
          <p:spPr>
            <a:xfrm>
              <a:off x="5437147" y="222294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t3818"/>
            <p:cNvSpPr/>
            <p:nvPr/>
          </p:nvSpPr>
          <p:spPr>
            <a:xfrm>
              <a:off x="5495719" y="19536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t3819"/>
            <p:cNvSpPr/>
            <p:nvPr/>
          </p:nvSpPr>
          <p:spPr>
            <a:xfrm>
              <a:off x="5618453" y="18072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t3820"/>
            <p:cNvSpPr/>
            <p:nvPr/>
          </p:nvSpPr>
          <p:spPr>
            <a:xfrm>
              <a:off x="5459834" y="204732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t3821"/>
            <p:cNvSpPr/>
            <p:nvPr/>
          </p:nvSpPr>
          <p:spPr>
            <a:xfrm>
              <a:off x="5549130" y="21758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t3822"/>
            <p:cNvSpPr/>
            <p:nvPr/>
          </p:nvSpPr>
          <p:spPr>
            <a:xfrm>
              <a:off x="5597437" y="169111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t3823"/>
            <p:cNvSpPr/>
            <p:nvPr/>
          </p:nvSpPr>
          <p:spPr>
            <a:xfrm>
              <a:off x="5566033" y="20569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t3824"/>
            <p:cNvSpPr/>
            <p:nvPr/>
          </p:nvSpPr>
          <p:spPr>
            <a:xfrm>
              <a:off x="5455267" y="219804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t3825"/>
            <p:cNvSpPr/>
            <p:nvPr/>
          </p:nvSpPr>
          <p:spPr>
            <a:xfrm>
              <a:off x="5501766" y="210087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t3826"/>
            <p:cNvSpPr/>
            <p:nvPr/>
          </p:nvSpPr>
          <p:spPr>
            <a:xfrm>
              <a:off x="5522354" y="222190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t3827"/>
            <p:cNvSpPr/>
            <p:nvPr/>
          </p:nvSpPr>
          <p:spPr>
            <a:xfrm>
              <a:off x="5551461" y="219148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t3828"/>
            <p:cNvSpPr/>
            <p:nvPr/>
          </p:nvSpPr>
          <p:spPr>
            <a:xfrm>
              <a:off x="5576048" y="207892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t3829"/>
            <p:cNvSpPr/>
            <p:nvPr/>
          </p:nvSpPr>
          <p:spPr>
            <a:xfrm>
              <a:off x="5516416" y="23861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t3830"/>
            <p:cNvSpPr/>
            <p:nvPr/>
          </p:nvSpPr>
          <p:spPr>
            <a:xfrm>
              <a:off x="5731471" y="150627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t3831"/>
            <p:cNvSpPr/>
            <p:nvPr/>
          </p:nvSpPr>
          <p:spPr>
            <a:xfrm>
              <a:off x="5506319" y="197922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t3832"/>
            <p:cNvSpPr/>
            <p:nvPr/>
          </p:nvSpPr>
          <p:spPr>
            <a:xfrm>
              <a:off x="5478608" y="19702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t3833"/>
            <p:cNvSpPr/>
            <p:nvPr/>
          </p:nvSpPr>
          <p:spPr>
            <a:xfrm>
              <a:off x="5466199" y="206978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t3834"/>
            <p:cNvSpPr/>
            <p:nvPr/>
          </p:nvSpPr>
          <p:spPr>
            <a:xfrm>
              <a:off x="5595445" y="21439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t3835"/>
            <p:cNvSpPr/>
            <p:nvPr/>
          </p:nvSpPr>
          <p:spPr>
            <a:xfrm>
              <a:off x="5756161" y="155766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t3836"/>
            <p:cNvSpPr/>
            <p:nvPr/>
          </p:nvSpPr>
          <p:spPr>
            <a:xfrm>
              <a:off x="5551891" y="22250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t3837"/>
            <p:cNvSpPr/>
            <p:nvPr/>
          </p:nvSpPr>
          <p:spPr>
            <a:xfrm>
              <a:off x="5382754" y="25672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t3838"/>
            <p:cNvSpPr/>
            <p:nvPr/>
          </p:nvSpPr>
          <p:spPr>
            <a:xfrm>
              <a:off x="5633117" y="251942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t3839"/>
            <p:cNvSpPr/>
            <p:nvPr/>
          </p:nvSpPr>
          <p:spPr>
            <a:xfrm>
              <a:off x="5533335" y="20325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t3840"/>
            <p:cNvSpPr/>
            <p:nvPr/>
          </p:nvSpPr>
          <p:spPr>
            <a:xfrm>
              <a:off x="5583424" y="226040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t3841"/>
            <p:cNvSpPr/>
            <p:nvPr/>
          </p:nvSpPr>
          <p:spPr>
            <a:xfrm>
              <a:off x="5604934" y="255954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t3842"/>
            <p:cNvSpPr/>
            <p:nvPr/>
          </p:nvSpPr>
          <p:spPr>
            <a:xfrm>
              <a:off x="5731741" y="265938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t3843"/>
            <p:cNvSpPr/>
            <p:nvPr/>
          </p:nvSpPr>
          <p:spPr>
            <a:xfrm>
              <a:off x="6067437" y="134570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t3844"/>
            <p:cNvSpPr/>
            <p:nvPr/>
          </p:nvSpPr>
          <p:spPr>
            <a:xfrm>
              <a:off x="5593231" y="181214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t3845"/>
            <p:cNvSpPr/>
            <p:nvPr/>
          </p:nvSpPr>
          <p:spPr>
            <a:xfrm>
              <a:off x="5505721" y="20166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t3846"/>
            <p:cNvSpPr/>
            <p:nvPr/>
          </p:nvSpPr>
          <p:spPr>
            <a:xfrm>
              <a:off x="5496188" y="208211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t3847"/>
            <p:cNvSpPr/>
            <p:nvPr/>
          </p:nvSpPr>
          <p:spPr>
            <a:xfrm>
              <a:off x="5465925" y="21209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t3848"/>
            <p:cNvSpPr/>
            <p:nvPr/>
          </p:nvSpPr>
          <p:spPr>
            <a:xfrm>
              <a:off x="5472858" y="22725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t3849"/>
            <p:cNvSpPr/>
            <p:nvPr/>
          </p:nvSpPr>
          <p:spPr>
            <a:xfrm>
              <a:off x="5546739" y="231649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t3850"/>
            <p:cNvSpPr/>
            <p:nvPr/>
          </p:nvSpPr>
          <p:spPr>
            <a:xfrm>
              <a:off x="5457294" y="22207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t3851"/>
            <p:cNvSpPr/>
            <p:nvPr/>
          </p:nvSpPr>
          <p:spPr>
            <a:xfrm>
              <a:off x="5639471" y="235822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t3852"/>
            <p:cNvSpPr/>
            <p:nvPr/>
          </p:nvSpPr>
          <p:spPr>
            <a:xfrm>
              <a:off x="5570499" y="26514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t3853"/>
            <p:cNvSpPr/>
            <p:nvPr/>
          </p:nvSpPr>
          <p:spPr>
            <a:xfrm>
              <a:off x="5484002" y="23348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t3854"/>
            <p:cNvSpPr/>
            <p:nvPr/>
          </p:nvSpPr>
          <p:spPr>
            <a:xfrm>
              <a:off x="5517470" y="22280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t3855"/>
            <p:cNvSpPr/>
            <p:nvPr/>
          </p:nvSpPr>
          <p:spPr>
            <a:xfrm>
              <a:off x="5544721" y="272599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t3856"/>
            <p:cNvSpPr/>
            <p:nvPr/>
          </p:nvSpPr>
          <p:spPr>
            <a:xfrm>
              <a:off x="5527487" y="21923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t3857"/>
            <p:cNvSpPr/>
            <p:nvPr/>
          </p:nvSpPr>
          <p:spPr>
            <a:xfrm>
              <a:off x="5533112" y="21730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t3858"/>
            <p:cNvSpPr/>
            <p:nvPr/>
          </p:nvSpPr>
          <p:spPr>
            <a:xfrm>
              <a:off x="5501458" y="199855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t3859"/>
            <p:cNvSpPr/>
            <p:nvPr/>
          </p:nvSpPr>
          <p:spPr>
            <a:xfrm>
              <a:off x="5487212" y="20570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t3860"/>
            <p:cNvSpPr/>
            <p:nvPr/>
          </p:nvSpPr>
          <p:spPr>
            <a:xfrm>
              <a:off x="5510239" y="211301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t3861"/>
            <p:cNvSpPr/>
            <p:nvPr/>
          </p:nvSpPr>
          <p:spPr>
            <a:xfrm>
              <a:off x="5601351" y="245343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t3862"/>
            <p:cNvSpPr/>
            <p:nvPr/>
          </p:nvSpPr>
          <p:spPr>
            <a:xfrm>
              <a:off x="5549004" y="245178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t3863"/>
            <p:cNvSpPr/>
            <p:nvPr/>
          </p:nvSpPr>
          <p:spPr>
            <a:xfrm>
              <a:off x="5628141" y="238821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t3864"/>
            <p:cNvSpPr/>
            <p:nvPr/>
          </p:nvSpPr>
          <p:spPr>
            <a:xfrm>
              <a:off x="5588512" y="197468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t3865"/>
            <p:cNvSpPr/>
            <p:nvPr/>
          </p:nvSpPr>
          <p:spPr>
            <a:xfrm>
              <a:off x="5721909" y="22248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t3866"/>
            <p:cNvSpPr/>
            <p:nvPr/>
          </p:nvSpPr>
          <p:spPr>
            <a:xfrm>
              <a:off x="5579268" y="24138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t3867"/>
            <p:cNvSpPr/>
            <p:nvPr/>
          </p:nvSpPr>
          <p:spPr>
            <a:xfrm>
              <a:off x="5737788" y="222519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t3868"/>
            <p:cNvSpPr/>
            <p:nvPr/>
          </p:nvSpPr>
          <p:spPr>
            <a:xfrm>
              <a:off x="5620410" y="20853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t3869"/>
            <p:cNvSpPr/>
            <p:nvPr/>
          </p:nvSpPr>
          <p:spPr>
            <a:xfrm>
              <a:off x="5517680" y="218090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t3870"/>
            <p:cNvSpPr/>
            <p:nvPr/>
          </p:nvSpPr>
          <p:spPr>
            <a:xfrm>
              <a:off x="5602795" y="23449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t3871"/>
            <p:cNvSpPr/>
            <p:nvPr/>
          </p:nvSpPr>
          <p:spPr>
            <a:xfrm>
              <a:off x="5525101" y="235543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t3872"/>
            <p:cNvSpPr/>
            <p:nvPr/>
          </p:nvSpPr>
          <p:spPr>
            <a:xfrm>
              <a:off x="5364695" y="243766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t3873"/>
            <p:cNvSpPr/>
            <p:nvPr/>
          </p:nvSpPr>
          <p:spPr>
            <a:xfrm>
              <a:off x="5507240" y="194527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t3874"/>
            <p:cNvSpPr/>
            <p:nvPr/>
          </p:nvSpPr>
          <p:spPr>
            <a:xfrm>
              <a:off x="5866094" y="185264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t3875"/>
            <p:cNvSpPr/>
            <p:nvPr/>
          </p:nvSpPr>
          <p:spPr>
            <a:xfrm>
              <a:off x="5622151" y="216136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t3876"/>
            <p:cNvSpPr/>
            <p:nvPr/>
          </p:nvSpPr>
          <p:spPr>
            <a:xfrm>
              <a:off x="5936060" y="197029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t3877"/>
            <p:cNvSpPr/>
            <p:nvPr/>
          </p:nvSpPr>
          <p:spPr>
            <a:xfrm>
              <a:off x="5573236" y="22505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t3878"/>
            <p:cNvSpPr/>
            <p:nvPr/>
          </p:nvSpPr>
          <p:spPr>
            <a:xfrm>
              <a:off x="5684305" y="198220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t3879"/>
            <p:cNvSpPr/>
            <p:nvPr/>
          </p:nvSpPr>
          <p:spPr>
            <a:xfrm>
              <a:off x="5836174" y="261826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t3880"/>
            <p:cNvSpPr/>
            <p:nvPr/>
          </p:nvSpPr>
          <p:spPr>
            <a:xfrm>
              <a:off x="5874494" y="265406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t3881"/>
            <p:cNvSpPr/>
            <p:nvPr/>
          </p:nvSpPr>
          <p:spPr>
            <a:xfrm>
              <a:off x="5872558" y="234000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t3882"/>
            <p:cNvSpPr/>
            <p:nvPr/>
          </p:nvSpPr>
          <p:spPr>
            <a:xfrm>
              <a:off x="5720270" y="26248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t3883"/>
            <p:cNvSpPr/>
            <p:nvPr/>
          </p:nvSpPr>
          <p:spPr>
            <a:xfrm>
              <a:off x="5722822" y="278786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t3884"/>
            <p:cNvSpPr/>
            <p:nvPr/>
          </p:nvSpPr>
          <p:spPr>
            <a:xfrm>
              <a:off x="5763326" y="248131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t3885"/>
            <p:cNvSpPr/>
            <p:nvPr/>
          </p:nvSpPr>
          <p:spPr>
            <a:xfrm>
              <a:off x="5413883" y="253373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t3886"/>
            <p:cNvSpPr/>
            <p:nvPr/>
          </p:nvSpPr>
          <p:spPr>
            <a:xfrm>
              <a:off x="5564251" y="212723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t3887"/>
            <p:cNvSpPr/>
            <p:nvPr/>
          </p:nvSpPr>
          <p:spPr>
            <a:xfrm>
              <a:off x="5511985" y="21654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t3888"/>
            <p:cNvSpPr/>
            <p:nvPr/>
          </p:nvSpPr>
          <p:spPr>
            <a:xfrm>
              <a:off x="5635946" y="187655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t3889"/>
            <p:cNvSpPr/>
            <p:nvPr/>
          </p:nvSpPr>
          <p:spPr>
            <a:xfrm>
              <a:off x="5738977" y="211661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t3890"/>
            <p:cNvSpPr/>
            <p:nvPr/>
          </p:nvSpPr>
          <p:spPr>
            <a:xfrm>
              <a:off x="5507819" y="217333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t3891"/>
            <p:cNvSpPr/>
            <p:nvPr/>
          </p:nvSpPr>
          <p:spPr>
            <a:xfrm>
              <a:off x="5442049" y="25760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t3892"/>
            <p:cNvSpPr/>
            <p:nvPr/>
          </p:nvSpPr>
          <p:spPr>
            <a:xfrm>
              <a:off x="5381862" y="234567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t3893"/>
            <p:cNvSpPr/>
            <p:nvPr/>
          </p:nvSpPr>
          <p:spPr>
            <a:xfrm>
              <a:off x="5531262" y="203573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t3894"/>
            <p:cNvSpPr/>
            <p:nvPr/>
          </p:nvSpPr>
          <p:spPr>
            <a:xfrm>
              <a:off x="5501822" y="21935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t3895"/>
            <p:cNvSpPr/>
            <p:nvPr/>
          </p:nvSpPr>
          <p:spPr>
            <a:xfrm>
              <a:off x="5686176" y="189326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t3896"/>
            <p:cNvSpPr/>
            <p:nvPr/>
          </p:nvSpPr>
          <p:spPr>
            <a:xfrm>
              <a:off x="5452646" y="20425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t3897"/>
            <p:cNvSpPr/>
            <p:nvPr/>
          </p:nvSpPr>
          <p:spPr>
            <a:xfrm>
              <a:off x="5497623" y="23363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t3898"/>
            <p:cNvSpPr/>
            <p:nvPr/>
          </p:nvSpPr>
          <p:spPr>
            <a:xfrm>
              <a:off x="5566046" y="203318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t3899"/>
            <p:cNvSpPr/>
            <p:nvPr/>
          </p:nvSpPr>
          <p:spPr>
            <a:xfrm>
              <a:off x="5515561" y="240612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t3900"/>
            <p:cNvSpPr/>
            <p:nvPr/>
          </p:nvSpPr>
          <p:spPr>
            <a:xfrm>
              <a:off x="5481226" y="22085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t3901"/>
            <p:cNvSpPr/>
            <p:nvPr/>
          </p:nvSpPr>
          <p:spPr>
            <a:xfrm>
              <a:off x="5469072" y="26688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t3902"/>
            <p:cNvSpPr/>
            <p:nvPr/>
          </p:nvSpPr>
          <p:spPr>
            <a:xfrm>
              <a:off x="5536297" y="247870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t3903"/>
            <p:cNvSpPr/>
            <p:nvPr/>
          </p:nvSpPr>
          <p:spPr>
            <a:xfrm>
              <a:off x="5383562" y="24301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t3904"/>
            <p:cNvSpPr/>
            <p:nvPr/>
          </p:nvSpPr>
          <p:spPr>
            <a:xfrm>
              <a:off x="5521007" y="220404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t3905"/>
            <p:cNvSpPr/>
            <p:nvPr/>
          </p:nvSpPr>
          <p:spPr>
            <a:xfrm>
              <a:off x="5427618" y="288826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t3906"/>
            <p:cNvSpPr/>
            <p:nvPr/>
          </p:nvSpPr>
          <p:spPr>
            <a:xfrm>
              <a:off x="5358274" y="217159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t3907"/>
            <p:cNvSpPr/>
            <p:nvPr/>
          </p:nvSpPr>
          <p:spPr>
            <a:xfrm>
              <a:off x="5529917" y="19821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t3908"/>
            <p:cNvSpPr/>
            <p:nvPr/>
          </p:nvSpPr>
          <p:spPr>
            <a:xfrm>
              <a:off x="5442140" y="171992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t3909"/>
            <p:cNvSpPr/>
            <p:nvPr/>
          </p:nvSpPr>
          <p:spPr>
            <a:xfrm>
              <a:off x="5479571" y="224396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t3910"/>
            <p:cNvSpPr/>
            <p:nvPr/>
          </p:nvSpPr>
          <p:spPr>
            <a:xfrm>
              <a:off x="5434792" y="220979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t3911"/>
            <p:cNvSpPr/>
            <p:nvPr/>
          </p:nvSpPr>
          <p:spPr>
            <a:xfrm>
              <a:off x="5552136" y="24269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t3912"/>
            <p:cNvSpPr/>
            <p:nvPr/>
          </p:nvSpPr>
          <p:spPr>
            <a:xfrm>
              <a:off x="5348450" y="219632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t3913"/>
            <p:cNvSpPr/>
            <p:nvPr/>
          </p:nvSpPr>
          <p:spPr>
            <a:xfrm>
              <a:off x="5662571" y="246393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t3914"/>
            <p:cNvSpPr/>
            <p:nvPr/>
          </p:nvSpPr>
          <p:spPr>
            <a:xfrm>
              <a:off x="5511866" y="227336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t3915"/>
            <p:cNvSpPr/>
            <p:nvPr/>
          </p:nvSpPr>
          <p:spPr>
            <a:xfrm>
              <a:off x="5576945" y="23788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t3916"/>
            <p:cNvSpPr/>
            <p:nvPr/>
          </p:nvSpPr>
          <p:spPr>
            <a:xfrm>
              <a:off x="5554202" y="223936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t3917"/>
            <p:cNvSpPr/>
            <p:nvPr/>
          </p:nvSpPr>
          <p:spPr>
            <a:xfrm>
              <a:off x="5532766" y="23951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t3918"/>
            <p:cNvSpPr/>
            <p:nvPr/>
          </p:nvSpPr>
          <p:spPr>
            <a:xfrm>
              <a:off x="5691331" y="215750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t3919"/>
            <p:cNvSpPr/>
            <p:nvPr/>
          </p:nvSpPr>
          <p:spPr>
            <a:xfrm>
              <a:off x="5472601" y="203354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t3920"/>
            <p:cNvSpPr/>
            <p:nvPr/>
          </p:nvSpPr>
          <p:spPr>
            <a:xfrm>
              <a:off x="5605256" y="24820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t3921"/>
            <p:cNvSpPr/>
            <p:nvPr/>
          </p:nvSpPr>
          <p:spPr>
            <a:xfrm>
              <a:off x="5905557" y="185900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t3922"/>
            <p:cNvSpPr/>
            <p:nvPr/>
          </p:nvSpPr>
          <p:spPr>
            <a:xfrm>
              <a:off x="5514306" y="283586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t3923"/>
            <p:cNvSpPr/>
            <p:nvPr/>
          </p:nvSpPr>
          <p:spPr>
            <a:xfrm>
              <a:off x="5579568" y="23154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t3924"/>
            <p:cNvSpPr/>
            <p:nvPr/>
          </p:nvSpPr>
          <p:spPr>
            <a:xfrm>
              <a:off x="5572947" y="22359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t3925"/>
            <p:cNvSpPr/>
            <p:nvPr/>
          </p:nvSpPr>
          <p:spPr>
            <a:xfrm>
              <a:off x="5692419" y="196221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t3926"/>
            <p:cNvSpPr/>
            <p:nvPr/>
          </p:nvSpPr>
          <p:spPr>
            <a:xfrm>
              <a:off x="5513959" y="22734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t3927"/>
            <p:cNvSpPr/>
            <p:nvPr/>
          </p:nvSpPr>
          <p:spPr>
            <a:xfrm>
              <a:off x="5460526" y="26997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t3928"/>
            <p:cNvSpPr/>
            <p:nvPr/>
          </p:nvSpPr>
          <p:spPr>
            <a:xfrm>
              <a:off x="5568596" y="21886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t3929"/>
            <p:cNvSpPr/>
            <p:nvPr/>
          </p:nvSpPr>
          <p:spPr>
            <a:xfrm>
              <a:off x="5551727" y="215058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t3930"/>
            <p:cNvSpPr/>
            <p:nvPr/>
          </p:nvSpPr>
          <p:spPr>
            <a:xfrm>
              <a:off x="5375450" y="226787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t3931"/>
            <p:cNvSpPr/>
            <p:nvPr/>
          </p:nvSpPr>
          <p:spPr>
            <a:xfrm>
              <a:off x="5528681" y="25256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t3932"/>
            <p:cNvSpPr/>
            <p:nvPr/>
          </p:nvSpPr>
          <p:spPr>
            <a:xfrm>
              <a:off x="5486257" y="226679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t3933"/>
            <p:cNvSpPr/>
            <p:nvPr/>
          </p:nvSpPr>
          <p:spPr>
            <a:xfrm>
              <a:off x="5501677" y="251157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t3934"/>
            <p:cNvSpPr/>
            <p:nvPr/>
          </p:nvSpPr>
          <p:spPr>
            <a:xfrm>
              <a:off x="5570143" y="220233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t3935"/>
            <p:cNvSpPr/>
            <p:nvPr/>
          </p:nvSpPr>
          <p:spPr>
            <a:xfrm>
              <a:off x="5652090" y="232030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t3936"/>
            <p:cNvSpPr/>
            <p:nvPr/>
          </p:nvSpPr>
          <p:spPr>
            <a:xfrm>
              <a:off x="5571114" y="227389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t3937"/>
            <p:cNvSpPr/>
            <p:nvPr/>
          </p:nvSpPr>
          <p:spPr>
            <a:xfrm>
              <a:off x="5785167" y="26539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t3938"/>
            <p:cNvSpPr/>
            <p:nvPr/>
          </p:nvSpPr>
          <p:spPr>
            <a:xfrm>
              <a:off x="5569962" y="208307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t3939"/>
            <p:cNvSpPr/>
            <p:nvPr/>
          </p:nvSpPr>
          <p:spPr>
            <a:xfrm>
              <a:off x="5500748" y="21403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t3940"/>
            <p:cNvSpPr/>
            <p:nvPr/>
          </p:nvSpPr>
          <p:spPr>
            <a:xfrm>
              <a:off x="5518947" y="19960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t3941"/>
            <p:cNvSpPr/>
            <p:nvPr/>
          </p:nvSpPr>
          <p:spPr>
            <a:xfrm>
              <a:off x="5558235" y="227464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t3942"/>
            <p:cNvSpPr/>
            <p:nvPr/>
          </p:nvSpPr>
          <p:spPr>
            <a:xfrm>
              <a:off x="5649373" y="24154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t3943"/>
            <p:cNvSpPr/>
            <p:nvPr/>
          </p:nvSpPr>
          <p:spPr>
            <a:xfrm>
              <a:off x="5696487" y="194739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t3944"/>
            <p:cNvSpPr/>
            <p:nvPr/>
          </p:nvSpPr>
          <p:spPr>
            <a:xfrm>
              <a:off x="5662542" y="18913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t3945"/>
            <p:cNvSpPr/>
            <p:nvPr/>
          </p:nvSpPr>
          <p:spPr>
            <a:xfrm>
              <a:off x="5703603" y="206376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t3946"/>
            <p:cNvSpPr/>
            <p:nvPr/>
          </p:nvSpPr>
          <p:spPr>
            <a:xfrm>
              <a:off x="5623162" y="233798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t3947"/>
            <p:cNvSpPr/>
            <p:nvPr/>
          </p:nvSpPr>
          <p:spPr>
            <a:xfrm>
              <a:off x="5667511" y="230175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t3948"/>
            <p:cNvSpPr/>
            <p:nvPr/>
          </p:nvSpPr>
          <p:spPr>
            <a:xfrm>
              <a:off x="5582297" y="22828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t3949"/>
            <p:cNvSpPr/>
            <p:nvPr/>
          </p:nvSpPr>
          <p:spPr>
            <a:xfrm>
              <a:off x="5672589" y="19990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t3950"/>
            <p:cNvSpPr/>
            <p:nvPr/>
          </p:nvSpPr>
          <p:spPr>
            <a:xfrm>
              <a:off x="5528006" y="244926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t3951"/>
            <p:cNvSpPr/>
            <p:nvPr/>
          </p:nvSpPr>
          <p:spPr>
            <a:xfrm>
              <a:off x="5454604" y="252009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t3952"/>
            <p:cNvSpPr/>
            <p:nvPr/>
          </p:nvSpPr>
          <p:spPr>
            <a:xfrm>
              <a:off x="5589866" y="24537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t3953"/>
            <p:cNvSpPr/>
            <p:nvPr/>
          </p:nvSpPr>
          <p:spPr>
            <a:xfrm>
              <a:off x="5757567" y="206690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t3954"/>
            <p:cNvSpPr/>
            <p:nvPr/>
          </p:nvSpPr>
          <p:spPr>
            <a:xfrm>
              <a:off x="5448738" y="213270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t3955"/>
            <p:cNvSpPr/>
            <p:nvPr/>
          </p:nvSpPr>
          <p:spPr>
            <a:xfrm>
              <a:off x="5479068" y="224991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t3956"/>
            <p:cNvSpPr/>
            <p:nvPr/>
          </p:nvSpPr>
          <p:spPr>
            <a:xfrm>
              <a:off x="5552150" y="230459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t3957"/>
            <p:cNvSpPr/>
            <p:nvPr/>
          </p:nvSpPr>
          <p:spPr>
            <a:xfrm>
              <a:off x="5540477" y="248819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t3958"/>
            <p:cNvSpPr/>
            <p:nvPr/>
          </p:nvSpPr>
          <p:spPr>
            <a:xfrm>
              <a:off x="5515774" y="21313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t3959"/>
            <p:cNvSpPr/>
            <p:nvPr/>
          </p:nvSpPr>
          <p:spPr>
            <a:xfrm>
              <a:off x="5574164" y="204778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t3960"/>
            <p:cNvSpPr/>
            <p:nvPr/>
          </p:nvSpPr>
          <p:spPr>
            <a:xfrm>
              <a:off x="5477744" y="233138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t3961"/>
            <p:cNvSpPr/>
            <p:nvPr/>
          </p:nvSpPr>
          <p:spPr>
            <a:xfrm>
              <a:off x="5578826" y="229511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t3962"/>
            <p:cNvSpPr/>
            <p:nvPr/>
          </p:nvSpPr>
          <p:spPr>
            <a:xfrm>
              <a:off x="5658961" y="241819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t3963"/>
            <p:cNvSpPr/>
            <p:nvPr/>
          </p:nvSpPr>
          <p:spPr>
            <a:xfrm>
              <a:off x="5691478" y="204557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t3964"/>
            <p:cNvSpPr/>
            <p:nvPr/>
          </p:nvSpPr>
          <p:spPr>
            <a:xfrm>
              <a:off x="5412470" y="206023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t3965"/>
            <p:cNvSpPr/>
            <p:nvPr/>
          </p:nvSpPr>
          <p:spPr>
            <a:xfrm>
              <a:off x="5604373" y="259926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t3966"/>
            <p:cNvSpPr/>
            <p:nvPr/>
          </p:nvSpPr>
          <p:spPr>
            <a:xfrm>
              <a:off x="5456429" y="209271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t3967"/>
            <p:cNvSpPr/>
            <p:nvPr/>
          </p:nvSpPr>
          <p:spPr>
            <a:xfrm>
              <a:off x="5499685" y="243223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t3968"/>
            <p:cNvSpPr/>
            <p:nvPr/>
          </p:nvSpPr>
          <p:spPr>
            <a:xfrm>
              <a:off x="5500327" y="204473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t3969"/>
            <p:cNvSpPr/>
            <p:nvPr/>
          </p:nvSpPr>
          <p:spPr>
            <a:xfrm>
              <a:off x="5543634" y="22206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t3970"/>
            <p:cNvSpPr/>
            <p:nvPr/>
          </p:nvSpPr>
          <p:spPr>
            <a:xfrm>
              <a:off x="5563547" y="220862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t3971"/>
            <p:cNvSpPr/>
            <p:nvPr/>
          </p:nvSpPr>
          <p:spPr>
            <a:xfrm>
              <a:off x="5450354" y="22995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t3972"/>
            <p:cNvSpPr/>
            <p:nvPr/>
          </p:nvSpPr>
          <p:spPr>
            <a:xfrm>
              <a:off x="5581927" y="18954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t3973"/>
            <p:cNvSpPr/>
            <p:nvPr/>
          </p:nvSpPr>
          <p:spPr>
            <a:xfrm>
              <a:off x="5546248" y="192433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t3974"/>
            <p:cNvSpPr/>
            <p:nvPr/>
          </p:nvSpPr>
          <p:spPr>
            <a:xfrm>
              <a:off x="5540165" y="224194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t3975"/>
            <p:cNvSpPr/>
            <p:nvPr/>
          </p:nvSpPr>
          <p:spPr>
            <a:xfrm>
              <a:off x="5703952" y="22671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t3976"/>
            <p:cNvSpPr/>
            <p:nvPr/>
          </p:nvSpPr>
          <p:spPr>
            <a:xfrm>
              <a:off x="5628395" y="178397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t3977"/>
            <p:cNvSpPr/>
            <p:nvPr/>
          </p:nvSpPr>
          <p:spPr>
            <a:xfrm>
              <a:off x="4947704" y="260850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t3978"/>
            <p:cNvSpPr/>
            <p:nvPr/>
          </p:nvSpPr>
          <p:spPr>
            <a:xfrm>
              <a:off x="5612324" y="215860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t3979"/>
            <p:cNvSpPr/>
            <p:nvPr/>
          </p:nvSpPr>
          <p:spPr>
            <a:xfrm>
              <a:off x="5637373" y="241058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t3980"/>
            <p:cNvSpPr/>
            <p:nvPr/>
          </p:nvSpPr>
          <p:spPr>
            <a:xfrm>
              <a:off x="5568004" y="20829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t3981"/>
            <p:cNvSpPr/>
            <p:nvPr/>
          </p:nvSpPr>
          <p:spPr>
            <a:xfrm>
              <a:off x="5581454" y="219922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t3982"/>
            <p:cNvSpPr/>
            <p:nvPr/>
          </p:nvSpPr>
          <p:spPr>
            <a:xfrm>
              <a:off x="5628389" y="25566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t3983"/>
            <p:cNvSpPr/>
            <p:nvPr/>
          </p:nvSpPr>
          <p:spPr>
            <a:xfrm>
              <a:off x="5604507" y="267990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t3984"/>
            <p:cNvSpPr/>
            <p:nvPr/>
          </p:nvSpPr>
          <p:spPr>
            <a:xfrm>
              <a:off x="5521719" y="237065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t3985"/>
            <p:cNvSpPr/>
            <p:nvPr/>
          </p:nvSpPr>
          <p:spPr>
            <a:xfrm>
              <a:off x="5631237" y="24570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t3986"/>
            <p:cNvSpPr/>
            <p:nvPr/>
          </p:nvSpPr>
          <p:spPr>
            <a:xfrm>
              <a:off x="5697304" y="23163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t3987"/>
            <p:cNvSpPr/>
            <p:nvPr/>
          </p:nvSpPr>
          <p:spPr>
            <a:xfrm>
              <a:off x="5864614" y="184431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t3988"/>
            <p:cNvSpPr/>
            <p:nvPr/>
          </p:nvSpPr>
          <p:spPr>
            <a:xfrm>
              <a:off x="5545167" y="172677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t3989"/>
            <p:cNvSpPr/>
            <p:nvPr/>
          </p:nvSpPr>
          <p:spPr>
            <a:xfrm>
              <a:off x="5896453" y="189152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t3990"/>
            <p:cNvSpPr/>
            <p:nvPr/>
          </p:nvSpPr>
          <p:spPr>
            <a:xfrm>
              <a:off x="5741338" y="233260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t3991"/>
            <p:cNvSpPr/>
            <p:nvPr/>
          </p:nvSpPr>
          <p:spPr>
            <a:xfrm>
              <a:off x="5408549" y="203898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t3992"/>
            <p:cNvSpPr/>
            <p:nvPr/>
          </p:nvSpPr>
          <p:spPr>
            <a:xfrm>
              <a:off x="5237967" y="198488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t3993"/>
            <p:cNvSpPr/>
            <p:nvPr/>
          </p:nvSpPr>
          <p:spPr>
            <a:xfrm>
              <a:off x="5493021" y="205247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t3994"/>
            <p:cNvSpPr/>
            <p:nvPr/>
          </p:nvSpPr>
          <p:spPr>
            <a:xfrm>
              <a:off x="5707101" y="228584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t3995"/>
            <p:cNvSpPr/>
            <p:nvPr/>
          </p:nvSpPr>
          <p:spPr>
            <a:xfrm>
              <a:off x="5630783" y="169315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t3996"/>
            <p:cNvSpPr/>
            <p:nvPr/>
          </p:nvSpPr>
          <p:spPr>
            <a:xfrm>
              <a:off x="4915743" y="248239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t3997"/>
            <p:cNvSpPr/>
            <p:nvPr/>
          </p:nvSpPr>
          <p:spPr>
            <a:xfrm>
              <a:off x="5471365" y="21650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t3998"/>
            <p:cNvSpPr/>
            <p:nvPr/>
          </p:nvSpPr>
          <p:spPr>
            <a:xfrm>
              <a:off x="5357143" y="2225911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t3999"/>
            <p:cNvSpPr/>
            <p:nvPr/>
          </p:nvSpPr>
          <p:spPr>
            <a:xfrm>
              <a:off x="5537805" y="198428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t4000"/>
            <p:cNvSpPr/>
            <p:nvPr/>
          </p:nvSpPr>
          <p:spPr>
            <a:xfrm>
              <a:off x="5477742" y="187919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t4001"/>
            <p:cNvSpPr/>
            <p:nvPr/>
          </p:nvSpPr>
          <p:spPr>
            <a:xfrm>
              <a:off x="5445674" y="190879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t4002"/>
            <p:cNvSpPr/>
            <p:nvPr/>
          </p:nvSpPr>
          <p:spPr>
            <a:xfrm>
              <a:off x="5324401" y="27006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t4003"/>
            <p:cNvSpPr/>
            <p:nvPr/>
          </p:nvSpPr>
          <p:spPr>
            <a:xfrm>
              <a:off x="5584416" y="217888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t4004"/>
            <p:cNvSpPr/>
            <p:nvPr/>
          </p:nvSpPr>
          <p:spPr>
            <a:xfrm>
              <a:off x="5465464" y="20438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t4005"/>
            <p:cNvSpPr/>
            <p:nvPr/>
          </p:nvSpPr>
          <p:spPr>
            <a:xfrm>
              <a:off x="5643636" y="22697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t4006"/>
            <p:cNvSpPr/>
            <p:nvPr/>
          </p:nvSpPr>
          <p:spPr>
            <a:xfrm>
              <a:off x="5685494" y="224413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t4007"/>
            <p:cNvSpPr/>
            <p:nvPr/>
          </p:nvSpPr>
          <p:spPr>
            <a:xfrm>
              <a:off x="5718539" y="22540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t4008"/>
            <p:cNvSpPr/>
            <p:nvPr/>
          </p:nvSpPr>
          <p:spPr>
            <a:xfrm>
              <a:off x="5737196" y="24920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t4009"/>
            <p:cNvSpPr/>
            <p:nvPr/>
          </p:nvSpPr>
          <p:spPr>
            <a:xfrm>
              <a:off x="5834773" y="241670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t4010"/>
            <p:cNvSpPr/>
            <p:nvPr/>
          </p:nvSpPr>
          <p:spPr>
            <a:xfrm>
              <a:off x="5682323" y="20819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t4011"/>
            <p:cNvSpPr/>
            <p:nvPr/>
          </p:nvSpPr>
          <p:spPr>
            <a:xfrm>
              <a:off x="5599094" y="215465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t4012"/>
            <p:cNvSpPr/>
            <p:nvPr/>
          </p:nvSpPr>
          <p:spPr>
            <a:xfrm>
              <a:off x="5578302" y="237594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t4013"/>
            <p:cNvSpPr/>
            <p:nvPr/>
          </p:nvSpPr>
          <p:spPr>
            <a:xfrm>
              <a:off x="5675897" y="21727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t4014"/>
            <p:cNvSpPr/>
            <p:nvPr/>
          </p:nvSpPr>
          <p:spPr>
            <a:xfrm>
              <a:off x="5598186" y="207891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t4015"/>
            <p:cNvSpPr/>
            <p:nvPr/>
          </p:nvSpPr>
          <p:spPr>
            <a:xfrm>
              <a:off x="5330598" y="205932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t4016"/>
            <p:cNvSpPr/>
            <p:nvPr/>
          </p:nvSpPr>
          <p:spPr>
            <a:xfrm>
              <a:off x="5473662" y="21872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t4017"/>
            <p:cNvSpPr/>
            <p:nvPr/>
          </p:nvSpPr>
          <p:spPr>
            <a:xfrm>
              <a:off x="5748807" y="172076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t4018"/>
            <p:cNvSpPr/>
            <p:nvPr/>
          </p:nvSpPr>
          <p:spPr>
            <a:xfrm>
              <a:off x="5313456" y="227528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t4019"/>
            <p:cNvSpPr/>
            <p:nvPr/>
          </p:nvSpPr>
          <p:spPr>
            <a:xfrm>
              <a:off x="5591839" y="21160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t4020"/>
            <p:cNvSpPr/>
            <p:nvPr/>
          </p:nvSpPr>
          <p:spPr>
            <a:xfrm>
              <a:off x="5691849" y="218847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t4021"/>
            <p:cNvSpPr/>
            <p:nvPr/>
          </p:nvSpPr>
          <p:spPr>
            <a:xfrm>
              <a:off x="5520080" y="203501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t4022"/>
            <p:cNvSpPr/>
            <p:nvPr/>
          </p:nvSpPr>
          <p:spPr>
            <a:xfrm>
              <a:off x="5539661" y="20255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t4023"/>
            <p:cNvSpPr/>
            <p:nvPr/>
          </p:nvSpPr>
          <p:spPr>
            <a:xfrm>
              <a:off x="5693015" y="206347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t4024"/>
            <p:cNvSpPr/>
            <p:nvPr/>
          </p:nvSpPr>
          <p:spPr>
            <a:xfrm>
              <a:off x="5646476" y="192099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t4025"/>
            <p:cNvSpPr/>
            <p:nvPr/>
          </p:nvSpPr>
          <p:spPr>
            <a:xfrm>
              <a:off x="5631326" y="22749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t4026"/>
            <p:cNvSpPr/>
            <p:nvPr/>
          </p:nvSpPr>
          <p:spPr>
            <a:xfrm>
              <a:off x="5592448" y="180873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t4027"/>
            <p:cNvSpPr/>
            <p:nvPr/>
          </p:nvSpPr>
          <p:spPr>
            <a:xfrm>
              <a:off x="5606305" y="193136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t4028"/>
            <p:cNvSpPr/>
            <p:nvPr/>
          </p:nvSpPr>
          <p:spPr>
            <a:xfrm>
              <a:off x="5304728" y="21284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t4029"/>
            <p:cNvSpPr/>
            <p:nvPr/>
          </p:nvSpPr>
          <p:spPr>
            <a:xfrm>
              <a:off x="5550547" y="212456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t4030"/>
            <p:cNvSpPr/>
            <p:nvPr/>
          </p:nvSpPr>
          <p:spPr>
            <a:xfrm>
              <a:off x="5525441" y="203343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t4031"/>
            <p:cNvSpPr/>
            <p:nvPr/>
          </p:nvSpPr>
          <p:spPr>
            <a:xfrm>
              <a:off x="5349026" y="199311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t4032"/>
            <p:cNvSpPr/>
            <p:nvPr/>
          </p:nvSpPr>
          <p:spPr>
            <a:xfrm>
              <a:off x="5575270" y="204817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t4033"/>
            <p:cNvSpPr/>
            <p:nvPr/>
          </p:nvSpPr>
          <p:spPr>
            <a:xfrm>
              <a:off x="5512851" y="16798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t4034"/>
            <p:cNvSpPr/>
            <p:nvPr/>
          </p:nvSpPr>
          <p:spPr>
            <a:xfrm>
              <a:off x="5458747" y="184689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t4035"/>
            <p:cNvSpPr/>
            <p:nvPr/>
          </p:nvSpPr>
          <p:spPr>
            <a:xfrm>
              <a:off x="5536827" y="215222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t4036"/>
            <p:cNvSpPr/>
            <p:nvPr/>
          </p:nvSpPr>
          <p:spPr>
            <a:xfrm>
              <a:off x="5747931" y="198931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t4037"/>
            <p:cNvSpPr/>
            <p:nvPr/>
          </p:nvSpPr>
          <p:spPr>
            <a:xfrm>
              <a:off x="5730822" y="21023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t4038"/>
            <p:cNvSpPr/>
            <p:nvPr/>
          </p:nvSpPr>
          <p:spPr>
            <a:xfrm>
              <a:off x="5666621" y="164991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t4039"/>
            <p:cNvSpPr/>
            <p:nvPr/>
          </p:nvSpPr>
          <p:spPr>
            <a:xfrm>
              <a:off x="5656132" y="22615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t4040"/>
            <p:cNvSpPr/>
            <p:nvPr/>
          </p:nvSpPr>
          <p:spPr>
            <a:xfrm>
              <a:off x="5780928" y="236727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t4041"/>
            <p:cNvSpPr/>
            <p:nvPr/>
          </p:nvSpPr>
          <p:spPr>
            <a:xfrm>
              <a:off x="5671506" y="243109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t4042"/>
            <p:cNvSpPr/>
            <p:nvPr/>
          </p:nvSpPr>
          <p:spPr>
            <a:xfrm>
              <a:off x="5640769" y="220844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t4043"/>
            <p:cNvSpPr/>
            <p:nvPr/>
          </p:nvSpPr>
          <p:spPr>
            <a:xfrm>
              <a:off x="5639761" y="215710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t4044"/>
            <p:cNvSpPr/>
            <p:nvPr/>
          </p:nvSpPr>
          <p:spPr>
            <a:xfrm>
              <a:off x="5639429" y="173449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t4045"/>
            <p:cNvSpPr/>
            <p:nvPr/>
          </p:nvSpPr>
          <p:spPr>
            <a:xfrm>
              <a:off x="5955131" y="227039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t4046"/>
            <p:cNvSpPr/>
            <p:nvPr/>
          </p:nvSpPr>
          <p:spPr>
            <a:xfrm>
              <a:off x="5839332" y="226790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t4047"/>
            <p:cNvSpPr/>
            <p:nvPr/>
          </p:nvSpPr>
          <p:spPr>
            <a:xfrm>
              <a:off x="5832194" y="179956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t4048"/>
            <p:cNvSpPr/>
            <p:nvPr/>
          </p:nvSpPr>
          <p:spPr>
            <a:xfrm>
              <a:off x="5828171" y="218158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t4049"/>
            <p:cNvSpPr/>
            <p:nvPr/>
          </p:nvSpPr>
          <p:spPr>
            <a:xfrm>
              <a:off x="5865492" y="182302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t4050"/>
            <p:cNvSpPr/>
            <p:nvPr/>
          </p:nvSpPr>
          <p:spPr>
            <a:xfrm>
              <a:off x="5801188" y="216538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t4051"/>
            <p:cNvSpPr/>
            <p:nvPr/>
          </p:nvSpPr>
          <p:spPr>
            <a:xfrm>
              <a:off x="5769329" y="232172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t4052"/>
            <p:cNvSpPr/>
            <p:nvPr/>
          </p:nvSpPr>
          <p:spPr>
            <a:xfrm>
              <a:off x="5622246" y="229514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t4053"/>
            <p:cNvSpPr/>
            <p:nvPr/>
          </p:nvSpPr>
          <p:spPr>
            <a:xfrm>
              <a:off x="5445899" y="172701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t4054"/>
            <p:cNvSpPr/>
            <p:nvPr/>
          </p:nvSpPr>
          <p:spPr>
            <a:xfrm>
              <a:off x="5395193" y="246526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t4055"/>
            <p:cNvSpPr/>
            <p:nvPr/>
          </p:nvSpPr>
          <p:spPr>
            <a:xfrm>
              <a:off x="5470228" y="230724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t4056"/>
            <p:cNvSpPr/>
            <p:nvPr/>
          </p:nvSpPr>
          <p:spPr>
            <a:xfrm>
              <a:off x="5730291" y="219216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t4057"/>
            <p:cNvSpPr/>
            <p:nvPr/>
          </p:nvSpPr>
          <p:spPr>
            <a:xfrm>
              <a:off x="5751516" y="221164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t4058"/>
            <p:cNvSpPr/>
            <p:nvPr/>
          </p:nvSpPr>
          <p:spPr>
            <a:xfrm>
              <a:off x="5718671" y="219030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t4059"/>
            <p:cNvSpPr/>
            <p:nvPr/>
          </p:nvSpPr>
          <p:spPr>
            <a:xfrm>
              <a:off x="5452982" y="223636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t4060"/>
            <p:cNvSpPr/>
            <p:nvPr/>
          </p:nvSpPr>
          <p:spPr>
            <a:xfrm>
              <a:off x="5635798" y="20625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t4061"/>
            <p:cNvSpPr/>
            <p:nvPr/>
          </p:nvSpPr>
          <p:spPr>
            <a:xfrm>
              <a:off x="5513383" y="237680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t4062"/>
            <p:cNvSpPr/>
            <p:nvPr/>
          </p:nvSpPr>
          <p:spPr>
            <a:xfrm>
              <a:off x="5521034" y="155862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t4063"/>
            <p:cNvSpPr/>
            <p:nvPr/>
          </p:nvSpPr>
          <p:spPr>
            <a:xfrm>
              <a:off x="5620751" y="21972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t4064"/>
            <p:cNvSpPr/>
            <p:nvPr/>
          </p:nvSpPr>
          <p:spPr>
            <a:xfrm>
              <a:off x="5635270" y="233259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t4065"/>
            <p:cNvSpPr/>
            <p:nvPr/>
          </p:nvSpPr>
          <p:spPr>
            <a:xfrm>
              <a:off x="5587053" y="174466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t4066"/>
            <p:cNvSpPr/>
            <p:nvPr/>
          </p:nvSpPr>
          <p:spPr>
            <a:xfrm>
              <a:off x="5453834" y="191387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t4067"/>
            <p:cNvSpPr/>
            <p:nvPr/>
          </p:nvSpPr>
          <p:spPr>
            <a:xfrm>
              <a:off x="5532295" y="234345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t4068"/>
            <p:cNvSpPr/>
            <p:nvPr/>
          </p:nvSpPr>
          <p:spPr>
            <a:xfrm>
              <a:off x="5434394" y="205365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t4069"/>
            <p:cNvSpPr/>
            <p:nvPr/>
          </p:nvSpPr>
          <p:spPr>
            <a:xfrm>
              <a:off x="5642060" y="216918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t4070"/>
            <p:cNvSpPr/>
            <p:nvPr/>
          </p:nvSpPr>
          <p:spPr>
            <a:xfrm>
              <a:off x="5504428" y="211947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t4071"/>
            <p:cNvSpPr/>
            <p:nvPr/>
          </p:nvSpPr>
          <p:spPr>
            <a:xfrm>
              <a:off x="5528194" y="182487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t4072"/>
            <p:cNvSpPr/>
            <p:nvPr/>
          </p:nvSpPr>
          <p:spPr>
            <a:xfrm>
              <a:off x="5561144" y="20641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t4073"/>
            <p:cNvSpPr/>
            <p:nvPr/>
          </p:nvSpPr>
          <p:spPr>
            <a:xfrm>
              <a:off x="5717174" y="186247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t4074"/>
            <p:cNvSpPr/>
            <p:nvPr/>
          </p:nvSpPr>
          <p:spPr>
            <a:xfrm>
              <a:off x="5541905" y="224483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t4075"/>
            <p:cNvSpPr/>
            <p:nvPr/>
          </p:nvSpPr>
          <p:spPr>
            <a:xfrm>
              <a:off x="5564685" y="18256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t4076"/>
            <p:cNvSpPr/>
            <p:nvPr/>
          </p:nvSpPr>
          <p:spPr>
            <a:xfrm>
              <a:off x="5531416" y="200533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t4077"/>
            <p:cNvSpPr/>
            <p:nvPr/>
          </p:nvSpPr>
          <p:spPr>
            <a:xfrm>
              <a:off x="5790386" y="210270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t4078"/>
            <p:cNvSpPr/>
            <p:nvPr/>
          </p:nvSpPr>
          <p:spPr>
            <a:xfrm>
              <a:off x="5849126" y="210246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t4079"/>
            <p:cNvSpPr/>
            <p:nvPr/>
          </p:nvSpPr>
          <p:spPr>
            <a:xfrm>
              <a:off x="5394724" y="22858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t4080"/>
            <p:cNvSpPr/>
            <p:nvPr/>
          </p:nvSpPr>
          <p:spPr>
            <a:xfrm>
              <a:off x="5521002" y="207098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t4081"/>
            <p:cNvSpPr/>
            <p:nvPr/>
          </p:nvSpPr>
          <p:spPr>
            <a:xfrm>
              <a:off x="5594768" y="23698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t4082"/>
            <p:cNvSpPr/>
            <p:nvPr/>
          </p:nvSpPr>
          <p:spPr>
            <a:xfrm>
              <a:off x="5395598" y="194534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t4083"/>
            <p:cNvSpPr/>
            <p:nvPr/>
          </p:nvSpPr>
          <p:spPr>
            <a:xfrm>
              <a:off x="5504495" y="211433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t4084"/>
            <p:cNvSpPr/>
            <p:nvPr/>
          </p:nvSpPr>
          <p:spPr>
            <a:xfrm>
              <a:off x="5586464" y="213202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t4085"/>
            <p:cNvSpPr/>
            <p:nvPr/>
          </p:nvSpPr>
          <p:spPr>
            <a:xfrm>
              <a:off x="5629469" y="233469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t4086"/>
            <p:cNvSpPr/>
            <p:nvPr/>
          </p:nvSpPr>
          <p:spPr>
            <a:xfrm>
              <a:off x="5434994" y="20474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t4087"/>
            <p:cNvSpPr/>
            <p:nvPr/>
          </p:nvSpPr>
          <p:spPr>
            <a:xfrm>
              <a:off x="5521936" y="172506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t4088"/>
            <p:cNvSpPr/>
            <p:nvPr/>
          </p:nvSpPr>
          <p:spPr>
            <a:xfrm>
              <a:off x="5544607" y="197464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t4089"/>
            <p:cNvSpPr/>
            <p:nvPr/>
          </p:nvSpPr>
          <p:spPr>
            <a:xfrm>
              <a:off x="5384968" y="196995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t4090"/>
            <p:cNvSpPr/>
            <p:nvPr/>
          </p:nvSpPr>
          <p:spPr>
            <a:xfrm>
              <a:off x="5636614" y="212710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t4091"/>
            <p:cNvSpPr/>
            <p:nvPr/>
          </p:nvSpPr>
          <p:spPr>
            <a:xfrm>
              <a:off x="5626287" y="21143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t4092"/>
            <p:cNvSpPr/>
            <p:nvPr/>
          </p:nvSpPr>
          <p:spPr>
            <a:xfrm>
              <a:off x="5602326" y="229049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t4093"/>
            <p:cNvSpPr/>
            <p:nvPr/>
          </p:nvSpPr>
          <p:spPr>
            <a:xfrm>
              <a:off x="5533922" y="189719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t4094"/>
            <p:cNvSpPr/>
            <p:nvPr/>
          </p:nvSpPr>
          <p:spPr>
            <a:xfrm>
              <a:off x="5472276" y="195946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t4095"/>
            <p:cNvSpPr/>
            <p:nvPr/>
          </p:nvSpPr>
          <p:spPr>
            <a:xfrm>
              <a:off x="5637996" y="187529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t4096"/>
            <p:cNvSpPr/>
            <p:nvPr/>
          </p:nvSpPr>
          <p:spPr>
            <a:xfrm>
              <a:off x="5589416" y="222386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t4097"/>
            <p:cNvSpPr/>
            <p:nvPr/>
          </p:nvSpPr>
          <p:spPr>
            <a:xfrm>
              <a:off x="5836591" y="167442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t4098"/>
            <p:cNvSpPr/>
            <p:nvPr/>
          </p:nvSpPr>
          <p:spPr>
            <a:xfrm>
              <a:off x="5776706" y="25661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t4099"/>
            <p:cNvSpPr/>
            <p:nvPr/>
          </p:nvSpPr>
          <p:spPr>
            <a:xfrm>
              <a:off x="5613540" y="197712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t4100"/>
            <p:cNvSpPr/>
            <p:nvPr/>
          </p:nvSpPr>
          <p:spPr>
            <a:xfrm>
              <a:off x="5537270" y="219366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t4101"/>
            <p:cNvSpPr/>
            <p:nvPr/>
          </p:nvSpPr>
          <p:spPr>
            <a:xfrm>
              <a:off x="5560381" y="179092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t4102"/>
            <p:cNvSpPr/>
            <p:nvPr/>
          </p:nvSpPr>
          <p:spPr>
            <a:xfrm>
              <a:off x="5500216" y="201996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t4103"/>
            <p:cNvSpPr/>
            <p:nvPr/>
          </p:nvSpPr>
          <p:spPr>
            <a:xfrm>
              <a:off x="5561859" y="199751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t4104"/>
            <p:cNvSpPr/>
            <p:nvPr/>
          </p:nvSpPr>
          <p:spPr>
            <a:xfrm>
              <a:off x="5485497" y="211831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t4105"/>
            <p:cNvSpPr/>
            <p:nvPr/>
          </p:nvSpPr>
          <p:spPr>
            <a:xfrm>
              <a:off x="5550208" y="240326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t4106"/>
            <p:cNvSpPr/>
            <p:nvPr/>
          </p:nvSpPr>
          <p:spPr>
            <a:xfrm>
              <a:off x="5592595" y="228231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t4107"/>
            <p:cNvSpPr/>
            <p:nvPr/>
          </p:nvSpPr>
          <p:spPr>
            <a:xfrm>
              <a:off x="5570725" y="243681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t4108"/>
            <p:cNvSpPr/>
            <p:nvPr/>
          </p:nvSpPr>
          <p:spPr>
            <a:xfrm>
              <a:off x="5664846" y="216813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t4109"/>
            <p:cNvSpPr/>
            <p:nvPr/>
          </p:nvSpPr>
          <p:spPr>
            <a:xfrm>
              <a:off x="5518112" y="247788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t4110"/>
            <p:cNvSpPr/>
            <p:nvPr/>
          </p:nvSpPr>
          <p:spPr>
            <a:xfrm>
              <a:off x="5630028" y="24435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t4111"/>
            <p:cNvSpPr/>
            <p:nvPr/>
          </p:nvSpPr>
          <p:spPr>
            <a:xfrm>
              <a:off x="6035396" y="201977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t4112"/>
            <p:cNvSpPr/>
            <p:nvPr/>
          </p:nvSpPr>
          <p:spPr>
            <a:xfrm>
              <a:off x="5679861" y="217873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t4113"/>
            <p:cNvSpPr/>
            <p:nvPr/>
          </p:nvSpPr>
          <p:spPr>
            <a:xfrm>
              <a:off x="5575103" y="21245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t4114"/>
            <p:cNvSpPr/>
            <p:nvPr/>
          </p:nvSpPr>
          <p:spPr>
            <a:xfrm>
              <a:off x="5678872" y="234627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t4115"/>
            <p:cNvSpPr/>
            <p:nvPr/>
          </p:nvSpPr>
          <p:spPr>
            <a:xfrm>
              <a:off x="5686865" y="226394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t4116"/>
            <p:cNvSpPr/>
            <p:nvPr/>
          </p:nvSpPr>
          <p:spPr>
            <a:xfrm>
              <a:off x="6062472" y="18983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t4117"/>
            <p:cNvSpPr/>
            <p:nvPr/>
          </p:nvSpPr>
          <p:spPr>
            <a:xfrm>
              <a:off x="5557850" y="226793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t4118"/>
            <p:cNvSpPr/>
            <p:nvPr/>
          </p:nvSpPr>
          <p:spPr>
            <a:xfrm>
              <a:off x="5508848" y="222836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t4119"/>
            <p:cNvSpPr/>
            <p:nvPr/>
          </p:nvSpPr>
          <p:spPr>
            <a:xfrm>
              <a:off x="5577025" y="24289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t4120"/>
            <p:cNvSpPr/>
            <p:nvPr/>
          </p:nvSpPr>
          <p:spPr>
            <a:xfrm>
              <a:off x="5580495" y="239836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t4121"/>
            <p:cNvSpPr/>
            <p:nvPr/>
          </p:nvSpPr>
          <p:spPr>
            <a:xfrm>
              <a:off x="5582839" y="193134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t4122"/>
            <p:cNvSpPr/>
            <p:nvPr/>
          </p:nvSpPr>
          <p:spPr>
            <a:xfrm>
              <a:off x="5561461" y="237509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t4123"/>
            <p:cNvSpPr/>
            <p:nvPr/>
          </p:nvSpPr>
          <p:spPr>
            <a:xfrm>
              <a:off x="5281929" y="195664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t4124"/>
            <p:cNvSpPr/>
            <p:nvPr/>
          </p:nvSpPr>
          <p:spPr>
            <a:xfrm>
              <a:off x="5442566" y="24295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t4125"/>
            <p:cNvSpPr/>
            <p:nvPr/>
          </p:nvSpPr>
          <p:spPr>
            <a:xfrm>
              <a:off x="5434665" y="225205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t4126"/>
            <p:cNvSpPr/>
            <p:nvPr/>
          </p:nvSpPr>
          <p:spPr>
            <a:xfrm>
              <a:off x="5636721" y="243688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t4127"/>
            <p:cNvSpPr/>
            <p:nvPr/>
          </p:nvSpPr>
          <p:spPr>
            <a:xfrm>
              <a:off x="5620130" y="20876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t4128"/>
            <p:cNvSpPr/>
            <p:nvPr/>
          </p:nvSpPr>
          <p:spPr>
            <a:xfrm>
              <a:off x="5547455" y="236917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t4129"/>
            <p:cNvSpPr/>
            <p:nvPr/>
          </p:nvSpPr>
          <p:spPr>
            <a:xfrm>
              <a:off x="5574901" y="236855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t4130"/>
            <p:cNvSpPr/>
            <p:nvPr/>
          </p:nvSpPr>
          <p:spPr>
            <a:xfrm>
              <a:off x="5715580" y="219644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t4131"/>
            <p:cNvSpPr/>
            <p:nvPr/>
          </p:nvSpPr>
          <p:spPr>
            <a:xfrm>
              <a:off x="5510908" y="240599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t4132"/>
            <p:cNvSpPr/>
            <p:nvPr/>
          </p:nvSpPr>
          <p:spPr>
            <a:xfrm>
              <a:off x="5597968" y="236855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t4133"/>
            <p:cNvSpPr/>
            <p:nvPr/>
          </p:nvSpPr>
          <p:spPr>
            <a:xfrm>
              <a:off x="5703163" y="245968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t4134"/>
            <p:cNvSpPr/>
            <p:nvPr/>
          </p:nvSpPr>
          <p:spPr>
            <a:xfrm>
              <a:off x="5729762" y="256932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t4135"/>
            <p:cNvSpPr/>
            <p:nvPr/>
          </p:nvSpPr>
          <p:spPr>
            <a:xfrm>
              <a:off x="5662993" y="273250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t4136"/>
            <p:cNvSpPr/>
            <p:nvPr/>
          </p:nvSpPr>
          <p:spPr>
            <a:xfrm>
              <a:off x="5506267" y="239396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t4137"/>
            <p:cNvSpPr/>
            <p:nvPr/>
          </p:nvSpPr>
          <p:spPr>
            <a:xfrm>
              <a:off x="5599061" y="24692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t4138"/>
            <p:cNvSpPr/>
            <p:nvPr/>
          </p:nvSpPr>
          <p:spPr>
            <a:xfrm>
              <a:off x="5751519" y="22860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t4139"/>
            <p:cNvSpPr/>
            <p:nvPr/>
          </p:nvSpPr>
          <p:spPr>
            <a:xfrm>
              <a:off x="5607028" y="226515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t4140"/>
            <p:cNvSpPr/>
            <p:nvPr/>
          </p:nvSpPr>
          <p:spPr>
            <a:xfrm>
              <a:off x="5521370" y="237903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t4141"/>
            <p:cNvSpPr/>
            <p:nvPr/>
          </p:nvSpPr>
          <p:spPr>
            <a:xfrm>
              <a:off x="5568760" y="235224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t4142"/>
            <p:cNvSpPr/>
            <p:nvPr/>
          </p:nvSpPr>
          <p:spPr>
            <a:xfrm>
              <a:off x="5469709" y="240670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t4143"/>
            <p:cNvSpPr/>
            <p:nvPr/>
          </p:nvSpPr>
          <p:spPr>
            <a:xfrm>
              <a:off x="5744931" y="184976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t4144"/>
            <p:cNvSpPr/>
            <p:nvPr/>
          </p:nvSpPr>
          <p:spPr>
            <a:xfrm>
              <a:off x="5667062" y="236947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t4145"/>
            <p:cNvSpPr/>
            <p:nvPr/>
          </p:nvSpPr>
          <p:spPr>
            <a:xfrm>
              <a:off x="5802024" y="242107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t4146"/>
            <p:cNvSpPr/>
            <p:nvPr/>
          </p:nvSpPr>
          <p:spPr>
            <a:xfrm>
              <a:off x="5672927" y="221862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t4147"/>
            <p:cNvSpPr/>
            <p:nvPr/>
          </p:nvSpPr>
          <p:spPr>
            <a:xfrm>
              <a:off x="5733128" y="19634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t4148"/>
            <p:cNvSpPr/>
            <p:nvPr/>
          </p:nvSpPr>
          <p:spPr>
            <a:xfrm>
              <a:off x="5701201" y="21796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t4149"/>
            <p:cNvSpPr/>
            <p:nvPr/>
          </p:nvSpPr>
          <p:spPr>
            <a:xfrm>
              <a:off x="5682772" y="230375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t4150"/>
            <p:cNvSpPr/>
            <p:nvPr/>
          </p:nvSpPr>
          <p:spPr>
            <a:xfrm>
              <a:off x="5569431" y="209149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t4151"/>
            <p:cNvSpPr/>
            <p:nvPr/>
          </p:nvSpPr>
          <p:spPr>
            <a:xfrm>
              <a:off x="5684922" y="218033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t4152"/>
            <p:cNvSpPr/>
            <p:nvPr/>
          </p:nvSpPr>
          <p:spPr>
            <a:xfrm>
              <a:off x="5608877" y="208346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t4153"/>
            <p:cNvSpPr/>
            <p:nvPr/>
          </p:nvSpPr>
          <p:spPr>
            <a:xfrm>
              <a:off x="5576876" y="205578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t4154"/>
            <p:cNvSpPr/>
            <p:nvPr/>
          </p:nvSpPr>
          <p:spPr>
            <a:xfrm>
              <a:off x="5362801" y="229102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t4155"/>
            <p:cNvSpPr/>
            <p:nvPr/>
          </p:nvSpPr>
          <p:spPr>
            <a:xfrm>
              <a:off x="5586367" y="207057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t4156"/>
            <p:cNvSpPr/>
            <p:nvPr/>
          </p:nvSpPr>
          <p:spPr>
            <a:xfrm>
              <a:off x="5655022" y="229746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t4157"/>
            <p:cNvSpPr/>
            <p:nvPr/>
          </p:nvSpPr>
          <p:spPr>
            <a:xfrm>
              <a:off x="5468297" y="262581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t4158"/>
            <p:cNvSpPr/>
            <p:nvPr/>
          </p:nvSpPr>
          <p:spPr>
            <a:xfrm>
              <a:off x="5664955" y="219740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t4159"/>
            <p:cNvSpPr/>
            <p:nvPr/>
          </p:nvSpPr>
          <p:spPr>
            <a:xfrm>
              <a:off x="5517188" y="26229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t4160"/>
            <p:cNvSpPr/>
            <p:nvPr/>
          </p:nvSpPr>
          <p:spPr>
            <a:xfrm>
              <a:off x="5406671" y="239377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t4161"/>
            <p:cNvSpPr/>
            <p:nvPr/>
          </p:nvSpPr>
          <p:spPr>
            <a:xfrm>
              <a:off x="5537389" y="257900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t4162"/>
            <p:cNvSpPr/>
            <p:nvPr/>
          </p:nvSpPr>
          <p:spPr>
            <a:xfrm>
              <a:off x="5469742" y="25211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t4163"/>
            <p:cNvSpPr/>
            <p:nvPr/>
          </p:nvSpPr>
          <p:spPr>
            <a:xfrm>
              <a:off x="5577173" y="22727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t4164"/>
            <p:cNvSpPr/>
            <p:nvPr/>
          </p:nvSpPr>
          <p:spPr>
            <a:xfrm>
              <a:off x="5487975" y="224459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t4165"/>
            <p:cNvSpPr/>
            <p:nvPr/>
          </p:nvSpPr>
          <p:spPr>
            <a:xfrm>
              <a:off x="5586226" y="22213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t4166"/>
            <p:cNvSpPr/>
            <p:nvPr/>
          </p:nvSpPr>
          <p:spPr>
            <a:xfrm>
              <a:off x="5574595" y="217977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t4167"/>
            <p:cNvSpPr/>
            <p:nvPr/>
          </p:nvSpPr>
          <p:spPr>
            <a:xfrm>
              <a:off x="5214792" y="194612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t4168"/>
            <p:cNvSpPr/>
            <p:nvPr/>
          </p:nvSpPr>
          <p:spPr>
            <a:xfrm>
              <a:off x="5917641" y="16996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t4169"/>
            <p:cNvSpPr/>
            <p:nvPr/>
          </p:nvSpPr>
          <p:spPr>
            <a:xfrm>
              <a:off x="5867056" y="23012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t4170"/>
            <p:cNvSpPr/>
            <p:nvPr/>
          </p:nvSpPr>
          <p:spPr>
            <a:xfrm>
              <a:off x="5810157" y="264653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t4171"/>
            <p:cNvSpPr/>
            <p:nvPr/>
          </p:nvSpPr>
          <p:spPr>
            <a:xfrm>
              <a:off x="5632624" y="255240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t4172"/>
            <p:cNvSpPr/>
            <p:nvPr/>
          </p:nvSpPr>
          <p:spPr>
            <a:xfrm>
              <a:off x="5743276" y="203980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t4173"/>
            <p:cNvSpPr/>
            <p:nvPr/>
          </p:nvSpPr>
          <p:spPr>
            <a:xfrm>
              <a:off x="5801515" y="249398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t4174"/>
            <p:cNvSpPr/>
            <p:nvPr/>
          </p:nvSpPr>
          <p:spPr>
            <a:xfrm>
              <a:off x="5587329" y="226205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t4175"/>
            <p:cNvSpPr/>
            <p:nvPr/>
          </p:nvSpPr>
          <p:spPr>
            <a:xfrm>
              <a:off x="5834064" y="205700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t4176"/>
            <p:cNvSpPr/>
            <p:nvPr/>
          </p:nvSpPr>
          <p:spPr>
            <a:xfrm>
              <a:off x="5560306" y="236926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t4177"/>
            <p:cNvSpPr/>
            <p:nvPr/>
          </p:nvSpPr>
          <p:spPr>
            <a:xfrm>
              <a:off x="5608950" y="21984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t4178"/>
            <p:cNvSpPr/>
            <p:nvPr/>
          </p:nvSpPr>
          <p:spPr>
            <a:xfrm>
              <a:off x="5761567" y="249328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t4179"/>
            <p:cNvSpPr/>
            <p:nvPr/>
          </p:nvSpPr>
          <p:spPr>
            <a:xfrm>
              <a:off x="5585701" y="242934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t4180"/>
            <p:cNvSpPr/>
            <p:nvPr/>
          </p:nvSpPr>
          <p:spPr>
            <a:xfrm>
              <a:off x="5593395" y="238927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t4181"/>
            <p:cNvSpPr/>
            <p:nvPr/>
          </p:nvSpPr>
          <p:spPr>
            <a:xfrm>
              <a:off x="5504953" y="264232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t4182"/>
            <p:cNvSpPr/>
            <p:nvPr/>
          </p:nvSpPr>
          <p:spPr>
            <a:xfrm>
              <a:off x="5601487" y="238162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t4183"/>
            <p:cNvSpPr/>
            <p:nvPr/>
          </p:nvSpPr>
          <p:spPr>
            <a:xfrm>
              <a:off x="5540066" y="270681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t4184"/>
            <p:cNvSpPr/>
            <p:nvPr/>
          </p:nvSpPr>
          <p:spPr>
            <a:xfrm>
              <a:off x="5469692" y="222492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t4185"/>
            <p:cNvSpPr/>
            <p:nvPr/>
          </p:nvSpPr>
          <p:spPr>
            <a:xfrm>
              <a:off x="5507908" y="242114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t4186"/>
            <p:cNvSpPr/>
            <p:nvPr/>
          </p:nvSpPr>
          <p:spPr>
            <a:xfrm>
              <a:off x="5405747" y="209446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t4187"/>
            <p:cNvSpPr/>
            <p:nvPr/>
          </p:nvSpPr>
          <p:spPr>
            <a:xfrm>
              <a:off x="5568045" y="198671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t4188"/>
            <p:cNvSpPr/>
            <p:nvPr/>
          </p:nvSpPr>
          <p:spPr>
            <a:xfrm>
              <a:off x="5615004" y="195828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t4189"/>
            <p:cNvSpPr/>
            <p:nvPr/>
          </p:nvSpPr>
          <p:spPr>
            <a:xfrm>
              <a:off x="5591026" y="235552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t4190"/>
            <p:cNvSpPr/>
            <p:nvPr/>
          </p:nvSpPr>
          <p:spPr>
            <a:xfrm>
              <a:off x="5569078" y="232777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t4191"/>
            <p:cNvSpPr/>
            <p:nvPr/>
          </p:nvSpPr>
          <p:spPr>
            <a:xfrm>
              <a:off x="5241166" y="21379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t4192"/>
            <p:cNvSpPr/>
            <p:nvPr/>
          </p:nvSpPr>
          <p:spPr>
            <a:xfrm>
              <a:off x="5617004" y="229307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t4193"/>
            <p:cNvSpPr/>
            <p:nvPr/>
          </p:nvSpPr>
          <p:spPr>
            <a:xfrm>
              <a:off x="5581143" y="219702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t4194"/>
            <p:cNvSpPr/>
            <p:nvPr/>
          </p:nvSpPr>
          <p:spPr>
            <a:xfrm>
              <a:off x="5506653" y="232631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" name="pt4195"/>
            <p:cNvSpPr/>
            <p:nvPr/>
          </p:nvSpPr>
          <p:spPr>
            <a:xfrm>
              <a:off x="5566276" y="209733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" name="pt4196"/>
            <p:cNvSpPr/>
            <p:nvPr/>
          </p:nvSpPr>
          <p:spPr>
            <a:xfrm>
              <a:off x="5512686" y="198522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pt4197"/>
            <p:cNvSpPr/>
            <p:nvPr/>
          </p:nvSpPr>
          <p:spPr>
            <a:xfrm>
              <a:off x="5516851" y="221524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" name="pt4198"/>
            <p:cNvSpPr/>
            <p:nvPr/>
          </p:nvSpPr>
          <p:spPr>
            <a:xfrm>
              <a:off x="5339779" y="20152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" name="pt4199"/>
            <p:cNvSpPr/>
            <p:nvPr/>
          </p:nvSpPr>
          <p:spPr>
            <a:xfrm>
              <a:off x="5515858" y="193991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pt4200"/>
            <p:cNvSpPr/>
            <p:nvPr/>
          </p:nvSpPr>
          <p:spPr>
            <a:xfrm>
              <a:off x="5442500" y="187872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" name="pt4201"/>
            <p:cNvSpPr/>
            <p:nvPr/>
          </p:nvSpPr>
          <p:spPr>
            <a:xfrm>
              <a:off x="5535082" y="21698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" name="pt4202"/>
            <p:cNvSpPr/>
            <p:nvPr/>
          </p:nvSpPr>
          <p:spPr>
            <a:xfrm>
              <a:off x="5584556" y="217887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pt4203"/>
            <p:cNvSpPr/>
            <p:nvPr/>
          </p:nvSpPr>
          <p:spPr>
            <a:xfrm>
              <a:off x="5587672" y="236479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" name="pt4204"/>
            <p:cNvSpPr/>
            <p:nvPr/>
          </p:nvSpPr>
          <p:spPr>
            <a:xfrm>
              <a:off x="5418118" y="23598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" name="pt4205"/>
            <p:cNvSpPr/>
            <p:nvPr/>
          </p:nvSpPr>
          <p:spPr>
            <a:xfrm>
              <a:off x="5589628" y="204589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pt4206"/>
            <p:cNvSpPr/>
            <p:nvPr/>
          </p:nvSpPr>
          <p:spPr>
            <a:xfrm>
              <a:off x="5636249" y="238636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" name="pt4207"/>
            <p:cNvSpPr/>
            <p:nvPr/>
          </p:nvSpPr>
          <p:spPr>
            <a:xfrm>
              <a:off x="5598208" y="21493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" name="pt4208"/>
            <p:cNvSpPr/>
            <p:nvPr/>
          </p:nvSpPr>
          <p:spPr>
            <a:xfrm>
              <a:off x="5683784" y="209177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pt4209"/>
            <p:cNvSpPr/>
            <p:nvPr/>
          </p:nvSpPr>
          <p:spPr>
            <a:xfrm>
              <a:off x="5601490" y="210236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" name="pt4210"/>
            <p:cNvSpPr/>
            <p:nvPr/>
          </p:nvSpPr>
          <p:spPr>
            <a:xfrm>
              <a:off x="5553873" y="212990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" name="pt4211"/>
            <p:cNvSpPr/>
            <p:nvPr/>
          </p:nvSpPr>
          <p:spPr>
            <a:xfrm>
              <a:off x="5543448" y="215183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" name="pt4212"/>
            <p:cNvSpPr/>
            <p:nvPr/>
          </p:nvSpPr>
          <p:spPr>
            <a:xfrm>
              <a:off x="5521417" y="239765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" name="pt4213"/>
            <p:cNvSpPr/>
            <p:nvPr/>
          </p:nvSpPr>
          <p:spPr>
            <a:xfrm>
              <a:off x="5441166" y="223514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" name="pt4214"/>
            <p:cNvSpPr/>
            <p:nvPr/>
          </p:nvSpPr>
          <p:spPr>
            <a:xfrm>
              <a:off x="5550248" y="247101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t4215"/>
            <p:cNvSpPr/>
            <p:nvPr/>
          </p:nvSpPr>
          <p:spPr>
            <a:xfrm>
              <a:off x="5525773" y="25131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t4216"/>
            <p:cNvSpPr/>
            <p:nvPr/>
          </p:nvSpPr>
          <p:spPr>
            <a:xfrm>
              <a:off x="5248691" y="209951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t4217"/>
            <p:cNvSpPr/>
            <p:nvPr/>
          </p:nvSpPr>
          <p:spPr>
            <a:xfrm>
              <a:off x="5523267" y="222677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t4218"/>
            <p:cNvSpPr/>
            <p:nvPr/>
          </p:nvSpPr>
          <p:spPr>
            <a:xfrm>
              <a:off x="5543991" y="23858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t4219"/>
            <p:cNvSpPr/>
            <p:nvPr/>
          </p:nvSpPr>
          <p:spPr>
            <a:xfrm>
              <a:off x="5568325" y="219758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t4220"/>
            <p:cNvSpPr/>
            <p:nvPr/>
          </p:nvSpPr>
          <p:spPr>
            <a:xfrm>
              <a:off x="5514082" y="207835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t4221"/>
            <p:cNvSpPr/>
            <p:nvPr/>
          </p:nvSpPr>
          <p:spPr>
            <a:xfrm>
              <a:off x="5542280" y="203152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t4222"/>
            <p:cNvSpPr/>
            <p:nvPr/>
          </p:nvSpPr>
          <p:spPr>
            <a:xfrm>
              <a:off x="5496838" y="230994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pt4223"/>
            <p:cNvSpPr/>
            <p:nvPr/>
          </p:nvSpPr>
          <p:spPr>
            <a:xfrm>
              <a:off x="5518448" y="248127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" name="pt4224"/>
            <p:cNvSpPr/>
            <p:nvPr/>
          </p:nvSpPr>
          <p:spPr>
            <a:xfrm>
              <a:off x="5579932" y="19565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" name="pt4225"/>
            <p:cNvSpPr/>
            <p:nvPr/>
          </p:nvSpPr>
          <p:spPr>
            <a:xfrm>
              <a:off x="5474461" y="246347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" name="pt4226"/>
            <p:cNvSpPr/>
            <p:nvPr/>
          </p:nvSpPr>
          <p:spPr>
            <a:xfrm>
              <a:off x="5592218" y="218218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" name="pt4227"/>
            <p:cNvSpPr/>
            <p:nvPr/>
          </p:nvSpPr>
          <p:spPr>
            <a:xfrm>
              <a:off x="5528166" y="192862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" name="pt4228"/>
            <p:cNvSpPr/>
            <p:nvPr/>
          </p:nvSpPr>
          <p:spPr>
            <a:xfrm>
              <a:off x="5472571" y="194062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" name="pt4229"/>
            <p:cNvSpPr/>
            <p:nvPr/>
          </p:nvSpPr>
          <p:spPr>
            <a:xfrm>
              <a:off x="5566573" y="214408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" name="pt4230"/>
            <p:cNvSpPr/>
            <p:nvPr/>
          </p:nvSpPr>
          <p:spPr>
            <a:xfrm>
              <a:off x="5487792" y="211063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" name="pt4231"/>
            <p:cNvSpPr/>
            <p:nvPr/>
          </p:nvSpPr>
          <p:spPr>
            <a:xfrm>
              <a:off x="5564511" y="240708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t4232"/>
            <p:cNvSpPr/>
            <p:nvPr/>
          </p:nvSpPr>
          <p:spPr>
            <a:xfrm>
              <a:off x="5478649" y="221101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t4233"/>
            <p:cNvSpPr/>
            <p:nvPr/>
          </p:nvSpPr>
          <p:spPr>
            <a:xfrm>
              <a:off x="5544124" y="198180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t4234"/>
            <p:cNvSpPr/>
            <p:nvPr/>
          </p:nvSpPr>
          <p:spPr>
            <a:xfrm>
              <a:off x="5459623" y="247389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t4235"/>
            <p:cNvSpPr/>
            <p:nvPr/>
          </p:nvSpPr>
          <p:spPr>
            <a:xfrm>
              <a:off x="5481418" y="240534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t4236"/>
            <p:cNvSpPr/>
            <p:nvPr/>
          </p:nvSpPr>
          <p:spPr>
            <a:xfrm>
              <a:off x="5488248" y="223283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t4237"/>
            <p:cNvSpPr/>
            <p:nvPr/>
          </p:nvSpPr>
          <p:spPr>
            <a:xfrm>
              <a:off x="5612279" y="226273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t4238"/>
            <p:cNvSpPr/>
            <p:nvPr/>
          </p:nvSpPr>
          <p:spPr>
            <a:xfrm>
              <a:off x="5584493" y="22759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t4239"/>
            <p:cNvSpPr/>
            <p:nvPr/>
          </p:nvSpPr>
          <p:spPr>
            <a:xfrm>
              <a:off x="5439029" y="245586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t4240"/>
            <p:cNvSpPr/>
            <p:nvPr/>
          </p:nvSpPr>
          <p:spPr>
            <a:xfrm>
              <a:off x="5712566" y="22509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t4241"/>
            <p:cNvSpPr/>
            <p:nvPr/>
          </p:nvSpPr>
          <p:spPr>
            <a:xfrm>
              <a:off x="5487184" y="227905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t4242"/>
            <p:cNvSpPr/>
            <p:nvPr/>
          </p:nvSpPr>
          <p:spPr>
            <a:xfrm>
              <a:off x="5609880" y="259357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t4243"/>
            <p:cNvSpPr/>
            <p:nvPr/>
          </p:nvSpPr>
          <p:spPr>
            <a:xfrm>
              <a:off x="5465410" y="252192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t4244"/>
            <p:cNvSpPr/>
            <p:nvPr/>
          </p:nvSpPr>
          <p:spPr>
            <a:xfrm>
              <a:off x="5564026" y="258150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t4245"/>
            <p:cNvSpPr/>
            <p:nvPr/>
          </p:nvSpPr>
          <p:spPr>
            <a:xfrm>
              <a:off x="5600878" y="18948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t4246"/>
            <p:cNvSpPr/>
            <p:nvPr/>
          </p:nvSpPr>
          <p:spPr>
            <a:xfrm>
              <a:off x="5548311" y="24136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t4247"/>
            <p:cNvSpPr/>
            <p:nvPr/>
          </p:nvSpPr>
          <p:spPr>
            <a:xfrm>
              <a:off x="5414201" y="233944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t4248"/>
            <p:cNvSpPr/>
            <p:nvPr/>
          </p:nvSpPr>
          <p:spPr>
            <a:xfrm>
              <a:off x="5558954" y="264061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t4249"/>
            <p:cNvSpPr/>
            <p:nvPr/>
          </p:nvSpPr>
          <p:spPr>
            <a:xfrm>
              <a:off x="5550660" y="2175317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t4250"/>
            <p:cNvSpPr/>
            <p:nvPr/>
          </p:nvSpPr>
          <p:spPr>
            <a:xfrm>
              <a:off x="5508186" y="238318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" name="pt4251"/>
            <p:cNvSpPr/>
            <p:nvPr/>
          </p:nvSpPr>
          <p:spPr>
            <a:xfrm>
              <a:off x="5520408" y="224881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pt4252"/>
            <p:cNvSpPr/>
            <p:nvPr/>
          </p:nvSpPr>
          <p:spPr>
            <a:xfrm>
              <a:off x="5540104" y="2398383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" name="pt4253"/>
            <p:cNvSpPr/>
            <p:nvPr/>
          </p:nvSpPr>
          <p:spPr>
            <a:xfrm>
              <a:off x="5482112" y="239598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" name="pt4254"/>
            <p:cNvSpPr/>
            <p:nvPr/>
          </p:nvSpPr>
          <p:spPr>
            <a:xfrm>
              <a:off x="5580416" y="199067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" name="pt4255"/>
            <p:cNvSpPr/>
            <p:nvPr/>
          </p:nvSpPr>
          <p:spPr>
            <a:xfrm>
              <a:off x="5541358" y="212452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" name="pt4256"/>
            <p:cNvSpPr/>
            <p:nvPr/>
          </p:nvSpPr>
          <p:spPr>
            <a:xfrm>
              <a:off x="5499166" y="17984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" name="pt4257"/>
            <p:cNvSpPr/>
            <p:nvPr/>
          </p:nvSpPr>
          <p:spPr>
            <a:xfrm>
              <a:off x="5740851" y="200510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" name="pt4258"/>
            <p:cNvSpPr/>
            <p:nvPr/>
          </p:nvSpPr>
          <p:spPr>
            <a:xfrm>
              <a:off x="5566869" y="213958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" name="pt4259"/>
            <p:cNvSpPr/>
            <p:nvPr/>
          </p:nvSpPr>
          <p:spPr>
            <a:xfrm>
              <a:off x="5599342" y="212319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" name="pt4260"/>
            <p:cNvSpPr/>
            <p:nvPr/>
          </p:nvSpPr>
          <p:spPr>
            <a:xfrm>
              <a:off x="5611677" y="252561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" name="pt4261"/>
            <p:cNvSpPr/>
            <p:nvPr/>
          </p:nvSpPr>
          <p:spPr>
            <a:xfrm>
              <a:off x="5574169" y="256979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" name="pt4262"/>
            <p:cNvSpPr/>
            <p:nvPr/>
          </p:nvSpPr>
          <p:spPr>
            <a:xfrm>
              <a:off x="5605111" y="19665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" name="pt4263"/>
            <p:cNvSpPr/>
            <p:nvPr/>
          </p:nvSpPr>
          <p:spPr>
            <a:xfrm>
              <a:off x="5247414" y="231348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" name="pt4264"/>
            <p:cNvSpPr/>
            <p:nvPr/>
          </p:nvSpPr>
          <p:spPr>
            <a:xfrm>
              <a:off x="5390683" y="255851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" name="pt4265"/>
            <p:cNvSpPr/>
            <p:nvPr/>
          </p:nvSpPr>
          <p:spPr>
            <a:xfrm>
              <a:off x="5606309" y="226760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" name="pt4266"/>
            <p:cNvSpPr/>
            <p:nvPr/>
          </p:nvSpPr>
          <p:spPr>
            <a:xfrm>
              <a:off x="5674061" y="23489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" name="pt4267"/>
            <p:cNvSpPr/>
            <p:nvPr/>
          </p:nvSpPr>
          <p:spPr>
            <a:xfrm>
              <a:off x="5575395" y="231862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" name="pt4268"/>
            <p:cNvSpPr/>
            <p:nvPr/>
          </p:nvSpPr>
          <p:spPr>
            <a:xfrm>
              <a:off x="5625578" y="236182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" name="pt4269"/>
            <p:cNvSpPr/>
            <p:nvPr/>
          </p:nvSpPr>
          <p:spPr>
            <a:xfrm>
              <a:off x="5576105" y="195186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pt4270"/>
            <p:cNvSpPr/>
            <p:nvPr/>
          </p:nvSpPr>
          <p:spPr>
            <a:xfrm>
              <a:off x="5597083" y="20713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" name="pt4271"/>
            <p:cNvSpPr/>
            <p:nvPr/>
          </p:nvSpPr>
          <p:spPr>
            <a:xfrm>
              <a:off x="5637050" y="202096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t4272"/>
            <p:cNvSpPr/>
            <p:nvPr/>
          </p:nvSpPr>
          <p:spPr>
            <a:xfrm>
              <a:off x="5721275" y="208345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t4273"/>
            <p:cNvSpPr/>
            <p:nvPr/>
          </p:nvSpPr>
          <p:spPr>
            <a:xfrm>
              <a:off x="5688068" y="251631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t4274"/>
            <p:cNvSpPr/>
            <p:nvPr/>
          </p:nvSpPr>
          <p:spPr>
            <a:xfrm>
              <a:off x="5530450" y="20841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t4275"/>
            <p:cNvSpPr/>
            <p:nvPr/>
          </p:nvSpPr>
          <p:spPr>
            <a:xfrm>
              <a:off x="5630577" y="239864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t4276"/>
            <p:cNvSpPr/>
            <p:nvPr/>
          </p:nvSpPr>
          <p:spPr>
            <a:xfrm>
              <a:off x="5596471" y="199422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t4277"/>
            <p:cNvSpPr/>
            <p:nvPr/>
          </p:nvSpPr>
          <p:spPr>
            <a:xfrm>
              <a:off x="5531971" y="2182924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t4278"/>
            <p:cNvSpPr/>
            <p:nvPr/>
          </p:nvSpPr>
          <p:spPr>
            <a:xfrm>
              <a:off x="5546403" y="203681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t4279"/>
            <p:cNvSpPr/>
            <p:nvPr/>
          </p:nvSpPr>
          <p:spPr>
            <a:xfrm>
              <a:off x="5612131" y="237722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t4280"/>
            <p:cNvSpPr/>
            <p:nvPr/>
          </p:nvSpPr>
          <p:spPr>
            <a:xfrm>
              <a:off x="5657596" y="198094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t4281"/>
            <p:cNvSpPr/>
            <p:nvPr/>
          </p:nvSpPr>
          <p:spPr>
            <a:xfrm>
              <a:off x="5575806" y="20657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t4282"/>
            <p:cNvSpPr/>
            <p:nvPr/>
          </p:nvSpPr>
          <p:spPr>
            <a:xfrm>
              <a:off x="5497904" y="221203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t4283"/>
            <p:cNvSpPr/>
            <p:nvPr/>
          </p:nvSpPr>
          <p:spPr>
            <a:xfrm>
              <a:off x="5633627" y="199299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t4284"/>
            <p:cNvSpPr/>
            <p:nvPr/>
          </p:nvSpPr>
          <p:spPr>
            <a:xfrm>
              <a:off x="5551579" y="2151502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t4285"/>
            <p:cNvSpPr/>
            <p:nvPr/>
          </p:nvSpPr>
          <p:spPr>
            <a:xfrm>
              <a:off x="5531421" y="271877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t4286"/>
            <p:cNvSpPr/>
            <p:nvPr/>
          </p:nvSpPr>
          <p:spPr>
            <a:xfrm>
              <a:off x="5499131" y="223481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t4287"/>
            <p:cNvSpPr/>
            <p:nvPr/>
          </p:nvSpPr>
          <p:spPr>
            <a:xfrm>
              <a:off x="5526263" y="245940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t4288"/>
            <p:cNvSpPr/>
            <p:nvPr/>
          </p:nvSpPr>
          <p:spPr>
            <a:xfrm>
              <a:off x="5454164" y="262135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t4289"/>
            <p:cNvSpPr/>
            <p:nvPr/>
          </p:nvSpPr>
          <p:spPr>
            <a:xfrm>
              <a:off x="5499684" y="241831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t4290"/>
            <p:cNvSpPr/>
            <p:nvPr/>
          </p:nvSpPr>
          <p:spPr>
            <a:xfrm>
              <a:off x="5611597" y="265066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t4291"/>
            <p:cNvSpPr/>
            <p:nvPr/>
          </p:nvSpPr>
          <p:spPr>
            <a:xfrm>
              <a:off x="5467614" y="226177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t4292"/>
            <p:cNvSpPr/>
            <p:nvPr/>
          </p:nvSpPr>
          <p:spPr>
            <a:xfrm>
              <a:off x="5566005" y="228476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t4293"/>
            <p:cNvSpPr/>
            <p:nvPr/>
          </p:nvSpPr>
          <p:spPr>
            <a:xfrm>
              <a:off x="5629169" y="231151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t4294"/>
            <p:cNvSpPr/>
            <p:nvPr/>
          </p:nvSpPr>
          <p:spPr>
            <a:xfrm>
              <a:off x="5309248" y="225840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t4295"/>
            <p:cNvSpPr/>
            <p:nvPr/>
          </p:nvSpPr>
          <p:spPr>
            <a:xfrm>
              <a:off x="5606586" y="252431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t4296"/>
            <p:cNvSpPr/>
            <p:nvPr/>
          </p:nvSpPr>
          <p:spPr>
            <a:xfrm>
              <a:off x="5778220" y="229529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t4297"/>
            <p:cNvSpPr/>
            <p:nvPr/>
          </p:nvSpPr>
          <p:spPr>
            <a:xfrm>
              <a:off x="5484531" y="222495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t4298"/>
            <p:cNvSpPr/>
            <p:nvPr/>
          </p:nvSpPr>
          <p:spPr>
            <a:xfrm>
              <a:off x="5614055" y="25140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t4299"/>
            <p:cNvSpPr/>
            <p:nvPr/>
          </p:nvSpPr>
          <p:spPr>
            <a:xfrm>
              <a:off x="5567076" y="223999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t4300"/>
            <p:cNvSpPr/>
            <p:nvPr/>
          </p:nvSpPr>
          <p:spPr>
            <a:xfrm>
              <a:off x="5317894" y="2335298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t4301"/>
            <p:cNvSpPr/>
            <p:nvPr/>
          </p:nvSpPr>
          <p:spPr>
            <a:xfrm>
              <a:off x="5430209" y="22396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t4302"/>
            <p:cNvSpPr/>
            <p:nvPr/>
          </p:nvSpPr>
          <p:spPr>
            <a:xfrm>
              <a:off x="5410044" y="228986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t4303"/>
            <p:cNvSpPr/>
            <p:nvPr/>
          </p:nvSpPr>
          <p:spPr>
            <a:xfrm>
              <a:off x="5413419" y="244674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t4304"/>
            <p:cNvSpPr/>
            <p:nvPr/>
          </p:nvSpPr>
          <p:spPr>
            <a:xfrm>
              <a:off x="5385658" y="25638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t4305"/>
            <p:cNvSpPr/>
            <p:nvPr/>
          </p:nvSpPr>
          <p:spPr>
            <a:xfrm>
              <a:off x="5388507" y="185046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t4306"/>
            <p:cNvSpPr/>
            <p:nvPr/>
          </p:nvSpPr>
          <p:spPr>
            <a:xfrm>
              <a:off x="5347135" y="221710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t4307"/>
            <p:cNvSpPr/>
            <p:nvPr/>
          </p:nvSpPr>
          <p:spPr>
            <a:xfrm>
              <a:off x="5378713" y="2418449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t4308"/>
            <p:cNvSpPr/>
            <p:nvPr/>
          </p:nvSpPr>
          <p:spPr>
            <a:xfrm>
              <a:off x="5478716" y="23042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t4309"/>
            <p:cNvSpPr/>
            <p:nvPr/>
          </p:nvSpPr>
          <p:spPr>
            <a:xfrm>
              <a:off x="5358815" y="229969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t4310"/>
            <p:cNvSpPr/>
            <p:nvPr/>
          </p:nvSpPr>
          <p:spPr>
            <a:xfrm>
              <a:off x="5253739" y="227435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t4311"/>
            <p:cNvSpPr/>
            <p:nvPr/>
          </p:nvSpPr>
          <p:spPr>
            <a:xfrm>
              <a:off x="5322019" y="234240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t4312"/>
            <p:cNvSpPr/>
            <p:nvPr/>
          </p:nvSpPr>
          <p:spPr>
            <a:xfrm>
              <a:off x="5330089" y="192575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t4313"/>
            <p:cNvSpPr/>
            <p:nvPr/>
          </p:nvSpPr>
          <p:spPr>
            <a:xfrm>
              <a:off x="5583123" y="273884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t4314"/>
            <p:cNvSpPr/>
            <p:nvPr/>
          </p:nvSpPr>
          <p:spPr>
            <a:xfrm>
              <a:off x="5454071" y="275190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t4315"/>
            <p:cNvSpPr/>
            <p:nvPr/>
          </p:nvSpPr>
          <p:spPr>
            <a:xfrm>
              <a:off x="5532853" y="185939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t4316"/>
            <p:cNvSpPr/>
            <p:nvPr/>
          </p:nvSpPr>
          <p:spPr>
            <a:xfrm>
              <a:off x="5582839" y="205677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t4317"/>
            <p:cNvSpPr/>
            <p:nvPr/>
          </p:nvSpPr>
          <p:spPr>
            <a:xfrm>
              <a:off x="5283682" y="238578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t4318"/>
            <p:cNvSpPr/>
            <p:nvPr/>
          </p:nvSpPr>
          <p:spPr>
            <a:xfrm>
              <a:off x="5512892" y="206785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t4319"/>
            <p:cNvSpPr/>
            <p:nvPr/>
          </p:nvSpPr>
          <p:spPr>
            <a:xfrm>
              <a:off x="5591948" y="220812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t4320"/>
            <p:cNvSpPr/>
            <p:nvPr/>
          </p:nvSpPr>
          <p:spPr>
            <a:xfrm>
              <a:off x="5704338" y="212369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t4321"/>
            <p:cNvSpPr/>
            <p:nvPr/>
          </p:nvSpPr>
          <p:spPr>
            <a:xfrm>
              <a:off x="5584395" y="2222806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t4322"/>
            <p:cNvSpPr/>
            <p:nvPr/>
          </p:nvSpPr>
          <p:spPr>
            <a:xfrm>
              <a:off x="5477722" y="180781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t4323"/>
            <p:cNvSpPr/>
            <p:nvPr/>
          </p:nvSpPr>
          <p:spPr>
            <a:xfrm>
              <a:off x="5473638" y="193372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t4324"/>
            <p:cNvSpPr/>
            <p:nvPr/>
          </p:nvSpPr>
          <p:spPr>
            <a:xfrm>
              <a:off x="5695109" y="200205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t4325"/>
            <p:cNvSpPr/>
            <p:nvPr/>
          </p:nvSpPr>
          <p:spPr>
            <a:xfrm>
              <a:off x="5828292" y="243736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t4326"/>
            <p:cNvSpPr/>
            <p:nvPr/>
          </p:nvSpPr>
          <p:spPr>
            <a:xfrm>
              <a:off x="5794906" y="20020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t4327"/>
            <p:cNvSpPr/>
            <p:nvPr/>
          </p:nvSpPr>
          <p:spPr>
            <a:xfrm>
              <a:off x="5680587" y="219017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t4328"/>
            <p:cNvSpPr/>
            <p:nvPr/>
          </p:nvSpPr>
          <p:spPr>
            <a:xfrm>
              <a:off x="5583294" y="210227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t4329"/>
            <p:cNvSpPr/>
            <p:nvPr/>
          </p:nvSpPr>
          <p:spPr>
            <a:xfrm>
              <a:off x="5729400" y="215475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t4330"/>
            <p:cNvSpPr/>
            <p:nvPr/>
          </p:nvSpPr>
          <p:spPr>
            <a:xfrm>
              <a:off x="5664942" y="204517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t4331"/>
            <p:cNvSpPr/>
            <p:nvPr/>
          </p:nvSpPr>
          <p:spPr>
            <a:xfrm>
              <a:off x="5731830" y="23189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t4332"/>
            <p:cNvSpPr/>
            <p:nvPr/>
          </p:nvSpPr>
          <p:spPr>
            <a:xfrm>
              <a:off x="5541884" y="214758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t4333"/>
            <p:cNvSpPr/>
            <p:nvPr/>
          </p:nvSpPr>
          <p:spPr>
            <a:xfrm>
              <a:off x="5695244" y="262581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t4334"/>
            <p:cNvSpPr/>
            <p:nvPr/>
          </p:nvSpPr>
          <p:spPr>
            <a:xfrm>
              <a:off x="5479001" y="228669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t4335"/>
            <p:cNvSpPr/>
            <p:nvPr/>
          </p:nvSpPr>
          <p:spPr>
            <a:xfrm>
              <a:off x="5555269" y="205172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t4336"/>
            <p:cNvSpPr/>
            <p:nvPr/>
          </p:nvSpPr>
          <p:spPr>
            <a:xfrm>
              <a:off x="5518744" y="248509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t4337"/>
            <p:cNvSpPr/>
            <p:nvPr/>
          </p:nvSpPr>
          <p:spPr>
            <a:xfrm>
              <a:off x="5758359" y="204272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t4338"/>
            <p:cNvSpPr/>
            <p:nvPr/>
          </p:nvSpPr>
          <p:spPr>
            <a:xfrm>
              <a:off x="5574113" y="21344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t4339"/>
            <p:cNvSpPr/>
            <p:nvPr/>
          </p:nvSpPr>
          <p:spPr>
            <a:xfrm>
              <a:off x="5620438" y="230893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t4340"/>
            <p:cNvSpPr/>
            <p:nvPr/>
          </p:nvSpPr>
          <p:spPr>
            <a:xfrm>
              <a:off x="5593102" y="210667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t4341"/>
            <p:cNvSpPr/>
            <p:nvPr/>
          </p:nvSpPr>
          <p:spPr>
            <a:xfrm>
              <a:off x="5830366" y="255507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t4342"/>
            <p:cNvSpPr/>
            <p:nvPr/>
          </p:nvSpPr>
          <p:spPr>
            <a:xfrm>
              <a:off x="5801809" y="241605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t4343"/>
            <p:cNvSpPr/>
            <p:nvPr/>
          </p:nvSpPr>
          <p:spPr>
            <a:xfrm>
              <a:off x="5801472" y="233771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t4344"/>
            <p:cNvSpPr/>
            <p:nvPr/>
          </p:nvSpPr>
          <p:spPr>
            <a:xfrm>
              <a:off x="5641777" y="2309260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t4345"/>
            <p:cNvSpPr/>
            <p:nvPr/>
          </p:nvSpPr>
          <p:spPr>
            <a:xfrm>
              <a:off x="5118979" y="269901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t4346"/>
            <p:cNvSpPr/>
            <p:nvPr/>
          </p:nvSpPr>
          <p:spPr>
            <a:xfrm>
              <a:off x="5512916" y="210888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t4347"/>
            <p:cNvSpPr/>
            <p:nvPr/>
          </p:nvSpPr>
          <p:spPr>
            <a:xfrm>
              <a:off x="5492995" y="215843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t4348"/>
            <p:cNvSpPr/>
            <p:nvPr/>
          </p:nvSpPr>
          <p:spPr>
            <a:xfrm>
              <a:off x="5490450" y="222600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t4349"/>
            <p:cNvSpPr/>
            <p:nvPr/>
          </p:nvSpPr>
          <p:spPr>
            <a:xfrm>
              <a:off x="5675433" y="184143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t4350"/>
            <p:cNvSpPr/>
            <p:nvPr/>
          </p:nvSpPr>
          <p:spPr>
            <a:xfrm>
              <a:off x="5464525" y="242574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t4351"/>
            <p:cNvSpPr/>
            <p:nvPr/>
          </p:nvSpPr>
          <p:spPr>
            <a:xfrm>
              <a:off x="5556985" y="221962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t4352"/>
            <p:cNvSpPr/>
            <p:nvPr/>
          </p:nvSpPr>
          <p:spPr>
            <a:xfrm>
              <a:off x="5557933" y="209556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t4353"/>
            <p:cNvSpPr/>
            <p:nvPr/>
          </p:nvSpPr>
          <p:spPr>
            <a:xfrm>
              <a:off x="5669683" y="209682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t4354"/>
            <p:cNvSpPr/>
            <p:nvPr/>
          </p:nvSpPr>
          <p:spPr>
            <a:xfrm>
              <a:off x="5543959" y="21105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t4355"/>
            <p:cNvSpPr/>
            <p:nvPr/>
          </p:nvSpPr>
          <p:spPr>
            <a:xfrm>
              <a:off x="5542193" y="246258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t4356"/>
            <p:cNvSpPr/>
            <p:nvPr/>
          </p:nvSpPr>
          <p:spPr>
            <a:xfrm>
              <a:off x="5706728" y="24778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t4357"/>
            <p:cNvSpPr/>
            <p:nvPr/>
          </p:nvSpPr>
          <p:spPr>
            <a:xfrm>
              <a:off x="5724187" y="163462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t4358"/>
            <p:cNvSpPr/>
            <p:nvPr/>
          </p:nvSpPr>
          <p:spPr>
            <a:xfrm>
              <a:off x="5555819" y="213939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t4359"/>
            <p:cNvSpPr/>
            <p:nvPr/>
          </p:nvSpPr>
          <p:spPr>
            <a:xfrm>
              <a:off x="5519008" y="221936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t4360"/>
            <p:cNvSpPr/>
            <p:nvPr/>
          </p:nvSpPr>
          <p:spPr>
            <a:xfrm>
              <a:off x="5483064" y="209307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t4361"/>
            <p:cNvSpPr/>
            <p:nvPr/>
          </p:nvSpPr>
          <p:spPr>
            <a:xfrm>
              <a:off x="5539852" y="234644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t4362"/>
            <p:cNvSpPr/>
            <p:nvPr/>
          </p:nvSpPr>
          <p:spPr>
            <a:xfrm>
              <a:off x="5826773" y="183561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t4363"/>
            <p:cNvSpPr/>
            <p:nvPr/>
          </p:nvSpPr>
          <p:spPr>
            <a:xfrm>
              <a:off x="5562316" y="21858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t4364"/>
            <p:cNvSpPr/>
            <p:nvPr/>
          </p:nvSpPr>
          <p:spPr>
            <a:xfrm>
              <a:off x="5545829" y="205491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t4365"/>
            <p:cNvSpPr/>
            <p:nvPr/>
          </p:nvSpPr>
          <p:spPr>
            <a:xfrm>
              <a:off x="5658122" y="207414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t4366"/>
            <p:cNvSpPr/>
            <p:nvPr/>
          </p:nvSpPr>
          <p:spPr>
            <a:xfrm>
              <a:off x="5722937" y="202235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t4367"/>
            <p:cNvSpPr/>
            <p:nvPr/>
          </p:nvSpPr>
          <p:spPr>
            <a:xfrm>
              <a:off x="5476788" y="207397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t4368"/>
            <p:cNvSpPr/>
            <p:nvPr/>
          </p:nvSpPr>
          <p:spPr>
            <a:xfrm>
              <a:off x="5651384" y="235546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t4369"/>
            <p:cNvSpPr/>
            <p:nvPr/>
          </p:nvSpPr>
          <p:spPr>
            <a:xfrm>
              <a:off x="5532018" y="237856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t4370"/>
            <p:cNvSpPr/>
            <p:nvPr/>
          </p:nvSpPr>
          <p:spPr>
            <a:xfrm>
              <a:off x="5385397" y="183991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t4371"/>
            <p:cNvSpPr/>
            <p:nvPr/>
          </p:nvSpPr>
          <p:spPr>
            <a:xfrm>
              <a:off x="5531636" y="229068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t4372"/>
            <p:cNvSpPr/>
            <p:nvPr/>
          </p:nvSpPr>
          <p:spPr>
            <a:xfrm>
              <a:off x="5661788" y="213206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t4373"/>
            <p:cNvSpPr/>
            <p:nvPr/>
          </p:nvSpPr>
          <p:spPr>
            <a:xfrm>
              <a:off x="5436625" y="23498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t4374"/>
            <p:cNvSpPr/>
            <p:nvPr/>
          </p:nvSpPr>
          <p:spPr>
            <a:xfrm>
              <a:off x="5505541" y="226622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t4375"/>
            <p:cNvSpPr/>
            <p:nvPr/>
          </p:nvSpPr>
          <p:spPr>
            <a:xfrm>
              <a:off x="5676042" y="224313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t4376"/>
            <p:cNvSpPr/>
            <p:nvPr/>
          </p:nvSpPr>
          <p:spPr>
            <a:xfrm>
              <a:off x="5667299" y="174737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t4377"/>
            <p:cNvSpPr/>
            <p:nvPr/>
          </p:nvSpPr>
          <p:spPr>
            <a:xfrm>
              <a:off x="5658943" y="20927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t4378"/>
            <p:cNvSpPr/>
            <p:nvPr/>
          </p:nvSpPr>
          <p:spPr>
            <a:xfrm>
              <a:off x="5373375" y="253047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t4379"/>
            <p:cNvSpPr/>
            <p:nvPr/>
          </p:nvSpPr>
          <p:spPr>
            <a:xfrm>
              <a:off x="5560834" y="219755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t4380"/>
            <p:cNvSpPr/>
            <p:nvPr/>
          </p:nvSpPr>
          <p:spPr>
            <a:xfrm>
              <a:off x="5468487" y="246521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t4381"/>
            <p:cNvSpPr/>
            <p:nvPr/>
          </p:nvSpPr>
          <p:spPr>
            <a:xfrm>
              <a:off x="5495941" y="206771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t4382"/>
            <p:cNvSpPr/>
            <p:nvPr/>
          </p:nvSpPr>
          <p:spPr>
            <a:xfrm>
              <a:off x="5627099" y="261490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t4383"/>
            <p:cNvSpPr/>
            <p:nvPr/>
          </p:nvSpPr>
          <p:spPr>
            <a:xfrm>
              <a:off x="5819327" y="243122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t4384"/>
            <p:cNvSpPr/>
            <p:nvPr/>
          </p:nvSpPr>
          <p:spPr>
            <a:xfrm>
              <a:off x="5306684" y="228280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t4385"/>
            <p:cNvSpPr/>
            <p:nvPr/>
          </p:nvSpPr>
          <p:spPr>
            <a:xfrm>
              <a:off x="5490649" y="247694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t4386"/>
            <p:cNvSpPr/>
            <p:nvPr/>
          </p:nvSpPr>
          <p:spPr>
            <a:xfrm>
              <a:off x="5637151" y="258169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t4387"/>
            <p:cNvSpPr/>
            <p:nvPr/>
          </p:nvSpPr>
          <p:spPr>
            <a:xfrm>
              <a:off x="5545474" y="20482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t4388"/>
            <p:cNvSpPr/>
            <p:nvPr/>
          </p:nvSpPr>
          <p:spPr>
            <a:xfrm>
              <a:off x="5531211" y="198067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t4389"/>
            <p:cNvSpPr/>
            <p:nvPr/>
          </p:nvSpPr>
          <p:spPr>
            <a:xfrm>
              <a:off x="5556622" y="24403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t4390"/>
            <p:cNvSpPr/>
            <p:nvPr/>
          </p:nvSpPr>
          <p:spPr>
            <a:xfrm>
              <a:off x="5436178" y="201284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t4391"/>
            <p:cNvSpPr/>
            <p:nvPr/>
          </p:nvSpPr>
          <p:spPr>
            <a:xfrm>
              <a:off x="5720503" y="255255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t4392"/>
            <p:cNvSpPr/>
            <p:nvPr/>
          </p:nvSpPr>
          <p:spPr>
            <a:xfrm>
              <a:off x="5605584" y="205184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t4393"/>
            <p:cNvSpPr/>
            <p:nvPr/>
          </p:nvSpPr>
          <p:spPr>
            <a:xfrm>
              <a:off x="5787246" y="21137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t4394"/>
            <p:cNvSpPr/>
            <p:nvPr/>
          </p:nvSpPr>
          <p:spPr>
            <a:xfrm>
              <a:off x="5744429" y="228074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t4395"/>
            <p:cNvSpPr/>
            <p:nvPr/>
          </p:nvSpPr>
          <p:spPr>
            <a:xfrm>
              <a:off x="5542750" y="25252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t4396"/>
            <p:cNvSpPr/>
            <p:nvPr/>
          </p:nvSpPr>
          <p:spPr>
            <a:xfrm>
              <a:off x="5556649" y="162299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t4397"/>
            <p:cNvSpPr/>
            <p:nvPr/>
          </p:nvSpPr>
          <p:spPr>
            <a:xfrm>
              <a:off x="5655390" y="22355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t4398"/>
            <p:cNvSpPr/>
            <p:nvPr/>
          </p:nvSpPr>
          <p:spPr>
            <a:xfrm>
              <a:off x="5501053" y="222520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t4399"/>
            <p:cNvSpPr/>
            <p:nvPr/>
          </p:nvSpPr>
          <p:spPr>
            <a:xfrm>
              <a:off x="5470071" y="210774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t4400"/>
            <p:cNvSpPr/>
            <p:nvPr/>
          </p:nvSpPr>
          <p:spPr>
            <a:xfrm>
              <a:off x="5359325" y="216778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t4401"/>
            <p:cNvSpPr/>
            <p:nvPr/>
          </p:nvSpPr>
          <p:spPr>
            <a:xfrm>
              <a:off x="5562905" y="22848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t4402"/>
            <p:cNvSpPr/>
            <p:nvPr/>
          </p:nvSpPr>
          <p:spPr>
            <a:xfrm>
              <a:off x="5616860" y="213529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t4403"/>
            <p:cNvSpPr/>
            <p:nvPr/>
          </p:nvSpPr>
          <p:spPr>
            <a:xfrm>
              <a:off x="5605951" y="218972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t4404"/>
            <p:cNvSpPr/>
            <p:nvPr/>
          </p:nvSpPr>
          <p:spPr>
            <a:xfrm>
              <a:off x="5556138" y="225178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t4405"/>
            <p:cNvSpPr/>
            <p:nvPr/>
          </p:nvSpPr>
          <p:spPr>
            <a:xfrm>
              <a:off x="5485735" y="21843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t4406"/>
            <p:cNvSpPr/>
            <p:nvPr/>
          </p:nvSpPr>
          <p:spPr>
            <a:xfrm>
              <a:off x="5407209" y="232376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t4407"/>
            <p:cNvSpPr/>
            <p:nvPr/>
          </p:nvSpPr>
          <p:spPr>
            <a:xfrm>
              <a:off x="5531995" y="188953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t4408"/>
            <p:cNvSpPr/>
            <p:nvPr/>
          </p:nvSpPr>
          <p:spPr>
            <a:xfrm>
              <a:off x="5485900" y="228609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t4409"/>
            <p:cNvSpPr/>
            <p:nvPr/>
          </p:nvSpPr>
          <p:spPr>
            <a:xfrm>
              <a:off x="5571143" y="172409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t4410"/>
            <p:cNvSpPr/>
            <p:nvPr/>
          </p:nvSpPr>
          <p:spPr>
            <a:xfrm>
              <a:off x="5679550" y="22720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t4411"/>
            <p:cNvSpPr/>
            <p:nvPr/>
          </p:nvSpPr>
          <p:spPr>
            <a:xfrm>
              <a:off x="5704616" y="24644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t4412"/>
            <p:cNvSpPr/>
            <p:nvPr/>
          </p:nvSpPr>
          <p:spPr>
            <a:xfrm>
              <a:off x="5561625" y="20707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t4413"/>
            <p:cNvSpPr/>
            <p:nvPr/>
          </p:nvSpPr>
          <p:spPr>
            <a:xfrm>
              <a:off x="5533412" y="226958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t4414"/>
            <p:cNvSpPr/>
            <p:nvPr/>
          </p:nvSpPr>
          <p:spPr>
            <a:xfrm>
              <a:off x="5621586" y="246039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t4415"/>
            <p:cNvSpPr/>
            <p:nvPr/>
          </p:nvSpPr>
          <p:spPr>
            <a:xfrm>
              <a:off x="5669754" y="229222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t4416"/>
            <p:cNvSpPr/>
            <p:nvPr/>
          </p:nvSpPr>
          <p:spPr>
            <a:xfrm>
              <a:off x="5426176" y="215760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t4417"/>
            <p:cNvSpPr/>
            <p:nvPr/>
          </p:nvSpPr>
          <p:spPr>
            <a:xfrm>
              <a:off x="5559733" y="233121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t4418"/>
            <p:cNvSpPr/>
            <p:nvPr/>
          </p:nvSpPr>
          <p:spPr>
            <a:xfrm>
              <a:off x="5399328" y="221684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t4419"/>
            <p:cNvSpPr/>
            <p:nvPr/>
          </p:nvSpPr>
          <p:spPr>
            <a:xfrm>
              <a:off x="5524572" y="22564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t4420"/>
            <p:cNvSpPr/>
            <p:nvPr/>
          </p:nvSpPr>
          <p:spPr>
            <a:xfrm>
              <a:off x="5459615" y="2302055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t4421"/>
            <p:cNvSpPr/>
            <p:nvPr/>
          </p:nvSpPr>
          <p:spPr>
            <a:xfrm>
              <a:off x="5636718" y="241369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t4422"/>
            <p:cNvSpPr/>
            <p:nvPr/>
          </p:nvSpPr>
          <p:spPr>
            <a:xfrm>
              <a:off x="5491497" y="230804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t4423"/>
            <p:cNvSpPr/>
            <p:nvPr/>
          </p:nvSpPr>
          <p:spPr>
            <a:xfrm>
              <a:off x="5569494" y="205147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t4424"/>
            <p:cNvSpPr/>
            <p:nvPr/>
          </p:nvSpPr>
          <p:spPr>
            <a:xfrm>
              <a:off x="5549804" y="245394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t4425"/>
            <p:cNvSpPr/>
            <p:nvPr/>
          </p:nvSpPr>
          <p:spPr>
            <a:xfrm>
              <a:off x="5476272" y="217022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t4426"/>
            <p:cNvSpPr/>
            <p:nvPr/>
          </p:nvSpPr>
          <p:spPr>
            <a:xfrm>
              <a:off x="5574410" y="244727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t4427"/>
            <p:cNvSpPr/>
            <p:nvPr/>
          </p:nvSpPr>
          <p:spPr>
            <a:xfrm>
              <a:off x="5653344" y="217491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t4428"/>
            <p:cNvSpPr/>
            <p:nvPr/>
          </p:nvSpPr>
          <p:spPr>
            <a:xfrm>
              <a:off x="5330835" y="225420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t4429"/>
            <p:cNvSpPr/>
            <p:nvPr/>
          </p:nvSpPr>
          <p:spPr>
            <a:xfrm>
              <a:off x="5627901" y="196953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t4430"/>
            <p:cNvSpPr/>
            <p:nvPr/>
          </p:nvSpPr>
          <p:spPr>
            <a:xfrm>
              <a:off x="5498587" y="186732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t4431"/>
            <p:cNvSpPr/>
            <p:nvPr/>
          </p:nvSpPr>
          <p:spPr>
            <a:xfrm>
              <a:off x="5643721" y="209495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t4432"/>
            <p:cNvSpPr/>
            <p:nvPr/>
          </p:nvSpPr>
          <p:spPr>
            <a:xfrm>
              <a:off x="5622663" y="236415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t4433"/>
            <p:cNvSpPr/>
            <p:nvPr/>
          </p:nvSpPr>
          <p:spPr>
            <a:xfrm>
              <a:off x="5605146" y="236819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t4434"/>
            <p:cNvSpPr/>
            <p:nvPr/>
          </p:nvSpPr>
          <p:spPr>
            <a:xfrm>
              <a:off x="5567820" y="213963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t4435"/>
            <p:cNvSpPr/>
            <p:nvPr/>
          </p:nvSpPr>
          <p:spPr>
            <a:xfrm>
              <a:off x="5594219" y="193904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t4436"/>
            <p:cNvSpPr/>
            <p:nvPr/>
          </p:nvSpPr>
          <p:spPr>
            <a:xfrm>
              <a:off x="5653562" y="209760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t4437"/>
            <p:cNvSpPr/>
            <p:nvPr/>
          </p:nvSpPr>
          <p:spPr>
            <a:xfrm>
              <a:off x="5554384" y="246916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t4438"/>
            <p:cNvSpPr/>
            <p:nvPr/>
          </p:nvSpPr>
          <p:spPr>
            <a:xfrm>
              <a:off x="5689794" y="21754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t4439"/>
            <p:cNvSpPr/>
            <p:nvPr/>
          </p:nvSpPr>
          <p:spPr>
            <a:xfrm>
              <a:off x="5524726" y="224142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t4440"/>
            <p:cNvSpPr/>
            <p:nvPr/>
          </p:nvSpPr>
          <p:spPr>
            <a:xfrm>
              <a:off x="5606009" y="232669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t4441"/>
            <p:cNvSpPr/>
            <p:nvPr/>
          </p:nvSpPr>
          <p:spPr>
            <a:xfrm>
              <a:off x="5555540" y="236356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t4442"/>
            <p:cNvSpPr/>
            <p:nvPr/>
          </p:nvSpPr>
          <p:spPr>
            <a:xfrm>
              <a:off x="5690051" y="229962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t4443"/>
            <p:cNvSpPr/>
            <p:nvPr/>
          </p:nvSpPr>
          <p:spPr>
            <a:xfrm>
              <a:off x="5346896" y="243070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t4444"/>
            <p:cNvSpPr/>
            <p:nvPr/>
          </p:nvSpPr>
          <p:spPr>
            <a:xfrm>
              <a:off x="5733847" y="218750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t4445"/>
            <p:cNvSpPr/>
            <p:nvPr/>
          </p:nvSpPr>
          <p:spPr>
            <a:xfrm>
              <a:off x="5515774" y="22647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t4446"/>
            <p:cNvSpPr/>
            <p:nvPr/>
          </p:nvSpPr>
          <p:spPr>
            <a:xfrm>
              <a:off x="5640350" y="233769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t4447"/>
            <p:cNvSpPr/>
            <p:nvPr/>
          </p:nvSpPr>
          <p:spPr>
            <a:xfrm>
              <a:off x="5374069" y="225939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t4448"/>
            <p:cNvSpPr/>
            <p:nvPr/>
          </p:nvSpPr>
          <p:spPr>
            <a:xfrm>
              <a:off x="5708472" y="184109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t4449"/>
            <p:cNvSpPr/>
            <p:nvPr/>
          </p:nvSpPr>
          <p:spPr>
            <a:xfrm>
              <a:off x="5510634" y="216736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t4450"/>
            <p:cNvSpPr/>
            <p:nvPr/>
          </p:nvSpPr>
          <p:spPr>
            <a:xfrm>
              <a:off x="6063156" y="219528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t4451"/>
            <p:cNvSpPr/>
            <p:nvPr/>
          </p:nvSpPr>
          <p:spPr>
            <a:xfrm>
              <a:off x="5935016" y="213665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t4452"/>
            <p:cNvSpPr/>
            <p:nvPr/>
          </p:nvSpPr>
          <p:spPr>
            <a:xfrm>
              <a:off x="5705279" y="238025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t4453"/>
            <p:cNvSpPr/>
            <p:nvPr/>
          </p:nvSpPr>
          <p:spPr>
            <a:xfrm>
              <a:off x="5733754" y="242931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t4454"/>
            <p:cNvSpPr/>
            <p:nvPr/>
          </p:nvSpPr>
          <p:spPr>
            <a:xfrm>
              <a:off x="6156253" y="169728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t4455"/>
            <p:cNvSpPr/>
            <p:nvPr/>
          </p:nvSpPr>
          <p:spPr>
            <a:xfrm>
              <a:off x="5770603" y="211737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t4456"/>
            <p:cNvSpPr/>
            <p:nvPr/>
          </p:nvSpPr>
          <p:spPr>
            <a:xfrm>
              <a:off x="5548485" y="216745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t4457"/>
            <p:cNvSpPr/>
            <p:nvPr/>
          </p:nvSpPr>
          <p:spPr>
            <a:xfrm>
              <a:off x="5508591" y="227353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t4458"/>
            <p:cNvSpPr/>
            <p:nvPr/>
          </p:nvSpPr>
          <p:spPr>
            <a:xfrm>
              <a:off x="5465298" y="214517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t4459"/>
            <p:cNvSpPr/>
            <p:nvPr/>
          </p:nvSpPr>
          <p:spPr>
            <a:xfrm>
              <a:off x="5645895" y="227056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t4460"/>
            <p:cNvSpPr/>
            <p:nvPr/>
          </p:nvSpPr>
          <p:spPr>
            <a:xfrm>
              <a:off x="5554127" y="230593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t4461"/>
            <p:cNvSpPr/>
            <p:nvPr/>
          </p:nvSpPr>
          <p:spPr>
            <a:xfrm>
              <a:off x="5593925" y="23706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t4462"/>
            <p:cNvSpPr/>
            <p:nvPr/>
          </p:nvSpPr>
          <p:spPr>
            <a:xfrm>
              <a:off x="5624740" y="22019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t4463"/>
            <p:cNvSpPr/>
            <p:nvPr/>
          </p:nvSpPr>
          <p:spPr>
            <a:xfrm>
              <a:off x="5419910" y="186117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t4464"/>
            <p:cNvSpPr/>
            <p:nvPr/>
          </p:nvSpPr>
          <p:spPr>
            <a:xfrm>
              <a:off x="5626154" y="20519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t4465"/>
            <p:cNvSpPr/>
            <p:nvPr/>
          </p:nvSpPr>
          <p:spPr>
            <a:xfrm>
              <a:off x="5557246" y="2067646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t4466"/>
            <p:cNvSpPr/>
            <p:nvPr/>
          </p:nvSpPr>
          <p:spPr>
            <a:xfrm>
              <a:off x="5864390" y="272382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t4467"/>
            <p:cNvSpPr/>
            <p:nvPr/>
          </p:nvSpPr>
          <p:spPr>
            <a:xfrm>
              <a:off x="5620376" y="173004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t4468"/>
            <p:cNvSpPr/>
            <p:nvPr/>
          </p:nvSpPr>
          <p:spPr>
            <a:xfrm>
              <a:off x="5592372" y="189284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t4469"/>
            <p:cNvSpPr/>
            <p:nvPr/>
          </p:nvSpPr>
          <p:spPr>
            <a:xfrm>
              <a:off x="5287706" y="206887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t4470"/>
            <p:cNvSpPr/>
            <p:nvPr/>
          </p:nvSpPr>
          <p:spPr>
            <a:xfrm>
              <a:off x="5646665" y="217586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t4471"/>
            <p:cNvSpPr/>
            <p:nvPr/>
          </p:nvSpPr>
          <p:spPr>
            <a:xfrm>
              <a:off x="5913300" y="239957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t4472"/>
            <p:cNvSpPr/>
            <p:nvPr/>
          </p:nvSpPr>
          <p:spPr>
            <a:xfrm>
              <a:off x="5801066" y="241193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t4473"/>
            <p:cNvSpPr/>
            <p:nvPr/>
          </p:nvSpPr>
          <p:spPr>
            <a:xfrm>
              <a:off x="5615932" y="194320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t4474"/>
            <p:cNvSpPr/>
            <p:nvPr/>
          </p:nvSpPr>
          <p:spPr>
            <a:xfrm>
              <a:off x="5677332" y="216321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t4475"/>
            <p:cNvSpPr/>
            <p:nvPr/>
          </p:nvSpPr>
          <p:spPr>
            <a:xfrm>
              <a:off x="5484563" y="243005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t4476"/>
            <p:cNvSpPr/>
            <p:nvPr/>
          </p:nvSpPr>
          <p:spPr>
            <a:xfrm>
              <a:off x="5655906" y="228749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t4477"/>
            <p:cNvSpPr/>
            <p:nvPr/>
          </p:nvSpPr>
          <p:spPr>
            <a:xfrm>
              <a:off x="5664603" y="21269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t4478"/>
            <p:cNvSpPr/>
            <p:nvPr/>
          </p:nvSpPr>
          <p:spPr>
            <a:xfrm>
              <a:off x="5778262" y="229038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t4479"/>
            <p:cNvSpPr/>
            <p:nvPr/>
          </p:nvSpPr>
          <p:spPr>
            <a:xfrm>
              <a:off x="5536006" y="205502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t4480"/>
            <p:cNvSpPr/>
            <p:nvPr/>
          </p:nvSpPr>
          <p:spPr>
            <a:xfrm>
              <a:off x="5688521" y="20044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t4481"/>
            <p:cNvSpPr/>
            <p:nvPr/>
          </p:nvSpPr>
          <p:spPr>
            <a:xfrm>
              <a:off x="5444522" y="190163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t4482"/>
            <p:cNvSpPr/>
            <p:nvPr/>
          </p:nvSpPr>
          <p:spPr>
            <a:xfrm>
              <a:off x="5858648" y="249290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t4483"/>
            <p:cNvSpPr/>
            <p:nvPr/>
          </p:nvSpPr>
          <p:spPr>
            <a:xfrm>
              <a:off x="5630748" y="234242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t4484"/>
            <p:cNvSpPr/>
            <p:nvPr/>
          </p:nvSpPr>
          <p:spPr>
            <a:xfrm>
              <a:off x="5676135" y="190280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t4485"/>
            <p:cNvSpPr/>
            <p:nvPr/>
          </p:nvSpPr>
          <p:spPr>
            <a:xfrm>
              <a:off x="5546322" y="199787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t4486"/>
            <p:cNvSpPr/>
            <p:nvPr/>
          </p:nvSpPr>
          <p:spPr>
            <a:xfrm>
              <a:off x="5419516" y="215067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t4487"/>
            <p:cNvSpPr/>
            <p:nvPr/>
          </p:nvSpPr>
          <p:spPr>
            <a:xfrm>
              <a:off x="5701963" y="247524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t4488"/>
            <p:cNvSpPr/>
            <p:nvPr/>
          </p:nvSpPr>
          <p:spPr>
            <a:xfrm>
              <a:off x="5527908" y="199128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t4489"/>
            <p:cNvSpPr/>
            <p:nvPr/>
          </p:nvSpPr>
          <p:spPr>
            <a:xfrm>
              <a:off x="5503494" y="1962512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t4490"/>
            <p:cNvSpPr/>
            <p:nvPr/>
          </p:nvSpPr>
          <p:spPr>
            <a:xfrm>
              <a:off x="5648342" y="21952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t4491"/>
            <p:cNvSpPr/>
            <p:nvPr/>
          </p:nvSpPr>
          <p:spPr>
            <a:xfrm>
              <a:off x="5601990" y="262479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t4492"/>
            <p:cNvSpPr/>
            <p:nvPr/>
          </p:nvSpPr>
          <p:spPr>
            <a:xfrm>
              <a:off x="5486698" y="195715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t4493"/>
            <p:cNvSpPr/>
            <p:nvPr/>
          </p:nvSpPr>
          <p:spPr>
            <a:xfrm>
              <a:off x="5628685" y="229406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t4494"/>
            <p:cNvSpPr/>
            <p:nvPr/>
          </p:nvSpPr>
          <p:spPr>
            <a:xfrm>
              <a:off x="5632949" y="196124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t4495"/>
            <p:cNvSpPr/>
            <p:nvPr/>
          </p:nvSpPr>
          <p:spPr>
            <a:xfrm>
              <a:off x="5632968" y="254968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t4496"/>
            <p:cNvSpPr/>
            <p:nvPr/>
          </p:nvSpPr>
          <p:spPr>
            <a:xfrm>
              <a:off x="5636677" y="225545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t4497"/>
            <p:cNvSpPr/>
            <p:nvPr/>
          </p:nvSpPr>
          <p:spPr>
            <a:xfrm>
              <a:off x="5764357" y="259347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t4498"/>
            <p:cNvSpPr/>
            <p:nvPr/>
          </p:nvSpPr>
          <p:spPr>
            <a:xfrm>
              <a:off x="5658140" y="232657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t4499"/>
            <p:cNvSpPr/>
            <p:nvPr/>
          </p:nvSpPr>
          <p:spPr>
            <a:xfrm>
              <a:off x="5560212" y="197794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t4500"/>
            <p:cNvSpPr/>
            <p:nvPr/>
          </p:nvSpPr>
          <p:spPr>
            <a:xfrm>
              <a:off x="5635533" y="234851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t4501"/>
            <p:cNvSpPr/>
            <p:nvPr/>
          </p:nvSpPr>
          <p:spPr>
            <a:xfrm>
              <a:off x="5759271" y="24221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t4502"/>
            <p:cNvSpPr/>
            <p:nvPr/>
          </p:nvSpPr>
          <p:spPr>
            <a:xfrm>
              <a:off x="5508131" y="212950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t4503"/>
            <p:cNvSpPr/>
            <p:nvPr/>
          </p:nvSpPr>
          <p:spPr>
            <a:xfrm>
              <a:off x="5685425" y="264737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t4504"/>
            <p:cNvSpPr/>
            <p:nvPr/>
          </p:nvSpPr>
          <p:spPr>
            <a:xfrm>
              <a:off x="5636770" y="242315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t4505"/>
            <p:cNvSpPr/>
            <p:nvPr/>
          </p:nvSpPr>
          <p:spPr>
            <a:xfrm>
              <a:off x="5555064" y="224776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t4506"/>
            <p:cNvSpPr/>
            <p:nvPr/>
          </p:nvSpPr>
          <p:spPr>
            <a:xfrm>
              <a:off x="5556671" y="257516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t4507"/>
            <p:cNvSpPr/>
            <p:nvPr/>
          </p:nvSpPr>
          <p:spPr>
            <a:xfrm>
              <a:off x="5789105" y="194489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t4508"/>
            <p:cNvSpPr/>
            <p:nvPr/>
          </p:nvSpPr>
          <p:spPr>
            <a:xfrm>
              <a:off x="5805452" y="218988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t4509"/>
            <p:cNvSpPr/>
            <p:nvPr/>
          </p:nvSpPr>
          <p:spPr>
            <a:xfrm>
              <a:off x="5701231" y="21028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t4510"/>
            <p:cNvSpPr/>
            <p:nvPr/>
          </p:nvSpPr>
          <p:spPr>
            <a:xfrm>
              <a:off x="5707617" y="204168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t4511"/>
            <p:cNvSpPr/>
            <p:nvPr/>
          </p:nvSpPr>
          <p:spPr>
            <a:xfrm>
              <a:off x="5514060" y="196128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t4512"/>
            <p:cNvSpPr/>
            <p:nvPr/>
          </p:nvSpPr>
          <p:spPr>
            <a:xfrm>
              <a:off x="5488038" y="233408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t4513"/>
            <p:cNvSpPr/>
            <p:nvPr/>
          </p:nvSpPr>
          <p:spPr>
            <a:xfrm>
              <a:off x="5821571" y="243040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t4514"/>
            <p:cNvSpPr/>
            <p:nvPr/>
          </p:nvSpPr>
          <p:spPr>
            <a:xfrm>
              <a:off x="5679112" y="262833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t4515"/>
            <p:cNvSpPr/>
            <p:nvPr/>
          </p:nvSpPr>
          <p:spPr>
            <a:xfrm>
              <a:off x="5634674" y="221052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t4516"/>
            <p:cNvSpPr/>
            <p:nvPr/>
          </p:nvSpPr>
          <p:spPr>
            <a:xfrm>
              <a:off x="5638789" y="232931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t4517"/>
            <p:cNvSpPr/>
            <p:nvPr/>
          </p:nvSpPr>
          <p:spPr>
            <a:xfrm>
              <a:off x="5653311" y="246212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t4518"/>
            <p:cNvSpPr/>
            <p:nvPr/>
          </p:nvSpPr>
          <p:spPr>
            <a:xfrm>
              <a:off x="5632111" y="215225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t4519"/>
            <p:cNvSpPr/>
            <p:nvPr/>
          </p:nvSpPr>
          <p:spPr>
            <a:xfrm>
              <a:off x="5632603" y="214003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t4520"/>
            <p:cNvSpPr/>
            <p:nvPr/>
          </p:nvSpPr>
          <p:spPr>
            <a:xfrm>
              <a:off x="5490897" y="22747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t4521"/>
            <p:cNvSpPr/>
            <p:nvPr/>
          </p:nvSpPr>
          <p:spPr>
            <a:xfrm>
              <a:off x="5616314" y="201974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t4522"/>
            <p:cNvSpPr/>
            <p:nvPr/>
          </p:nvSpPr>
          <p:spPr>
            <a:xfrm>
              <a:off x="5564920" y="214186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t4523"/>
            <p:cNvSpPr/>
            <p:nvPr/>
          </p:nvSpPr>
          <p:spPr>
            <a:xfrm>
              <a:off x="5627052" y="235565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t4524"/>
            <p:cNvSpPr/>
            <p:nvPr/>
          </p:nvSpPr>
          <p:spPr>
            <a:xfrm>
              <a:off x="5634701" y="216666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t4525"/>
            <p:cNvSpPr/>
            <p:nvPr/>
          </p:nvSpPr>
          <p:spPr>
            <a:xfrm>
              <a:off x="5661927" y="2395884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t4526"/>
            <p:cNvSpPr/>
            <p:nvPr/>
          </p:nvSpPr>
          <p:spPr>
            <a:xfrm>
              <a:off x="5720232" y="248151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t4527"/>
            <p:cNvSpPr/>
            <p:nvPr/>
          </p:nvSpPr>
          <p:spPr>
            <a:xfrm>
              <a:off x="5505972" y="224123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t4528"/>
            <p:cNvSpPr/>
            <p:nvPr/>
          </p:nvSpPr>
          <p:spPr>
            <a:xfrm>
              <a:off x="5524950" y="219839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t4529"/>
            <p:cNvSpPr/>
            <p:nvPr/>
          </p:nvSpPr>
          <p:spPr>
            <a:xfrm>
              <a:off x="5755659" y="235228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t4530"/>
            <p:cNvSpPr/>
            <p:nvPr/>
          </p:nvSpPr>
          <p:spPr>
            <a:xfrm>
              <a:off x="5546211" y="223768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t4531"/>
            <p:cNvSpPr/>
            <p:nvPr/>
          </p:nvSpPr>
          <p:spPr>
            <a:xfrm>
              <a:off x="5655428" y="249804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t4532"/>
            <p:cNvSpPr/>
            <p:nvPr/>
          </p:nvSpPr>
          <p:spPr>
            <a:xfrm>
              <a:off x="5611232" y="23256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t4533"/>
            <p:cNvSpPr/>
            <p:nvPr/>
          </p:nvSpPr>
          <p:spPr>
            <a:xfrm>
              <a:off x="5651878" y="223410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t4534"/>
            <p:cNvSpPr/>
            <p:nvPr/>
          </p:nvSpPr>
          <p:spPr>
            <a:xfrm>
              <a:off x="5771105" y="20525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t4535"/>
            <p:cNvSpPr/>
            <p:nvPr/>
          </p:nvSpPr>
          <p:spPr>
            <a:xfrm>
              <a:off x="5458853" y="192705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t4536"/>
            <p:cNvSpPr/>
            <p:nvPr/>
          </p:nvSpPr>
          <p:spPr>
            <a:xfrm>
              <a:off x="5682734" y="242875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t4537"/>
            <p:cNvSpPr/>
            <p:nvPr/>
          </p:nvSpPr>
          <p:spPr>
            <a:xfrm>
              <a:off x="5734784" y="210568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t4538"/>
            <p:cNvSpPr/>
            <p:nvPr/>
          </p:nvSpPr>
          <p:spPr>
            <a:xfrm>
              <a:off x="5674034" y="192806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t4539"/>
            <p:cNvSpPr/>
            <p:nvPr/>
          </p:nvSpPr>
          <p:spPr>
            <a:xfrm>
              <a:off x="5467845" y="215604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t4540"/>
            <p:cNvSpPr/>
            <p:nvPr/>
          </p:nvSpPr>
          <p:spPr>
            <a:xfrm>
              <a:off x="5461622" y="221728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t4541"/>
            <p:cNvSpPr/>
            <p:nvPr/>
          </p:nvSpPr>
          <p:spPr>
            <a:xfrm>
              <a:off x="5649290" y="222347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t4542"/>
            <p:cNvSpPr/>
            <p:nvPr/>
          </p:nvSpPr>
          <p:spPr>
            <a:xfrm>
              <a:off x="5676104" y="244303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t4543"/>
            <p:cNvSpPr/>
            <p:nvPr/>
          </p:nvSpPr>
          <p:spPr>
            <a:xfrm>
              <a:off x="5596217" y="242196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t4544"/>
            <p:cNvSpPr/>
            <p:nvPr/>
          </p:nvSpPr>
          <p:spPr>
            <a:xfrm>
              <a:off x="5454956" y="248719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t4545"/>
            <p:cNvSpPr/>
            <p:nvPr/>
          </p:nvSpPr>
          <p:spPr>
            <a:xfrm>
              <a:off x="5662130" y="191248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t4546"/>
            <p:cNvSpPr/>
            <p:nvPr/>
          </p:nvSpPr>
          <p:spPr>
            <a:xfrm>
              <a:off x="5339397" y="217297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t4547"/>
            <p:cNvSpPr/>
            <p:nvPr/>
          </p:nvSpPr>
          <p:spPr>
            <a:xfrm>
              <a:off x="5643020" y="222912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t4548"/>
            <p:cNvSpPr/>
            <p:nvPr/>
          </p:nvSpPr>
          <p:spPr>
            <a:xfrm>
              <a:off x="5470644" y="204116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t4549"/>
            <p:cNvSpPr/>
            <p:nvPr/>
          </p:nvSpPr>
          <p:spPr>
            <a:xfrm>
              <a:off x="5602749" y="240496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t4550"/>
            <p:cNvSpPr/>
            <p:nvPr/>
          </p:nvSpPr>
          <p:spPr>
            <a:xfrm>
              <a:off x="5538703" y="19394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t4551"/>
            <p:cNvSpPr/>
            <p:nvPr/>
          </p:nvSpPr>
          <p:spPr>
            <a:xfrm>
              <a:off x="5567127" y="217938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t4552"/>
            <p:cNvSpPr/>
            <p:nvPr/>
          </p:nvSpPr>
          <p:spPr>
            <a:xfrm>
              <a:off x="5596491" y="202386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t4553"/>
            <p:cNvSpPr/>
            <p:nvPr/>
          </p:nvSpPr>
          <p:spPr>
            <a:xfrm>
              <a:off x="5489096" y="216581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t4554"/>
            <p:cNvSpPr/>
            <p:nvPr/>
          </p:nvSpPr>
          <p:spPr>
            <a:xfrm>
              <a:off x="5520753" y="201972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t4555"/>
            <p:cNvSpPr/>
            <p:nvPr/>
          </p:nvSpPr>
          <p:spPr>
            <a:xfrm>
              <a:off x="5597640" y="197392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t4556"/>
            <p:cNvSpPr/>
            <p:nvPr/>
          </p:nvSpPr>
          <p:spPr>
            <a:xfrm>
              <a:off x="5705647" y="248162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t4557"/>
            <p:cNvSpPr/>
            <p:nvPr/>
          </p:nvSpPr>
          <p:spPr>
            <a:xfrm>
              <a:off x="5574994" y="216187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t4558"/>
            <p:cNvSpPr/>
            <p:nvPr/>
          </p:nvSpPr>
          <p:spPr>
            <a:xfrm>
              <a:off x="5361493" y="234777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t4559"/>
            <p:cNvSpPr/>
            <p:nvPr/>
          </p:nvSpPr>
          <p:spPr>
            <a:xfrm>
              <a:off x="5754734" y="217105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t4560"/>
            <p:cNvSpPr/>
            <p:nvPr/>
          </p:nvSpPr>
          <p:spPr>
            <a:xfrm>
              <a:off x="5600064" y="2202349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t4561"/>
            <p:cNvSpPr/>
            <p:nvPr/>
          </p:nvSpPr>
          <p:spPr>
            <a:xfrm>
              <a:off x="5668265" y="193606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t4562"/>
            <p:cNvSpPr/>
            <p:nvPr/>
          </p:nvSpPr>
          <p:spPr>
            <a:xfrm>
              <a:off x="5743356" y="205852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t4563"/>
            <p:cNvSpPr/>
            <p:nvPr/>
          </p:nvSpPr>
          <p:spPr>
            <a:xfrm>
              <a:off x="5662403" y="238375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t4564"/>
            <p:cNvSpPr/>
            <p:nvPr/>
          </p:nvSpPr>
          <p:spPr>
            <a:xfrm>
              <a:off x="5610914" y="239394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t4565"/>
            <p:cNvSpPr/>
            <p:nvPr/>
          </p:nvSpPr>
          <p:spPr>
            <a:xfrm>
              <a:off x="5571324" y="227728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t4566"/>
            <p:cNvSpPr/>
            <p:nvPr/>
          </p:nvSpPr>
          <p:spPr>
            <a:xfrm>
              <a:off x="5647980" y="265235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t4567"/>
            <p:cNvSpPr/>
            <p:nvPr/>
          </p:nvSpPr>
          <p:spPr>
            <a:xfrm>
              <a:off x="5516511" y="213212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t4568"/>
            <p:cNvSpPr/>
            <p:nvPr/>
          </p:nvSpPr>
          <p:spPr>
            <a:xfrm>
              <a:off x="5463510" y="207488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t4569"/>
            <p:cNvSpPr/>
            <p:nvPr/>
          </p:nvSpPr>
          <p:spPr>
            <a:xfrm>
              <a:off x="5522440" y="256617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t4570"/>
            <p:cNvSpPr/>
            <p:nvPr/>
          </p:nvSpPr>
          <p:spPr>
            <a:xfrm>
              <a:off x="5589938" y="209399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t4571"/>
            <p:cNvSpPr/>
            <p:nvPr/>
          </p:nvSpPr>
          <p:spPr>
            <a:xfrm>
              <a:off x="5683908" y="225772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t4572"/>
            <p:cNvSpPr/>
            <p:nvPr/>
          </p:nvSpPr>
          <p:spPr>
            <a:xfrm>
              <a:off x="5537122" y="222831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t4573"/>
            <p:cNvSpPr/>
            <p:nvPr/>
          </p:nvSpPr>
          <p:spPr>
            <a:xfrm>
              <a:off x="5609209" y="22217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t4574"/>
            <p:cNvSpPr/>
            <p:nvPr/>
          </p:nvSpPr>
          <p:spPr>
            <a:xfrm>
              <a:off x="5514545" y="232791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t4575"/>
            <p:cNvSpPr/>
            <p:nvPr/>
          </p:nvSpPr>
          <p:spPr>
            <a:xfrm>
              <a:off x="6137587" y="239002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t4576"/>
            <p:cNvSpPr/>
            <p:nvPr/>
          </p:nvSpPr>
          <p:spPr>
            <a:xfrm>
              <a:off x="5645543" y="226233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t4577"/>
            <p:cNvSpPr/>
            <p:nvPr/>
          </p:nvSpPr>
          <p:spPr>
            <a:xfrm>
              <a:off x="5533396" y="209246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t4578"/>
            <p:cNvSpPr/>
            <p:nvPr/>
          </p:nvSpPr>
          <p:spPr>
            <a:xfrm>
              <a:off x="5582675" y="2122920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t4579"/>
            <p:cNvSpPr/>
            <p:nvPr/>
          </p:nvSpPr>
          <p:spPr>
            <a:xfrm>
              <a:off x="5563739" y="199369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t4580"/>
            <p:cNvSpPr/>
            <p:nvPr/>
          </p:nvSpPr>
          <p:spPr>
            <a:xfrm>
              <a:off x="5648350" y="215782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t4581"/>
            <p:cNvSpPr/>
            <p:nvPr/>
          </p:nvSpPr>
          <p:spPr>
            <a:xfrm>
              <a:off x="5462790" y="197464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t4582"/>
            <p:cNvSpPr/>
            <p:nvPr/>
          </p:nvSpPr>
          <p:spPr>
            <a:xfrm>
              <a:off x="5491251" y="225494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t4583"/>
            <p:cNvSpPr/>
            <p:nvPr/>
          </p:nvSpPr>
          <p:spPr>
            <a:xfrm>
              <a:off x="5628504" y="220614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t4584"/>
            <p:cNvSpPr/>
            <p:nvPr/>
          </p:nvSpPr>
          <p:spPr>
            <a:xfrm>
              <a:off x="5653345" y="219559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t4585"/>
            <p:cNvSpPr/>
            <p:nvPr/>
          </p:nvSpPr>
          <p:spPr>
            <a:xfrm>
              <a:off x="5665551" y="206895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t4586"/>
            <p:cNvSpPr/>
            <p:nvPr/>
          </p:nvSpPr>
          <p:spPr>
            <a:xfrm>
              <a:off x="5658248" y="220213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t4587"/>
            <p:cNvSpPr/>
            <p:nvPr/>
          </p:nvSpPr>
          <p:spPr>
            <a:xfrm>
              <a:off x="5678583" y="237187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t4588"/>
            <p:cNvSpPr/>
            <p:nvPr/>
          </p:nvSpPr>
          <p:spPr>
            <a:xfrm>
              <a:off x="5673749" y="205640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t4589"/>
            <p:cNvSpPr/>
            <p:nvPr/>
          </p:nvSpPr>
          <p:spPr>
            <a:xfrm>
              <a:off x="5696166" y="237768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t4590"/>
            <p:cNvSpPr/>
            <p:nvPr/>
          </p:nvSpPr>
          <p:spPr>
            <a:xfrm>
              <a:off x="5618570" y="209805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t4591"/>
            <p:cNvSpPr/>
            <p:nvPr/>
          </p:nvSpPr>
          <p:spPr>
            <a:xfrm>
              <a:off x="5697722" y="166415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t4592"/>
            <p:cNvSpPr/>
            <p:nvPr/>
          </p:nvSpPr>
          <p:spPr>
            <a:xfrm>
              <a:off x="5664233" y="20504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t4593"/>
            <p:cNvSpPr/>
            <p:nvPr/>
          </p:nvSpPr>
          <p:spPr>
            <a:xfrm>
              <a:off x="5491915" y="218415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t4594"/>
            <p:cNvSpPr/>
            <p:nvPr/>
          </p:nvSpPr>
          <p:spPr>
            <a:xfrm>
              <a:off x="5623668" y="219458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t4595"/>
            <p:cNvSpPr/>
            <p:nvPr/>
          </p:nvSpPr>
          <p:spPr>
            <a:xfrm>
              <a:off x="5592997" y="197907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t4596"/>
            <p:cNvSpPr/>
            <p:nvPr/>
          </p:nvSpPr>
          <p:spPr>
            <a:xfrm>
              <a:off x="5614701" y="19227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t4597"/>
            <p:cNvSpPr/>
            <p:nvPr/>
          </p:nvSpPr>
          <p:spPr>
            <a:xfrm>
              <a:off x="5617493" y="223999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t4598"/>
            <p:cNvSpPr/>
            <p:nvPr/>
          </p:nvSpPr>
          <p:spPr>
            <a:xfrm>
              <a:off x="5692826" y="216168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t4599"/>
            <p:cNvSpPr/>
            <p:nvPr/>
          </p:nvSpPr>
          <p:spPr>
            <a:xfrm>
              <a:off x="5727772" y="205431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t4600"/>
            <p:cNvSpPr/>
            <p:nvPr/>
          </p:nvSpPr>
          <p:spPr>
            <a:xfrm>
              <a:off x="5215535" y="231439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t4601"/>
            <p:cNvSpPr/>
            <p:nvPr/>
          </p:nvSpPr>
          <p:spPr>
            <a:xfrm>
              <a:off x="5563750" y="266136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t4602"/>
            <p:cNvSpPr/>
            <p:nvPr/>
          </p:nvSpPr>
          <p:spPr>
            <a:xfrm>
              <a:off x="5653550" y="22468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t4603"/>
            <p:cNvSpPr/>
            <p:nvPr/>
          </p:nvSpPr>
          <p:spPr>
            <a:xfrm>
              <a:off x="5506613" y="243239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t4604"/>
            <p:cNvSpPr/>
            <p:nvPr/>
          </p:nvSpPr>
          <p:spPr>
            <a:xfrm>
              <a:off x="5637944" y="235454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t4605"/>
            <p:cNvSpPr/>
            <p:nvPr/>
          </p:nvSpPr>
          <p:spPr>
            <a:xfrm>
              <a:off x="5523070" y="217824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t4606"/>
            <p:cNvSpPr/>
            <p:nvPr/>
          </p:nvSpPr>
          <p:spPr>
            <a:xfrm>
              <a:off x="5718857" y="265695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t4607"/>
            <p:cNvSpPr/>
            <p:nvPr/>
          </p:nvSpPr>
          <p:spPr>
            <a:xfrm>
              <a:off x="5719645" y="170856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t4608"/>
            <p:cNvSpPr/>
            <p:nvPr/>
          </p:nvSpPr>
          <p:spPr>
            <a:xfrm>
              <a:off x="5460404" y="216624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t4609"/>
            <p:cNvSpPr/>
            <p:nvPr/>
          </p:nvSpPr>
          <p:spPr>
            <a:xfrm>
              <a:off x="5861605" y="20264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t4610"/>
            <p:cNvSpPr/>
            <p:nvPr/>
          </p:nvSpPr>
          <p:spPr>
            <a:xfrm>
              <a:off x="5603319" y="241248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t4611"/>
            <p:cNvSpPr/>
            <p:nvPr/>
          </p:nvSpPr>
          <p:spPr>
            <a:xfrm>
              <a:off x="5620771" y="243522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t4612"/>
            <p:cNvSpPr/>
            <p:nvPr/>
          </p:nvSpPr>
          <p:spPr>
            <a:xfrm>
              <a:off x="5638298" y="201635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t4613"/>
            <p:cNvSpPr/>
            <p:nvPr/>
          </p:nvSpPr>
          <p:spPr>
            <a:xfrm>
              <a:off x="5528902" y="208914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t4614"/>
            <p:cNvSpPr/>
            <p:nvPr/>
          </p:nvSpPr>
          <p:spPr>
            <a:xfrm>
              <a:off x="5597106" y="19300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t4615"/>
            <p:cNvSpPr/>
            <p:nvPr/>
          </p:nvSpPr>
          <p:spPr>
            <a:xfrm>
              <a:off x="5619161" y="219354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t4616"/>
            <p:cNvSpPr/>
            <p:nvPr/>
          </p:nvSpPr>
          <p:spPr>
            <a:xfrm>
              <a:off x="5626752" y="186300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t4617"/>
            <p:cNvSpPr/>
            <p:nvPr/>
          </p:nvSpPr>
          <p:spPr>
            <a:xfrm>
              <a:off x="5267743" y="212009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t4618"/>
            <p:cNvSpPr/>
            <p:nvPr/>
          </p:nvSpPr>
          <p:spPr>
            <a:xfrm>
              <a:off x="5732968" y="215210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" name="pt4619"/>
            <p:cNvSpPr/>
            <p:nvPr/>
          </p:nvSpPr>
          <p:spPr>
            <a:xfrm>
              <a:off x="5654562" y="219750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" name="pt4620"/>
            <p:cNvSpPr/>
            <p:nvPr/>
          </p:nvSpPr>
          <p:spPr>
            <a:xfrm>
              <a:off x="5462098" y="2399987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pt4621"/>
            <p:cNvSpPr/>
            <p:nvPr/>
          </p:nvSpPr>
          <p:spPr>
            <a:xfrm>
              <a:off x="5626733" y="249410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" name="pt4622"/>
            <p:cNvSpPr/>
            <p:nvPr/>
          </p:nvSpPr>
          <p:spPr>
            <a:xfrm>
              <a:off x="5551440" y="23896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" name="pt4623"/>
            <p:cNvSpPr/>
            <p:nvPr/>
          </p:nvSpPr>
          <p:spPr>
            <a:xfrm>
              <a:off x="5636312" y="253820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pt4624"/>
            <p:cNvSpPr/>
            <p:nvPr/>
          </p:nvSpPr>
          <p:spPr>
            <a:xfrm>
              <a:off x="5574104" y="223136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" name="pt4625"/>
            <p:cNvSpPr/>
            <p:nvPr/>
          </p:nvSpPr>
          <p:spPr>
            <a:xfrm>
              <a:off x="5468241" y="215427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" name="pt4626"/>
            <p:cNvSpPr/>
            <p:nvPr/>
          </p:nvSpPr>
          <p:spPr>
            <a:xfrm>
              <a:off x="5649017" y="20858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pt4627"/>
            <p:cNvSpPr/>
            <p:nvPr/>
          </p:nvSpPr>
          <p:spPr>
            <a:xfrm>
              <a:off x="5629984" y="1994993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" name="pt4628"/>
            <p:cNvSpPr/>
            <p:nvPr/>
          </p:nvSpPr>
          <p:spPr>
            <a:xfrm>
              <a:off x="5581374" y="202658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" name="pt4629"/>
            <p:cNvSpPr/>
            <p:nvPr/>
          </p:nvSpPr>
          <p:spPr>
            <a:xfrm>
              <a:off x="5699823" y="192099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pt4630"/>
            <p:cNvSpPr/>
            <p:nvPr/>
          </p:nvSpPr>
          <p:spPr>
            <a:xfrm>
              <a:off x="5573176" y="237550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" name="pt4631"/>
            <p:cNvSpPr/>
            <p:nvPr/>
          </p:nvSpPr>
          <p:spPr>
            <a:xfrm>
              <a:off x="5687117" y="211156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" name="pt4632"/>
            <p:cNvSpPr/>
            <p:nvPr/>
          </p:nvSpPr>
          <p:spPr>
            <a:xfrm>
              <a:off x="5488372" y="211737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pt4633"/>
            <p:cNvSpPr/>
            <p:nvPr/>
          </p:nvSpPr>
          <p:spPr>
            <a:xfrm>
              <a:off x="5712993" y="237950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" name="pt4634"/>
            <p:cNvSpPr/>
            <p:nvPr/>
          </p:nvSpPr>
          <p:spPr>
            <a:xfrm>
              <a:off x="5670285" y="20940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" name="pt4635"/>
            <p:cNvSpPr/>
            <p:nvPr/>
          </p:nvSpPr>
          <p:spPr>
            <a:xfrm>
              <a:off x="5545704" y="242533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" name="pt4636"/>
            <p:cNvSpPr/>
            <p:nvPr/>
          </p:nvSpPr>
          <p:spPr>
            <a:xfrm>
              <a:off x="5542844" y="174555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" name="pt4637"/>
            <p:cNvSpPr/>
            <p:nvPr/>
          </p:nvSpPr>
          <p:spPr>
            <a:xfrm>
              <a:off x="5723413" y="249022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" name="pt4638"/>
            <p:cNvSpPr/>
            <p:nvPr/>
          </p:nvSpPr>
          <p:spPr>
            <a:xfrm>
              <a:off x="5541932" y="254308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t4639"/>
            <p:cNvSpPr/>
            <p:nvPr/>
          </p:nvSpPr>
          <p:spPr>
            <a:xfrm>
              <a:off x="5522851" y="2180008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t4640"/>
            <p:cNvSpPr/>
            <p:nvPr/>
          </p:nvSpPr>
          <p:spPr>
            <a:xfrm>
              <a:off x="5702058" y="209843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t4641"/>
            <p:cNvSpPr/>
            <p:nvPr/>
          </p:nvSpPr>
          <p:spPr>
            <a:xfrm>
              <a:off x="5743869" y="224508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t4642"/>
            <p:cNvSpPr/>
            <p:nvPr/>
          </p:nvSpPr>
          <p:spPr>
            <a:xfrm>
              <a:off x="5717402" y="230136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t4643"/>
            <p:cNvSpPr/>
            <p:nvPr/>
          </p:nvSpPr>
          <p:spPr>
            <a:xfrm>
              <a:off x="5683444" y="278483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t4644"/>
            <p:cNvSpPr/>
            <p:nvPr/>
          </p:nvSpPr>
          <p:spPr>
            <a:xfrm>
              <a:off x="5490424" y="211270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t4645"/>
            <p:cNvSpPr/>
            <p:nvPr/>
          </p:nvSpPr>
          <p:spPr>
            <a:xfrm>
              <a:off x="5526025" y="244480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t4646"/>
            <p:cNvSpPr/>
            <p:nvPr/>
          </p:nvSpPr>
          <p:spPr>
            <a:xfrm>
              <a:off x="5476465" y="238334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pt4647"/>
            <p:cNvSpPr/>
            <p:nvPr/>
          </p:nvSpPr>
          <p:spPr>
            <a:xfrm>
              <a:off x="5483229" y="224365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" name="pt4648"/>
            <p:cNvSpPr/>
            <p:nvPr/>
          </p:nvSpPr>
          <p:spPr>
            <a:xfrm>
              <a:off x="5525313" y="212028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" name="pt4649"/>
            <p:cNvSpPr/>
            <p:nvPr/>
          </p:nvSpPr>
          <p:spPr>
            <a:xfrm>
              <a:off x="5422263" y="219524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" name="pt4650"/>
            <p:cNvSpPr/>
            <p:nvPr/>
          </p:nvSpPr>
          <p:spPr>
            <a:xfrm>
              <a:off x="5454715" y="190519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" name="pt4651"/>
            <p:cNvSpPr/>
            <p:nvPr/>
          </p:nvSpPr>
          <p:spPr>
            <a:xfrm>
              <a:off x="5472854" y="250799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" name="pt4652"/>
            <p:cNvSpPr/>
            <p:nvPr/>
          </p:nvSpPr>
          <p:spPr>
            <a:xfrm>
              <a:off x="5448144" y="183330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" name="pt4653"/>
            <p:cNvSpPr/>
            <p:nvPr/>
          </p:nvSpPr>
          <p:spPr>
            <a:xfrm>
              <a:off x="5521031" y="197943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" name="pt4654"/>
            <p:cNvSpPr/>
            <p:nvPr/>
          </p:nvSpPr>
          <p:spPr>
            <a:xfrm>
              <a:off x="5412530" y="182882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t4655"/>
            <p:cNvSpPr/>
            <p:nvPr/>
          </p:nvSpPr>
          <p:spPr>
            <a:xfrm>
              <a:off x="5474769" y="193361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t4656"/>
            <p:cNvSpPr/>
            <p:nvPr/>
          </p:nvSpPr>
          <p:spPr>
            <a:xfrm>
              <a:off x="5519741" y="214574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t4657"/>
            <p:cNvSpPr/>
            <p:nvPr/>
          </p:nvSpPr>
          <p:spPr>
            <a:xfrm>
              <a:off x="5034158" y="206166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t4658"/>
            <p:cNvSpPr/>
            <p:nvPr/>
          </p:nvSpPr>
          <p:spPr>
            <a:xfrm>
              <a:off x="5406960" y="196574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t4659"/>
            <p:cNvSpPr/>
            <p:nvPr/>
          </p:nvSpPr>
          <p:spPr>
            <a:xfrm>
              <a:off x="5386610" y="204263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t4660"/>
            <p:cNvSpPr/>
            <p:nvPr/>
          </p:nvSpPr>
          <p:spPr>
            <a:xfrm>
              <a:off x="5386902" y="207179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t4661"/>
            <p:cNvSpPr/>
            <p:nvPr/>
          </p:nvSpPr>
          <p:spPr>
            <a:xfrm>
              <a:off x="5457373" y="183559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t4662"/>
            <p:cNvSpPr/>
            <p:nvPr/>
          </p:nvSpPr>
          <p:spPr>
            <a:xfrm>
              <a:off x="5506210" y="195085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t4663"/>
            <p:cNvSpPr/>
            <p:nvPr/>
          </p:nvSpPr>
          <p:spPr>
            <a:xfrm>
              <a:off x="5460224" y="219626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t4664"/>
            <p:cNvSpPr/>
            <p:nvPr/>
          </p:nvSpPr>
          <p:spPr>
            <a:xfrm>
              <a:off x="5500149" y="26122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t4665"/>
            <p:cNvSpPr/>
            <p:nvPr/>
          </p:nvSpPr>
          <p:spPr>
            <a:xfrm>
              <a:off x="5610098" y="242307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t4666"/>
            <p:cNvSpPr/>
            <p:nvPr/>
          </p:nvSpPr>
          <p:spPr>
            <a:xfrm>
              <a:off x="5407784" y="239287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t4667"/>
            <p:cNvSpPr/>
            <p:nvPr/>
          </p:nvSpPr>
          <p:spPr>
            <a:xfrm>
              <a:off x="5510522" y="241660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t4668"/>
            <p:cNvSpPr/>
            <p:nvPr/>
          </p:nvSpPr>
          <p:spPr>
            <a:xfrm>
              <a:off x="5398759" y="228086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t4669"/>
            <p:cNvSpPr/>
            <p:nvPr/>
          </p:nvSpPr>
          <p:spPr>
            <a:xfrm>
              <a:off x="5587770" y="220596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t4670"/>
            <p:cNvSpPr/>
            <p:nvPr/>
          </p:nvSpPr>
          <p:spPr>
            <a:xfrm>
              <a:off x="5503092" y="21964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t4671"/>
            <p:cNvSpPr/>
            <p:nvPr/>
          </p:nvSpPr>
          <p:spPr>
            <a:xfrm>
              <a:off x="5401211" y="226443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t4672"/>
            <p:cNvSpPr/>
            <p:nvPr/>
          </p:nvSpPr>
          <p:spPr>
            <a:xfrm>
              <a:off x="5409406" y="214418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t4673"/>
            <p:cNvSpPr/>
            <p:nvPr/>
          </p:nvSpPr>
          <p:spPr>
            <a:xfrm>
              <a:off x="5460519" y="210677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" name="pt4674"/>
            <p:cNvSpPr/>
            <p:nvPr/>
          </p:nvSpPr>
          <p:spPr>
            <a:xfrm>
              <a:off x="5491162" y="212205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pt4675"/>
            <p:cNvSpPr/>
            <p:nvPr/>
          </p:nvSpPr>
          <p:spPr>
            <a:xfrm>
              <a:off x="5429124" y="222990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" name="pt4676"/>
            <p:cNvSpPr/>
            <p:nvPr/>
          </p:nvSpPr>
          <p:spPr>
            <a:xfrm>
              <a:off x="5502194" y="178678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" name="pt4677"/>
            <p:cNvSpPr/>
            <p:nvPr/>
          </p:nvSpPr>
          <p:spPr>
            <a:xfrm>
              <a:off x="5306538" y="220711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" name="pt4678"/>
            <p:cNvSpPr/>
            <p:nvPr/>
          </p:nvSpPr>
          <p:spPr>
            <a:xfrm>
              <a:off x="5480904" y="239901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" name="pt4679"/>
            <p:cNvSpPr/>
            <p:nvPr/>
          </p:nvSpPr>
          <p:spPr>
            <a:xfrm>
              <a:off x="5457378" y="213765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" name="pt4680"/>
            <p:cNvSpPr/>
            <p:nvPr/>
          </p:nvSpPr>
          <p:spPr>
            <a:xfrm>
              <a:off x="5742230" y="180447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" name="pt4681"/>
            <p:cNvSpPr/>
            <p:nvPr/>
          </p:nvSpPr>
          <p:spPr>
            <a:xfrm>
              <a:off x="4834532" y="229620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" name="pt4682"/>
            <p:cNvSpPr/>
            <p:nvPr/>
          </p:nvSpPr>
          <p:spPr>
            <a:xfrm>
              <a:off x="5657844" y="180878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" name="pt4683"/>
            <p:cNvSpPr/>
            <p:nvPr/>
          </p:nvSpPr>
          <p:spPr>
            <a:xfrm>
              <a:off x="5467679" y="228360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" name="pt4684"/>
            <p:cNvSpPr/>
            <p:nvPr/>
          </p:nvSpPr>
          <p:spPr>
            <a:xfrm>
              <a:off x="5365136" y="222561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" name="pt4685"/>
            <p:cNvSpPr/>
            <p:nvPr/>
          </p:nvSpPr>
          <p:spPr>
            <a:xfrm>
              <a:off x="5549562" y="245792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" name="pt4686"/>
            <p:cNvSpPr/>
            <p:nvPr/>
          </p:nvSpPr>
          <p:spPr>
            <a:xfrm>
              <a:off x="5458874" y="233157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" name="pt4687"/>
            <p:cNvSpPr/>
            <p:nvPr/>
          </p:nvSpPr>
          <p:spPr>
            <a:xfrm>
              <a:off x="5380789" y="228757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" name="pt4688"/>
            <p:cNvSpPr/>
            <p:nvPr/>
          </p:nvSpPr>
          <p:spPr>
            <a:xfrm>
              <a:off x="5470315" y="235126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" name="pt4689"/>
            <p:cNvSpPr/>
            <p:nvPr/>
          </p:nvSpPr>
          <p:spPr>
            <a:xfrm>
              <a:off x="5598612" y="21442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" name="pt4690"/>
            <p:cNvSpPr/>
            <p:nvPr/>
          </p:nvSpPr>
          <p:spPr>
            <a:xfrm>
              <a:off x="5609638" y="239173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" name="pt4691"/>
            <p:cNvSpPr/>
            <p:nvPr/>
          </p:nvSpPr>
          <p:spPr>
            <a:xfrm>
              <a:off x="5481136" y="203760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" name="pt4692"/>
            <p:cNvSpPr/>
            <p:nvPr/>
          </p:nvSpPr>
          <p:spPr>
            <a:xfrm>
              <a:off x="5694460" y="239690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pt4693"/>
            <p:cNvSpPr/>
            <p:nvPr/>
          </p:nvSpPr>
          <p:spPr>
            <a:xfrm>
              <a:off x="5429615" y="258897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" name="pt4694"/>
            <p:cNvSpPr/>
            <p:nvPr/>
          </p:nvSpPr>
          <p:spPr>
            <a:xfrm>
              <a:off x="5621590" y="181913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t4695"/>
            <p:cNvSpPr/>
            <p:nvPr/>
          </p:nvSpPr>
          <p:spPr>
            <a:xfrm>
              <a:off x="5749227" y="208443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t4696"/>
            <p:cNvSpPr/>
            <p:nvPr/>
          </p:nvSpPr>
          <p:spPr>
            <a:xfrm>
              <a:off x="5786567" y="188474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t4697"/>
            <p:cNvSpPr/>
            <p:nvPr/>
          </p:nvSpPr>
          <p:spPr>
            <a:xfrm>
              <a:off x="5536240" y="23137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t4698"/>
            <p:cNvSpPr/>
            <p:nvPr/>
          </p:nvSpPr>
          <p:spPr>
            <a:xfrm>
              <a:off x="5579521" y="225247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t4699"/>
            <p:cNvSpPr/>
            <p:nvPr/>
          </p:nvSpPr>
          <p:spPr>
            <a:xfrm>
              <a:off x="5501449" y="257490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t4700"/>
            <p:cNvSpPr/>
            <p:nvPr/>
          </p:nvSpPr>
          <p:spPr>
            <a:xfrm>
              <a:off x="5385738" y="217686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t4701"/>
            <p:cNvSpPr/>
            <p:nvPr/>
          </p:nvSpPr>
          <p:spPr>
            <a:xfrm>
              <a:off x="5508572" y="230543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t4702"/>
            <p:cNvSpPr/>
            <p:nvPr/>
          </p:nvSpPr>
          <p:spPr>
            <a:xfrm>
              <a:off x="5542202" y="223047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t4703"/>
            <p:cNvSpPr/>
            <p:nvPr/>
          </p:nvSpPr>
          <p:spPr>
            <a:xfrm>
              <a:off x="5663838" y="203338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t4704"/>
            <p:cNvSpPr/>
            <p:nvPr/>
          </p:nvSpPr>
          <p:spPr>
            <a:xfrm>
              <a:off x="5587344" y="217904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t4705"/>
            <p:cNvSpPr/>
            <p:nvPr/>
          </p:nvSpPr>
          <p:spPr>
            <a:xfrm>
              <a:off x="5494441" y="227939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t4706"/>
            <p:cNvSpPr/>
            <p:nvPr/>
          </p:nvSpPr>
          <p:spPr>
            <a:xfrm>
              <a:off x="5523075" y="268844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t4707"/>
            <p:cNvSpPr/>
            <p:nvPr/>
          </p:nvSpPr>
          <p:spPr>
            <a:xfrm>
              <a:off x="5505326" y="208113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t4708"/>
            <p:cNvSpPr/>
            <p:nvPr/>
          </p:nvSpPr>
          <p:spPr>
            <a:xfrm>
              <a:off x="5534453" y="236827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t4709"/>
            <p:cNvSpPr/>
            <p:nvPr/>
          </p:nvSpPr>
          <p:spPr>
            <a:xfrm>
              <a:off x="5775738" y="229300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t4710"/>
            <p:cNvSpPr/>
            <p:nvPr/>
          </p:nvSpPr>
          <p:spPr>
            <a:xfrm>
              <a:off x="5664036" y="192865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t4711"/>
            <p:cNvSpPr/>
            <p:nvPr/>
          </p:nvSpPr>
          <p:spPr>
            <a:xfrm>
              <a:off x="5602370" y="235897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t4712"/>
            <p:cNvSpPr/>
            <p:nvPr/>
          </p:nvSpPr>
          <p:spPr>
            <a:xfrm>
              <a:off x="5642774" y="210807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t4713"/>
            <p:cNvSpPr/>
            <p:nvPr/>
          </p:nvSpPr>
          <p:spPr>
            <a:xfrm>
              <a:off x="5558107" y="20460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t4714"/>
            <p:cNvSpPr/>
            <p:nvPr/>
          </p:nvSpPr>
          <p:spPr>
            <a:xfrm>
              <a:off x="5714774" y="191787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t4715"/>
            <p:cNvSpPr/>
            <p:nvPr/>
          </p:nvSpPr>
          <p:spPr>
            <a:xfrm>
              <a:off x="5799855" y="199569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t4716"/>
            <p:cNvSpPr/>
            <p:nvPr/>
          </p:nvSpPr>
          <p:spPr>
            <a:xfrm>
              <a:off x="5572821" y="1556992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t4717"/>
            <p:cNvSpPr/>
            <p:nvPr/>
          </p:nvSpPr>
          <p:spPr>
            <a:xfrm>
              <a:off x="5441276" y="192943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t4718"/>
            <p:cNvSpPr/>
            <p:nvPr/>
          </p:nvSpPr>
          <p:spPr>
            <a:xfrm>
              <a:off x="5801239" y="223125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t4719"/>
            <p:cNvSpPr/>
            <p:nvPr/>
          </p:nvSpPr>
          <p:spPr>
            <a:xfrm>
              <a:off x="5725058" y="256147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t4720"/>
            <p:cNvSpPr/>
            <p:nvPr/>
          </p:nvSpPr>
          <p:spPr>
            <a:xfrm>
              <a:off x="5440361" y="213318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t4721"/>
            <p:cNvSpPr/>
            <p:nvPr/>
          </p:nvSpPr>
          <p:spPr>
            <a:xfrm>
              <a:off x="5420649" y="215775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t4722"/>
            <p:cNvSpPr/>
            <p:nvPr/>
          </p:nvSpPr>
          <p:spPr>
            <a:xfrm>
              <a:off x="5536756" y="229433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t4723"/>
            <p:cNvSpPr/>
            <p:nvPr/>
          </p:nvSpPr>
          <p:spPr>
            <a:xfrm>
              <a:off x="5426108" y="222430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t4724"/>
            <p:cNvSpPr/>
            <p:nvPr/>
          </p:nvSpPr>
          <p:spPr>
            <a:xfrm>
              <a:off x="5424188" y="204919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t4725"/>
            <p:cNvSpPr/>
            <p:nvPr/>
          </p:nvSpPr>
          <p:spPr>
            <a:xfrm>
              <a:off x="5533791" y="213026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t4726"/>
            <p:cNvSpPr/>
            <p:nvPr/>
          </p:nvSpPr>
          <p:spPr>
            <a:xfrm>
              <a:off x="5459297" y="257659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t4727"/>
            <p:cNvSpPr/>
            <p:nvPr/>
          </p:nvSpPr>
          <p:spPr>
            <a:xfrm>
              <a:off x="5644032" y="204858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t4728"/>
            <p:cNvSpPr/>
            <p:nvPr/>
          </p:nvSpPr>
          <p:spPr>
            <a:xfrm>
              <a:off x="5495858" y="180679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t4729"/>
            <p:cNvSpPr/>
            <p:nvPr/>
          </p:nvSpPr>
          <p:spPr>
            <a:xfrm>
              <a:off x="5545121" y="208904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t4730"/>
            <p:cNvSpPr/>
            <p:nvPr/>
          </p:nvSpPr>
          <p:spPr>
            <a:xfrm>
              <a:off x="5503905" y="199738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t4731"/>
            <p:cNvSpPr/>
            <p:nvPr/>
          </p:nvSpPr>
          <p:spPr>
            <a:xfrm>
              <a:off x="5751020" y="206255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t4732"/>
            <p:cNvSpPr/>
            <p:nvPr/>
          </p:nvSpPr>
          <p:spPr>
            <a:xfrm>
              <a:off x="5483316" y="214786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t4733"/>
            <p:cNvSpPr/>
            <p:nvPr/>
          </p:nvSpPr>
          <p:spPr>
            <a:xfrm>
              <a:off x="5602010" y="2053488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t4734"/>
            <p:cNvSpPr/>
            <p:nvPr/>
          </p:nvSpPr>
          <p:spPr>
            <a:xfrm>
              <a:off x="5580818" y="138642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t4735"/>
            <p:cNvSpPr/>
            <p:nvPr/>
          </p:nvSpPr>
          <p:spPr>
            <a:xfrm>
              <a:off x="5621196" y="219121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t4736"/>
            <p:cNvSpPr/>
            <p:nvPr/>
          </p:nvSpPr>
          <p:spPr>
            <a:xfrm>
              <a:off x="5567994" y="210820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t4737"/>
            <p:cNvSpPr/>
            <p:nvPr/>
          </p:nvSpPr>
          <p:spPr>
            <a:xfrm>
              <a:off x="5667636" y="224840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t4738"/>
            <p:cNvSpPr/>
            <p:nvPr/>
          </p:nvSpPr>
          <p:spPr>
            <a:xfrm>
              <a:off x="5482192" y="183391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t4739"/>
            <p:cNvSpPr/>
            <p:nvPr/>
          </p:nvSpPr>
          <p:spPr>
            <a:xfrm>
              <a:off x="5587084" y="21441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t4740"/>
            <p:cNvSpPr/>
            <p:nvPr/>
          </p:nvSpPr>
          <p:spPr>
            <a:xfrm>
              <a:off x="5587724" y="215866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t4741"/>
            <p:cNvSpPr/>
            <p:nvPr/>
          </p:nvSpPr>
          <p:spPr>
            <a:xfrm>
              <a:off x="5417097" y="180276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t4742"/>
            <p:cNvSpPr/>
            <p:nvPr/>
          </p:nvSpPr>
          <p:spPr>
            <a:xfrm>
              <a:off x="5557985" y="254764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t4743"/>
            <p:cNvSpPr/>
            <p:nvPr/>
          </p:nvSpPr>
          <p:spPr>
            <a:xfrm>
              <a:off x="5500276" y="228306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t4744"/>
            <p:cNvSpPr/>
            <p:nvPr/>
          </p:nvSpPr>
          <p:spPr>
            <a:xfrm>
              <a:off x="5560060" y="225403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t4745"/>
            <p:cNvSpPr/>
            <p:nvPr/>
          </p:nvSpPr>
          <p:spPr>
            <a:xfrm>
              <a:off x="5469589" y="199440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t4746"/>
            <p:cNvSpPr/>
            <p:nvPr/>
          </p:nvSpPr>
          <p:spPr>
            <a:xfrm>
              <a:off x="5353130" y="216615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t4747"/>
            <p:cNvSpPr/>
            <p:nvPr/>
          </p:nvSpPr>
          <p:spPr>
            <a:xfrm>
              <a:off x="5291755" y="258699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t4748"/>
            <p:cNvSpPr/>
            <p:nvPr/>
          </p:nvSpPr>
          <p:spPr>
            <a:xfrm>
              <a:off x="5380834" y="250083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t4749"/>
            <p:cNvSpPr/>
            <p:nvPr/>
          </p:nvSpPr>
          <p:spPr>
            <a:xfrm>
              <a:off x="5415758" y="255040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t4750"/>
            <p:cNvSpPr/>
            <p:nvPr/>
          </p:nvSpPr>
          <p:spPr>
            <a:xfrm>
              <a:off x="5406237" y="251375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t4751"/>
            <p:cNvSpPr/>
            <p:nvPr/>
          </p:nvSpPr>
          <p:spPr>
            <a:xfrm>
              <a:off x="5373571" y="274181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t4752"/>
            <p:cNvSpPr/>
            <p:nvPr/>
          </p:nvSpPr>
          <p:spPr>
            <a:xfrm>
              <a:off x="5612602" y="210625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t4753"/>
            <p:cNvSpPr/>
            <p:nvPr/>
          </p:nvSpPr>
          <p:spPr>
            <a:xfrm>
              <a:off x="5832236" y="220956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t4754"/>
            <p:cNvSpPr/>
            <p:nvPr/>
          </p:nvSpPr>
          <p:spPr>
            <a:xfrm>
              <a:off x="5659195" y="203408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t4755"/>
            <p:cNvSpPr/>
            <p:nvPr/>
          </p:nvSpPr>
          <p:spPr>
            <a:xfrm>
              <a:off x="5610471" y="200139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t4756"/>
            <p:cNvSpPr/>
            <p:nvPr/>
          </p:nvSpPr>
          <p:spPr>
            <a:xfrm>
              <a:off x="5747180" y="237678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t4757"/>
            <p:cNvSpPr/>
            <p:nvPr/>
          </p:nvSpPr>
          <p:spPr>
            <a:xfrm>
              <a:off x="5462340" y="200183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t4758"/>
            <p:cNvSpPr/>
            <p:nvPr/>
          </p:nvSpPr>
          <p:spPr>
            <a:xfrm>
              <a:off x="5558449" y="2289601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t4759"/>
            <p:cNvSpPr/>
            <p:nvPr/>
          </p:nvSpPr>
          <p:spPr>
            <a:xfrm>
              <a:off x="5564665" y="207918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t4760"/>
            <p:cNvSpPr/>
            <p:nvPr/>
          </p:nvSpPr>
          <p:spPr>
            <a:xfrm>
              <a:off x="5571519" y="21839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t4761"/>
            <p:cNvSpPr/>
            <p:nvPr/>
          </p:nvSpPr>
          <p:spPr>
            <a:xfrm>
              <a:off x="5551709" y="189214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t4762"/>
            <p:cNvSpPr/>
            <p:nvPr/>
          </p:nvSpPr>
          <p:spPr>
            <a:xfrm>
              <a:off x="5427331" y="222168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t4763"/>
            <p:cNvSpPr/>
            <p:nvPr/>
          </p:nvSpPr>
          <p:spPr>
            <a:xfrm>
              <a:off x="5498571" y="198466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t4764"/>
            <p:cNvSpPr/>
            <p:nvPr/>
          </p:nvSpPr>
          <p:spPr>
            <a:xfrm>
              <a:off x="5396992" y="180465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t4765"/>
            <p:cNvSpPr/>
            <p:nvPr/>
          </p:nvSpPr>
          <p:spPr>
            <a:xfrm>
              <a:off x="5466092" y="18341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t4766"/>
            <p:cNvSpPr/>
            <p:nvPr/>
          </p:nvSpPr>
          <p:spPr>
            <a:xfrm>
              <a:off x="5467186" y="2514622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t4767"/>
            <p:cNvSpPr/>
            <p:nvPr/>
          </p:nvSpPr>
          <p:spPr>
            <a:xfrm>
              <a:off x="5053051" y="199745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t4768"/>
            <p:cNvSpPr/>
            <p:nvPr/>
          </p:nvSpPr>
          <p:spPr>
            <a:xfrm>
              <a:off x="5517638" y="2029955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t4769"/>
            <p:cNvSpPr/>
            <p:nvPr/>
          </p:nvSpPr>
          <p:spPr>
            <a:xfrm>
              <a:off x="5549581" y="188947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t4770"/>
            <p:cNvSpPr/>
            <p:nvPr/>
          </p:nvSpPr>
          <p:spPr>
            <a:xfrm>
              <a:off x="5517212" y="2020374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t4771"/>
            <p:cNvSpPr/>
            <p:nvPr/>
          </p:nvSpPr>
          <p:spPr>
            <a:xfrm>
              <a:off x="5581670" y="2419352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t4772"/>
            <p:cNvSpPr/>
            <p:nvPr/>
          </p:nvSpPr>
          <p:spPr>
            <a:xfrm>
              <a:off x="5569462" y="225286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t4773"/>
            <p:cNvSpPr/>
            <p:nvPr/>
          </p:nvSpPr>
          <p:spPr>
            <a:xfrm>
              <a:off x="5622306" y="243340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t4774"/>
            <p:cNvSpPr/>
            <p:nvPr/>
          </p:nvSpPr>
          <p:spPr>
            <a:xfrm>
              <a:off x="5586398" y="206911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t4775"/>
            <p:cNvSpPr/>
            <p:nvPr/>
          </p:nvSpPr>
          <p:spPr>
            <a:xfrm>
              <a:off x="5474285" y="211093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t4776"/>
            <p:cNvSpPr/>
            <p:nvPr/>
          </p:nvSpPr>
          <p:spPr>
            <a:xfrm>
              <a:off x="5491975" y="235275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t4777"/>
            <p:cNvSpPr/>
            <p:nvPr/>
          </p:nvSpPr>
          <p:spPr>
            <a:xfrm>
              <a:off x="5582366" y="22376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t4778"/>
            <p:cNvSpPr/>
            <p:nvPr/>
          </p:nvSpPr>
          <p:spPr>
            <a:xfrm>
              <a:off x="5546147" y="213354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t4779"/>
            <p:cNvSpPr/>
            <p:nvPr/>
          </p:nvSpPr>
          <p:spPr>
            <a:xfrm>
              <a:off x="5596867" y="201500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t4780"/>
            <p:cNvSpPr/>
            <p:nvPr/>
          </p:nvSpPr>
          <p:spPr>
            <a:xfrm>
              <a:off x="5420599" y="215606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t4781"/>
            <p:cNvSpPr/>
            <p:nvPr/>
          </p:nvSpPr>
          <p:spPr>
            <a:xfrm>
              <a:off x="5622019" y="227589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t4782"/>
            <p:cNvSpPr/>
            <p:nvPr/>
          </p:nvSpPr>
          <p:spPr>
            <a:xfrm>
              <a:off x="5548196" y="169034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t4783"/>
            <p:cNvSpPr/>
            <p:nvPr/>
          </p:nvSpPr>
          <p:spPr>
            <a:xfrm>
              <a:off x="5482010" y="190329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t4784"/>
            <p:cNvSpPr/>
            <p:nvPr/>
          </p:nvSpPr>
          <p:spPr>
            <a:xfrm>
              <a:off x="5615522" y="2083712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t4785"/>
            <p:cNvSpPr/>
            <p:nvPr/>
          </p:nvSpPr>
          <p:spPr>
            <a:xfrm>
              <a:off x="5438964" y="192761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t4786"/>
            <p:cNvSpPr/>
            <p:nvPr/>
          </p:nvSpPr>
          <p:spPr>
            <a:xfrm>
              <a:off x="5554772" y="220328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t4787"/>
            <p:cNvSpPr/>
            <p:nvPr/>
          </p:nvSpPr>
          <p:spPr>
            <a:xfrm>
              <a:off x="5693152" y="187575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t4788"/>
            <p:cNvSpPr/>
            <p:nvPr/>
          </p:nvSpPr>
          <p:spPr>
            <a:xfrm>
              <a:off x="5959795" y="1781020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t4789"/>
            <p:cNvSpPr/>
            <p:nvPr/>
          </p:nvSpPr>
          <p:spPr>
            <a:xfrm>
              <a:off x="5712782" y="200098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t4790"/>
            <p:cNvSpPr/>
            <p:nvPr/>
          </p:nvSpPr>
          <p:spPr>
            <a:xfrm>
              <a:off x="5797372" y="178884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t4791"/>
            <p:cNvSpPr/>
            <p:nvPr/>
          </p:nvSpPr>
          <p:spPr>
            <a:xfrm>
              <a:off x="5439884" y="225076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t4792"/>
            <p:cNvSpPr/>
            <p:nvPr/>
          </p:nvSpPr>
          <p:spPr>
            <a:xfrm>
              <a:off x="5557528" y="208848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t4793"/>
            <p:cNvSpPr/>
            <p:nvPr/>
          </p:nvSpPr>
          <p:spPr>
            <a:xfrm>
              <a:off x="5667536" y="209750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t4794"/>
            <p:cNvSpPr/>
            <p:nvPr/>
          </p:nvSpPr>
          <p:spPr>
            <a:xfrm>
              <a:off x="5692574" y="201471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t4795"/>
            <p:cNvSpPr/>
            <p:nvPr/>
          </p:nvSpPr>
          <p:spPr>
            <a:xfrm>
              <a:off x="5491099" y="186892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t4796"/>
            <p:cNvSpPr/>
            <p:nvPr/>
          </p:nvSpPr>
          <p:spPr>
            <a:xfrm>
              <a:off x="5374134" y="218642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t4797"/>
            <p:cNvSpPr/>
            <p:nvPr/>
          </p:nvSpPr>
          <p:spPr>
            <a:xfrm>
              <a:off x="5440801" y="201381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t4798"/>
            <p:cNvSpPr/>
            <p:nvPr/>
          </p:nvSpPr>
          <p:spPr>
            <a:xfrm>
              <a:off x="5386442" y="184959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t4799"/>
            <p:cNvSpPr/>
            <p:nvPr/>
          </p:nvSpPr>
          <p:spPr>
            <a:xfrm>
              <a:off x="5541147" y="2149118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t4800"/>
            <p:cNvSpPr/>
            <p:nvPr/>
          </p:nvSpPr>
          <p:spPr>
            <a:xfrm>
              <a:off x="5633680" y="196743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t4801"/>
            <p:cNvSpPr/>
            <p:nvPr/>
          </p:nvSpPr>
          <p:spPr>
            <a:xfrm>
              <a:off x="5484340" y="180146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t4802"/>
            <p:cNvSpPr/>
            <p:nvPr/>
          </p:nvSpPr>
          <p:spPr>
            <a:xfrm>
              <a:off x="5314525" y="1988249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t4803"/>
            <p:cNvSpPr/>
            <p:nvPr/>
          </p:nvSpPr>
          <p:spPr>
            <a:xfrm>
              <a:off x="5552473" y="21959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t4804"/>
            <p:cNvSpPr/>
            <p:nvPr/>
          </p:nvSpPr>
          <p:spPr>
            <a:xfrm>
              <a:off x="5560473" y="192492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t4805"/>
            <p:cNvSpPr/>
            <p:nvPr/>
          </p:nvSpPr>
          <p:spPr>
            <a:xfrm>
              <a:off x="5524073" y="217766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t4806"/>
            <p:cNvSpPr/>
            <p:nvPr/>
          </p:nvSpPr>
          <p:spPr>
            <a:xfrm>
              <a:off x="5697474" y="22583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t4807"/>
            <p:cNvSpPr/>
            <p:nvPr/>
          </p:nvSpPr>
          <p:spPr>
            <a:xfrm>
              <a:off x="5635140" y="216946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t4808"/>
            <p:cNvSpPr/>
            <p:nvPr/>
          </p:nvSpPr>
          <p:spPr>
            <a:xfrm>
              <a:off x="5736057" y="256388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t4809"/>
            <p:cNvSpPr/>
            <p:nvPr/>
          </p:nvSpPr>
          <p:spPr>
            <a:xfrm>
              <a:off x="5677511" y="279052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t4810"/>
            <p:cNvSpPr/>
            <p:nvPr/>
          </p:nvSpPr>
          <p:spPr>
            <a:xfrm>
              <a:off x="5655803" y="219601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t4811"/>
            <p:cNvSpPr/>
            <p:nvPr/>
          </p:nvSpPr>
          <p:spPr>
            <a:xfrm>
              <a:off x="5721008" y="257933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t4812"/>
            <p:cNvSpPr/>
            <p:nvPr/>
          </p:nvSpPr>
          <p:spPr>
            <a:xfrm>
              <a:off x="5649232" y="219611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t4813"/>
            <p:cNvSpPr/>
            <p:nvPr/>
          </p:nvSpPr>
          <p:spPr>
            <a:xfrm>
              <a:off x="5465390" y="237539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t4814"/>
            <p:cNvSpPr/>
            <p:nvPr/>
          </p:nvSpPr>
          <p:spPr>
            <a:xfrm>
              <a:off x="5592895" y="223564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t4815"/>
            <p:cNvSpPr/>
            <p:nvPr/>
          </p:nvSpPr>
          <p:spPr>
            <a:xfrm>
              <a:off x="5551561" y="202378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t4816"/>
            <p:cNvSpPr/>
            <p:nvPr/>
          </p:nvSpPr>
          <p:spPr>
            <a:xfrm>
              <a:off x="5563725" y="240247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t4817"/>
            <p:cNvSpPr/>
            <p:nvPr/>
          </p:nvSpPr>
          <p:spPr>
            <a:xfrm>
              <a:off x="5526089" y="2322340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t4818"/>
            <p:cNvSpPr/>
            <p:nvPr/>
          </p:nvSpPr>
          <p:spPr>
            <a:xfrm>
              <a:off x="5421532" y="197959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t4819"/>
            <p:cNvSpPr/>
            <p:nvPr/>
          </p:nvSpPr>
          <p:spPr>
            <a:xfrm>
              <a:off x="5546681" y="196317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t4820"/>
            <p:cNvSpPr/>
            <p:nvPr/>
          </p:nvSpPr>
          <p:spPr>
            <a:xfrm>
              <a:off x="5612556" y="197191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t4821"/>
            <p:cNvSpPr/>
            <p:nvPr/>
          </p:nvSpPr>
          <p:spPr>
            <a:xfrm>
              <a:off x="5572182" y="247188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t4822"/>
            <p:cNvSpPr/>
            <p:nvPr/>
          </p:nvSpPr>
          <p:spPr>
            <a:xfrm>
              <a:off x="5707462" y="2479569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t4823"/>
            <p:cNvSpPr/>
            <p:nvPr/>
          </p:nvSpPr>
          <p:spPr>
            <a:xfrm>
              <a:off x="5629221" y="237549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t4824"/>
            <p:cNvSpPr/>
            <p:nvPr/>
          </p:nvSpPr>
          <p:spPr>
            <a:xfrm>
              <a:off x="5556409" y="2329126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t4825"/>
            <p:cNvSpPr/>
            <p:nvPr/>
          </p:nvSpPr>
          <p:spPr>
            <a:xfrm>
              <a:off x="5426178" y="231869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t4826"/>
            <p:cNvSpPr/>
            <p:nvPr/>
          </p:nvSpPr>
          <p:spPr>
            <a:xfrm>
              <a:off x="5386383" y="236939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t4827"/>
            <p:cNvSpPr/>
            <p:nvPr/>
          </p:nvSpPr>
          <p:spPr>
            <a:xfrm>
              <a:off x="5587677" y="228266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t4828"/>
            <p:cNvSpPr/>
            <p:nvPr/>
          </p:nvSpPr>
          <p:spPr>
            <a:xfrm>
              <a:off x="5311933" y="237009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t4829"/>
            <p:cNvSpPr/>
            <p:nvPr/>
          </p:nvSpPr>
          <p:spPr>
            <a:xfrm>
              <a:off x="5521204" y="234193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t4830"/>
            <p:cNvSpPr/>
            <p:nvPr/>
          </p:nvSpPr>
          <p:spPr>
            <a:xfrm>
              <a:off x="5662619" y="283417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t4831"/>
            <p:cNvSpPr/>
            <p:nvPr/>
          </p:nvSpPr>
          <p:spPr>
            <a:xfrm>
              <a:off x="5681164" y="2141050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t4832"/>
            <p:cNvSpPr/>
            <p:nvPr/>
          </p:nvSpPr>
          <p:spPr>
            <a:xfrm>
              <a:off x="5542864" y="25936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t4833"/>
            <p:cNvSpPr/>
            <p:nvPr/>
          </p:nvSpPr>
          <p:spPr>
            <a:xfrm>
              <a:off x="5990440" y="1691826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t4834"/>
            <p:cNvSpPr/>
            <p:nvPr/>
          </p:nvSpPr>
          <p:spPr>
            <a:xfrm>
              <a:off x="5399219" y="215255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t4835"/>
            <p:cNvSpPr/>
            <p:nvPr/>
          </p:nvSpPr>
          <p:spPr>
            <a:xfrm>
              <a:off x="5469330" y="224635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t4836"/>
            <p:cNvSpPr/>
            <p:nvPr/>
          </p:nvSpPr>
          <p:spPr>
            <a:xfrm>
              <a:off x="5638619" y="2301353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t4837"/>
            <p:cNvSpPr/>
            <p:nvPr/>
          </p:nvSpPr>
          <p:spPr>
            <a:xfrm>
              <a:off x="5717532" y="2443523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t4838"/>
            <p:cNvSpPr/>
            <p:nvPr/>
          </p:nvSpPr>
          <p:spPr>
            <a:xfrm>
              <a:off x="5446958" y="232678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t4839"/>
            <p:cNvSpPr/>
            <p:nvPr/>
          </p:nvSpPr>
          <p:spPr>
            <a:xfrm>
              <a:off x="5394547" y="2258205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t4840"/>
            <p:cNvSpPr/>
            <p:nvPr/>
          </p:nvSpPr>
          <p:spPr>
            <a:xfrm>
              <a:off x="5610100" y="231609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t4841"/>
            <p:cNvSpPr/>
            <p:nvPr/>
          </p:nvSpPr>
          <p:spPr>
            <a:xfrm>
              <a:off x="5614318" y="216628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t4842"/>
            <p:cNvSpPr/>
            <p:nvPr/>
          </p:nvSpPr>
          <p:spPr>
            <a:xfrm>
              <a:off x="5543749" y="1825353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t4843"/>
            <p:cNvSpPr/>
            <p:nvPr/>
          </p:nvSpPr>
          <p:spPr>
            <a:xfrm>
              <a:off x="5320918" y="2524496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t4844"/>
            <p:cNvSpPr/>
            <p:nvPr/>
          </p:nvSpPr>
          <p:spPr>
            <a:xfrm>
              <a:off x="5410032" y="217662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t4845"/>
            <p:cNvSpPr/>
            <p:nvPr/>
          </p:nvSpPr>
          <p:spPr>
            <a:xfrm>
              <a:off x="5599320" y="1972409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t4846"/>
            <p:cNvSpPr/>
            <p:nvPr/>
          </p:nvSpPr>
          <p:spPr>
            <a:xfrm>
              <a:off x="5677916" y="2412432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t4847"/>
            <p:cNvSpPr/>
            <p:nvPr/>
          </p:nvSpPr>
          <p:spPr>
            <a:xfrm>
              <a:off x="5411664" y="21311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t4848"/>
            <p:cNvSpPr/>
            <p:nvPr/>
          </p:nvSpPr>
          <p:spPr>
            <a:xfrm>
              <a:off x="5506376" y="246240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t4849"/>
            <p:cNvSpPr/>
            <p:nvPr/>
          </p:nvSpPr>
          <p:spPr>
            <a:xfrm>
              <a:off x="5531572" y="193619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t4850"/>
            <p:cNvSpPr/>
            <p:nvPr/>
          </p:nvSpPr>
          <p:spPr>
            <a:xfrm>
              <a:off x="5681411" y="276239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t4851"/>
            <p:cNvSpPr/>
            <p:nvPr/>
          </p:nvSpPr>
          <p:spPr>
            <a:xfrm>
              <a:off x="5673247" y="2663275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t4852"/>
            <p:cNvSpPr/>
            <p:nvPr/>
          </p:nvSpPr>
          <p:spPr>
            <a:xfrm>
              <a:off x="5621723" y="248495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t4853"/>
            <p:cNvSpPr/>
            <p:nvPr/>
          </p:nvSpPr>
          <p:spPr>
            <a:xfrm>
              <a:off x="5630907" y="223462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t4854"/>
            <p:cNvSpPr/>
            <p:nvPr/>
          </p:nvSpPr>
          <p:spPr>
            <a:xfrm>
              <a:off x="5843550" y="2547776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t4855"/>
            <p:cNvSpPr/>
            <p:nvPr/>
          </p:nvSpPr>
          <p:spPr>
            <a:xfrm>
              <a:off x="5744513" y="2427550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t4856"/>
            <p:cNvSpPr/>
            <p:nvPr/>
          </p:nvSpPr>
          <p:spPr>
            <a:xfrm>
              <a:off x="5657047" y="2447145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t4857"/>
            <p:cNvSpPr/>
            <p:nvPr/>
          </p:nvSpPr>
          <p:spPr>
            <a:xfrm>
              <a:off x="5470798" y="231535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t4858"/>
            <p:cNvSpPr/>
            <p:nvPr/>
          </p:nvSpPr>
          <p:spPr>
            <a:xfrm>
              <a:off x="5426488" y="2323808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t4859"/>
            <p:cNvSpPr/>
            <p:nvPr/>
          </p:nvSpPr>
          <p:spPr>
            <a:xfrm>
              <a:off x="5571251" y="195336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t4860"/>
            <p:cNvSpPr/>
            <p:nvPr/>
          </p:nvSpPr>
          <p:spPr>
            <a:xfrm>
              <a:off x="5427179" y="204273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t4861"/>
            <p:cNvSpPr/>
            <p:nvPr/>
          </p:nvSpPr>
          <p:spPr>
            <a:xfrm>
              <a:off x="5642591" y="1885123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t4862"/>
            <p:cNvSpPr/>
            <p:nvPr/>
          </p:nvSpPr>
          <p:spPr>
            <a:xfrm>
              <a:off x="5623622" y="189545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t4863"/>
            <p:cNvSpPr/>
            <p:nvPr/>
          </p:nvSpPr>
          <p:spPr>
            <a:xfrm>
              <a:off x="5421892" y="2117935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t4864"/>
            <p:cNvSpPr/>
            <p:nvPr/>
          </p:nvSpPr>
          <p:spPr>
            <a:xfrm>
              <a:off x="5579104" y="240228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t4865"/>
            <p:cNvSpPr/>
            <p:nvPr/>
          </p:nvSpPr>
          <p:spPr>
            <a:xfrm>
              <a:off x="5523834" y="212811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t4866"/>
            <p:cNvSpPr/>
            <p:nvPr/>
          </p:nvSpPr>
          <p:spPr>
            <a:xfrm>
              <a:off x="5527053" y="2260163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t4867"/>
            <p:cNvSpPr/>
            <p:nvPr/>
          </p:nvSpPr>
          <p:spPr>
            <a:xfrm>
              <a:off x="5482034" y="2528299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t4868"/>
            <p:cNvSpPr/>
            <p:nvPr/>
          </p:nvSpPr>
          <p:spPr>
            <a:xfrm>
              <a:off x="5528015" y="192118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t4869"/>
            <p:cNvSpPr/>
            <p:nvPr/>
          </p:nvSpPr>
          <p:spPr>
            <a:xfrm>
              <a:off x="5478066" y="194432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t4870"/>
            <p:cNvSpPr/>
            <p:nvPr/>
          </p:nvSpPr>
          <p:spPr>
            <a:xfrm>
              <a:off x="5393384" y="2227204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t4871"/>
            <p:cNvSpPr/>
            <p:nvPr/>
          </p:nvSpPr>
          <p:spPr>
            <a:xfrm>
              <a:off x="5489027" y="1998890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t4872"/>
            <p:cNvSpPr/>
            <p:nvPr/>
          </p:nvSpPr>
          <p:spPr>
            <a:xfrm>
              <a:off x="5577043" y="2256551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t4873"/>
            <p:cNvSpPr/>
            <p:nvPr/>
          </p:nvSpPr>
          <p:spPr>
            <a:xfrm>
              <a:off x="5458262" y="245626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t4874"/>
            <p:cNvSpPr/>
            <p:nvPr/>
          </p:nvSpPr>
          <p:spPr>
            <a:xfrm>
              <a:off x="5461866" y="199462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t4875"/>
            <p:cNvSpPr/>
            <p:nvPr/>
          </p:nvSpPr>
          <p:spPr>
            <a:xfrm>
              <a:off x="5471575" y="2018344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t4876"/>
            <p:cNvSpPr/>
            <p:nvPr/>
          </p:nvSpPr>
          <p:spPr>
            <a:xfrm>
              <a:off x="5405646" y="204590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t4877"/>
            <p:cNvSpPr/>
            <p:nvPr/>
          </p:nvSpPr>
          <p:spPr>
            <a:xfrm>
              <a:off x="5705937" y="1654918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t4878"/>
            <p:cNvSpPr/>
            <p:nvPr/>
          </p:nvSpPr>
          <p:spPr>
            <a:xfrm>
              <a:off x="5500991" y="219173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t4879"/>
            <p:cNvSpPr/>
            <p:nvPr/>
          </p:nvSpPr>
          <p:spPr>
            <a:xfrm>
              <a:off x="5495665" y="22187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t4880"/>
            <p:cNvSpPr/>
            <p:nvPr/>
          </p:nvSpPr>
          <p:spPr>
            <a:xfrm>
              <a:off x="5679117" y="2388309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t4881"/>
            <p:cNvSpPr/>
            <p:nvPr/>
          </p:nvSpPr>
          <p:spPr>
            <a:xfrm>
              <a:off x="5553384" y="2468644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t4882"/>
            <p:cNvSpPr/>
            <p:nvPr/>
          </p:nvSpPr>
          <p:spPr>
            <a:xfrm>
              <a:off x="5591597" y="235305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t4883"/>
            <p:cNvSpPr/>
            <p:nvPr/>
          </p:nvSpPr>
          <p:spPr>
            <a:xfrm>
              <a:off x="5561449" y="2013873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t4884"/>
            <p:cNvSpPr/>
            <p:nvPr/>
          </p:nvSpPr>
          <p:spPr>
            <a:xfrm>
              <a:off x="5814723" y="2162948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t4885"/>
            <p:cNvSpPr/>
            <p:nvPr/>
          </p:nvSpPr>
          <p:spPr>
            <a:xfrm>
              <a:off x="5824564" y="202603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t4886"/>
            <p:cNvSpPr/>
            <p:nvPr/>
          </p:nvSpPr>
          <p:spPr>
            <a:xfrm>
              <a:off x="5443499" y="2421850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t4887"/>
            <p:cNvSpPr/>
            <p:nvPr/>
          </p:nvSpPr>
          <p:spPr>
            <a:xfrm>
              <a:off x="5712541" y="1796118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t4888"/>
            <p:cNvSpPr/>
            <p:nvPr/>
          </p:nvSpPr>
          <p:spPr>
            <a:xfrm>
              <a:off x="5509402" y="1948722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t4889"/>
            <p:cNvSpPr/>
            <p:nvPr/>
          </p:nvSpPr>
          <p:spPr>
            <a:xfrm>
              <a:off x="5428231" y="187095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t4890"/>
            <p:cNvSpPr/>
            <p:nvPr/>
          </p:nvSpPr>
          <p:spPr>
            <a:xfrm>
              <a:off x="5374321" y="199535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t4891"/>
            <p:cNvSpPr/>
            <p:nvPr/>
          </p:nvSpPr>
          <p:spPr>
            <a:xfrm>
              <a:off x="5442069" y="2108552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t4892"/>
            <p:cNvSpPr/>
            <p:nvPr/>
          </p:nvSpPr>
          <p:spPr>
            <a:xfrm>
              <a:off x="5417880" y="20883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t4893"/>
            <p:cNvSpPr/>
            <p:nvPr/>
          </p:nvSpPr>
          <p:spPr>
            <a:xfrm>
              <a:off x="5356863" y="203273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t4894"/>
            <p:cNvSpPr/>
            <p:nvPr/>
          </p:nvSpPr>
          <p:spPr>
            <a:xfrm>
              <a:off x="5444279" y="237764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t4895"/>
            <p:cNvSpPr/>
            <p:nvPr/>
          </p:nvSpPr>
          <p:spPr>
            <a:xfrm>
              <a:off x="5559194" y="223669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t4896"/>
            <p:cNvSpPr/>
            <p:nvPr/>
          </p:nvSpPr>
          <p:spPr>
            <a:xfrm>
              <a:off x="5418927" y="2385333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t4897"/>
            <p:cNvSpPr/>
            <p:nvPr/>
          </p:nvSpPr>
          <p:spPr>
            <a:xfrm>
              <a:off x="5508471" y="202994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t4898"/>
            <p:cNvSpPr/>
            <p:nvPr/>
          </p:nvSpPr>
          <p:spPr>
            <a:xfrm>
              <a:off x="5427042" y="245086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t4899"/>
            <p:cNvSpPr/>
            <p:nvPr/>
          </p:nvSpPr>
          <p:spPr>
            <a:xfrm>
              <a:off x="5491639" y="180407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t4900"/>
            <p:cNvSpPr/>
            <p:nvPr/>
          </p:nvSpPr>
          <p:spPr>
            <a:xfrm>
              <a:off x="5436684" y="208500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t4901"/>
            <p:cNvSpPr/>
            <p:nvPr/>
          </p:nvSpPr>
          <p:spPr>
            <a:xfrm>
              <a:off x="5504737" y="2007091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t4902"/>
            <p:cNvSpPr/>
            <p:nvPr/>
          </p:nvSpPr>
          <p:spPr>
            <a:xfrm>
              <a:off x="5497977" y="221024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t4903"/>
            <p:cNvSpPr/>
            <p:nvPr/>
          </p:nvSpPr>
          <p:spPr>
            <a:xfrm>
              <a:off x="5577930" y="2362685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t4904"/>
            <p:cNvSpPr/>
            <p:nvPr/>
          </p:nvSpPr>
          <p:spPr>
            <a:xfrm>
              <a:off x="5598387" y="1873525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t4905"/>
            <p:cNvSpPr/>
            <p:nvPr/>
          </p:nvSpPr>
          <p:spPr>
            <a:xfrm>
              <a:off x="5436185" y="2096436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t4906"/>
            <p:cNvSpPr/>
            <p:nvPr/>
          </p:nvSpPr>
          <p:spPr>
            <a:xfrm>
              <a:off x="5525738" y="2501116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t4907"/>
            <p:cNvSpPr/>
            <p:nvPr/>
          </p:nvSpPr>
          <p:spPr>
            <a:xfrm>
              <a:off x="5429513" y="193286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t4908"/>
            <p:cNvSpPr/>
            <p:nvPr/>
          </p:nvSpPr>
          <p:spPr>
            <a:xfrm>
              <a:off x="5399632" y="2179277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t4909"/>
            <p:cNvSpPr/>
            <p:nvPr/>
          </p:nvSpPr>
          <p:spPr>
            <a:xfrm>
              <a:off x="5437062" y="178538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t4910"/>
            <p:cNvSpPr/>
            <p:nvPr/>
          </p:nvSpPr>
          <p:spPr>
            <a:xfrm>
              <a:off x="5562545" y="210086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t4911"/>
            <p:cNvSpPr/>
            <p:nvPr/>
          </p:nvSpPr>
          <p:spPr>
            <a:xfrm>
              <a:off x="5543790" y="208622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t4912"/>
            <p:cNvSpPr/>
            <p:nvPr/>
          </p:nvSpPr>
          <p:spPr>
            <a:xfrm>
              <a:off x="5603327" y="2323808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t4913"/>
            <p:cNvSpPr/>
            <p:nvPr/>
          </p:nvSpPr>
          <p:spPr>
            <a:xfrm>
              <a:off x="5434868" y="2401074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t4914"/>
            <p:cNvSpPr/>
            <p:nvPr/>
          </p:nvSpPr>
          <p:spPr>
            <a:xfrm>
              <a:off x="5519587" y="2282246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t4915"/>
            <p:cNvSpPr/>
            <p:nvPr/>
          </p:nvSpPr>
          <p:spPr>
            <a:xfrm>
              <a:off x="5834587" y="1619684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t4916"/>
            <p:cNvSpPr/>
            <p:nvPr/>
          </p:nvSpPr>
          <p:spPr>
            <a:xfrm>
              <a:off x="5378337" y="2151168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t4917"/>
            <p:cNvSpPr/>
            <p:nvPr/>
          </p:nvSpPr>
          <p:spPr>
            <a:xfrm>
              <a:off x="5461586" y="2289011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t4918"/>
            <p:cNvSpPr/>
            <p:nvPr/>
          </p:nvSpPr>
          <p:spPr>
            <a:xfrm>
              <a:off x="5580058" y="1742654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t4919"/>
            <p:cNvSpPr/>
            <p:nvPr/>
          </p:nvSpPr>
          <p:spPr>
            <a:xfrm>
              <a:off x="5551311" y="2255744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t4920"/>
            <p:cNvSpPr/>
            <p:nvPr/>
          </p:nvSpPr>
          <p:spPr>
            <a:xfrm>
              <a:off x="5495461" y="2075670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t4921"/>
            <p:cNvSpPr/>
            <p:nvPr/>
          </p:nvSpPr>
          <p:spPr>
            <a:xfrm>
              <a:off x="5508884" y="2237996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t4922"/>
            <p:cNvSpPr/>
            <p:nvPr/>
          </p:nvSpPr>
          <p:spPr>
            <a:xfrm>
              <a:off x="5667865" y="2204627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t4923"/>
            <p:cNvSpPr/>
            <p:nvPr/>
          </p:nvSpPr>
          <p:spPr>
            <a:xfrm>
              <a:off x="5770962" y="2085237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t4924"/>
            <p:cNvSpPr/>
            <p:nvPr/>
          </p:nvSpPr>
          <p:spPr>
            <a:xfrm>
              <a:off x="5507862" y="1954090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t4925"/>
            <p:cNvSpPr/>
            <p:nvPr/>
          </p:nvSpPr>
          <p:spPr>
            <a:xfrm>
              <a:off x="5640074" y="1943669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t4926"/>
            <p:cNvSpPr/>
            <p:nvPr/>
          </p:nvSpPr>
          <p:spPr>
            <a:xfrm>
              <a:off x="5675809" y="2098272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t4927"/>
            <p:cNvSpPr/>
            <p:nvPr/>
          </p:nvSpPr>
          <p:spPr>
            <a:xfrm>
              <a:off x="5640176" y="2002879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t4928"/>
            <p:cNvSpPr/>
            <p:nvPr/>
          </p:nvSpPr>
          <p:spPr>
            <a:xfrm>
              <a:off x="5720235" y="1958103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t4929"/>
            <p:cNvSpPr/>
            <p:nvPr/>
          </p:nvSpPr>
          <p:spPr>
            <a:xfrm>
              <a:off x="5777914" y="2328909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t4930"/>
            <p:cNvSpPr/>
            <p:nvPr/>
          </p:nvSpPr>
          <p:spPr>
            <a:xfrm>
              <a:off x="5664726" y="2018915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l4931"/>
            <p:cNvSpPr/>
            <p:nvPr/>
          </p:nvSpPr>
          <p:spPr>
            <a:xfrm>
              <a:off x="5584901" y="1618073"/>
              <a:ext cx="257998" cy="575886"/>
            </a:xfrm>
            <a:custGeom>
              <a:avLst/>
              <a:pathLst>
                <a:path w="257998" h="575886">
                  <a:moveTo>
                    <a:pt x="0" y="575886"/>
                  </a:moveTo>
                  <a:lnTo>
                    <a:pt x="257998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l4932"/>
            <p:cNvSpPr/>
            <p:nvPr/>
          </p:nvSpPr>
          <p:spPr>
            <a:xfrm>
              <a:off x="5784553" y="1618073"/>
              <a:ext cx="65707" cy="71622"/>
            </a:xfrm>
            <a:custGeom>
              <a:avLst/>
              <a:pathLst>
                <a:path w="65707" h="71622">
                  <a:moveTo>
                    <a:pt x="65707" y="71622"/>
                  </a:moveTo>
                  <a:lnTo>
                    <a:pt x="58346" y="0"/>
                  </a:lnTo>
                  <a:lnTo>
                    <a:pt x="0" y="42185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l4933"/>
            <p:cNvSpPr/>
            <p:nvPr/>
          </p:nvSpPr>
          <p:spPr>
            <a:xfrm>
              <a:off x="5584901" y="2193959"/>
              <a:ext cx="79777" cy="693728"/>
            </a:xfrm>
            <a:custGeom>
              <a:avLst/>
              <a:pathLst>
                <a:path w="79777" h="693728">
                  <a:moveTo>
                    <a:pt x="0" y="0"/>
                  </a:moveTo>
                  <a:lnTo>
                    <a:pt x="79777" y="693728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l4934"/>
            <p:cNvSpPr/>
            <p:nvPr/>
          </p:nvSpPr>
          <p:spPr>
            <a:xfrm>
              <a:off x="5621791" y="2821629"/>
              <a:ext cx="71528" cy="66058"/>
            </a:xfrm>
            <a:custGeom>
              <a:avLst/>
              <a:pathLst>
                <a:path w="71528" h="66058">
                  <a:moveTo>
                    <a:pt x="0" y="8225"/>
                  </a:moveTo>
                  <a:lnTo>
                    <a:pt x="42887" y="66058"/>
                  </a:lnTo>
                  <a:lnTo>
                    <a:pt x="71528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l4935"/>
            <p:cNvSpPr/>
            <p:nvPr/>
          </p:nvSpPr>
          <p:spPr>
            <a:xfrm>
              <a:off x="5163903" y="1969803"/>
              <a:ext cx="420997" cy="224156"/>
            </a:xfrm>
            <a:custGeom>
              <a:avLst/>
              <a:pathLst>
                <a:path w="420997" h="224156">
                  <a:moveTo>
                    <a:pt x="420997" y="224156"/>
                  </a:moveTo>
                  <a:lnTo>
                    <a:pt x="0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l4936"/>
            <p:cNvSpPr/>
            <p:nvPr/>
          </p:nvSpPr>
          <p:spPr>
            <a:xfrm>
              <a:off x="5163903" y="1967331"/>
              <a:ext cx="71957" cy="63552"/>
            </a:xfrm>
            <a:custGeom>
              <a:avLst/>
              <a:pathLst>
                <a:path w="71957" h="63552">
                  <a:moveTo>
                    <a:pt x="71957" y="0"/>
                  </a:moveTo>
                  <a:lnTo>
                    <a:pt x="0" y="2471"/>
                  </a:lnTo>
                  <a:lnTo>
                    <a:pt x="38119" y="63552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l4937"/>
            <p:cNvSpPr/>
            <p:nvPr/>
          </p:nvSpPr>
          <p:spPr>
            <a:xfrm>
              <a:off x="5584901" y="1915998"/>
              <a:ext cx="408768" cy="277961"/>
            </a:xfrm>
            <a:custGeom>
              <a:avLst/>
              <a:pathLst>
                <a:path w="408768" h="277961">
                  <a:moveTo>
                    <a:pt x="0" y="277961"/>
                  </a:moveTo>
                  <a:lnTo>
                    <a:pt x="408768" y="0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l4938"/>
            <p:cNvSpPr/>
            <p:nvPr/>
          </p:nvSpPr>
          <p:spPr>
            <a:xfrm>
              <a:off x="5921865" y="1915998"/>
              <a:ext cx="71805" cy="64831"/>
            </a:xfrm>
            <a:custGeom>
              <a:avLst/>
              <a:pathLst>
                <a:path w="71805" h="64831">
                  <a:moveTo>
                    <a:pt x="40486" y="64831"/>
                  </a:moveTo>
                  <a:lnTo>
                    <a:pt x="71805" y="0"/>
                  </a:lnTo>
                  <a:lnTo>
                    <a:pt x="0" y="5292"/>
                  </a:lnTo>
                </a:path>
              </a:pathLst>
            </a:custGeom>
            <a:ln w="27101" cap="flat">
              <a:solidFill>
                <a:srgbClr val="000000">
                  <a:alpha val="9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tx4939"/>
            <p:cNvSpPr/>
            <p:nvPr/>
          </p:nvSpPr>
          <p:spPr>
            <a:xfrm>
              <a:off x="5732113" y="1519035"/>
              <a:ext cx="281086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SRL</a:t>
              </a:r>
            </a:p>
          </p:txBody>
        </p:sp>
        <p:sp>
          <p:nvSpPr>
            <p:cNvPr id="4941" name="tx4940"/>
            <p:cNvSpPr/>
            <p:nvPr/>
          </p:nvSpPr>
          <p:spPr>
            <a:xfrm>
              <a:off x="5590102" y="2883032"/>
              <a:ext cx="208666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RD</a:t>
              </a:r>
            </a:p>
          </p:txBody>
        </p:sp>
        <p:sp>
          <p:nvSpPr>
            <p:cNvPr id="4942" name="tx4941"/>
            <p:cNvSpPr/>
            <p:nvPr/>
          </p:nvSpPr>
          <p:spPr>
            <a:xfrm>
              <a:off x="4985694" y="1870765"/>
              <a:ext cx="296905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RTD</a:t>
              </a:r>
            </a:p>
          </p:txBody>
        </p:sp>
        <p:sp>
          <p:nvSpPr>
            <p:cNvPr id="4943" name="tx4942"/>
            <p:cNvSpPr/>
            <p:nvPr/>
          </p:nvSpPr>
          <p:spPr>
            <a:xfrm>
              <a:off x="5874882" y="1816960"/>
              <a:ext cx="297088" cy="10369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SRA</a:t>
              </a:r>
            </a:p>
          </p:txBody>
        </p:sp>
        <p:sp>
          <p:nvSpPr>
            <p:cNvPr id="4944" name="rc4943"/>
            <p:cNvSpPr/>
            <p:nvPr/>
          </p:nvSpPr>
          <p:spPr>
            <a:xfrm>
              <a:off x="4395612" y="1287054"/>
              <a:ext cx="2442673" cy="1818393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945" name="pl4944"/>
            <p:cNvSpPr/>
            <p:nvPr/>
          </p:nvSpPr>
          <p:spPr>
            <a:xfrm>
              <a:off x="4395612" y="1287054"/>
              <a:ext cx="0" cy="1818393"/>
            </a:xfrm>
            <a:custGeom>
              <a:avLst/>
              <a:pathLst>
                <a:path w="0" h="1818393">
                  <a:moveTo>
                    <a:pt x="0" y="1818393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tx4945"/>
            <p:cNvSpPr/>
            <p:nvPr/>
          </p:nvSpPr>
          <p:spPr>
            <a:xfrm rot="-5400000">
              <a:off x="4251511" y="2629433"/>
              <a:ext cx="90342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-2</a:t>
              </a:r>
            </a:p>
          </p:txBody>
        </p:sp>
        <p:sp>
          <p:nvSpPr>
            <p:cNvPr id="4947" name="tx4946"/>
            <p:cNvSpPr/>
            <p:nvPr/>
          </p:nvSpPr>
          <p:spPr>
            <a:xfrm rot="-5400000">
              <a:off x="4268428" y="215752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48" name="tx4947"/>
            <p:cNvSpPr/>
            <p:nvPr/>
          </p:nvSpPr>
          <p:spPr>
            <a:xfrm rot="-5400000">
              <a:off x="4268428" y="168560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949" name="pl4948"/>
            <p:cNvSpPr/>
            <p:nvPr/>
          </p:nvSpPr>
          <p:spPr>
            <a:xfrm>
              <a:off x="4367143" y="266587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l4949"/>
            <p:cNvSpPr/>
            <p:nvPr/>
          </p:nvSpPr>
          <p:spPr>
            <a:xfrm>
              <a:off x="4367143" y="219395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l4950"/>
            <p:cNvSpPr/>
            <p:nvPr/>
          </p:nvSpPr>
          <p:spPr>
            <a:xfrm>
              <a:off x="4367143" y="172204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l4951"/>
            <p:cNvSpPr/>
            <p:nvPr/>
          </p:nvSpPr>
          <p:spPr>
            <a:xfrm>
              <a:off x="4395612" y="3105448"/>
              <a:ext cx="2442673" cy="0"/>
            </a:xfrm>
            <a:custGeom>
              <a:avLst/>
              <a:pathLst>
                <a:path w="2442673" h="0">
                  <a:moveTo>
                    <a:pt x="0" y="0"/>
                  </a:moveTo>
                  <a:lnTo>
                    <a:pt x="2442673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l4952"/>
            <p:cNvSpPr/>
            <p:nvPr/>
          </p:nvSpPr>
          <p:spPr>
            <a:xfrm>
              <a:off x="4989776" y="310544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l4953"/>
            <p:cNvSpPr/>
            <p:nvPr/>
          </p:nvSpPr>
          <p:spPr>
            <a:xfrm>
              <a:off x="5584901" y="310544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l4954"/>
            <p:cNvSpPr/>
            <p:nvPr/>
          </p:nvSpPr>
          <p:spPr>
            <a:xfrm>
              <a:off x="6180026" y="310544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l4955"/>
            <p:cNvSpPr/>
            <p:nvPr/>
          </p:nvSpPr>
          <p:spPr>
            <a:xfrm>
              <a:off x="6775151" y="310544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2168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tx4956"/>
            <p:cNvSpPr/>
            <p:nvPr/>
          </p:nvSpPr>
          <p:spPr>
            <a:xfrm>
              <a:off x="4944605" y="3156691"/>
              <a:ext cx="90342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-4</a:t>
              </a:r>
            </a:p>
          </p:txBody>
        </p:sp>
        <p:sp>
          <p:nvSpPr>
            <p:cNvPr id="4958" name="tx4957"/>
            <p:cNvSpPr/>
            <p:nvPr/>
          </p:nvSpPr>
          <p:spPr>
            <a:xfrm>
              <a:off x="5556646" y="3156691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59" name="tx4958"/>
            <p:cNvSpPr/>
            <p:nvPr/>
          </p:nvSpPr>
          <p:spPr>
            <a:xfrm>
              <a:off x="6151771" y="3156691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960" name="tx4959"/>
            <p:cNvSpPr/>
            <p:nvPr/>
          </p:nvSpPr>
          <p:spPr>
            <a:xfrm>
              <a:off x="6746896" y="3156691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4961" name="tx4960"/>
            <p:cNvSpPr/>
            <p:nvPr/>
          </p:nvSpPr>
          <p:spPr>
            <a:xfrm>
              <a:off x="5253291" y="3314327"/>
              <a:ext cx="72731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PC1 (52.4%)</a:t>
              </a:r>
            </a:p>
          </p:txBody>
        </p:sp>
        <p:sp>
          <p:nvSpPr>
            <p:cNvPr id="4962" name="tx4961"/>
            <p:cNvSpPr/>
            <p:nvPr/>
          </p:nvSpPr>
          <p:spPr>
            <a:xfrm rot="-5400000">
              <a:off x="3754825" y="2150531"/>
              <a:ext cx="727313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PC2 (46.9%)</a:t>
              </a:r>
            </a:p>
          </p:txBody>
        </p:sp>
        <p:sp>
          <p:nvSpPr>
            <p:cNvPr id="4963" name="tx4962"/>
            <p:cNvSpPr/>
            <p:nvPr/>
          </p:nvSpPr>
          <p:spPr>
            <a:xfrm>
              <a:off x="4395612" y="1110514"/>
              <a:ext cx="100867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Belowground</a:t>
              </a:r>
            </a:p>
          </p:txBody>
        </p:sp>
        <p:sp>
          <p:nvSpPr>
            <p:cNvPr id="4964" name="rc4963"/>
            <p:cNvSpPr/>
            <p:nvPr/>
          </p:nvSpPr>
          <p:spPr>
            <a:xfrm>
              <a:off x="3040259" y="3412787"/>
              <a:ext cx="2162967" cy="58149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65" name="tx4964"/>
            <p:cNvSpPr/>
            <p:nvPr/>
          </p:nvSpPr>
          <p:spPr>
            <a:xfrm>
              <a:off x="3905716" y="3425452"/>
              <a:ext cx="432054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4966" name="rc4965"/>
            <p:cNvSpPr/>
            <p:nvPr/>
          </p:nvSpPr>
          <p:spPr>
            <a:xfrm>
              <a:off x="3040259" y="3577348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67" name="pt4966"/>
            <p:cNvSpPr/>
            <p:nvPr/>
          </p:nvSpPr>
          <p:spPr>
            <a:xfrm>
              <a:off x="3106251" y="3643341"/>
              <a:ext cx="48015" cy="48015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  <a:ln w="7363" cap="rnd">
              <a:solidFill>
                <a:srgbClr val="5DC1A2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" name="rc4967"/>
            <p:cNvSpPr/>
            <p:nvPr/>
          </p:nvSpPr>
          <p:spPr>
            <a:xfrm>
              <a:off x="3040259" y="3814285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69" name="pt4968"/>
            <p:cNvSpPr/>
            <p:nvPr/>
          </p:nvSpPr>
          <p:spPr>
            <a:xfrm>
              <a:off x="3106251" y="3880277"/>
              <a:ext cx="48015" cy="48015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  <a:ln w="7363" cap="rnd">
              <a:solidFill>
                <a:srgbClr val="13815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rc4969"/>
            <p:cNvSpPr/>
            <p:nvPr/>
          </p:nvSpPr>
          <p:spPr>
            <a:xfrm>
              <a:off x="3492140" y="3577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1" name="pt4970"/>
            <p:cNvSpPr/>
            <p:nvPr/>
          </p:nvSpPr>
          <p:spPr>
            <a:xfrm>
              <a:off x="3558132" y="3643341"/>
              <a:ext cx="48015" cy="48015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  <a:ln w="7363" cap="rnd">
              <a:solidFill>
                <a:srgbClr val="E4D79A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" name="rc4971"/>
            <p:cNvSpPr/>
            <p:nvPr/>
          </p:nvSpPr>
          <p:spPr>
            <a:xfrm>
              <a:off x="3492140" y="38142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3" name="pt4972"/>
            <p:cNvSpPr/>
            <p:nvPr/>
          </p:nvSpPr>
          <p:spPr>
            <a:xfrm>
              <a:off x="3558132" y="3880277"/>
              <a:ext cx="48015" cy="48015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  <a:ln w="7363" cap="rnd">
              <a:solidFill>
                <a:srgbClr val="F5434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" name="rc4973"/>
            <p:cNvSpPr/>
            <p:nvPr/>
          </p:nvSpPr>
          <p:spPr>
            <a:xfrm>
              <a:off x="3938352" y="3577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5" name="pt4974"/>
            <p:cNvSpPr/>
            <p:nvPr/>
          </p:nvSpPr>
          <p:spPr>
            <a:xfrm>
              <a:off x="4004344" y="3643341"/>
              <a:ext cx="48015" cy="48015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  <a:ln w="7363" cap="rnd">
              <a:solidFill>
                <a:srgbClr val="7E0D13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rc4975"/>
            <p:cNvSpPr/>
            <p:nvPr/>
          </p:nvSpPr>
          <p:spPr>
            <a:xfrm>
              <a:off x="3938352" y="38142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7" name="pt4976"/>
            <p:cNvSpPr/>
            <p:nvPr/>
          </p:nvSpPr>
          <p:spPr>
            <a:xfrm>
              <a:off x="4004344" y="3880277"/>
              <a:ext cx="48015" cy="48015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  <a:ln w="7363" cap="rnd">
              <a:solidFill>
                <a:srgbClr val="1B7C88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" name="rc4977"/>
            <p:cNvSpPr/>
            <p:nvPr/>
          </p:nvSpPr>
          <p:spPr>
            <a:xfrm>
              <a:off x="4373317" y="3577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79" name="pt4978"/>
            <p:cNvSpPr/>
            <p:nvPr/>
          </p:nvSpPr>
          <p:spPr>
            <a:xfrm>
              <a:off x="4439309" y="3643341"/>
              <a:ext cx="48015" cy="48015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  <a:ln w="7363" cap="rnd">
              <a:solidFill>
                <a:srgbClr val="F7961E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" name="rc4979"/>
            <p:cNvSpPr/>
            <p:nvPr/>
          </p:nvSpPr>
          <p:spPr>
            <a:xfrm>
              <a:off x="4373317" y="38142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81" name="pt4980"/>
            <p:cNvSpPr/>
            <p:nvPr/>
          </p:nvSpPr>
          <p:spPr>
            <a:xfrm>
              <a:off x="4439309" y="3880277"/>
              <a:ext cx="48015" cy="48015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  <a:ln w="7363" cap="rnd">
              <a:solidFill>
                <a:srgbClr val="5F7385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rc4981"/>
            <p:cNvSpPr/>
            <p:nvPr/>
          </p:nvSpPr>
          <p:spPr>
            <a:xfrm>
              <a:off x="4819529" y="3577348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83" name="pt4982"/>
            <p:cNvSpPr/>
            <p:nvPr/>
          </p:nvSpPr>
          <p:spPr>
            <a:xfrm>
              <a:off x="4885521" y="3643341"/>
              <a:ext cx="48015" cy="48015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  <a:ln w="7363" cap="rnd">
              <a:solidFill>
                <a:srgbClr val="FF9999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" name="rc4983"/>
            <p:cNvSpPr/>
            <p:nvPr/>
          </p:nvSpPr>
          <p:spPr>
            <a:xfrm>
              <a:off x="4819529" y="3814285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85" name="pt4984"/>
            <p:cNvSpPr/>
            <p:nvPr/>
          </p:nvSpPr>
          <p:spPr>
            <a:xfrm>
              <a:off x="4885521" y="3880277"/>
              <a:ext cx="48015" cy="48015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  <a:ln w="7363" cap="rnd">
              <a:solidFill>
                <a:srgbClr val="66B3FF">
                  <a:alpha val="50196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" name="tx4985"/>
            <p:cNvSpPr/>
            <p:nvPr/>
          </p:nvSpPr>
          <p:spPr>
            <a:xfrm>
              <a:off x="3277195" y="3630910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4987" name="tx4986"/>
            <p:cNvSpPr/>
            <p:nvPr/>
          </p:nvSpPr>
          <p:spPr>
            <a:xfrm>
              <a:off x="3277195" y="3867846"/>
              <a:ext cx="15800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4988" name="tx4987"/>
            <p:cNvSpPr/>
            <p:nvPr/>
          </p:nvSpPr>
          <p:spPr>
            <a:xfrm>
              <a:off x="3729077" y="3630910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4989" name="tx4988"/>
            <p:cNvSpPr/>
            <p:nvPr/>
          </p:nvSpPr>
          <p:spPr>
            <a:xfrm>
              <a:off x="3729077" y="3867846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4990" name="tx4989"/>
            <p:cNvSpPr/>
            <p:nvPr/>
          </p:nvSpPr>
          <p:spPr>
            <a:xfrm>
              <a:off x="4175289" y="3630910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4991" name="tx4990"/>
            <p:cNvSpPr/>
            <p:nvPr/>
          </p:nvSpPr>
          <p:spPr>
            <a:xfrm>
              <a:off x="4175289" y="3867846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4992" name="tx4991"/>
            <p:cNvSpPr/>
            <p:nvPr/>
          </p:nvSpPr>
          <p:spPr>
            <a:xfrm>
              <a:off x="4610254" y="3630910"/>
              <a:ext cx="12984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4993" name="tx4992"/>
            <p:cNvSpPr/>
            <p:nvPr/>
          </p:nvSpPr>
          <p:spPr>
            <a:xfrm>
              <a:off x="4610254" y="3867846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4994" name="tx4993"/>
            <p:cNvSpPr/>
            <p:nvPr/>
          </p:nvSpPr>
          <p:spPr>
            <a:xfrm>
              <a:off x="5056466" y="3630910"/>
              <a:ext cx="14676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4995" name="tx4994"/>
            <p:cNvSpPr/>
            <p:nvPr/>
          </p:nvSpPr>
          <p:spPr>
            <a:xfrm>
              <a:off x="5056466" y="3867846"/>
              <a:ext cx="13551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2026-07-20T11:00:23Z</dcterms:modified>
  <cp:category/>
</cp:coreProperties>
</file>