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04926" y="1287054"/>
              <a:ext cx="2442947" cy="18186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904262" y="2473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41729" y="26317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803955" y="23432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87062" y="2336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72544" y="23476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73769" y="24018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63461" y="23025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012231" y="23473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52041" y="2305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76737" y="2322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63620" y="21986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81721" y="22932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78034" y="21378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37387" y="2192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929576" y="22989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43378" y="22036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88133" y="21758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57607" y="2288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77065" y="232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64718" y="23635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26962" y="22501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38003" y="2273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61044" y="25367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05956" y="23272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73568" y="25047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79574" y="24984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008369" y="24071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85642" y="2402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36597" y="24451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82104" y="2439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92519" y="2398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27774" y="2540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63916" y="24576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27506" y="2334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32879" y="21701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36072" y="22464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5461" y="2238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54389" y="24196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16072" y="24314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47623" y="2309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91206" y="23597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59181" y="2411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37909" y="24560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80885" y="1964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91996" y="21637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47398" y="2521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57177" y="2512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87685" y="25733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09969" y="22897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48109" y="23095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48233" y="23366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39676" y="25582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79892" y="25171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86697" y="24336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97242" y="23636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28886" y="23869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08463" y="24693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43430" y="23489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47708" y="2416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87170" y="23742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012175" y="2502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64541" y="22050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38669" y="24554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74679" y="23630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931453" y="23857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31161" y="22473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64496" y="25514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50421" y="22508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38941" y="27302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72616" y="26025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64824" y="26058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83782" y="23291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41180" y="24857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69311" y="25112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68219" y="24961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61916" y="21793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04482" y="26356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68081" y="22872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00750" y="22586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40426" y="23452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35746" y="24525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88696" y="23925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215467" y="23233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89700" y="24283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54168" y="22908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37968" y="24851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60519" y="22741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54886" y="23950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29219" y="24261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023650" y="22701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68839" y="24174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50452" y="22660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90437" y="2313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213042" y="26624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21970" y="25046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93255" y="24272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59664" y="23636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012055" y="21161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68013" y="2045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94378" y="24892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62992" y="2357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74679" y="21795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58391" y="23145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80041" y="21647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82775" y="22864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63604" y="22403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59595" y="22522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86155" y="22995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002468" y="23469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56567" y="2213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914279" y="23872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18140" y="22504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45990" y="22230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60795" y="21686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65520" y="23037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70052" y="22554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106355" y="23039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29049" y="22630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20730" y="23476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75427" y="22066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47822" y="23478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96032" y="22661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23752" y="23673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57995" y="24109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023339" y="2284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021648" y="23397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45846" y="23875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76327" y="2290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87015" y="23710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18805" y="26867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88351" y="23183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96948" y="24044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00847" y="25635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206793" y="25297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23797" y="22657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18700" y="2464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56213" y="24709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7050" y="239933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32650" y="2566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5633" y="251483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579" y="26769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4704" y="25699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63472" y="26837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97456" y="25739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5355" y="27564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847" y="26533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92369" y="270287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47208" y="27754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00154" y="26045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46350" y="2342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8071" y="21526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53246" y="2328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68671" y="2348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36226" y="2401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19864" y="22953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8568" y="2256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0388" y="22579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06230" y="21580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3166" y="2340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23865" y="21989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74438" y="2124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0073" y="2248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0451" y="2159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6988" y="2391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0922" y="21838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59308" y="2271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37164" y="2252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77784" y="23604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88190" y="23893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59239" y="24953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88754" y="22867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7156" y="22838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02688" y="23624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7913" y="22142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80853" y="2135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19967" y="2297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1235" y="22411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606" y="2177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4924" y="24508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2155" y="2236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9752" y="2340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5019" y="2495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136" y="2286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5083" y="21200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19530" y="2247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2774" y="2418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86594" y="23683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5133" y="23109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08738" y="2247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7342" y="23714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39201" y="23226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1860" y="2202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890321" y="23667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21798" y="2358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80710" y="2248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38709" y="23529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1101" y="2322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34728" y="2413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63394" y="2233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11152" y="2232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33174" y="2105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0517" y="22626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81265" y="23032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69715" y="21711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799327" y="25122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72826" y="2227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8720" y="24006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6213" y="24205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45481" y="2480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9716" y="24163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36331" y="23555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64578" y="2230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73381" y="2209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22920" y="2307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03634" y="2347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4737" y="2338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35264" y="2393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4791" y="2440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75477" y="21790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0590" y="2299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6098" y="23125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1675" y="2349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29443" y="23140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54921" y="23645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3920" y="23776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8799" y="22396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8820" y="22973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5871" y="23887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18751" y="2330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2959" y="2373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475199" y="2210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9182" y="21002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891477" y="2431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003" y="21173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442" y="23341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59547" y="2195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0870" y="24075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68596" y="23524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897830" y="2364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4323" y="22589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24490" y="20158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79428" y="1810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33497" y="20111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24120" y="1842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20744" y="1781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15809" y="2138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24213" y="19326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46298" y="20246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986732" y="20454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181247" y="2077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17960" y="2082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68224" y="2013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75255" y="2052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187553" y="2064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63088" y="2069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197289" y="2089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58307" y="20490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42548" y="2188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45313" y="19905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63770" y="18542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42113" y="18334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890066" y="21839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12745" y="1943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993851" y="2176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71820" y="2379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56925" y="1985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59173" y="2007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5960" y="2113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65370" y="18899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39466" y="2014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732" y="2005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2042" y="2006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51496" y="19946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294801" y="1910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80800" y="1800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40497" y="18308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58067" y="1701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40770" y="1873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05117" y="2004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37101" y="18704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62375" y="1796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73868" y="1837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65259" y="19472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26506" y="2056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995959" y="21741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35035" y="19716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890293" y="1978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24220" y="1836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13126" y="2187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41148" y="1828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20057" y="2226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51096" y="19224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08072" y="2057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13012" y="2012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361652" y="22706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33807" y="1756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985927" y="1911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46701" y="205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58617" y="1742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998870" y="20105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69368" y="1906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09366" y="1979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55446" y="1881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22753" y="19005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34051" y="19815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41896" y="1915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27698" y="1786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097247" y="19409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79526" y="20122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97389" y="25819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213968" y="2599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32574" y="2473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9290" y="24099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87950" y="2343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1550" y="2498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3985" y="24173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28706" y="25822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4272" y="2621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30432" y="26844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96987" y="2479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005613" y="2477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88793" y="2584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75958" y="25947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59938" y="2481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53741" y="25184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36345" y="25384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905329" y="25426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64658" y="2423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78437" y="2515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54102" y="27118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103272" y="26781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53136" y="2470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82800" y="23881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17685" y="2464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97159" y="2703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904435" y="2367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75518" y="2568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403161" y="26299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006404" y="26843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54902" y="2549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98411" y="25633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025943" y="23419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021595" y="2435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57405" y="2527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48618" y="2565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215277" y="24568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69400" y="2400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86691" y="26469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43766" y="26794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40540" y="25096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48642" y="27904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106748" y="2582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907948" y="2772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109927" y="1592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79721" y="1718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52620" y="18743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018512" y="1779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53941" y="1684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45145" y="17474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50887" y="1685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44821" y="1435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71438" y="1594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106399" y="1652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32097" y="1677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75616" y="1716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97805" y="1564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89558" y="1567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99419" y="160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64623" y="1679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23730" y="1570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110946" y="1439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33141" y="1509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69283" y="1697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70599" y="1913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000233" y="1843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003632" y="1604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114346" y="16351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111656" y="1489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34987" y="1702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014793" y="1738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15608" y="1839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92254" y="1731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021609" y="1717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929889" y="1827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34746" y="1689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41693" y="16013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88447" y="1795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104415" y="1609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80375" y="1960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001315" y="1627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56181" y="1722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201328" y="1677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97826" y="1690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69962" y="1587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99644" y="1585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60600" y="1682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85421" y="1640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7272" y="1675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76496" y="1756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50031" y="1822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113600" y="1641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91782" y="1687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63016" y="1593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67199" y="16548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923900" y="18165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73280" y="1678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929894" y="1745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82516" y="1857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37235" y="1632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34150" y="1796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921499" y="1857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36330" y="1643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99929" y="1661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71174" y="1722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37130" y="1704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05126" y="1531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42346" y="1619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4888" y="1651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28638" y="1624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18670" y="1762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54387" y="1629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8313" y="1857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63354" y="1345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98637" y="1712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72997" y="1584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011296" y="1766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34838" y="1634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83927" y="1608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81001" y="1536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003737" y="1604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70059" y="1787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90279" y="17019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52644" y="1546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213953" y="16413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66633" y="1749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85942" y="1757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49928" y="1749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55323" y="1629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79090" y="1743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44076" y="1763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74973" y="1629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04007" y="1897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114398" y="1559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103621" y="27807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76747" y="28131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77015" y="27806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111313" y="28350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31425" y="27922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204787" y="26624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72928" y="27763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78616" y="27495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83308" y="28163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30476" y="28530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85634" y="26971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93015" y="27711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78354" y="2720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96445" y="27134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105165" y="26452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915925" y="25319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81864" y="26215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74707" y="27351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86745" y="27140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91502" y="24316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58425" y="26187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35456" y="28279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94514" y="27435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022701" y="2746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49872" y="26146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24168" y="23652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47879" y="2743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30234" y="24778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9566" y="23491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06113" y="25369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9282" y="2445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9399" y="23416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7684" y="23614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1249" y="23029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71942" y="24137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87521" y="26935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2237" y="22886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7608" y="23323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96933" y="26094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9698" y="27480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572" y="24187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62408" y="23762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2423" y="2639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3346" y="22339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6071" y="2660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83213" y="2555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8556" y="2438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7040" y="25393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2272" y="26532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4122" y="24636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59759" y="2408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84018" y="2269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5599" y="2472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99641" y="26680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20717" y="2389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52274" y="23783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1681" y="26922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3266" y="26266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49726" y="24606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3628" y="25579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5445" y="24708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17890" y="25095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6615" y="25109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5260" y="25179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2077" y="2461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0519" y="26140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7349" y="26604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60755" y="26829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63569" y="25717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27719" y="15175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56847" y="2421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60822" y="1596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16604" y="1812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109224" y="1758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71820" y="1672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89087" y="1769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63095" y="1736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923728" y="1439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918119" y="1899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62294" y="1694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78160" y="1757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835879" y="16774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009318" y="22952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915676" y="15607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56319" y="1563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41631" y="18888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77742" y="21721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44261" y="1665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73695" y="22851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53405" y="1615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76622" y="22441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810923" y="1602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57022" y="26125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82262" y="1707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69623" y="1761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114747" y="27859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94838" y="1713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87894" y="27161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84957" y="1672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013430" y="1788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39653" y="2589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82361" y="1668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72595" y="16585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92840" y="22355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50347" y="1706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927316" y="16753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911555" y="1624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48458" y="22289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71495" y="1727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023500" y="1784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81885" y="1692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23332" y="1935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31594" y="1753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39076" y="1945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105713" y="17951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99977" y="1661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64985" y="15761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811522" y="24700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909191" y="1704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25063" y="2701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95256" y="1575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54287" y="18613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55918" y="25065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33816" y="16588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81087" y="27190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36606" y="1846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97121" y="2689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41484" y="22426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91831" y="1662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51334" y="1755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898256" y="19916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901272" y="1627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57195" y="25151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92202" y="1886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81543" y="2709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55335" y="1669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44901" y="26541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98369" y="17901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53252" y="26359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61880" y="16912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10277" y="25152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96779" y="1876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020723" y="26026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815520" y="2591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80242" y="1658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919199" y="2881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833067" y="1750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819041" y="2807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68841" y="1628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927921" y="25609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68921" y="1735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42784" y="1819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42413" y="1938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84453" y="1764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900615" y="2882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000072" y="1945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835520" y="24802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66669" y="1967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52967" y="1734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903478" y="2743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016567" y="1918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024448" y="2645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66706" y="1613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41762" y="26522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46534" y="15823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89239" y="2622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49304" y="1540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37513" y="1737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60928" y="25430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915279" y="17027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902461" y="2294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927965" y="16086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42556" y="25018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111223" y="1734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97326" y="1829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78076" y="2052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923573" y="19699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50928" y="2036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44501" y="1857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99573" y="2685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66348" y="1402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74321" y="25985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54474" y="26442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006324" y="1604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72588" y="27448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63529" y="1705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37615" y="25255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58220" y="1475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69461" y="24756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713670" y="1689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532685" y="2563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83105" y="15202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91962" y="2414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67213" y="25635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62400" y="2540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929094" y="2399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923922" y="24484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39448" y="2339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83455" y="23370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48725" y="23784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74487" y="22381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741304" y="23578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60018" y="22848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602916" y="2286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82049" y="23136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72164" y="2448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90052" y="232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83772" y="22832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901501" y="23620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50646" y="24345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83832" y="21208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96896" y="23695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42244" y="24091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60779" y="22772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011351" y="21830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81648" y="21728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36163" y="25287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84386" y="23553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002158" y="23316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65784" y="2137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89170" y="20951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80065" y="24978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97125" y="1723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48483" y="18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25754" y="2419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82992" y="14318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919895" y="176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70969" y="25025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73642" y="21933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59858" y="1649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57169" y="1987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9267" y="1791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39005" y="1856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78956" y="1874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81294" y="15402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38890" y="16639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104136" y="1523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45010" y="24710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72604" y="23771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82710" y="21750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39672" y="1533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825860" y="22762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45055" y="1714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48580" y="1689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84565" y="1837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19987" y="168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46807" y="1700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38932" y="1408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88587" y="16853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10278" y="149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95447" y="2220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67199" y="1693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24524" y="23729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51580" y="1604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68215" y="22953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005207" y="1607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52999" y="22421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36759" y="1797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44923" y="23725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56343" y="1708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93072" y="1390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63963" y="1641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98747" y="23246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928467" y="1573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013516" y="1647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011430" y="1775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009130" y="14760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54619" y="21780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26123" y="16053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806083" y="21887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57350" y="17734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39742" y="1982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56192" y="24184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36015" y="18514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92971" y="1962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4744" y="1606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11052" y="1701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77422" y="1988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41063" y="19024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62192" y="16517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64852" y="1838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39375" y="1847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40294" y="19496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6941" y="1738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11720" y="1412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6219" y="20907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58231" y="15809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1840" y="18081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009064" y="16519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4094" y="17714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48285" y="1769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2465" y="1865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79145" y="1764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91669" y="1588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19716" y="2204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35143" y="1793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3265" y="1895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826127" y="1934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96249" y="1532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906922" y="1988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11435" y="20849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710412" y="1543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83024" y="1715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6631" y="1888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98941" y="16368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50658" y="1819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40951" y="1946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151" y="19972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76301" y="1520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8382" y="1995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43250" y="22008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30394" y="1650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110525" y="2034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33985" y="2312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10808" y="23241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69796" y="1790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4058" y="20000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68169" y="1797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49083" y="2051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50534" y="1938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86871" y="2194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112059" y="1630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2845" y="22212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38669" y="1467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65124" y="1657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65697" y="14555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88315" y="19927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25315" y="1762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3637" y="2137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73128" y="1642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104230" y="2077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98305" y="1986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4451" y="2014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91898" y="1895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29891" y="1424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40654" y="1756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7645" y="19797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47403" y="1768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2415" y="1886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69299" y="17400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925227" y="1510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80459" y="1940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66243" y="1893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28348" y="1955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10613" y="17718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53762" y="2237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005226" y="1653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20868" y="1666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42485" y="1713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73787" y="17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1860" y="22779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52562" y="18838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67752" y="15342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923549" y="1618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1400" y="22734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63405" y="1535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8773" y="219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99804" y="1679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61693" y="1659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86381" y="1779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206830" y="1641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23633" y="1624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2887" y="2082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7593" y="21070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8627" y="20875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61141" y="19851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54233" y="1761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37193" y="1562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18802" y="1498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63412" y="23366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106688" y="16680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58545" y="166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113463" y="1582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107445" y="1442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6773" y="1938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0545" y="2386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13943" y="16870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35234" y="1600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64873" y="21989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202129" y="1721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89205" y="17630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205220" y="1928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57379" y="1938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85306" y="2034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23467" y="1527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104627" y="1844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87791" y="18275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919729" y="1722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9132" y="1973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17465" y="22746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21109" y="1699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41412" y="1784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18555" y="17898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4884" y="21948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16450" y="21961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45982" y="1616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46274" y="2010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96594" y="1934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78103" y="1628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107385" y="1687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80448" y="1489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63984" y="16812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94096" y="17601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95119" y="1511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52108" y="2007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3899" y="1961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995692" y="2431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0612" y="25427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009975" y="23105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250" y="2370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53592" y="2284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51973" y="24200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38744" y="24840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59067" y="25264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85452" y="22559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43505" y="2548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5347" y="2263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93960" y="25562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77063" y="2155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46375" y="2538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62375" y="26961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9535" y="2225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65333" y="2715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52104" y="2384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6716" y="21021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83457" y="24479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3377" y="2310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66060" y="2469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7860" y="27148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58856" y="2406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82661" y="20172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53755" y="2607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54733" y="2606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56303" y="23984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08770" y="21633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84531" y="23738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96701" y="2293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72562" y="2437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1075" y="20839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23980" y="2236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6730" y="21385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114018" y="2197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51030" y="2093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0802" y="20589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3148" y="22992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67808" y="27730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93532" y="2699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4154" y="2268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55499" y="2497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4130" y="23213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54540" y="2419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68275" y="2584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82494" y="26100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64891" y="24730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37774" y="20355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20280" y="24750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6029" y="2024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9541" y="25546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9276" y="26790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30114" y="2333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86491" y="23664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73306" y="2218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5129" y="2405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308549" y="24249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5065" y="2210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2786" y="2145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754" y="2486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8586" y="23116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53106" y="23898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5320" y="23925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40786" y="2232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6657" y="24839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208" y="2310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6438" y="2398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0128" y="2366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62477" y="2463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41832" y="25772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68170" y="24133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4836" y="24799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9293" y="2488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261" y="2392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896090" y="21460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798304" y="24173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42609" y="2164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55452" y="2548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5640" y="24878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0761" y="23501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4134" y="23503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0636" y="23697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71221" y="2419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9658" y="24863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72147" y="24019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8929" y="24302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9711" y="22945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23426" y="25817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27900" y="2460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61354" y="24892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58677" y="24055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58865" y="23667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7492" y="23718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4749" y="23787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7224" y="2370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1612" y="2494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2256" y="23510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07557" y="24336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38388" y="25327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15531" y="23050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6325" y="2400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220" y="2115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34070" y="22736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3813" y="2490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0303" y="23967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4765" y="24328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86914" y="2149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0799" y="24940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92855" y="22653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5152" y="24625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12011" y="2379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7637" y="22664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1116" y="2268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6938" y="25980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07166" y="22034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2828" y="2167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6938" y="2166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1108" y="2390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7212" y="2430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1206" y="25683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24182" y="21668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40506" y="24300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96366" y="23694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2378" y="23145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4441" y="2497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8428" y="23067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3033" y="2318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81227" y="25113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46992" y="24284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8314" y="2555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2187" y="25499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8270" y="2237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55120" y="25255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17660" y="2297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4736" y="21166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32812" y="23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26421" y="25774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0757" y="2326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89637" y="25265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57634" y="25120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89217" y="2746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0321" y="27374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6262" y="23141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7036" y="25458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0137" y="25764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82968" y="22949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5312" y="26401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9591" y="26331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4438" y="25008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72178" y="26077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2713" y="21833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00568" y="24758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0948" y="27167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8881" y="24403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29101" y="26105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1369" y="26134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48080" y="23915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403954" y="2279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42073" y="25236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6138" y="2459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30951" y="27199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73929" y="24525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06294" y="27731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107164" y="22819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9550" y="26710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4454" y="25264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3519" y="24578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4628" y="24148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1305" y="25592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64072" y="24351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83574" y="24862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97508" y="23539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6414" y="21591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282" y="20770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95163" y="25097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20236" y="23853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72490" y="14672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15840" y="21838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71312" y="1543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38081" y="25860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41492" y="20943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003758" y="1470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61314" y="21562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61201" y="24364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39513" y="16189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10730" y="24650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30465" y="22085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10523" y="1711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112122" y="154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01861" y="24033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120267" y="2345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10466" y="22624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46632" y="24298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928574" y="15793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29705" y="25249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58847" y="1713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23831" y="24815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95982" y="26290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97541" y="23432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75002" y="1786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91807" y="26281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23473" y="2816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77225" y="1696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925226" y="21599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83306" y="26545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48340" y="1643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31118" y="2268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402669" y="27444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94305" y="1544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918952" y="24052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89761" y="23518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30550" y="23338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59988" y="23343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85469" y="2325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60330" y="27146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22604" y="1703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115423" y="27094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77093" y="2217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116887" y="2703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909936" y="25208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69241" y="23676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71764" y="2644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212089" y="2593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36251" y="1879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017318" y="26915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34374" y="13979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82520" y="1655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97679" y="21624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302601" y="2647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81974" y="1884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28700" y="26872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77054" y="1853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66576" y="26263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84770" y="24373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20721" y="1828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19549" y="2570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73971" y="19121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46657" y="1791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109678" y="17558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016869" y="1804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52275" y="167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301632" y="2482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89858" y="1623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59126" y="23156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60802" y="1754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92664" y="26603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43729" y="2649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471" y="2623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91476" y="2686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40148" y="22751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83992" y="1473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110834" y="16535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11570" y="21820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4319" y="27665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51039" y="1714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94399" y="17388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93467" y="24789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87375" y="2686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84696" y="25411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1919" y="27094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900803" y="1689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56624" y="23192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116857" y="24716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11807" y="27053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44849" y="23501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00451" y="1735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36345" y="1613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110676" y="1757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67999" y="2665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50536" y="25557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50707" y="29245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78760" y="1665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83948" y="26118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23829" y="25117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88490" y="23215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85636" y="2551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30684" y="1860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109907" y="1661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33411" y="1499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65405" y="1971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44427" y="1985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44302" y="1788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107155" y="2106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44300" y="248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25160" y="2444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75602" y="22808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89668" y="16736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925022" y="2411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021547" y="1678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51491" y="2391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91690" y="1552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73104" y="26056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51453" y="1740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71433" y="2473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5144" y="28311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59519" y="19548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28218" y="2070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114484" y="21559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71165" y="17975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60560" y="24608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48352" y="1768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85165" y="1894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49646" y="1729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38956" y="21962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28024" y="1775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59906" y="20260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32576" y="1972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95300" y="2566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05207" y="2084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65859" y="1655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63303" y="2259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24384" y="2523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65764" y="23007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31808" y="1585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49760" y="24075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47660" y="1626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924536" y="24221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26228" y="1733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55369" y="2240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84870" y="2360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87459" y="1774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67979" y="1734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57114" y="1696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27031" y="2528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43058" y="1727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43971" y="1605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62251" y="22836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007294" y="1533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91677" y="22910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65742" y="21572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28541" y="1727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0505" y="21164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76048" y="22427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79974" y="1743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203671" y="1668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92411" y="1713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50453" y="19620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72792" y="2215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86739" y="1798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8895" y="23308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47821" y="2391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017899" y="1677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92901" y="23736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717674" y="2746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90557" y="2479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78332" y="1663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65662" y="2430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15623" y="1767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924503" y="2286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214767" y="23076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21364" y="19655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003541" y="22831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27284" y="22281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29509" y="17552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98321" y="21742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23580" y="1789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3103" y="2602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72045" y="1816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54292" y="25604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21464" y="2453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812361" y="1752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54543" y="16344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81881" y="22505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60055" y="1622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61668" y="23387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202746" y="1589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10790" y="1427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30074" y="2526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26959" y="24926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214242" y="1872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49260" y="2159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25021" y="2049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38340" y="1785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34859" y="2360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78787" y="14472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6005" y="1586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7315" y="23271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85393" y="1525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62472" y="24701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8514" y="22507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205020" y="25117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54865" y="1788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41781" y="1964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48597" y="25982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75635" y="24446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7233" y="18002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5875" y="23602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62015" y="18185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43021" y="1700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09971" y="23428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44775" y="18955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3892" y="2209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32683" y="1666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99940" y="22447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66855" y="163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53415" y="22426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60552" y="24449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98280" y="1681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32941" y="2453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45455" y="27367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66641" y="1533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74401" y="25426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3781" y="2516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301363" y="26565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66189" y="19784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79371" y="2608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37032" y="1952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17890" y="24602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986173" y="20422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58239" y="26873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87475" y="1854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46031" y="2542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08720" y="19139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40145" y="2733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987551" y="1913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305210" y="28255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07312" y="2347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21229" y="1867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00412" y="24436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79639" y="1884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81363" y="25707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09766" y="21834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18660" y="2172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41439" y="26612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64012" y="22422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57835" y="2131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5415" y="1809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63587" y="27407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58289" y="2202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401901" y="26015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8557" y="1756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66942" y="2549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75437" y="2532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88726" y="21054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27328" y="1583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6655" y="22649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190390" y="1939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37441" y="22677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192863" y="1722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4335" y="2347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81400" y="23693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50680" y="24569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6127" y="24447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53163" y="1875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88125" y="24974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989641" y="19727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26879" y="1616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43132" y="25315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80077" y="1848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56555" y="2668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59109" y="18391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07262" y="2129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48982" y="2685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7543" y="16447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1852" y="23033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12823" y="2085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361836" y="20891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175" y="23525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71112" y="24494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30647" y="1740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54244" y="18403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56113" y="23127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59489" y="1631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70155" y="21360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17479" y="2079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5997" y="23702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11885" y="23201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2665" y="2367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21439" y="17640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42571" y="25421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7228" y="16558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994280" y="23012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77612" y="27836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434" y="2158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643463" y="2299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8237" y="1886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48697" y="21975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89653" y="1704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24464" y="2613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73372" y="20688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27138" y="2493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94357" y="1795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400645" y="2161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7007" y="2061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1092" y="2366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82753" y="1677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64493" y="2552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56054" y="1904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109054" y="1579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53606" y="1865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30534" y="2149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41451" y="2640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58774" y="1750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5731" y="2550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2989631" y="21412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89242" y="1784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42409" y="24959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8832" y="14732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1352" y="25759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74708" y="2790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91127" y="1914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893307" y="1717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78386" y="18431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68439" y="1930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25904" y="1632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84508" y="2688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06831" y="20508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4928" y="22777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31303" y="1642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16899" y="22036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04955" y="2344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5879" y="2553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0176" y="2512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77645" y="1899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02997" y="2081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8833" y="24929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28858" y="2015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31087" y="20647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23381" y="21222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63831" y="1952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9082" y="2269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64350" y="1965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261" y="2320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6536" y="2448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94422" y="1786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10344" y="2116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27097" y="28995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211" y="24381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15594" y="1802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24390" y="20643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95640" y="2128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9519" y="27694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1168" y="2454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17674" y="1621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84253" y="1802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5269" y="2606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208869" y="1746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43545" y="2615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01149" y="1870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67675" y="1682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1702" y="2229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69034" y="24697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093465" y="1946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90316" y="1760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2625" y="25375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304176" y="1616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456023" y="2189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48747" y="23564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73056" y="1668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49925" y="24153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64405" y="2625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81245" y="1863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34985" y="2739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73460" y="1908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79954" y="2466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118870" y="1590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71155" y="2013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54738" y="2178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891237" y="2450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44852" y="16734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05420" y="2672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4068" y="1735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77694" y="2932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39140" y="19372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213783" y="28088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213915" y="17596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81673" y="26539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29346" y="1836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3070" y="2244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1215" y="2042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021335" y="25189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617" y="2435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2226" y="2019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30297" y="2457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301992" y="1786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205845" y="26669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13537" y="2200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114457" y="17015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1076" y="2250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80291" y="2454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0154" y="2464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4248" y="20974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59539" y="2035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11050" y="19665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53290" y="27501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81944" y="1705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117746" y="1751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82778" y="25028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18416" y="2460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5345" y="23714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64873" y="17278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54591" y="25887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8375" y="2396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181" y="24026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27078" y="1705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084771" y="1674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90338" y="26151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43420" y="2243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77867" y="25602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22345" y="1801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4703" y="23474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78013" y="20146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2619" y="27158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41050" y="19787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55531" y="1695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35509" y="2345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2995503" y="24451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2131" y="2054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450" y="26880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64794" y="22477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69510" y="2177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59507" y="18861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4745" y="23228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6473" y="17492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17314" y="1787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27018" y="26206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2768" y="2064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5930" y="26459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891468" y="18239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40733" y="18565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89068" y="26507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0377" y="2406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79420" y="17499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255" y="24425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38078" y="17110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31447" y="1760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3359" y="25468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4360" y="1870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796905" y="1904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69764" y="1804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52397" y="2648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896763" y="23259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9356" y="24390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18605" y="1785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554" y="23400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71832" y="23440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83450" y="1704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42989" y="24106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3016" y="23648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59704" y="1711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47727" y="27351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46831" y="24648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5131" y="27678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096298" y="16026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799732" y="26567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70479" y="25302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90174" y="25035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178350" y="1835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80189" y="18856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8172" y="23882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1525" y="2349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68846" y="16044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0773" y="2334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087383" y="17664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0735" y="1663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208262" y="2298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79754" y="25746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18472" y="2352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9325" y="2572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32300" y="1896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1742" y="1720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0573" y="23832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99593" y="2364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03679" y="1727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79875" y="1783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3828" y="25055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86343" y="240783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76167" y="16352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894611" y="1953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899120" y="24793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83009" y="24256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73267" y="2302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40581" y="1736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30996" y="1962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52553" y="23122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29862" y="17919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70937" y="1996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54190" y="26351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53643" y="2409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2737" y="21182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35666" y="25330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893708" y="2594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36121" y="1858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110109" y="2155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92229" y="1795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2996932" y="1898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28289" y="23574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205830" y="2445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23367" y="24447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21671" y="2702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093810" y="1775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63868" y="23915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115816" y="27047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83901" y="24976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109363" y="1841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44710" y="17720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42442" y="2484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86346" y="22652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3526" y="2366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1805" y="1679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39642" y="22974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8920" y="2081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99043" y="1877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88994" y="2347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015349" y="2612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52035" y="1882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1269" y="23416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88201" y="2068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50713" y="1971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58443" y="19848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51948" y="25985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201485" y="2885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65897" y="18163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84971" y="2684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72019" y="1821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0352" y="19390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9358" y="24719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388" y="2472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404320" y="24568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8263" y="25574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6481" y="2618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187063" y="1812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8819" y="1596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2991265" y="1854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95782" y="24304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9399" y="22491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44904" y="2588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96027" y="2263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460" y="2191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4651" y="24683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40391" y="1768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72407" y="2372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288430" y="1863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3900" y="25376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70067" y="23228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60724" y="22536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29241" y="24477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24639" y="1766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57503" y="24992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35133" y="2502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94173" y="2449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84875" y="24515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30942" y="27625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82659" y="1659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0342" y="2536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77320" y="1898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10945" y="21596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23252" y="26068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69699" y="22688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49594" y="1773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13724" y="2353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7374" y="22288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0496" y="21611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563514" y="1936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9273" y="1829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46884" y="24307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31738" y="1645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6205" y="23640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8681" y="23723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7040" y="25441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9058" y="23275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65046" y="25617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78047" y="25534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98222" y="24055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488774" y="2040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5861" y="2543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94019" y="24791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55548" y="2325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076540" y="18541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65729" y="2828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39780" y="2004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32813" y="23490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7991" y="2484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53518" y="1813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47345" y="24078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82837" y="1997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005527" y="26685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75793" y="24413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74764" y="18390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82334" y="2618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15160" y="23514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301813" y="24059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51081" y="1451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35164" y="18757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52118" y="18743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38198" y="23213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118403" y="2999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20735" y="2192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84983" y="2452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01106" y="17240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38107" y="2009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16597" y="2658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470681" y="2087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94061" y="27572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302589" y="1856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25555" y="22424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28893" y="24465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119969" y="25499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72246" y="25314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68120" y="1758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43984" y="19401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75857" y="25585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46832" y="24232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75763" y="1796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116287" y="1699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63248" y="2420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251" y="2680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38996" y="2445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50125" y="2655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92608" y="23428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27007" y="2408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18690" y="2311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71277" y="2151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70684" y="1567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55643" y="2465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27680" y="2078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01197" y="18302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32667" y="2395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82468" y="2649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59779" y="26684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38724" y="1973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85515" y="1728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12897" y="2202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106519" y="27077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42475" y="21978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52196" y="2388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71547" y="2378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62349" y="24510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079339" y="1734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36114" y="2716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55965" y="20362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4641" y="2553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47274" y="23722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41857" y="2575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62996" y="2282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98706" y="25431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15279" y="2288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40261" y="25203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909178" y="2275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009276" y="24718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17585" y="1982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1661" y="18211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89092" y="26225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26661" y="24826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210797" y="2048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0255" y="2235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87344" y="23306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76233" y="1952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204741" y="1776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302616" y="23462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64835" y="25645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205160" y="2427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50512" y="27301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53204" y="2484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2993488" y="18788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78662" y="1530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214306" y="24846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822" y="2476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3813" y="23977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39095" y="24215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54261" y="25075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93696" y="25806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57349" y="1586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87049" y="23848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101885" y="23479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31525" y="25632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82461" y="27917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3682" y="22742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77989" y="24413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41982" y="2573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72910" y="24695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8130" y="24344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53066" y="19117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35938" y="1898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7031" y="2407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42764" y="2640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80077" y="27242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62198" y="25211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56849" y="1797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084112" y="1865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213060" y="26512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79073" y="26867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76969" y="2119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304052" y="2559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53679" y="2269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57290" y="27475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4862" y="25429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41607" y="27628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35052" y="1774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2978" y="21052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87211" y="2235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94478" y="2660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36703" y="19895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43808" y="23977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12548" y="26501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4494" y="168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90231" y="23941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5731" y="2405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71215" y="2295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305135" y="25368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48320" y="1751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797714" y="24977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53420" y="18542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48617" y="24998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81798" y="26698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309084" y="24936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83955" y="25487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90650" y="1762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015022" y="2528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3964" y="23813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71003" y="1783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271938" y="20451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896079" y="2416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9417" y="23594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19537" y="18954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42821" y="2188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115573" y="24743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85017" y="23822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48151" y="2707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78549" y="2657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6731" y="24446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29447" y="19935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35320" y="26481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23829" y="18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021287" y="25442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71439" y="2761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49089" y="1985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4931" y="23629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35269" y="1731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70871" y="25295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797519" y="2595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74181" y="22242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89828" y="23445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77168" y="2647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102779" y="25319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2554" y="24521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27929" y="2517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57048" y="1782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46437" y="1764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50324" y="25051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57814" y="23992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99676" y="1862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78288" y="2191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80718" y="2680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43838" y="24070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89971" y="25800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27193" y="24849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62625" y="20599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3625" y="2337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46361" y="2521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49662" y="26045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13196" y="21112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47338" y="25466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93222" y="1414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73608" y="2375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43672" y="26741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29260" y="1908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01810" y="1886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53695" y="22329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34935" y="1449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49729" y="26405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2344" y="24094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78203" y="23836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45150" y="2665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65816" y="24869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007696" y="1773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52894" y="24458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081545" y="16958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101960" y="23602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18163" y="2313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77966" y="25950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80046" y="22590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86209" y="2581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53481" y="18045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93519" y="1795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90715" y="23299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27459" y="2529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97741" y="25449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87290" y="25446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28789" y="25021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68435" y="1648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021482" y="2325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48149" y="23631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2992764" y="23416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22050" y="24624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66826" y="1527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70538" y="23407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90078" y="23976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92376" y="23671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10204" y="2155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87494" y="25585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20901" y="1719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50215" y="21524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02068" y="2453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78709" y="25061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65984" y="1594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38870" y="24216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022873" y="24933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4980" y="2268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67360" y="22686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20358" y="19650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79913" y="1996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59158" y="24953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003429" y="2573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240" y="2371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12154" y="2233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924254" y="1781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75368" y="2545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5892" y="25141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64176" y="23835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06397" y="18678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78343" y="1792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56792" y="23811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690743" y="2092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1086" y="1777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8399" y="23230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11105" y="24574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7920" y="20902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53941" y="2330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82216" y="24981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26750" y="24107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69342" y="2626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33287" y="17955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4385" y="26819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0901" y="2084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37150" y="1627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99545" y="2174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66854" y="1880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2874" y="24003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5870" y="1621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61646" y="2263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30903" y="1797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8915" y="24950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78843" y="24037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42259" y="26009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55963" y="2530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86629" y="2514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98620" y="23293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65214" y="23944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32639" y="24055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51448" y="2733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41097" y="1602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85673" y="18953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61378" y="2350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108130" y="24354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45806" y="1815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58702" y="2406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3531" y="2650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30284" y="2748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95421" y="1701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0208" y="18322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1896" y="2542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5818" y="23944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7438" y="2249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19166" y="2406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4901" y="2397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71896" y="27146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278" y="1634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7878" y="24954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42875" y="24794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04658" y="22568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366138" y="24668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37078" y="1931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8406" y="22686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60592" y="2511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110583" y="25259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37844" y="23166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16806" y="18808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28836" y="1564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81015" y="25910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96338" y="22856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27769" y="19122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64132" y="1676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59210" y="25497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2063" y="25625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52452" y="2532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52114" y="2111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906335" y="22781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83301" y="26733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83766" y="2610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085049" y="1964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3789" y="2421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264055" y="21561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20305" y="24721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1472" y="25576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56895" y="18323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0591" y="2485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163" y="2406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93217" y="25787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3622" y="25844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0376" y="2515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93502" y="27634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24252" y="1957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70849" y="219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4762" y="24338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176311" y="18924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93773" y="21893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13644" y="2616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95393" y="2075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36353" y="2271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7848" y="24178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44836" y="26715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71100" y="17704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43566" y="1811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7809" y="2619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7551" y="24050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33569" y="19204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14802" y="1917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5736" y="24256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188372" y="2481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1803" y="25156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2745" y="25564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197852" y="19864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50716" y="2803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43370" y="2741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7904" y="2706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65330" y="23002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74832" y="2150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70864" y="2140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4021" y="24813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26125" y="2669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012234" y="1661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67255" y="23463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42087" y="20996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30179" y="25544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8018" y="21882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56356" y="2433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26317" y="1815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51961" y="27066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12247" y="1507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6896" y="2166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39400" y="22576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3798" y="22084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0063" y="26837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34931" y="23679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02700" y="1552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0456" y="1681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3780" y="25663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31709" y="1654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56827" y="22124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53666" y="24835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75870" y="27072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69654" y="25311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12813" y="1830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79663" y="25597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2229" y="27030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99444" y="2409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084398" y="2093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9043" y="25630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56838" y="16320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5153" y="24088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2932" y="2374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66613" y="22831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5430" y="22617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73433" y="23111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47584" y="23623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55121" y="23564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25144" y="16729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308199" y="25822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23419" y="25329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201689" y="1644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47096" y="25455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202316" y="1807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21234" y="18069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70926" y="23386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73035" y="25054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87125" y="25782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3246" y="2496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33813" y="24445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79696" y="16754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54342" y="2709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53519" y="19158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98468" y="24179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38345" y="1819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82308" y="2549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41903" y="2584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116938" y="2385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91381" y="2347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12099" y="200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50593" y="22156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97175" y="2926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37839" y="1845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57657" y="2344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8239" y="2475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282636" y="1783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90992" y="2124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28277" y="25950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208629" y="23890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112571" y="1740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801" y="23199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64895" y="23091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59033" y="1794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608534" y="23498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16828" y="2705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38503" y="22402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51103" y="24641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61292" y="24861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816303" y="22233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66381" y="2584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37665" y="23788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1358" y="2394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51293" y="2347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35777" y="1504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46449" y="1648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2648" y="17884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80765" y="2117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97117" y="23190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202697" y="2614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17686" y="2334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94051" y="2401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98466" y="1741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63144" y="1860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57424" y="23345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52684" y="1844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46999" y="2172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09274" y="1898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6550" y="2249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6628" y="2488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73821" y="1731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2928" y="25992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89854" y="24225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2988553" y="2013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51937" y="2418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42624" y="15681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206360" y="2801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51729" y="24224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81870" y="23409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36475" y="23765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8826" y="24701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75721" y="1851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31526" y="21884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9815" y="1830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30736" y="2623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48291" y="23390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61214" y="25745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75603" y="1574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29341" y="19984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3042" y="20979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40155" y="2616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18787" y="23388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86746" y="22683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89337" y="22831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57049" y="2582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90512" y="2739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52043" y="18268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205069" y="1404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73971" y="2597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25774" y="1818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90600" y="25411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213660" y="1777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63315" y="29500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85406" y="25782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6497" y="238919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9784" y="26153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1341" y="25223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57300" y="1764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28482" y="25450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116624" y="1794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111121" y="24503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91895" y="2354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092286" y="20044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57804" y="25838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68499" y="25025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27324" y="24247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60657" y="1594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38673" y="23712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2991611" y="2147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70670" y="25676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41318" y="25411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108226" y="25501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25645" y="23966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75118" y="25726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63409" y="1888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85721" y="2430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77255" y="1578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51784" y="2530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68646" y="27158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63475" y="16024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33902" y="1761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119067" y="25001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84117" y="22821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13514" y="21053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71262" y="1557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68207" y="23093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86729" y="2492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61237" y="25678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77371" y="24879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086418" y="21052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15886" y="232299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3257" y="1594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365886" y="1711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2081" y="22460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42165" y="1790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65361" y="2913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013022" y="1673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63067" y="2171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64294" y="23958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22085" y="2313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7996" y="1708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56383" y="23643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30600" y="24673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63896" y="24252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14546" y="1538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45660" y="1608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11180" y="21631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78154" y="23836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05074" y="1950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88295" y="23444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46297" y="2617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8111" y="25821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82403" y="1767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77284" y="21778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18934" y="2538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54763" y="24944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1513" y="2496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097708" y="2070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70385" y="1933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6275" y="24634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203535" y="25957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54226" y="25599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7701" y="2459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2999591" y="22241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17298" y="25515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73284" y="2459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67297" y="24835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42185" y="1694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555" y="2655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41885" y="19309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35179" y="2220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94748" y="26243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99258" y="1488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013490" y="22664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82579" y="25632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1551" y="24508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79740" y="24020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30645" y="23779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2983636" y="2024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200442" y="1676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96010" y="25542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6992" y="165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39908" y="22471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3443" y="22559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26124" y="24694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4436" y="23420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40527" y="2349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7251" y="23869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116920" y="2352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19311" y="27656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39085" y="1504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35151" y="18150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44009" y="26903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52828" y="23048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4469" y="2561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85146" y="1827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71570" y="2233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35462" y="22616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53105" y="1827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53620" y="1656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8250" y="22912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64824" y="2092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82342" y="21254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62126" y="24686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2995088" y="2375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4142" y="24785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04815" y="2259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42096" y="17724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50951" y="23008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8143" y="2359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27406" y="21556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44711" y="1652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29856" y="23064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90046" y="25551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69403" y="2342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1959" y="1948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118027" y="1841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7766" y="23830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81097" y="21929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2898" y="23591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4877" y="22463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18768" y="19112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108169" y="1591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23459" y="2377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6694" y="20478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1556" y="20670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5909" y="23308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3067" y="1855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72711" y="24806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2989179" y="2353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16661" y="22385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44300" y="2098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36884" y="1876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2164" y="2727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74579" y="2271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6073" y="2545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24451" y="24798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620" y="22787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45789" y="2630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118149" y="24225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008589" y="15776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68869" y="2021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99842" y="2659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70570" y="26219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015908" y="2469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49252" y="23059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9368" y="2453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32524" y="1607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76532" y="26063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870" y="24356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54082" y="24394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10879" y="21058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73772" y="16413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62878" y="24375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19420" y="1565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2120" y="21223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402638" y="2463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70944" y="2051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68453" y="2363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74164" y="23320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49325" y="18658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8955" y="23143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2989823" y="2375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38444" y="2282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69682" y="1822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6435" y="253094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97865" y="26120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82166" y="1839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1550" y="26956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42100" y="2411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0693" y="1851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97315" y="2392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61027" y="1833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78308" y="23158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52669" y="1699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51430" y="2467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54983" y="17115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91682" y="26019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45601" y="25644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51812" y="23621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59881" y="17459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7797" y="25931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118109" y="24372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8663" y="1836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120474" y="2346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96016" y="23504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32063" y="1573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31803" y="24451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73867" y="27034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75916" y="2433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9309" y="238967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1538" y="26218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85441" y="17342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28244" y="1664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78164" y="25505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95939" y="2312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21091" y="232078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61855" y="22922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86576" y="23757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63244" y="2020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81916" y="2056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70558" y="2136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35723" y="21763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28279" y="24577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8598" y="2438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4951" y="24573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24032" y="23628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1497" y="22606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655" y="1572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171439" y="24514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43758" y="24235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170073" y="1742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23930" y="2148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72198" y="2220683"/>
              <a:ext cx="343377" cy="514022"/>
            </a:xfrm>
            <a:custGeom>
              <a:avLst/>
              <a:pathLst>
                <a:path w="343377" h="514022">
                  <a:moveTo>
                    <a:pt x="343377" y="0"/>
                  </a:moveTo>
                  <a:lnTo>
                    <a:pt x="0" y="51402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72198" y="2662859"/>
              <a:ext cx="64571" cy="71846"/>
            </a:xfrm>
            <a:custGeom>
              <a:avLst/>
              <a:pathLst>
                <a:path w="64571" h="71846">
                  <a:moveTo>
                    <a:pt x="4701" y="0"/>
                  </a:moveTo>
                  <a:lnTo>
                    <a:pt x="0" y="71846"/>
                  </a:lnTo>
                  <a:lnTo>
                    <a:pt x="64571" y="3999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5575" y="2220683"/>
              <a:ext cx="569583" cy="80081"/>
            </a:xfrm>
            <a:custGeom>
              <a:avLst/>
              <a:pathLst>
                <a:path w="569583" h="80081">
                  <a:moveTo>
                    <a:pt x="0" y="0"/>
                  </a:moveTo>
                  <a:lnTo>
                    <a:pt x="569583" y="8008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18400" y="2256433"/>
              <a:ext cx="66758" cy="71298"/>
            </a:xfrm>
            <a:custGeom>
              <a:avLst/>
              <a:pathLst>
                <a:path w="66758" h="71298">
                  <a:moveTo>
                    <a:pt x="0" y="71298"/>
                  </a:moveTo>
                  <a:lnTo>
                    <a:pt x="66758" y="44330"/>
                  </a:lnTo>
                  <a:lnTo>
                    <a:pt x="1002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5575" y="2041606"/>
              <a:ext cx="698006" cy="179077"/>
            </a:xfrm>
            <a:custGeom>
              <a:avLst/>
              <a:pathLst>
                <a:path w="698006" h="179077">
                  <a:moveTo>
                    <a:pt x="0" y="179077"/>
                  </a:moveTo>
                  <a:lnTo>
                    <a:pt x="698006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44238" y="2022230"/>
              <a:ext cx="69344" cy="69741"/>
            </a:xfrm>
            <a:custGeom>
              <a:avLst/>
              <a:pathLst>
                <a:path w="69344" h="69741">
                  <a:moveTo>
                    <a:pt x="17892" y="69741"/>
                  </a:moveTo>
                  <a:lnTo>
                    <a:pt x="69344" y="19375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740763" y="2096627"/>
              <a:ext cx="674812" cy="124055"/>
            </a:xfrm>
            <a:custGeom>
              <a:avLst/>
              <a:pathLst>
                <a:path w="674812" h="124055">
                  <a:moveTo>
                    <a:pt x="674812" y="124055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740763" y="2072495"/>
              <a:ext cx="67835" cy="70813"/>
            </a:xfrm>
            <a:custGeom>
              <a:avLst/>
              <a:pathLst>
                <a:path w="67835" h="70813">
                  <a:moveTo>
                    <a:pt x="67835" y="0"/>
                  </a:moveTo>
                  <a:lnTo>
                    <a:pt x="0" y="24132"/>
                  </a:lnTo>
                  <a:lnTo>
                    <a:pt x="54817" y="708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018027" y="1778529"/>
              <a:ext cx="397548" cy="442153"/>
            </a:xfrm>
            <a:custGeom>
              <a:avLst/>
              <a:pathLst>
                <a:path w="397548" h="442153">
                  <a:moveTo>
                    <a:pt x="397548" y="44215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018027" y="1778529"/>
              <a:ext cx="68460" cy="70437"/>
            </a:xfrm>
            <a:custGeom>
              <a:avLst/>
              <a:pathLst>
                <a:path w="68460" h="70437">
                  <a:moveTo>
                    <a:pt x="68460" y="22297"/>
                  </a:moveTo>
                  <a:lnTo>
                    <a:pt x="0" y="0"/>
                  </a:lnTo>
                  <a:lnTo>
                    <a:pt x="14919" y="7043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5575" y="2220683"/>
              <a:ext cx="104281" cy="432631"/>
            </a:xfrm>
            <a:custGeom>
              <a:avLst/>
              <a:pathLst>
                <a:path w="104281" h="432631">
                  <a:moveTo>
                    <a:pt x="0" y="0"/>
                  </a:moveTo>
                  <a:lnTo>
                    <a:pt x="104281" y="43263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0248" y="2584261"/>
              <a:ext cx="69995" cy="69053"/>
            </a:xfrm>
            <a:custGeom>
              <a:avLst/>
              <a:pathLst>
                <a:path w="69995" h="69053">
                  <a:moveTo>
                    <a:pt x="0" y="16871"/>
                  </a:moveTo>
                  <a:lnTo>
                    <a:pt x="49608" y="69053"/>
                  </a:lnTo>
                  <a:lnTo>
                    <a:pt x="6999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9546" y="1634135"/>
              <a:ext cx="6029" cy="586547"/>
            </a:xfrm>
            <a:custGeom>
              <a:avLst/>
              <a:pathLst>
                <a:path w="6029" h="586547">
                  <a:moveTo>
                    <a:pt x="6029" y="586547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74189" y="1634135"/>
              <a:ext cx="71996" cy="62720"/>
            </a:xfrm>
            <a:custGeom>
              <a:avLst/>
              <a:pathLst>
                <a:path w="71996" h="62720">
                  <a:moveTo>
                    <a:pt x="71996" y="61980"/>
                  </a:moveTo>
                  <a:lnTo>
                    <a:pt x="35357" y="0"/>
                  </a:lnTo>
                  <a:lnTo>
                    <a:pt x="0" y="6272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53743" y="2753757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14572" y="2319816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54974" y="1918861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458117" y="1973883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91525" y="1655784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9412" y="2672366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122739" y="1511391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404926" y="1287054"/>
              <a:ext cx="2442947" cy="18186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404926" y="1287054"/>
              <a:ext cx="0" cy="1818668"/>
            </a:xfrm>
            <a:custGeom>
              <a:avLst/>
              <a:pathLst>
                <a:path w="0" h="1818668">
                  <a:moveTo>
                    <a:pt x="0" y="18186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260826" y="289322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260826" y="253873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77743" y="21842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77743" y="182975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77743" y="147526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76458" y="29296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76458" y="25751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76458" y="22206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76458" y="18661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76458" y="15117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404926" y="3105722"/>
              <a:ext cx="2442947" cy="0"/>
            </a:xfrm>
            <a:custGeom>
              <a:avLst/>
              <a:pathLst>
                <a:path w="2442947" h="0">
                  <a:moveTo>
                    <a:pt x="0" y="0"/>
                  </a:moveTo>
                  <a:lnTo>
                    <a:pt x="244294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635999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5575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195152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90827" y="315696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87320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66897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62926" y="3314602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764459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404926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95337" y="1287054"/>
              <a:ext cx="2442947" cy="18186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2452" y="17755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90069" y="2156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597938" y="17231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2850" y="2153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4421" y="20157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499283" y="18373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92852" y="22171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690474" y="16987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5280" y="1966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35659" y="20090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78587" y="2439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1104" y="17360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2892" y="2086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50459" y="18638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47616" y="24614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58590" y="2162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78982" y="23258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19557" y="2256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08562" y="21714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1402" y="19633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3270" y="21599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0824" y="21893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7383" y="1921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27756" y="1966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07708" y="21086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2985" y="19806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60209" y="2198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16384" y="2252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4539" y="24752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5224" y="20936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7208" y="20505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0287" y="24053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54228" y="23296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497505" y="22715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02087" y="2380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0045" y="2197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0489" y="2338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25390" y="20897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30525" y="21540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42274" y="24640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594056" y="17518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0723" y="21100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35852" y="23728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45202" y="18647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594662" y="21541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5809" y="22907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779005" y="1813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15122" y="20491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78872" y="17946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33759" y="20211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716" y="2129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2576" y="23032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38002" y="17374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15481" y="23237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04663" y="17699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02464" y="20125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495" y="20959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264121" y="21200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897611" y="21821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62208" y="23613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894414" y="19135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03110" y="20808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179234" y="19322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16575" y="24218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6136" y="21922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52016" y="22297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17303" y="19867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3990" y="205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1928" y="22164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29275" y="2212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67054" y="2041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26703" y="23554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53386" y="24453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9341" y="28600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779" y="22873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2011" y="23728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36270" y="22176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3691" y="20247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50050" y="19186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38048" y="2340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2636" y="18739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30661" y="20842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3302" y="2212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6416" y="19542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4176" y="2169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19269" y="19188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1334" y="19139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83007" y="25386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66619" y="20382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21641" y="15669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29764" y="17806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79375" y="1949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46101" y="26844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01112" y="20814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8837" y="24674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3938" y="20134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0713" y="22747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3234" y="23659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0093" y="23480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57025" y="24650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0399" y="2013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84568" y="23069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53688" y="21293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59481" y="2310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56884" y="2292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698065" y="23313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275" y="21268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70310" y="18469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69885" y="17373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36594" y="17826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18441" y="1848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83985" y="20392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1771" y="22702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5913" y="23107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56083" y="22420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65075" y="22208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28231" y="20624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27618" y="20769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1869" y="2246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1806" y="22489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07228" y="2103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91516" y="21386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3846" y="21523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498503" y="21315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76754" y="18493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36454" y="20913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25604" y="19773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16833" y="205308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2290" y="21567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73945" y="20256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49912" y="21803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38291" y="1804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15995" y="2062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7916" y="19497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3835" y="20791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1536" y="2195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67749" y="25095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08134" y="1884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1419" y="17401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7997" y="20365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9389" y="17226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24018" y="20489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2501" y="20115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36429" y="22611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55927" y="19841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6466" y="21312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03670" y="21720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0095" y="20491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74567" y="20309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2548" y="21995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3707" y="21322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71227" y="22086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593075" y="21085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59958" y="21402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12813" y="18190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1235" y="179706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3837" y="17537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38454" y="16380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57997" y="178662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36719" y="18031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05671" y="17902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44390" y="18979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64256" y="24351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56327" y="20733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02342" y="21863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53084" y="21649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78989" y="2260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57622" y="2454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594362" y="21451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598681" y="2037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6693" y="2020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51712" y="24990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3517" y="2135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693894" y="21939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07986" y="2053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2738" y="2042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85880" y="2221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43207" y="2513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0456" y="234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3867" y="20032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11981" y="1859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1010" y="2188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33717" y="21495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85109" y="2140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8932" y="19840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33474" y="1904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696389" y="20806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21967" y="1980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76624" y="1956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69737" y="21102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596476" y="2024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07015" y="21165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6876" y="2043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07547" y="2385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3092" y="20630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3711" y="2287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1488" y="21744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17925" y="2354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33197" y="1899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0369" y="23381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74796" y="23910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09345" y="21532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590988" y="19540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4002" y="2316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08377" y="24117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7981" y="2190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369" y="2193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690587" y="2247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46385" y="2144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16987" y="2226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2144" y="2204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3481" y="2164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6643" y="1993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47273" y="2011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66325" y="22792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67852" y="2217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595" y="2205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179" y="21941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596625" y="20459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69929" y="27196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4410" y="2079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8050" y="20434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1109" y="2143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44903" y="2164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39783" y="19879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10465" y="21133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43604" y="2322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66936" y="20244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69634" y="19002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0066" y="20121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31838" y="21725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83387" y="23176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690618" y="23790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3054" y="19247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26146" y="1941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26024" y="2122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46346" y="21653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66835" y="21946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3950" y="2281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9706" y="18712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39180" y="2318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693518" y="2040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05997" y="2190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67035" y="2288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00585" y="2508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64076" y="23804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30075" y="218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40703" y="2044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599552" y="21424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6023" y="19719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2469" y="2357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59898" y="20170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91730" y="20494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06003" y="20282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690770" y="20164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0077" y="2147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13006" y="18190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782970" y="13804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84755" y="20957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78865" y="18997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684291" y="19794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07157" y="18248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3276" y="18391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01502" y="1923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87000" y="1975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000346" y="2066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18105" y="2237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5149" y="1800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38432" y="1550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2494" y="18524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22091" y="1920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41875" y="1728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81068" y="2144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3238" y="19050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03091" y="20075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4402" y="19458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08102" y="19641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6986" y="1883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597200" y="2140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22642" y="21296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33138" y="1932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46271" y="1904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05912" y="1904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27367" y="1945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12324" y="1941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8984" y="20767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2455" y="1793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8094" y="1919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78801" y="2243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255" y="19747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79296" y="21023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84780" y="18724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52799" y="29354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76981" y="2018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20035" y="1831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32867" y="1781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686916" y="18100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55197" y="1821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8319" y="1828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30703" y="1868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6283" y="1713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97835" y="19005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13487" y="16606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32053" y="17973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9706" y="20076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07822" y="17524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36686" y="1796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1965" y="1762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31639" y="2028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17282" y="19537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78813" y="1814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7054" y="1819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2710" y="1974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7418" y="17942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78653" y="19243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61131" y="1878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30514" y="1915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17087" y="19218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45977" y="1690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04359" y="1946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29822" y="18241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139" y="1698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1732" y="20450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690776" y="1669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39761" y="17817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698405" y="1986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0485" y="17116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42425" y="1600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3573" y="19230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53798" y="1945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07298" y="1997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26727" y="23597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47550" y="2217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14868" y="2865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46710" y="22117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18772" y="2384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55781" y="21665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6925" y="2083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95032" y="2005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37474" y="20341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7366" y="2143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5143" y="17426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22573" y="21171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77181" y="17653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0392" y="20465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0847" y="21191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02145" y="2068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88072" y="25022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3407" y="20867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98247" y="20306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20834" y="2129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77281" y="18712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8584" y="20355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152466" y="26872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0387" y="2179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49300" y="1686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8490" y="1841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75471" y="1720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8424" y="22727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45647" y="23650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56717" y="24925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72758" y="2515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497914" y="2336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88884" y="2647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9296" y="22845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058" y="2271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72390" y="2280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0642" y="2466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64579" y="21386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81646" y="21631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70830" y="20991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1629" y="21932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50004" y="19587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4657" y="1944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4116" y="2488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55567" y="26594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2475" y="2731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69245" y="2374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3267" y="1873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73986" y="2507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6327" y="2741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886515" y="2015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0551" y="1980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1719" y="2310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38698" y="2137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36160" y="23343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45074" y="2154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90504" y="2253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4012" y="2207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2539" y="2241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6660" y="2117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64414" y="2348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2522" y="2389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3578" y="2135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73268" y="2210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593211" y="2035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13793" y="2188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16449" y="2629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688" y="2261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92914" y="2419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6047" y="2030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5212" y="1981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2336" y="2208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80810" y="2110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8377" y="20734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49240" y="2191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17170" y="2036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26703" y="2288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57394" y="2202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6727" y="2196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89650" y="1886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09334" y="1989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6793" y="20569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6602" y="2014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8767" y="2103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2280" y="2083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5460" y="2091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79220" y="1960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5925" y="1950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59778" y="1816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81874" y="2130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1948" y="2253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99300" y="1891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1217" y="1883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9420" y="2102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89749" y="2070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7196" y="2164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82954" y="2014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7149" y="2074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5508" y="2089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9184" y="2234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87225" y="1741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43099" y="1959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595" y="2018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1047" y="1923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5427" y="2158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51905" y="1974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46008" y="2008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64778" y="2015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37776" y="2007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28178" y="21068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37865" y="2104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45058" y="2063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84068" y="2045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81921" y="2138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2154" y="2111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84510" y="2140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68980" y="1908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592133" y="2308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69706" y="20275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2011" y="1972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624275" y="2382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4198" y="2248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82373" y="2402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26452" y="2410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42966" y="2388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16912" y="2616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02209" y="24794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21649" y="2482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1933" y="2273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58270" y="2031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82861" y="1921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45443" y="2259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56916" y="2218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8034" y="2120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596310" y="1925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78493" y="22189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1919" y="21561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0273" y="21996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89669" y="19721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9405" y="2165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3965" y="23384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28994" y="19832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67345" y="17330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7095" y="20394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3769" y="22081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2473" y="21280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0939" y="22483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3535" y="20431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37305" y="20050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49685" y="2210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4011" y="20982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54703" y="17948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1621" y="20136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7229" y="22370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6329" y="20550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5821" y="18536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0642" y="20079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1783" y="18308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69324" y="20176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50350" y="21531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2217" y="22117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24124" y="23546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54335" y="1931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61413" y="22748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10550" y="2271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2190" y="1948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18179" y="17960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595422" y="22000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7850" y="20973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31031" y="21944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14880" y="2415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85577" y="20630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31019" y="19523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6684" y="22078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190" y="2103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4412" y="19921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88639" y="20287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38924" y="21521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1266" y="18001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19284" y="15695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2230" y="20282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8166" y="21807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07377" y="20929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8882" y="15915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8366" y="19049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82747" y="17417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7323" y="17412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374" y="18711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21405" y="21804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86254" y="2023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81712" y="20139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72305" y="19832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73343" y="22187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28939" y="20862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75064" y="21663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344" y="25150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507" y="22646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33822" y="19328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25399" y="25774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89874" y="2353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35856" y="21800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59066" y="19486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81096" y="1988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686550" y="19815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93292" y="18485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18469" y="23083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13070" y="16483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45075" y="21811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18449" y="19454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3720" y="2297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15211" y="18818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34586" y="1959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49660" y="1874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87536" y="2104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53599" y="19386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794528" y="2112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16571" y="1979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17398" y="17614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70236" y="2272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74109" y="2043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44033" y="20724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4194" y="1997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82808" y="1950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40748" y="2072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5063" y="22880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27198" y="2090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1497" y="2108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09025" y="1919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3902" y="19654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02849" y="17610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75630" y="20178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07853" y="20578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0333" y="1885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83867" y="19569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03600" y="2091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0586" y="22832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56425" y="2004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3566" y="19901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12303" y="17271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07012" y="1996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196374" y="19372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38822" y="2026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1273" y="1963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4335" y="20812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62989" y="2158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592769" y="2203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36625" y="2111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61838" y="19786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43979" y="2230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88119" y="200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07868" y="19130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21717" y="19451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68339" y="14668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53516" y="2216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2343" y="19923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58744" y="2093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36933" y="1979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1115" y="2065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07283" y="215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76846" y="2180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6351" y="2074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69838" y="2193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7610" y="2433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5202" y="2502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5818" y="2099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17565" y="20282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11126" y="206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7494" y="2495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8617" y="2336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57861" y="21868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7072" y="2260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17956" y="23773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2715" y="20428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73634" y="20667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6799" y="2561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01820" y="2337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17966" y="2294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62628" y="2171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593298" y="24954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591208" y="2616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3246" y="21196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01538" y="2560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54042" y="2191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29947" y="26565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3151" y="2215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22076" y="24887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4566" y="2132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67517" y="2395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86138" y="2289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593554" y="2173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4691" y="2549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2493" y="2227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46919" y="2528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3818" y="2152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1860" y="2145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07737" y="2187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223" y="2442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0758" y="1987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4836" y="2092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778405" y="1792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0158" y="1947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5029" y="2025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3487" y="21677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5099" y="20554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64100" y="20555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7254" y="2200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30883" y="1952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79496" y="2149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91549" y="1929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2931" y="21216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09376" y="20199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605" y="20995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5537" y="215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498795" y="19265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00097" y="2041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80599" y="17331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166" y="1927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2976" y="1962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0928" y="2181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0752" y="2378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3462" y="21350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7481" y="20426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594525" y="2341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8966" y="24041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17926" y="2384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57410" y="2265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01272" y="22336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50418" y="2402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0335" y="21977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78923" y="203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59298" y="22493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75344" y="20938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490" y="1913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3763" y="2346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67661" y="2202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1699" y="1918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6806" y="208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5756" y="2323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8369" y="2229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61885" y="217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74666" y="25845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26613" y="2235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032" y="23016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1167" y="2046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8560" y="23536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00460" y="2139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7366" y="2199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6875" y="2295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1802" y="20747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601" y="20581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50140" y="19967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6470" y="2033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7348" y="15926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40159" y="23160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239" y="2343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68106" y="19389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25654" y="2232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614640" y="21329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37064" y="25379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593303" y="23978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33797" y="24600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1095" y="20359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87752" y="22082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04268" y="21022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01836" y="22485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56216" y="19304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1244" y="1893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47494" y="19863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3584" y="1895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83655" y="21488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2197" y="25465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07639" y="24698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10782" y="21366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82296" y="22496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28828" y="2298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2155" y="21851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4461" y="20788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694804" y="2439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36500" y="2045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38202" y="25119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0374" y="22890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07316" y="1954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36177" y="21569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58281" y="2256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1882" y="2274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02472" y="23574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594629" y="2061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02663" y="1782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16841" y="2021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784343" y="21310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17761" y="2262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2092" y="2164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43412" y="2328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05291" y="24735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68120" y="19886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68656" y="25437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69668" y="2276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15034" y="2355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39597" y="21019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49116" y="2082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17262" y="2333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1863" y="21013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782507" y="1654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86021" y="2191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86768" y="24191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805" y="19646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32697" y="1986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0645" y="2223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1952" y="2105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1108" y="22876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22002" y="1951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05441" y="20310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81637" y="2270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72403" y="2334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6179" y="2072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18040" y="21814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05291" y="2250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43947" y="2083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77551" y="1989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26477" y="21710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54277" y="2251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4622" y="2399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1641" y="2074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78857" y="1979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74277" y="2110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06861" y="20929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04252" y="2231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28198" y="22641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89586" y="2175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7406" y="20674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41925" y="2342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32907" y="2187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3226" y="26149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01289" y="2227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54506" y="20735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0447" y="2258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59405" y="2343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68718" y="19695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32561" y="1853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692614" y="2086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76237" y="21145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62731" y="1842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41446" y="16196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56302" y="1883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44234" y="22048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0165" y="1891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4986" y="1945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17647" y="18879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780130" y="19068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00669" y="20449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80225" y="2144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19835" y="232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23605" y="1798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28510" y="22224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10773" y="2103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44500" y="2029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20128" y="2008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16070" y="2195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68066" y="2519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32427" y="2380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46109" y="2415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4369" y="2475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44128" y="2013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16109" y="1713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3057" y="1925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47336" y="2094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795276" y="1968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62903" y="17574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14042" y="2040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686542" y="22987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0180" y="1982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1776" y="2172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4812" y="2136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597443" y="2080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1425" y="22687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38248" y="2214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6658" y="1763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595270" y="2003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65206" y="2271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22007" y="201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40351" y="1936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89030" y="2273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02368" y="2097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01209" y="2152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23743" y="22712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597710" y="18280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697500" y="1882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23626" y="2209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11544" y="2104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59025" y="19796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16697" y="2012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02624" y="2033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77840" y="17495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70716" y="2039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45558" y="1793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498008" y="18108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0551" y="2053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35510" y="19268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17636" y="1838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0455" y="2049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18120" y="1876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61731" y="2139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10853" y="2074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79636" y="1924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81893" y="20023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40052" y="1912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45253" y="180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04083" y="2216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19078" y="15862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69501" y="18495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47854" y="18916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684723" y="17868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72872" y="1816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778851" y="1692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62706" y="18668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32182" y="1933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593071" y="1926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08020" y="2133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23165" y="2382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794072" y="23891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3209" y="2230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34281" y="2482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599210" y="21784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17258" y="2200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0480" y="21973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04871" y="17874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86676" y="2230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687533" y="1997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4664" y="1994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34662" y="2131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3012" y="2085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3117" y="2215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687914" y="2331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06418" y="22994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687588" y="23633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11720" y="20625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31988" y="2652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87461" y="2132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69791" y="2423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79342" y="2314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48582" y="18165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12924" y="2012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36382" y="2099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49729" y="2234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695867" y="2049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03448" y="1972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67714" y="2000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83385" y="1950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36678" y="2169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50816" y="22849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84262" y="23836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19814" y="2180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66433" y="1773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0769" y="2075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04753" y="2219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2003" y="2113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09736" y="2227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03112" y="21402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84033" y="2002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44978" y="1973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21266" y="2395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05823" y="2253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684646" y="1896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04998" y="2297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17033" y="1918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27668" y="2042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30289" y="1712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19178" y="1813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4362" y="2159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71143" y="2113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06873" y="2021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30070" y="1989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43187" y="22480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1264" y="2086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50412" y="1847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36694" y="1877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54861" y="20511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01602" y="2168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690769" y="2205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78433" y="21912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17844" y="2112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598394" y="2111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55840" y="22836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14699" y="27303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05252" y="20899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58422" y="2383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695077" y="2435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48301" y="24232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65683" y="21865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789044" y="2321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48555" y="2567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85530" y="24530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78306" y="2206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01315" y="22259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777993" y="19109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871357" y="27103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22478" y="23313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29067" y="2533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76617" y="2783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33811" y="26308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11255" y="2404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82047" y="2289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781102" y="22465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36488" y="1903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59160" y="2338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781797" y="2355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03882" y="21152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38326" y="2278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59748" y="2481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31919" y="2331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14415" y="2160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688480" y="2165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796147" y="1830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45165" y="210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591138" y="24709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60725" y="1931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38818" y="2845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26505" y="2384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1942" y="1989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2389" y="24023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89243" y="2343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5573" y="2265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69360" y="26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31472" y="1609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0954" y="1858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699516" y="25183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14807" y="1750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68082" y="21472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30837" y="21767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781387" y="2713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783946" y="2395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32033" y="2795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04152" y="2290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54767" y="1647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12735" y="18912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53569" y="17592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74444" y="16812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65114" y="1843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780437" y="24184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08066" y="2178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68272" y="2333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37247" y="25351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38887" y="23307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07771" y="23667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34148" y="22134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779316" y="23627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39130" y="22291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781643" y="251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32890" y="2301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30701" y="26108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07242" y="2170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27603" y="25010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791579" y="27256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892408" y="19207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596219" y="23866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16280" y="2591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19561" y="24378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67976" y="2234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596149" y="2363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71850" y="22108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787777" y="27089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19229" y="257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5650" y="22822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75769" y="21458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46741" y="23514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32305" y="23032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597740" y="22934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11728" y="2247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07108" y="19404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16087" y="2539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29925" y="20850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08972" y="22847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34518" y="21848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891018" y="18984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29002" y="2587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62958" y="26366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24767" y="25625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24525" y="18662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65359" y="2697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26635" y="22160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32878" y="16970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499280" y="22932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26958" y="2999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59168" y="2965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26098" y="2409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22755" y="2950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29124" y="21799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44682" y="21937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0139" y="16226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01463" y="2330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47168" y="21207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783563" y="2028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24997" y="2184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39557" y="22146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42877" y="23354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23513" y="20277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14442" y="24768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02145" y="20682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20146" y="21303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54291" y="1738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56980" y="2389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794304" y="25574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684739" y="2295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23573" y="23071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35806" y="2055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0228" y="20820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72746" y="2163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779622" y="20956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02801" y="2388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75115" y="2204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1637" y="23391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59723" y="209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74937" y="2526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5755" y="19081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50930" y="20277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592032" y="20183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16880" y="20065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21068" y="20457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24140" y="2513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41258" y="25033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21955" y="26528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57147" y="25051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08009" y="2348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499389" y="19281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60958" y="22637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56774" y="16948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684863" y="18490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04237" y="19811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06583" y="21923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20247" y="22196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79531" y="15798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73741" y="15923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51027" y="17144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687630" y="16874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83632" y="21930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5063" y="1963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86215" y="22490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0246" y="19802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55801" y="18111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598738" y="1825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16612" y="19470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47476" y="208692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9039" y="18010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69320" y="21557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697404" y="19323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75158" y="23483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37242" y="2199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58604" y="24211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51084" y="20006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83160" y="22675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25656" y="2224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3619" y="21983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7924" y="23352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64352" y="21381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717" y="20265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70045" y="19243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594698" y="20554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37786" y="18668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28337" y="1990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39272" y="2225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3310" y="2049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27213" y="25415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4677" y="2031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4550" y="19649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28529" y="22677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590965" y="2437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0467" y="26496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79509" y="24845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29573" y="25896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63981" y="2332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684516" y="2768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661" y="2575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27056" y="2361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7350" y="2148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7058" y="24243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89841" y="23459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0378" y="26984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0563" y="22761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2766" y="2403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136" y="21306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497256" y="23049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79799" y="2185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687654" y="19858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0601" y="21042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599179" y="20160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4564" y="24748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40203" y="24347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0576" y="2129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0541" y="21145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28799" y="2345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8355" y="22077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19167" y="2319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56330" y="25736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4047" y="23593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5150" y="2347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4980" y="2211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9362" y="26733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599920" y="2260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8038" y="2218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5653" y="24346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11283" y="26282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06440" y="26110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5536" y="23962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36056" y="2232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60032" y="2470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27607" y="23664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50826" y="26808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17897" y="2823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87580" y="26942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07070" y="24762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695301" y="28527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801" y="1965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04876" y="2510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5624" y="2062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5556" y="26420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68259" y="2239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36049" y="2023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8482" y="21666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79923" y="2237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36272" y="1920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497368" y="21321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49099" y="20807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49747" y="2568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27865" y="23283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290" y="19244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89205" y="2374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0440" y="2329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83079" y="2793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2613" y="2016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4946" y="18842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18417" y="20214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6749" y="21455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37472" y="2108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27112" y="2134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759" y="18306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373" y="2485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48028" y="22415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5364" y="2048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0087" y="20020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34569" y="20516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46446" y="22465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377" y="2136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2643" y="2286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44603" y="19218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71898" y="2059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1230" y="23800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1322" y="24052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5279" y="23626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6483" y="23049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1172" y="22883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498026" y="17283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26368" y="2196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8710" y="1970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5302" y="2212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68281" y="2338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2793" y="2016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11629" y="2138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3246" y="19134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59900" y="2270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63150" y="21719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57398" y="2323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5741" y="1999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5661" y="21810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8887" y="23749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0523" y="2269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3302" y="20701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89390" y="2133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13013" y="20921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3168" y="2007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44285" y="27686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3718" y="20194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44739" y="24628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49639" y="2029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2366" y="19050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499681" y="21942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4553" y="18605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8007" y="22385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358" y="2120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64126" y="2347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08377" y="2137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34904" y="2368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3309" y="23545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06482" y="2520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25493" y="2267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024" y="18158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00875" y="21150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4411" y="1861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82556" y="2085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27993" y="20902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84481" y="2151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57601" y="2125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1530" y="2208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26145" y="2103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599361" y="2164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26604" y="26582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17443" y="24070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20946" y="24336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0845" y="20885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36664" y="24205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498603" y="21273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01947" y="1997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00558" y="2472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83458" y="2448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17794" y="24209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7972" y="22012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4215" y="20064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4486" y="21529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51525" y="2036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5552" y="2203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25459" y="2249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1377" y="16703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19516" y="20926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07756" y="1647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36456" y="1480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10592" y="26123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4827" y="1826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04457" y="23266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4198" y="2345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0107" y="22974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09624" y="2243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38872" y="2085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5789" y="2199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46948" y="2620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26421" y="24265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1457" y="2281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42573" y="25157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0253" y="1902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9582" y="2245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73583" y="22836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2197" y="2109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58631" y="2260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42732" y="25943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788351" y="1640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34707" y="2334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118" y="17857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6295" y="2449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69358" y="2345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0925" y="21290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49891" y="24207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44227" y="17414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05408" y="2232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03421" y="1997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69193" y="21503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1320" y="19269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598721" y="197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20881" y="1996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6090" y="21812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57443" y="2446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9601" y="2479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93851" y="21510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88958" y="2508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73097" y="22283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4124" y="26136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06754" y="22792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10222" y="2225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03234" y="2225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072" y="21618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50263" y="2251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7197" y="2265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22867" y="16743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66850" y="2504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38080" y="17017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36086" y="24458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52330" y="19732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89721" y="2008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692770" y="19565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90748" y="19751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695492" y="2550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1369" y="1702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60783" y="20824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28185" y="2480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0587" y="23061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685155" y="1735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1952" y="23086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0195" y="2132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54251" y="21584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7492" y="2044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198" y="2687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43893" y="2767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02783" y="22974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778" y="2374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45711" y="23204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8753" y="2612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789122" y="20547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594046" y="2363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9502" y="2492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2074" y="2122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1235" y="2423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89156" y="17569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6839" y="2326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8443" y="23529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4659" y="2289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6757" y="2065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69959" y="21712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6628" y="22203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35874" y="2510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2600" y="21525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11712" y="2376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1899" y="2146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79408" y="19825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7755" y="1852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2921" y="1968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3451" y="2082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53827" y="1905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52677" y="1985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685673" y="2224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54706" y="21830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09692" y="24771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34524" y="2495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46343" y="1658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2866" y="2228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1040" y="2303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84428" y="23424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3131" y="23266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8416" y="2358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5724" y="22907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18111" y="2619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0600" y="21573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257" y="2129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71416" y="24308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48418" y="2000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3565" y="1955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23772" y="2398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17940" y="2374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56436" y="19222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796168" y="22933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62813" y="16148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803" y="2492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5095" y="24522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21235" y="19343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37533" y="1531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2854" y="2216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3901" y="21805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3552" y="23789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66430" y="2272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227" y="27488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1580" y="2319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89133" y="21786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39970" y="26470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09214" y="1924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46812" y="2316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7924" y="2150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4635" y="18889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4275" y="19302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107" y="2155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65748" y="2204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8705" y="1895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46047" y="19274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0018" y="2161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31512" y="1916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9240" y="20329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45694" y="20664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61745" y="21575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1682" y="1837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0632" y="19972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4896" y="20494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65624" y="1815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504" y="20591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08700" y="2005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50338" y="1734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0228" y="1952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1513" y="21014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29906" y="20163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593184" y="2393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22355" y="2096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66050" y="2115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16786" y="2195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69359" y="1946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594121" y="2233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076" y="2078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778" y="23331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5622" y="2079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5142" y="1934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13028" y="2659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4937" y="2739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343" y="2554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58343" y="2230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57881" y="23371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5815" y="27012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00431" y="21158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6599" y="2087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25454" y="22325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0230" y="20816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23278" y="2141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1240" y="2048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4918" y="22824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03044" y="2138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1744" y="22875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7791" y="2171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3660" y="2171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1464" y="24089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19460" y="18124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1445" y="23276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0252" y="2289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2391" y="2294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32788" y="2332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24029" y="22936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07384" y="1977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0156" y="25416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2544" y="27425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0721" y="2207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42009" y="2088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91471" y="2319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0038" y="2190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67736" y="23133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5993" y="2092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81393" y="18490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35160" y="20866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26569" y="1848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43648" y="26013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57529" y="20520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36325" y="1864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33775" y="21761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6992" y="22230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5571" y="19537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18318" y="1807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681" y="204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48987" y="2176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597300" y="1691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65893" y="2057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5114" y="2198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1619" y="21010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2209" y="22220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1320" y="2191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75909" y="20790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16271" y="2386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31350" y="15063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6172" y="1979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8458" y="1970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048" y="2069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595308" y="2144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56042" y="15577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1750" y="2225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82594" y="2567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32984" y="2519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3191" y="2032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83286" y="2260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04798" y="2559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31620" y="2659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067353" y="1345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593094" y="18122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5574" y="2016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6040" y="20822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5774" y="2121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2708" y="2272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46596" y="23166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141" y="2220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39339" y="2358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0360" y="2651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3853" y="23350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17324" y="2228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44578" y="2726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27343" y="2192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2968" y="2173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1311" y="19986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7063" y="2057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0093" y="2113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01215" y="2453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48862" y="24519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28008" y="23883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88375" y="1974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21786" y="2224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79129" y="24139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37667" y="2225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20276" y="2085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17534" y="2181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02659" y="2345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4956" y="23556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64533" y="2437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07093" y="1945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65987" y="1852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22017" y="2161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35961" y="1970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73096" y="22507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684178" y="19823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36064" y="26184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874388" y="26542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872452" y="23401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20147" y="2625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22699" y="2788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63208" y="24815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3725" y="2533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64111" y="2127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1838" y="2165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35814" y="1876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38857" y="2116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07672" y="21734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1895" y="2576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81701" y="2345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1118" y="2035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1674" y="2193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686049" y="18933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493" y="20426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497475" y="23365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65906" y="2033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5415" y="2406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1077" y="2208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8921" y="2669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36154" y="24788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83401" y="2430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0862" y="2204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7462" y="28885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8110" y="21717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29773" y="1982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1986" y="1719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79421" y="22441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4637" y="2209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1994" y="2427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8285" y="21964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62441" y="2464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1720" y="22735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76806" y="23789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54060" y="22395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2622" y="2395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691205" y="21576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2450" y="2033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05120" y="24821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05455" y="18590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4160" y="28360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79429" y="2315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72807" y="2236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692293" y="19623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3813" y="2273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374" y="2700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68456" y="21887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1585" y="21507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75288" y="2268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28536" y="2525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6108" y="2266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1530" y="2511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0003" y="2202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51960" y="2320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0974" y="2274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785051" y="2654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69822" y="2083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0601" y="2140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18801" y="1996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58094" y="22748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49242" y="2415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696361" y="19474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62413" y="1891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03478" y="2063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23029" y="23381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67382" y="2301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82159" y="2283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72461" y="19991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27862" y="2449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451" y="2520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89729" y="24539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57449" y="20670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8584" y="21328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78918" y="22500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2009" y="2304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0334" y="2488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5628" y="21315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74025" y="20478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7594" y="23315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78687" y="2295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58831" y="2418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691352" y="2045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12313" y="2060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04237" y="25994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276" y="2092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499538" y="24324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0180" y="2044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3491" y="2220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63407" y="22087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50201" y="2299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81789" y="18955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46106" y="1924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0022" y="22420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03827" y="2267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28262" y="17840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47494" y="2608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12189" y="2158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37241" y="2410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67864" y="2083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81316" y="2199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28256" y="25568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04372" y="26801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1574" y="2370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31104" y="2457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697179" y="2316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64507" y="1844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45025" y="17268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896350" y="18916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41217" y="23327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8391" y="20391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37790" y="19849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2873" y="20525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06977" y="2286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30650" y="16932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15529" y="2482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1214" y="2165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56980" y="222605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37662" y="1984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7592" y="18792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5520" y="19088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24233" y="2700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84278" y="21790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312" y="20439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43505" y="2269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685367" y="22442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18416" y="2254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37075" y="2492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34663" y="24168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82196" y="2082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598958" y="21547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78163" y="23761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75769" y="21728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598049" y="20790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30431" y="205944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3511" y="2187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48687" y="17208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13288" y="2275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591702" y="21161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691723" y="2188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19935" y="20351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39517" y="20256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692889" y="20636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46345" y="1921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31193" y="22751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592311" y="18088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06169" y="19314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04558" y="2128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0406" y="21246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25296" y="20335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8861" y="19932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75131" y="2048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2705" y="16798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595" y="18469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36683" y="2152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47811" y="19894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30700" y="2102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66492" y="16499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56002" y="22617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780812" y="2367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71378" y="2431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40637" y="22085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39629" y="215724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39297" y="17345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55035" y="2270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39222" y="22680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32084" y="17996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28060" y="2181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65386" y="18231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01075" y="2165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69212" y="23218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22112" y="2295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5745" y="17270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5033" y="24654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077" y="23074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30169" y="21923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51397" y="22117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18548" y="21904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829" y="22365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35666" y="20626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3237" y="23769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0889" y="15586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20617" y="21974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35138" y="23327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86916" y="17447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681" y="19139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2151" y="23436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4239" y="20537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41928" y="21693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4281" y="2119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28050" y="1824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1004" y="2064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17050" y="186256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1763" y="22449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64544" y="18257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1272" y="20054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790271" y="2102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49017" y="2102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4565" y="2286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0857" y="20711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594631" y="23700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5439" y="1945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4348" y="21144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86327" y="21321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29336" y="23348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4839" y="20476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1791" y="17251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44464" y="19747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84808" y="19700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36482" y="21272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26153" y="2114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02190" y="22906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3779" y="18972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2126" y="19595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37864" y="18753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89279" y="2224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36481" y="16744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76590" y="2566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13405" y="1977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37127" y="21938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0240" y="17910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0068" y="2020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1719" y="1997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5347" y="21184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0066" y="2403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592458" y="2282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0585" y="2436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64717" y="2168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17966" y="24780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29895" y="2443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35308" y="20198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79734" y="21788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74964" y="2124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78744" y="2346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686738" y="22640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062387" y="18984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57709" y="2268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08702" y="22285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76886" y="2429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0356" y="23985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82701" y="1931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1320" y="2375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1757" y="19567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2412" y="24297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4510" y="22522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36589" y="24370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19996" y="20878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47312" y="2369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74762" y="23687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15456" y="21965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0761" y="24061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597831" y="2368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03039" y="24598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29640" y="25695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62863" y="27327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6121" y="2394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598924" y="2469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51400" y="2286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06892" y="22653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1225" y="23792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68620" y="2352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69558" y="2406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44810" y="18498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66933" y="2369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01911" y="2421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72799" y="2218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33007" y="1963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01076" y="2179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82645" y="2303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69291" y="20916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684795" y="21804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08741" y="20835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76737" y="20559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62638" y="22911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86229" y="2070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54892" y="2297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146" y="26260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64826" y="21975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17042" y="26231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6512" y="23939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37245" y="25792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69591" y="2521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77034" y="2272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7826" y="22447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86088" y="2221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74456" y="21799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4613" y="19462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17540" y="1699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66949" y="2301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10044" y="26467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32492" y="2552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43155" y="2039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01401" y="24941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87191" y="22622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33954" y="20571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0165" y="23694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08815" y="2198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61448" y="24934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85563" y="2429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593257" y="23894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4806" y="26425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01350" y="23817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39923" y="27070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69541" y="2225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07762" y="2421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5589" y="20945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67905" y="1986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14869" y="1958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590889" y="23556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68938" y="23279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0989" y="2138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16870" y="22932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1005" y="21971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6506" y="23264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66136" y="20974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2540" y="1985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16706" y="22153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9613" y="2015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5712" y="19400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2346" y="18788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34938" y="2169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84418" y="21790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87534" y="2364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7961" y="23600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89490" y="20460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36117" y="2386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598071" y="2149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83657" y="2091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01354" y="2102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53732" y="21300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3306" y="2151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1272" y="2397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41012" y="22352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0106" y="24711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25629" y="2513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48515" y="2099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3122" y="2226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3848" y="2386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68185" y="21977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3936" y="2078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2137" y="20316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6690" y="23101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18302" y="2481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79793" y="1956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4311" y="2463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592080" y="21823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28022" y="1928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2421" y="1940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66433" y="2144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7643" y="21107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64371" y="2407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8499" y="22111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43981" y="19819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471" y="24740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1269" y="2405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88099" y="2232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12144" y="2262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84355" y="2276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8875" y="24560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12442" y="22511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7035" y="22792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09745" y="25937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258" y="25221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63885" y="25817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00741" y="1894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48169" y="2413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4044" y="2339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58813" y="2640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0519" y="21754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08039" y="23833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0263" y="2248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39961" y="23985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1962" y="2396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0277" y="19907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1215" y="21246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499018" y="1798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40730" y="2005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66729" y="2139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599205" y="21233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11542" y="2525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74029" y="2569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04976" y="1966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47238" y="23136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90523" y="25587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06174" y="22677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73933" y="2349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75256" y="23187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25445" y="23619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75966" y="19519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596947" y="2071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36917" y="20210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21152" y="20835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687942" y="25165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0305" y="2084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30444" y="2398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596334" y="1994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1827" y="21830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46260" y="20369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11996" y="23773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57466" y="19810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75666" y="2065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497756" y="22121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33494" y="19931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1438" y="21516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1276" y="2718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498983" y="22349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26119" y="24595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4011" y="2621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499536" y="2418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11462" y="2650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7463" y="22619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65865" y="2284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29036" y="2311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09079" y="22585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06451" y="25245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778103" y="22954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4382" y="2225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13920" y="2514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66936" y="22401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17726" y="23354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30054" y="2239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09886" y="22900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3262" y="2446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5498" y="25640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8347" y="18505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46970" y="2217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8552" y="24186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78566" y="2304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8652" y="22998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3563" y="22745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21852" y="23425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29922" y="1925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82985" y="2739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3918" y="27521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2709" y="18594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82700" y="20568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83510" y="23859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2746" y="20679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591811" y="2208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04214" y="2123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84257" y="22229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7572" y="18079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3487" y="1933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694983" y="20021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28181" y="2437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794792" y="20021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80459" y="21903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83156" y="21023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29278" y="2154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64813" y="20452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31709" y="2319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1741" y="2147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695118" y="2626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78851" y="22868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55127" y="20518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18598" y="2485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58241" y="20428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73973" y="2134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20304" y="2309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592965" y="21067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30256" y="2555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01695" y="2416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01359" y="23378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41645" y="23094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8789" y="26992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2770" y="21090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2847" y="2158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0302" y="22261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75305" y="18415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373" y="2425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56843" y="22197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57792" y="2095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69555" y="20969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3817" y="2110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2051" y="2462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06604" y="2478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24064" y="1634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55678" y="2139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18862" y="22195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2914" y="20931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39709" y="2346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26662" y="18356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2175" y="2185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45686" y="20550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57992" y="2074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22815" y="20224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6638" y="2074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51254" y="2355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1874" y="23787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5237" y="18400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1492" y="2290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61658" y="2132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6470" y="23500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5394" y="2266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75914" y="22432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67170" y="17474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58813" y="2092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73213" y="2530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0693" y="21976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8336" y="2465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5793" y="2067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26965" y="2615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19215" y="2431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06515" y="22829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0500" y="2477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37018" y="25818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45331" y="20483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1067" y="19807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56481" y="2440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6024" y="20129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20380" y="2552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05448" y="20519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787131" y="2113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44309" y="22809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2607" y="2525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56507" y="1623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55260" y="2235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0906" y="22253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69920" y="2107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9161" y="21679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62764" y="2285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16725" y="21354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05815" y="21898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55997" y="22519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5586" y="2184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7051" y="23239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1851" y="18896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5750" y="22862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1004" y="1724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79423" y="2272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04492" y="24646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1484" y="2070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3268" y="2269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21452" y="24605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69626" y="22923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6021" y="2157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59592" y="2331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9169" y="22169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4427" y="2256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463" y="23022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36586" y="2413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1348" y="23082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69355" y="20515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49662" y="24541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6121" y="2170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74271" y="24474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53214" y="2175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30669" y="22543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27767" y="1969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498439" y="18674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43589" y="20950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22529" y="2364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05010" y="23683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67680" y="2139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594082" y="19391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53431" y="20977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54243" y="2469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689668" y="2175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4581" y="2241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05873" y="2326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55398" y="2363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689925" y="22997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46731" y="2430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33726" y="21876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5628" y="2264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40219" y="2337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73907" y="22595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08348" y="1841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0488" y="2167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063072" y="2195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34917" y="21367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05154" y="2380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33633" y="2429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156179" y="16973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70486" y="21175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48343" y="2167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08444" y="22736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147" y="21453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45764" y="22707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53986" y="2306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593788" y="23708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24606" y="22021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9754" y="18612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26020" y="2052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57105" y="20677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64284" y="27240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20242" y="17301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592235" y="1892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87534" y="20689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46534" y="21760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13199" y="2399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00952" y="2412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15798" y="1943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77204" y="21633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4414" y="24302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55776" y="2287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64474" y="2127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778146" y="22905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35862" y="20551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688395" y="2004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4368" y="1901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58541" y="2493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30615" y="23425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76007" y="19029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46180" y="1997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9359" y="21508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01838" y="24754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27764" y="19913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3347" y="19626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48211" y="2195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01854" y="26250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6549" y="19572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28552" y="22942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32816" y="19613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32835" y="25498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36544" y="2255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64239" y="25936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58010" y="2326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0071" y="19780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35401" y="23486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59153" y="2422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07984" y="2129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685298" y="2647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36637" y="24233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54923" y="22479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56530" y="25753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788989" y="1944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05339" y="21900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01106" y="2103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07493" y="2041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3914" y="19613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87889" y="23342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21460" y="2430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78984" y="26285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34541" y="2210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38657" y="23294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53180" y="2462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31979" y="2152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32471" y="2140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0748" y="2274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16179" y="20198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64780" y="21419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26919" y="23558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34568" y="2166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61798" y="2396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20109" y="24816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5825" y="22413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4805" y="21985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55540" y="23524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46069" y="22378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55297" y="24982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11097" y="2325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51747" y="22342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70987" y="20526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701" y="1927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82607" y="2428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34663" y="2105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73905" y="19281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7694" y="21561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470" y="2217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49159" y="22236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75976" y="2443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596080" y="2422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803" y="2487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62001" y="19125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9231" y="21731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42889" y="2229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0494" y="2041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02613" y="2405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38560" y="1939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66987" y="21795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596354" y="20239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88947" y="21659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0607" y="20198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597504" y="1974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05522" y="2481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74855" y="21620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61330" y="23479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54615" y="2171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599928" y="22024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68136" y="19361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43235" y="20586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62273" y="23839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10779" y="2394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1184" y="22774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47849" y="26525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16365" y="2132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359" y="2075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2295" y="25663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89800" y="20941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83781" y="22578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36978" y="2228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09073" y="2221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4399" y="23280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37511" y="2390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45411" y="22624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3252" y="20925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82537" y="21230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63599" y="1993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48219" y="2157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2639" y="1974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1103" y="2255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28371" y="2206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53215" y="2195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65422" y="20690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58118" y="2202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78456" y="23720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73621" y="2056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696040" y="23778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18435" y="2098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697596" y="16642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64103" y="2050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1766" y="21842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23534" y="2194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592860" y="19791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14567" y="192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17358" y="22401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692700" y="21618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27650" y="20544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5356" y="2314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63610" y="2661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53420" y="2247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6466" y="24325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37812" y="23547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2925" y="21783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18734" y="26571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19523" y="17086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252" y="21663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61498" y="20265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03183" y="24126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20637" y="24353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38166" y="2016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28757" y="20892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596969" y="1930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19027" y="2193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26618" y="18630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67570" y="2120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32847" y="21522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54431" y="2197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1946" y="24001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26600" y="2494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1298" y="2389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36179" y="2538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73965" y="2231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090" y="21544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48886" y="2086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29851" y="19951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1236" y="20267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699698" y="19210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73036" y="23756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686990" y="2111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88223" y="21174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12870" y="2379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70156" y="2094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45562" y="24255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2701" y="17456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23290" y="24904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1789" y="25432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2706" y="21801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01933" y="20985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43748" y="22452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17279" y="2301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83317" y="27850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0275" y="21128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25880" y="2444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6315" y="23835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3080" y="22438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5168" y="2120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22106" y="21953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562" y="1905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2703" y="25081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7991" y="18333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0885" y="1979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12373" y="18289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4618" y="19337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19595" y="2145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33958" y="20617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6802" y="1965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6449" y="20427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6741" y="2071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220" y="18356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6063" y="19509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072" y="2196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0002" y="26124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09963" y="24232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7626" y="23930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0375" y="2416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8600" y="2281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87632" y="22061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2945" y="21965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01053" y="22645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9249" y="21443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367" y="2106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1013" y="21221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8969" y="2230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2047" y="17868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06369" y="2207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0754" y="23991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226" y="2137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42110" y="18045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34310" y="22963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57714" y="18088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7528" y="2283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64974" y="22257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49420" y="24581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721" y="23317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80628" y="2287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0164" y="23514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598476" y="2144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09502" y="2391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0986" y="20377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694334" y="2397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9460" y="25891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21456" y="18192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49108" y="20845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786451" y="1884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36096" y="23138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79382" y="2252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1301" y="2575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5578" y="21769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08426" y="23055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2059" y="22306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63709" y="20334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87206" y="21791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4292" y="22795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2930" y="2688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5179" y="20812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4310" y="23684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75621" y="22931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63906" y="1928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02234" y="2359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42643" y="21082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57966" y="2046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14651" y="1917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799741" y="19958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72682" y="15570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1122" y="19295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01125" y="2231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24936" y="2561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40206" y="2133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20493" y="2157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36612" y="2294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5953" y="22244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4032" y="20493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3647" y="21303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145" y="25767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43901" y="2048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5710" y="1806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44979" y="2089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3758" y="19974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50900" y="20626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3166" y="21479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01874" y="2053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0679" y="1386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21062" y="21913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67854" y="21083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67508" y="22485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2042" y="1833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86946" y="2144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87586" y="21588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6940" y="1802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57844" y="2547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0129" y="22832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59919" y="2254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69438" y="19945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52965" y="2166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1584" y="25871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80673" y="250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5601" y="2550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6079" y="25139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73409" y="27420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12467" y="21063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32125" y="22097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59065" y="20341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10335" y="2001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47060" y="2376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188" y="20019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58308" y="22897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64524" y="2079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1380" y="2184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1567" y="18922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7175" y="2221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498423" y="1984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6833" y="1804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5941" y="1834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035" y="2514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52853" y="1997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17492" y="20300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49439" y="1889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17067" y="2020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81532" y="24195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69322" y="22530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22173" y="24335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86260" y="2069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4135" y="21110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1827" y="23529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82228" y="2237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46004" y="21336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596730" y="20151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20442" y="2156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21885" y="22760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48054" y="1690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1860" y="1903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15388" y="20838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8809" y="1927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54631" y="2203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693026" y="1875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59699" y="178109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12658" y="2001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797258" y="17889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9729" y="2250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57386" y="2088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67407" y="2097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692448" y="20148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0950" y="18690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73973" y="21865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40647" y="20139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6281" y="1849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1004" y="21492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33548" y="1967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4191" y="18015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14356" y="19883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2331" y="2196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0332" y="1925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3929" y="217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697349" y="2258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35008" y="2169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35936" y="2564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77383" y="27907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55673" y="21961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20885" y="2579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49101" y="21962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239" y="2375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592758" y="22357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1419" y="2023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63585" y="24026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25945" y="2322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21376" y="19797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46538" y="19632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12421" y="1972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72043" y="24720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07338" y="24797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29088" y="2375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56268" y="2329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6022" y="23188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6223" y="2369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87540" y="2282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11765" y="23702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1059" y="23420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62490" y="2834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81036" y="2141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2721" y="2593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5990347" y="16918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9061" y="2152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69179" y="22465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38487" y="2301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17409" y="2443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805" y="23269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4388" y="2258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09964" y="23162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14183" y="2166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3607" y="18254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20751" y="2524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09875" y="2176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599183" y="19725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77789" y="2412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11507" y="2131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6229" y="2462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1428" y="1936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81284" y="27626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73119" y="26634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21589" y="2485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30774" y="22347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43441" y="2547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44393" y="24277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56917" y="2447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0647" y="23155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6332" y="2323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1112" y="1953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7023" y="2042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42459" y="18852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23489" y="1895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21735" y="21180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78965" y="240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3689" y="2128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26909" y="2260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1884" y="2528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27870" y="19212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7915" y="19444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93224" y="2227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88878" y="19990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76904" y="2256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110" y="24564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1714" y="1994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1424" y="20184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5487" y="20460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05813" y="1654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0843" y="2191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5517" y="22189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78989" y="2388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3242" y="2468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591460" y="2353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1309" y="2013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14611" y="2163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24453" y="20261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3345" y="24220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12417" y="17961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09255" y="194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8076" y="18710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74159" y="19954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1914" y="2108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7723" y="2088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56699" y="2032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4125" y="2377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59053" y="2236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8770" y="2385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08325" y="2030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6886" y="24510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1490" y="18041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6529" y="2085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4590" y="2007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497829" y="22103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77791" y="2362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598250" y="18736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6030" y="2096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25593" y="2501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9357" y="19329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9473" y="2179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6907" y="17854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2404" y="21009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3647" y="2086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03191" y="23239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4713" y="24012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19442" y="22824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34477" y="16197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8176" y="2151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434" y="22891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79919" y="17427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1169" y="2255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5313" y="2075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08737" y="22381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67736" y="22047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70845" y="2085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07716" y="19541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39942" y="19437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75681" y="20983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40044" y="2002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20112" y="19582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777798" y="2329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64597" y="20190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84760" y="1618122"/>
              <a:ext cx="258027" cy="575973"/>
            </a:xfrm>
            <a:custGeom>
              <a:avLst/>
              <a:pathLst>
                <a:path w="258027" h="575973">
                  <a:moveTo>
                    <a:pt x="0" y="575973"/>
                  </a:moveTo>
                  <a:lnTo>
                    <a:pt x="25802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784441" y="1618122"/>
              <a:ext cx="65707" cy="71622"/>
            </a:xfrm>
            <a:custGeom>
              <a:avLst/>
              <a:pathLst>
                <a:path w="65707" h="71622">
                  <a:moveTo>
                    <a:pt x="65707" y="71622"/>
                  </a:moveTo>
                  <a:lnTo>
                    <a:pt x="58346" y="0"/>
                  </a:lnTo>
                  <a:lnTo>
                    <a:pt x="0" y="4218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84760" y="2194096"/>
              <a:ext cx="79786" cy="693832"/>
            </a:xfrm>
            <a:custGeom>
              <a:avLst/>
              <a:pathLst>
                <a:path w="79786" h="693832">
                  <a:moveTo>
                    <a:pt x="0" y="0"/>
                  </a:moveTo>
                  <a:lnTo>
                    <a:pt x="79786" y="69383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21659" y="2821870"/>
              <a:ext cx="71528" cy="66058"/>
            </a:xfrm>
            <a:custGeom>
              <a:avLst/>
              <a:pathLst>
                <a:path w="71528" h="66058">
                  <a:moveTo>
                    <a:pt x="0" y="8225"/>
                  </a:moveTo>
                  <a:lnTo>
                    <a:pt x="42887" y="66058"/>
                  </a:lnTo>
                  <a:lnTo>
                    <a:pt x="715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715" y="1969906"/>
              <a:ext cx="421044" cy="224190"/>
            </a:xfrm>
            <a:custGeom>
              <a:avLst/>
              <a:pathLst>
                <a:path w="421044" h="224190">
                  <a:moveTo>
                    <a:pt x="421044" y="22419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715" y="1967435"/>
              <a:ext cx="71957" cy="63552"/>
            </a:xfrm>
            <a:custGeom>
              <a:avLst/>
              <a:pathLst>
                <a:path w="71957" h="63552">
                  <a:moveTo>
                    <a:pt x="71957" y="0"/>
                  </a:moveTo>
                  <a:lnTo>
                    <a:pt x="0" y="2470"/>
                  </a:lnTo>
                  <a:lnTo>
                    <a:pt x="38118" y="6355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84760" y="1916093"/>
              <a:ext cx="408814" cy="278003"/>
            </a:xfrm>
            <a:custGeom>
              <a:avLst/>
              <a:pathLst>
                <a:path w="408814" h="278003">
                  <a:moveTo>
                    <a:pt x="0" y="278003"/>
                  </a:moveTo>
                  <a:lnTo>
                    <a:pt x="40881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21770" y="1916093"/>
              <a:ext cx="71805" cy="64832"/>
            </a:xfrm>
            <a:custGeom>
              <a:avLst/>
              <a:pathLst>
                <a:path w="71805" h="64832">
                  <a:moveTo>
                    <a:pt x="40487" y="64832"/>
                  </a:moveTo>
                  <a:lnTo>
                    <a:pt x="71805" y="0"/>
                  </a:lnTo>
                  <a:lnTo>
                    <a:pt x="0" y="529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32004" y="1519078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589973" y="2883281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85503" y="1870861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874790" y="1817048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95337" y="1287054"/>
              <a:ext cx="2442947" cy="18186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95337" y="1287054"/>
              <a:ext cx="0" cy="1818668"/>
            </a:xfrm>
            <a:custGeom>
              <a:avLst/>
              <a:pathLst>
                <a:path w="0" h="1818668">
                  <a:moveTo>
                    <a:pt x="0" y="18186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251237" y="2629641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68153" y="215765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68153" y="168567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66869" y="26660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66869" y="21940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66869" y="1722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95337" y="3105722"/>
              <a:ext cx="2442947" cy="0"/>
            </a:xfrm>
            <a:custGeom>
              <a:avLst/>
              <a:pathLst>
                <a:path w="2442947" h="0">
                  <a:moveTo>
                    <a:pt x="0" y="0"/>
                  </a:moveTo>
                  <a:lnTo>
                    <a:pt x="244294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89568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84760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179952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775144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44397" y="315696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56505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151697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746889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53337" y="3314602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754870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95337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040122" y="3412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3905579" y="3425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040122" y="3577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106114" y="36433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040122" y="3814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106114" y="38802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492003" y="3577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557995" y="36433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492003" y="3814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57995" y="38802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38215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04207" y="3643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3938215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004207" y="3880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373180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439172" y="3643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4373180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4439172" y="3880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4819392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4885384" y="3643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4819392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4885384" y="3880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277058" y="3630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277058" y="3867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728939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28939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175151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175151" y="3867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4610116" y="3630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4610116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056328" y="3630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056328" y="3867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2026-07-20T11:42:18Z</dcterms:modified>
  <cp:category/>
</cp:coreProperties>
</file>