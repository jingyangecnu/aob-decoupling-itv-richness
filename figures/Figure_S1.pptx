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009389" cy="3225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39705"/>
              <a:ext cx="3009389" cy="3225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10032" y="1141550"/>
              <a:ext cx="2613757" cy="2109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45959" y="2521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6046" y="2705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8639" y="23705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34549" y="23630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12024" y="2375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06342" y="24385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95314" y="2323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61478" y="2375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97080" y="2326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23502" y="23459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09468" y="22028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21842" y="23125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17898" y="21323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409" y="2195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73044" y="23191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80819" y="22086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1711" y="2176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89051" y="23075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23853" y="23462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3651" y="23941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3255" y="2262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82060" y="2289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92728" y="2595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47772" y="2351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20112" y="25579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33529" y="2550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57346" y="24446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26038" y="24388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987547" y="24888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29244" y="24819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33395" y="2434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78107" y="25991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23769" y="25033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084812" y="23606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983570" y="21698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86985" y="2258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79340" y="2249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78616" y="245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58596" y="24729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85360" y="23314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1991" y="2389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04719" y="2449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81959" y="2501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06964" y="1931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46820" y="21624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13087" y="25777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23550" y="25673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9199" y="26375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59057" y="23085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2872" y="23315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989" y="2362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90842" y="26199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33870" y="25723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27166" y="24754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2433" y="239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9297" y="2421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57447" y="25168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4858" y="2377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13419" y="24561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4665" y="2406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61418" y="25547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96470" y="2210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96756" y="25007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07317" y="2393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75051" y="24198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4739" y="22593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4389" y="26121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9330" y="22633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04039" y="28195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26085" y="26714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31731" y="26752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5023" y="23542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992451" y="25358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29540" y="25654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28373" y="2547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00653" y="2180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74163" y="2709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21233" y="23055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56187" y="2272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098636" y="2372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986637" y="24973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57274" y="24277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78923" y="23475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1355" y="24693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99355" y="23098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89015" y="25351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20134" y="22904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07116" y="24306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6646" y="2466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3695" y="22858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29036" y="24566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02371" y="22810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52143" y="23357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76330" y="2740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78890" y="25577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48167" y="24680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9219" y="23942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1290" y="21071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21160" y="20254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49368" y="25399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36764" y="23874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35284" y="2180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03873" y="23372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34029" y="21634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36955" y="23047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16443" y="2251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12153" y="22650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40571" y="23199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51033" y="23748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1922" y="22206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56677" y="24215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0808" y="22628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997597" y="2231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6445" y="21680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11501" y="23248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23341" y="22686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183" y="23249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93456" y="22775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291547" y="23757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43076" y="22121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999557" y="23759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51138" y="22812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80796" y="2398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10441" y="24491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73362" y="23029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71553" y="2366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997444" y="2422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37048" y="2309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48483" y="24028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75504" y="27690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56904" y="23416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52118" y="24415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56290" y="26260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69644" y="25868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80844" y="22806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75391" y="25110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08535" y="25186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05301" y="24356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04301" y="26291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53574" y="25696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472" y="27576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488385" y="26336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58254" y="27655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87622" y="26381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42577" y="28498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57509" y="27303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68195" y="27877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33860" y="28719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76525" y="26736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39935" y="23698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6669" y="2149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61296" y="2353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77800" y="23762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9103" y="2437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25580" y="2314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0210" y="2270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3344" y="2271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97009" y="2155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593731" y="23668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15877" y="2203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83970" y="2116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7202" y="22610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6907" y="2157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09" y="24269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6712" y="2185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74774" y="2287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44090" y="2265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80558" y="2390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91691" y="24240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67708" y="2546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99287" y="2305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1496" y="2301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14195" y="2392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1606" y="2220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90833" y="21292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5691" y="2317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4949" y="2252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920" y="2178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1904" y="2495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5933" y="22471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4972" y="2367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0608" y="2547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907" y="2304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7668" y="2111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04247" y="22593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5198" y="2457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76000" y="2399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2128" y="2333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9693" y="2260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9385" y="2403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46269" y="2346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17439" y="22072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00963" y="2397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41633" y="23880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90680" y="22605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45742" y="23818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27326" y="2346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27500" y="2452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58170" y="2243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30243" y="2242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25837" y="2094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33694" y="22771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77291" y="2324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78917" y="2170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03608" y="2566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82246" y="2236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1071" y="2437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3983" y="2460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59981" y="253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2836" y="24554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29214" y="2384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73420" y="2239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82839" y="2215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14866" y="23285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15207" y="2375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2403" y="2365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49049" y="2428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3860" y="2482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85082" y="2180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26779" y="2320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21973" y="2334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42346" y="23780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35829" y="2336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63088" y="23952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51740" y="24105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2554" y="22503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1178" y="2317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4316" y="2423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24389" y="23554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4696" y="2405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6735" y="2216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7159" y="2088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2201" y="24733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974" y="2108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675" y="23600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61045" y="2199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5957" y="2445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7720" y="23813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8997" y="2395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1261" y="22728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4514" y="1990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96301" y="1752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1142" y="1985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5094" y="17893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1482" y="17189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42218" y="2132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37225" y="1894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60854" y="200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4115" y="2025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12231" y="2062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37527" y="2068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84313" y="19881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98828" y="2033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18978" y="2047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71826" y="2053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29394" y="20767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66711" y="2029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84810" y="2190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66792" y="1961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93532" y="1803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77353" y="17792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00691" y="2185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31947" y="1906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11732" y="2177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81169" y="2412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72224" y="19551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60645" y="1980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8606" y="2103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95244" y="1844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60537" y="1988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006" y="1979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9309" y="1980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87392" y="19661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33724" y="1868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97768" y="1741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68631" y="17761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80438" y="1626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54940" y="1825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23786" y="1977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51015" y="18220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92039" y="17361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90352" y="17839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88133" y="1911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0654" y="20382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13987" y="2174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55796" y="1939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00933" y="19471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37233" y="1783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39347" y="2190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69328" y="17732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53754" y="2234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65988" y="1882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0931" y="20396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46217" y="1986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05250" y="2286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54482" y="1689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03254" y="1869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68277" y="20348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81027" y="16738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17102" y="1984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78545" y="1864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28331" y="1948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77634" y="183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42655" y="18570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47751" y="1951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0129" y="18746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54938" y="17245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22358" y="1903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96405" y="19865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66574" y="26475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77320" y="2667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197227" y="2521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64901" y="2447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49483" y="2370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06408" y="25509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02022" y="2456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193089" y="2647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02329" y="26934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980951" y="2766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52160" y="25288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54397" y="2526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43393" y="2650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29661" y="2662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12521" y="2530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12882" y="2573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987277" y="2597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47102" y="2601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482611" y="24636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04345" y="2570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899285" y="27981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58884" y="27590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05243" y="2517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22997" y="2422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181297" y="2511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45352" y="2788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46145" y="23986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43174" y="2631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79741" y="2703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55244" y="2766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14125" y="2610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46691" y="2625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76148" y="2369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71496" y="24781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16802" y="2584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893418" y="26287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78720" y="25023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36628" y="2437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55128" y="2722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995218" y="27606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12742" y="25635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00434" y="2889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62603" y="2647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49903" y="2868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66004" y="1500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40679" y="1645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897699" y="1826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68198" y="1716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792120" y="1606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996693" y="1679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09829" y="1607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996346" y="1318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31817" y="1502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62230" y="15696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875741" y="1598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22302" y="1643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46043" y="1466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37219" y="1471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47770" y="1514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17533" y="1600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080773" y="14740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67095" y="1321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090841" y="1403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15527" y="1620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30919" y="18723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48641" y="17905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52278" y="1513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70732" y="1549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67854" y="13804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199809" y="1627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64219" y="1669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286067" y="1786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47096" y="1660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71511" y="1644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73379" y="1771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092559" y="16126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886008" y="1509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29039" y="1735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60107" y="1519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27395" y="1926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49799" y="15404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4517" y="1650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63797" y="1597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7041" y="1613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30238" y="1494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55003" y="1491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20221" y="1604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46777" y="1555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491132" y="1595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37228" y="1689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94929" y="176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69934" y="1555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53583" y="1609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15814" y="1501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27281" y="1572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66971" y="1759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26795" y="1599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73384" y="1677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22693" y="1807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988231" y="1545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77937" y="1736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64402" y="1806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880270" y="155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41323" y="1579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24542" y="1651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95110" y="1629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67860" y="1429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7682" y="1530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1801" y="1568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6024" y="153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5359" y="1697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0565" y="1542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07074" y="1807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3167" y="1213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39942" y="1639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6493" y="1490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60477" y="1701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2658" y="1548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38187" y="1518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5056" y="1435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52390" y="151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0341" y="1725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37991" y="1626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04717" y="1445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77304" y="1556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33667" y="1681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19367" y="1690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787827" y="1681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793599" y="1543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05044" y="1675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888558" y="1697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21615" y="1542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52679" y="1853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70788" y="1461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59258" y="28781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37497" y="29156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37783" y="28779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7488" y="2941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09982" y="28914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67497" y="2740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19427" y="28730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32504" y="28418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37524" y="2919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087990" y="29619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33022" y="2781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47910" y="28669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46208" y="28087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58572" y="28000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60910" y="27209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58438" y="2589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21995" y="26934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21330" y="2825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27218" y="28007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39299" y="2473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10902" y="26902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093318" y="29328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49514" y="283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72680" y="28384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15734" y="26853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188233" y="2396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34578" y="28348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194724" y="2526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22399" y="23774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596883" y="25953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396989" y="24890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75717" y="23687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41784" y="2391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38184" y="2323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46340" y="2452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76991" y="2776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14135" y="2307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59393" y="23579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66086" y="2679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4216" y="28401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045" y="24581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57114" y="24088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592936" y="27139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61826" y="22437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489847" y="2738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58398" y="26170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5091" y="2481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05290" y="25980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39278" y="27301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3144" y="2510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47289" y="24459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45276" y="2284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14448" y="25210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82967" y="27474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184541" y="24240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46272" y="24113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38645" y="2775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22651" y="26993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36554" y="2506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33737" y="26196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53372" y="25185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288509" y="2563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2315" y="2565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21077" y="25732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71168" y="25073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44394" y="26847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16320" y="27385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55346" y="2764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58357" y="2635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1978049" y="1412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02221" y="24616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13466" y="1504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180141" y="1755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65252" y="169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18241" y="1591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36715" y="1705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08906" y="1666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66787" y="1322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60786" y="1856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15041" y="1617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11041" y="1691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72795" y="1598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58361" y="231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58172" y="1462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08649" y="1465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885942" y="1843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03601" y="21721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888755" y="1584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20247" y="23031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791547" y="1525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23379" y="22555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46094" y="1511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09401" y="26829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29414" y="1632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15891" y="1695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71162" y="28841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42869" y="1639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42431" y="2803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32297" y="1592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62761" y="1727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097810" y="26567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22527" y="1587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26063" y="157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40731" y="22456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895267" y="1632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70626" y="1595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53762" y="1536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893246" y="22380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24886" y="1655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73534" y="1722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36002" y="161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080346" y="1897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1982195" y="1686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097191" y="1908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61496" y="17347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41375" y="1579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10929" y="1480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46735" y="25177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51234" y="1629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189191" y="2785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36324" y="1479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13467" y="1811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29195" y="25599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1984572" y="1576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49132" y="28065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880565" y="1794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59295" y="2772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34728" y="2253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46644" y="1580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896322" y="1688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09453" y="1962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42760" y="1539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23570" y="2570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40049" y="1840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28644" y="2795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07596" y="1589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889440" y="27312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53639" y="1729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12359" y="2710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14598" y="1614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280363" y="25701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44945" y="18296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70564" y="26714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51012" y="2658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34244" y="157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61941" y="29954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69786" y="1683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54781" y="29091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29038" y="1541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71273" y="2623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29123" y="1666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780183" y="1762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00762" y="1901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31758" y="169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42058" y="2996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8468" y="1909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72411" y="2529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12730" y="1934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684086" y="1664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45121" y="2834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66117" y="1877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74549" y="2721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12770" y="1523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1993074" y="2729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1998179" y="1487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43870" y="2694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01143" y="1439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1988527" y="1668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06588" y="26023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57747" y="1627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44032" y="2314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71320" y="1518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886931" y="25546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67392" y="1663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45531" y="1775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38919" y="2033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66621" y="1937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895889" y="2015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889012" y="1806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47935" y="2768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19379" y="1278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41893" y="2666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06674" y="2719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55158" y="1513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33047" y="2836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02378" y="1630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881645" y="25820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796698" y="1364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594741" y="2524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42041" y="1612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48402" y="2626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16331" y="1415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04832" y="24529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13312" y="26261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08163" y="25998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72528" y="2436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66994" y="24925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883606" y="23663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23698" y="2363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786540" y="24113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21095" y="2248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71607" y="2387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691630" y="23029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23544" y="2305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43169" y="23362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04626" y="24922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30756" y="2353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17045" y="2301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43006" y="2392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88595" y="24765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24102" y="2112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24094" y="24011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72613" y="2447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06428" y="22940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60537" y="21846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14772" y="21729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987084" y="2585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24694" y="2384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50700" y="23571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697799" y="21317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29812" y="20827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27063" y="25499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59299" y="165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07256" y="1784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082939" y="24594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37186" y="1313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62685" y="169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17331" y="25554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20191" y="21967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05443" y="1565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16550" y="1957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43478" y="1731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04107" y="1805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8884" y="1827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2362" y="143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03985" y="1582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59809" y="1419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89557" y="2518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33064" y="2409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15909" y="2175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04822" y="14318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62076" y="2292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889604" y="1640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00368" y="1612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38869" y="1784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3760" y="1607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998471" y="1625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990046" y="1286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43173" y="160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6380" y="1387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36528" y="2228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13298" y="1617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1622" y="2404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03578" y="1513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21376" y="23149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53963" y="151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898105" y="22533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880728" y="1737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996456" y="24046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08674" y="1634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54963" y="12656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23819" y="1556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47051" y="2348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71857" y="1477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62853" y="1563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60621" y="1712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58160" y="1364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899838" y="2178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76341" y="1514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40916" y="21914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09751" y="1709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904" y="195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08512" y="2457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986925" y="1800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47863" y="1929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8005" y="15158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67208" y="1626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8219" y="1958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5253" y="1859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70868" y="1568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17778" y="1785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883528" y="17959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61422" y="1914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73509" y="16694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67923" y="1291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4689" y="2077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7686" y="1486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4198" y="1749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58089" y="1568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51927" y="1707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00052" y="1705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82282" y="181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40063" y="1698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46470" y="1495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32413" y="2209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48920" y="17330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61739" y="18507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62361" y="1895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30395" y="1430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48806" y="1959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281602" y="2070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38556" y="1443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44213" y="1642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446" y="1843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47259" y="1551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560" y="1763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85214" y="1910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6723" y="1969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23035" y="1415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3018" y="19667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50601" y="22054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194894" y="1566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66645" y="2012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091745" y="2334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08899" y="23484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30059" y="1729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3075" y="1972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21327" y="1737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70826" y="2032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09451" y="1901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76296" y="2197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68285" y="1544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71989" y="2229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989764" y="1354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483109" y="1575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483722" y="1340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98817" y="19639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45397" y="16972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6820" y="2132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3544" y="15576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59910" y="2062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67554" y="19568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5594" y="1989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67691" y="1851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08341" y="1305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098880" y="1690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52441" y="1948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13092" y="1703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485935" y="1840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78472" y="16708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68391" y="14044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90412" y="19033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12274" y="1848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34657" y="1921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29666" y="1707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26889" y="2247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53983" y="1570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077711" y="1585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00840" y="1640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27338" y="1668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17439" y="2294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11620" y="1837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27873" y="1432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66595" y="1530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13239" y="2289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23221" y="1433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4624" y="21980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62165" y="1600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14398" y="1577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40812" y="1716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69684" y="1557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080668" y="153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486440" y="20686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80776" y="2096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39086" y="2073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41775" y="1955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27392" y="16961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095177" y="1464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182492" y="1390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72172" y="2362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62539" y="1587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18022" y="158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69788" y="1487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63349" y="1325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394305" y="1900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9804" y="2421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284285" y="1609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00073" y="1508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59753" y="2203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64653" y="1649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50825" y="1697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67960" y="18895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30758" y="1901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60639" y="2012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080491" y="1424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60334" y="1791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49313" y="1772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62508" y="1650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32634" y="1941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23013" y="2291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184960" y="162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099691" y="1722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182228" y="1728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3959" y="2198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286968" y="2200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11572" y="1527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11885" y="1984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86700" y="18959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38948" y="1541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63285" y="1609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48448" y="1379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30834" y="1602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56059" y="1694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64145" y="1406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18127" y="1981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08921" y="1927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13702" y="24729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7079" y="26019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59065" y="2332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679" y="2401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05731" y="2302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03998" y="2459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03828" y="2533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25572" y="2583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53802" y="2269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15914" y="2608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7950" y="2278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62905" y="2617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65802" y="2152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11993" y="2596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29112" y="2779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1244" y="2233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25285" y="2802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18123" y="2418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7317" y="2090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51668" y="24919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12070" y="2332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75006" y="2516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491761" y="28016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18355" y="2443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78784" y="1992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12897" y="2677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06951" y="2675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15623" y="2434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99727" y="2161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52817" y="2406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44862" y="23132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33020" y="2479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52404" y="2069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081041" y="2246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22650" y="2133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70382" y="2201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44941" y="20813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9803" y="2040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9094" y="23194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27932" y="2869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55455" y="2784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55698" y="228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28746" y="25492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55673" y="23451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69672" y="2459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77376" y="2649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99581" y="2680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73755" y="2521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23767" y="20137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184074" y="25234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3086" y="20011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40064" y="26158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07682" y="27601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9555" y="2359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75890" y="2397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8775" y="22261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0725" y="2442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78514" y="24653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1356" y="2217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1714" y="21411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57410" y="25369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06944" y="2333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26186" y="2424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2328" y="2427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19997" y="22419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3059" y="25337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774" y="2332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58142" y="24345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3066" y="2397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78165" y="25105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14125" y="2642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70271" y="2451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52721" y="25291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6579" y="2539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482" y="2427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07136" y="2141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02513" y="2456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63899" y="2162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49672" y="26088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0573" y="25382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591157" y="23786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6652" y="2378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80324" y="2401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66545" y="24594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08091" y="2536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46559" y="24386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28710" y="2471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7026" y="2314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187440" y="2647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299219" y="25060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35011" y="2539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60115" y="2442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25356" y="23978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2555" y="24037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63327" y="2411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8561" y="2402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2556" y="2546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6741" y="2379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598428" y="24755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03448" y="2590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06960" y="2326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36622" y="2436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68" y="2106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05819" y="2289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7008" y="2540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3953" y="24326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0336" y="2474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97318" y="21452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80499" y="25455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89691" y="2280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4945" y="25089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24170" y="2412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384531" y="2281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5522" y="2283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1962" y="26662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11995" y="2208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4556" y="2167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8254" y="2165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0619" y="2425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2255" y="2471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5617" y="263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30200" y="2165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54658" y="24712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86456" y="2400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6871" y="2337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0688" y="2549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49572" y="2328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50791" y="23418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98226" y="2565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54605" y="24694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6231" y="2616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7366" y="261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4786" y="2247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28341" y="25820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23222" y="23176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488419" y="2107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25450" y="2327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18612" y="26423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2340" y="23514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58280" y="25831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45015" y="25663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78806" y="28381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26491" y="28278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0539" y="23368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0668" y="26055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33287" y="26411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79112" y="23145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6514" y="27150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2703" y="2706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9775" y="25533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46592" y="26774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61149" y="21850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18919" y="25244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27162" y="28037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39357" y="24831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14487" y="2680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63418" y="2684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13817" y="2426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80590" y="22962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35358" y="25798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04325" y="25057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09474" y="2807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83425" y="24973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32037" y="28693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63048" y="22994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397277" y="27508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391824" y="25831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22921" y="25034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488303" y="24536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52650" y="26211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37920" y="24771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58785" y="25365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59709" y="23829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04621" y="2157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80443" y="20617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71184" y="25636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84026" y="24194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25950" y="1354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51356" y="21857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7697" y="1442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989135" y="26522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78801" y="20818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52412" y="1358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07001" y="21536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20864" y="24787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3676" y="1530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280848" y="2511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3995" y="22143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59650" y="1637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68354" y="144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36399" y="24402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77068" y="23737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66581" y="22768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98285" y="2470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71971" y="1484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80173" y="25813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04361" y="164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66897" y="25310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51084" y="2702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45760" y="23705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35630" y="1724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46618" y="27010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87490" y="2919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24024" y="1620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68390" y="2157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44515" y="2731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14095" y="1558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088677" y="22837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79215" y="28359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2299" y="1444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61677" y="24424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44428" y="23805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981078" y="23597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12574" y="2360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39837" y="2350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12940" y="2801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86560" y="1628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71885" y="2795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30875" y="2224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73451" y="2788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2030" y="25765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36458" y="23989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39157" y="2720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75310" y="2660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987177" y="1832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66920" y="2774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92161" y="1274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50666" y="1572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45909" y="21608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72150" y="272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36098" y="1838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193082" y="2769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37825" y="180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40599" y="2698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46081" y="24797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184545" y="1773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83292" y="2634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27535" y="1870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98311" y="1730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65738" y="1689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66440" y="1745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04322" y="1591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71114" y="2531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41" y="1535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25636" y="23385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13445" y="1687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7535" y="2738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16153" y="2725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80645" y="2695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46264" y="276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84355" y="2291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38256" y="1361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66975" y="1570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53779" y="21835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13078" y="28616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03000" y="1641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49391" y="1669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48394" y="25280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48868" y="2768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59986" y="26001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17502" y="27953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42259" y="1612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01983" y="23426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73419" y="2519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282000" y="27905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96377" y="2378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48874" y="1665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880286" y="1523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66806" y="1690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28137" y="2744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09453" y="26171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16628" y="3044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39650" y="1584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38209" y="26822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15838" y="2566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50061" y="23453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40016" y="26118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088213" y="1810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65983" y="1580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091130" y="139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25362" y="1938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02917" y="1955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02783" y="1727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63039" y="2096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88797" y="2538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189295" y="24883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22288" y="22981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44329" y="1593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68171" y="24498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71446" y="1599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0475" y="2427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39500" y="14528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40591" y="2674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03442" y="1671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24819" y="2522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03261" y="2936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05080" y="1920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978582" y="2053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70881" y="2153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24533" y="1737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06194" y="25069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07116" y="1703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32519" y="1850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01508" y="16590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097063" y="2200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085367" y="1712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19478" y="20026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090237" y="1940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57347" y="26295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16890" y="20700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18855" y="15728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23113" y="22731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188465" y="2580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18754" y="23213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089415" y="14918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01631" y="24451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1999384" y="1539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67652" y="24621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1976454" y="16636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07632" y="22517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32204" y="2390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48957" y="1710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21123" y="1664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09499" y="1620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1977312" y="25858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01452" y="1656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1995437" y="151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14996" y="2301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56195" y="1431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39487" y="2310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11739" y="21548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192912" y="1656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01582" y="21074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29757" y="2254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33957" y="1674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66303" y="1587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47264" y="1639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02372" y="1928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19281" y="2222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41195" y="1738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396575" y="2356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892565" y="2427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67542" y="1598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47788" y="24058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46326" y="2838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45281" y="2528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32200" y="1581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11653" y="2471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179091" y="1702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67615" y="2305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78175" y="23292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078241" y="1932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52181" y="2300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084575" y="2237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1979963" y="1688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53588" y="21745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187604" y="1727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65273" y="26709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46449" y="1760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06479" y="2622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185340" y="2498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47633" y="1685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13740" y="1548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29006" y="2263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12646" y="1533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00388" y="23654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65313" y="1495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280912" y="1308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194552" y="25837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191220" y="25438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77613" y="1825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15080" y="2157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31098" y="2030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73316" y="1723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27640" y="2390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67648" y="1331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68378" y="149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491178" y="23519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39756" y="1422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15232" y="2517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0152" y="2263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67746" y="256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07093" y="1727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14070" y="1931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07379" y="26663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36307" y="24882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2976" y="1740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0825" y="23902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98646" y="1761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6372" y="162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8004" y="2370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87193" y="1851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5694" y="22153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090352" y="1585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55320" y="2256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33905" y="1543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05541" y="2253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799194" y="24885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60536" y="160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090627" y="24981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11009" y="28270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26684" y="1431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27994" y="26018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2080" y="2572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70826" y="2734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96120" y="1947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19328" y="26785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08989" y="1917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288508" y="25063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3517" y="2021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17695" y="27697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48975" y="1803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11625" y="26016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34633" y="1872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1991343" y="2823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4992" y="18723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74942" y="2930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0118" y="2375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399073" y="1818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32736" y="2487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47583" y="1838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49428" y="2634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28759" y="2185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45268" y="2172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099720" y="2739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37855" y="22534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80190" y="2125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392852" y="17510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37400" y="2831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66692" y="22069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78393" y="26702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81807" y="168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33998" y="2610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50079" y="25900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92264" y="20947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9582" y="1489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0260" y="22797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22013" y="19024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23410" y="22830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24659" y="1650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09388" y="23750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77435" y="24008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23591" y="25025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47110" y="2488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26248" y="1827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42678" y="2549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07228" y="194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191134" y="1527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1994539" y="2589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62035" y="17970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22884" y="27481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74561" y="1785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26081" y="21220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07790" y="2768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12820" y="1560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485333" y="23243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0974" y="20721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05447" y="20758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72840" y="2381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45451" y="24937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09149" y="1671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83340" y="1787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29404" y="23352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46999" y="1544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65404" y="21302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4980" y="2064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4451" y="24019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389076" y="2343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82495" y="2399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3201" y="1698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35891" y="2601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2272" y="1573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12191" y="2321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45414" y="28814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68837" y="21563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6764" y="2319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31677" y="1840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56429" y="2201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58297" y="1630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081558" y="2684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96813" y="205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1977427" y="25450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56338" y="1734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77049" y="2159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69450" y="2043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5496" y="2398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50915" y="1598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31378" y="2613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08365" y="1861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65071" y="1485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12738" y="1816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50980" y="21455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885749" y="2715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18267" y="16831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03889" y="26113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07217" y="2136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43873" y="1722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63685" y="2547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21614" y="1361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591789" y="26404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42307" y="2889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45890" y="1873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04159" y="1644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88194" y="1790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28608" y="189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083099" y="1545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38808" y="2770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32611" y="2031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0510" y="2294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1981883" y="1557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43383" y="2208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37597" y="23718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2227" y="2614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8711" y="256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38458" y="185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28509" y="20674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1193" y="2544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193252" y="1990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58564" y="20475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57311" y="2114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23678" y="1917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2857" y="2285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31225" y="1932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551" y="2344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7824" y="2492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84375" y="1724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36370" y="21071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298359" y="3015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8" y="2480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286052" y="1743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51399" y="2047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57711" y="2121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29341" y="2864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4878" y="24997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288277" y="1533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45527" y="1743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31786" y="26760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71864" y="1678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01973" y="26865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19541" y="1821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20798" y="1603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4051" y="2238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29244" y="2517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18311" y="1910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45022" y="1694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5039" y="25960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73836" y="1528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06219" y="21917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63475" y="238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33548" y="1588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36768" y="24541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24292" y="26979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35318" y="1814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092814" y="2830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40972" y="1866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26944" y="25135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75573" y="1497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31513" y="1988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62892" y="21799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01944" y="2494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03371" y="1593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17118" y="2752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34208" y="1665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45502" y="305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67180" y="1899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77122" y="2910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77264" y="1693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42767" y="2731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086782" y="1782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43839" y="2256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4928" y="20218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71218" y="25744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863" y="24775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14123" y="19950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43735" y="2503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71499" y="1725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68629" y="27460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283851" y="2204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70851" y="1626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37999" y="2262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34297" y="24995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15614" y="25111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41392" y="2085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26078" y="2013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37125" y="1933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26384" y="2842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43057" y="1630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74371" y="1684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78909" y="2555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24030" y="2506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31867" y="24033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80729" y="1656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27775" y="26553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38816" y="24327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74986" y="24395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33298" y="16305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09010" y="1594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59030" y="26859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50784" y="22552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66663" y="2622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35226" y="174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392091" y="2375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94787" y="19894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9227" y="2802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69223" y="19477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70732" y="1619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49311" y="2373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13500" y="2488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8005" y="2035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264" y="27705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59667" y="2259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71705" y="21777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67995" y="1840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45632" y="234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2163" y="1681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43827" y="1725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33235" y="26923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1695" y="2047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078" y="27216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02190" y="1768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54900" y="18060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57671" y="27272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01446" y="24435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96293" y="1682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125" y="2485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52060" y="1637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44965" y="16942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72539" y="2606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7594" y="18220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01016" y="1861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85961" y="174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60388" y="2724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07856" y="2350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1752" y="248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45209" y="1723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73245" y="23668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67198" y="2371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93612" y="1629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50322" y="244872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07977" y="23956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75197" y="1637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13440" y="282523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54433" y="2511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0727" y="2863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21342" y="1511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04040" y="27342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65751" y="2587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86823" y="25564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09131" y="1781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90123" y="1839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3981" y="24227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52886" y="2377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77987" y="15135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59073" y="23608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11804" y="1701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2317" y="15819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71215" y="23182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89658" y="2638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24091" y="2381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3118" y="2636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24902" y="1851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06613" y="1648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33753" y="2416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68933" y="2394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15256" y="165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89787" y="1720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08845" y="25588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75731" y="24455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85819" y="15493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05553" y="1918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10378" y="25285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79156" y="2466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68733" y="2323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61729" y="1667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44483" y="1929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46571" y="2334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36278" y="17310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87216" y="1967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48322" y="27091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68713" y="2446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8654" y="21095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28503" y="25907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04587" y="26624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63949" y="1808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66200" y="2152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54061" y="1735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15028" y="1854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48578" y="2387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68613" y="2489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080385" y="24883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078570" y="2787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18680" y="17117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16725" y="2426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72305" y="27898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31167" y="2549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65401" y="1788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87123" y="1708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56729" y="25350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75735" y="2280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55026" y="23979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49477" y="1600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25765" y="2317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396603" y="2066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61352" y="1830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99543" y="2375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64814" y="2682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11057" y="1835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9880" y="2368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98695" y="2052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30618" y="1939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66857" y="1954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17956" y="2666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63964" y="3000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88816" y="1759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53287" y="2766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25446" y="1764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26525" y="1901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75673" y="25198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80557" y="2520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80981" y="2502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53103" y="26190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51196" y="26896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18453" y="17548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53698" y="1504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08966" y="180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57863" y="24717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75716" y="2261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17411" y="265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65117" y="22777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63516" y="2194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52523" y="2515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19574" y="1704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81797" y="2404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26908" y="1813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83816" y="2596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65309" y="23469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55313" y="2266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193661" y="24917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188737" y="1701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02923" y="25515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1985981" y="25554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49149" y="24936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39201" y="24961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088489" y="28570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43822" y="1577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2595" y="2594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38110" y="1854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37013" y="2157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187253" y="2676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92883" y="2284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36413" y="1709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391043" y="2382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12640" y="22378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6956" y="2159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1226" y="189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29078" y="1774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61481" y="2472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089341" y="1561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00690" y="2394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32151" y="2404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26689" y="2603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0734" y="2352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31970" y="2624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45880" y="2614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67465" y="2442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1260" y="2019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9200" y="2602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48985" y="25282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00831" y="23497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0203" y="1803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32701" y="29329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1990953" y="1977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04475" y="23772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17006" y="25341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75571" y="1756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06039" y="24455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37020" y="196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54306" y="27479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36476" y="2484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35375" y="1785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50466" y="26901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20547" y="2380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71307" y="24433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17028" y="1336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199998" y="1828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74073" y="1826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03245" y="2345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75074" y="3131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33504" y="2195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60293" y="24972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19494" y="16523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10139" y="198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287125" y="2736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1902" y="2073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56021" y="2850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72138" y="1806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082725" y="2253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1979304" y="24904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76749" y="2610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18697" y="2588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28266" y="1692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58378" y="19029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43537" y="26203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05490" y="2463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64411" y="1735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72810" y="1624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23054" y="2459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73991" y="2761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097107" y="2489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16006" y="27324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47475" y="23701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1977287" y="24463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182372" y="23339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94571" y="2148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24018" y="1470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14917" y="25122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89879" y="2063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33576" y="1775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197326" y="2431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43618" y="2725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26334" y="2747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096816" y="1941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46878" y="1657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46093" y="2207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62358" y="27934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1993837" y="22018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11230" y="24233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24941" y="24110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29084" y="24956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03197" y="1664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01015" y="2803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08270" y="2014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5797" y="2614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1998971" y="2404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00167" y="2640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85712" y="2300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60991" y="26025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06690" y="2306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884476" y="25759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51219" y="22917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58316" y="25197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288182" y="1952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4706" y="1764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50705" y="26945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083908" y="2532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73927" y="2029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5299" y="2245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90786" y="23559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99875" y="1916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67448" y="1713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72166" y="23741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17760" y="2627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67896" y="24677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895444" y="28193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12308" y="2534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11344" y="1831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46538" y="1427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77682" y="2534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032" y="25257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23236" y="24337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04205" y="24614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20430" y="2561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55631" y="26459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30727" y="1492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48519" y="24188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57401" y="23760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196104" y="26258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50603" y="2890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12396" y="22905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87769" y="2484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07293" y="2637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26400" y="25170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17156" y="24764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75087" y="1870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093834" y="1854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6956" y="2444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01138" y="2714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41060" y="2812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28922" y="2576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23199" y="1737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08304" y="18158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76348" y="27279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46978" y="2769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44726" y="2111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73703" y="2621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75743" y="2285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30663" y="2839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24358" y="2602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20876" y="28573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199879" y="1710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1920" y="2094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48692" y="22454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56468" y="2738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50589" y="1960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16238" y="2433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389785" y="27266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391867" y="160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58915" y="2429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25288" y="2443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80522" y="23150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74862" y="2595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77001" y="16840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01881" y="2549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75466" y="1803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00408" y="25522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35909" y="27494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79087" y="2545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45209" y="26089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52371" y="1696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64464" y="2585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01999" y="2414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45335" y="172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09263" y="2024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07124" y="2456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50630" y="23894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46206" y="1851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08190" y="2191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72045" y="2522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39353" y="24158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62837" y="27933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46416" y="2734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9431" y="2488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63801" y="19649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093173" y="27243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080879" y="1784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71167" y="2603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24826" y="2855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84817" y="1955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10026" y="23933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00110" y="16605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24218" y="2586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01673" y="2663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27759" y="22325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37509" y="23720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37947" y="2724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58356" y="25894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32587" y="2496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34209" y="2573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16421" y="172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74987" y="1699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02235" y="25583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03257" y="2435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55037" y="1812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67113" y="2194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41745" y="2761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888303" y="24446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6605" y="2645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191470" y="2535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99299" y="2041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8905" y="23642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997995" y="25769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08518" y="2673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39422" y="21014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999039" y="26065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48131" y="129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69098" y="2407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02109" y="27544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193681" y="1866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34232" y="1841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61776" y="2242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06745" y="1334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08590" y="27154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17957" y="24474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39054" y="2417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10682" y="2743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25802" y="25372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56626" y="1710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04984" y="24896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05557" y="16196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57481" y="2390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23760" y="23365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87744" y="2662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20051" y="2272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54612" y="26467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82523" y="17457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55441" y="1735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52441" y="2355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33706" y="25870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52967" y="26045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34793" y="2604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086186" y="25548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28603" y="1564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71375" y="2349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892915" y="2393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10569" y="23687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078975" y="25088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33874" y="1424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37846" y="23676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65744" y="2433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47226" y="23983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29228" y="2152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42003" y="2620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077746" y="16471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681141" y="2149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699548" y="24979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39596" y="25595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18989" y="1501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24939" y="24615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72864" y="25447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10078" y="22843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20462" y="2284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19117" y="1931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96820" y="1967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18678" y="25469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52060" y="2637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459" y="24029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38307" y="2242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67349" y="1719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91957" y="2604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3639" y="2568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17055" y="24173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32147" y="18191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39205" y="1731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16147" y="2414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7350" y="2079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38009" y="1714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4223" y="2347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37184" y="2503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07" y="20771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13096" y="2356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50340" y="25502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297987" y="2448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78518" y="2698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67909" y="1735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52238" y="2763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80609" y="2069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881147" y="1540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82865" y="2174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89839" y="1833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486426" y="24368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21729" y="1533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35324" y="22778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79343" y="17374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71" y="2546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67707" y="24407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07589" y="2669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22252" y="25878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97014" y="2569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53908" y="2354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18166" y="24299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53232" y="24428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03436" y="2822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06346" y="1511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40055" y="1851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21054" y="2379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64082" y="2477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67320" y="1758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18190" y="2443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51325" y="27265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1980794" y="28410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85445" y="1626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1054" y="1777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5657" y="2601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489576" y="24299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02009" y="22617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03857" y="2443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31392" y="24329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88242" y="2801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30" y="1548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62" y="2547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36216" y="2528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595327" y="2270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0049" y="2514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78957" y="1892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6329" y="2284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76148" y="25652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66706" y="2582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095874" y="2339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43284" y="183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086235" y="1466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42063" y="26580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37481" y="23037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41030" y="1870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23999" y="1597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18734" y="26101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13949" y="26249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04511" y="25902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11142" y="2102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48178" y="2295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58493" y="27534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58990" y="26807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09307" y="1931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08803" y="24610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0829" y="2153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40036" y="25201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81219" y="26192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44224" y="1777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26781" y="25351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485665" y="2443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62110" y="26438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8202" y="26504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2632" y="257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69407" y="2857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58242" y="19230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38178" y="2193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1032" y="2475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06950" y="1847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62706" y="2192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283965" y="2687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57447" y="2059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43222" y="2287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9927" y="24571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10347" y="2751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87391" y="17061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08988" y="1753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1495" y="2691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02130" y="244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75203" y="1880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06180" y="1876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25294" y="2466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19854" y="2530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3460" y="25706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7264" y="26179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29996" y="1956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16638" y="2904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15769" y="2833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38312" y="2791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04306" y="23207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91384" y="2147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17219" y="21354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7930" y="25307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083335" y="27489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61481" y="1579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13357" y="23742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14397" y="2088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43608" y="26156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27735" y="21907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29664" y="24749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0452" y="1757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31953" y="2792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389462" y="140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73038" y="2165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53474" y="2271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08813" y="2214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47614" y="2765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48692" y="2399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28191" y="1453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494538" y="1603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08794" y="26294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10285" y="1571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79111" y="2218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26786" y="25333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43550" y="27927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36899" y="25885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390068" y="1776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68585" y="2621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14127" y="2787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61781" y="2447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08610" y="2080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21839" y="2625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30180" y="1545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03271" y="24467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65090" y="2407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40638" y="23008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1746" y="22760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89886" y="2333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62230" y="23927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14358" y="23858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52205" y="1593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78139" y="264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187432" y="2590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64182" y="1559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05772" y="26052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64854" y="1749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34038" y="17485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38261" y="23652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33526" y="2558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48600" y="26431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7101" y="25487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091561" y="24880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40651" y="1595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27509" y="2795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75572" y="18747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53745" y="2457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096410" y="1763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36454" y="26098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35176" y="2650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73506" y="2419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53154" y="23757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38248" y="197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09514" y="2222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45369" y="3046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1988876" y="1793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17072" y="23721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4752" y="2523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0708" y="17208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66721" y="2116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299622" y="26626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71607" y="24237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68834" y="1671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080" y="2343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10832" y="23310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81472" y="1734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29554" y="2378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180380" y="2790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45522" y="2251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31036" y="25107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41937" y="2536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51851" y="22315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26406" y="26509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09666" y="24119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70397" y="2429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03271" y="2375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093662" y="1397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1998089" y="1564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61079" y="17270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41796" y="21089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31323" y="23424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65262" y="26849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23249" y="23603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42026" y="2437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46751" y="1672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78878" y="1810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09831" y="23605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18743" y="179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891685" y="2172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21241" y="1854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5741" y="2261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01142" y="2539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34367" y="1661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29281" y="26675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72496" y="24625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06064" y="19878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66888" y="2457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07980" y="1471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69181" y="2901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45689" y="2462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35986" y="2367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094409" y="24091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39299" y="2517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29407" y="1799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3017" y="2191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2942" y="1775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09244" y="2695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07051" y="23656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799902" y="2638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29281" y="1478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42712" y="1970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43810" y="20860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1991354" y="2687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24427" y="236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27219" y="22836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92919" y="2300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16422" y="2647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38240" y="2830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60009" y="17715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67799" y="1281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41519" y="2665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45887" y="1762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52318" y="2600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76991" y="1714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30118" y="3074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60745" y="26432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22400" y="2423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1510" y="26862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3665" y="25783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79618" y="1699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085857" y="2604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73170" y="1733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67282" y="2494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46712" y="23831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17050" y="19775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66173" y="2649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28672" y="2555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40553" y="2465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20282" y="1501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03752" y="2403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09335" y="214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65954" y="26309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1992598" y="2600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64185" y="2610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66725" y="2432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21770" y="2636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86154" y="1843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40106" y="247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31048" y="1483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17780" y="2587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21837" y="2802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30288" y="1511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40600" y="1695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75784" y="2552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31399" y="2299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04802" y="2094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31629" y="1458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70311" y="23312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41184" y="25434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13910" y="26311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94100" y="25383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10771" y="20944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28316" y="234709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9210" y="1501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09779" y="1637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5854" y="22577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56432" y="1729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04339" y="3032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62324" y="1593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08876" y="21718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17181" y="24316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34948" y="2336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52817" y="1633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08717" y="2395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088123" y="2514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16756" y="24656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0866" y="1436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39196" y="1518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09297" y="2161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32010" y="2417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16748" y="1914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49852" y="2371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18902" y="26888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395737" y="26477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43548" y="1703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94007" y="21786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24585" y="25970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13975" y="2546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8743" y="2547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22851" y="20545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30690" y="1895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36570" y="25099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66157" y="2663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48360" y="2622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6973" y="25051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17874" y="22324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36819" y="26122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89727" y="25051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55354" y="2533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35478" y="1617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16" y="27325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77109" y="1892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41965" y="22284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49764" y="2696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61582" y="137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62825" y="2281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78697" y="26257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59905" y="24954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33707" y="2438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088171" y="24108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00803" y="2000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62848" y="1597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65099" y="26153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01532" y="1571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61010" y="2259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72629" y="22693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53253" y="25169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73691" y="2369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54680" y="23778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491109" y="2421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73487" y="23808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183037" y="2860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04194" y="1398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62912" y="1757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16454" y="2773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11905" y="2325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7011" y="26236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46483" y="1771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31958" y="22431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56253" y="2275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75129" y="177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12752" y="1574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2666" y="2310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73684" y="2079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99418" y="2117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14862" y="25160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13055" y="24078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0368" y="252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0455" y="22735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84326" y="1708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72824" y="23214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6048" y="23899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19666" y="21529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38181" y="156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36271" y="23279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44733" y="2616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22648" y="2370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7822" y="19121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74671" y="1788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38164" y="2416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21175" y="21961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50647" y="23890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67171" y="22582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66359" y="18695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64124" y="1498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187475" y="24108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490513" y="2027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27813" y="2050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755" y="23562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08031" y="1805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89114" y="25300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06733" y="2382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08170" y="2249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72701" y="2086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57774" y="1829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17764" y="2815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91113" y="2286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61459" y="26049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188537" y="2529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25" y="2295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39334" y="2703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74802" y="24626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57581" y="1482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91996" y="1997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62207" y="2737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65847" y="26938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65412" y="2516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15071" y="2327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8757" y="24986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197173" y="15166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44259" y="2675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504" y="2477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06255" y="2482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22959" y="2095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34313" y="1556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36642" y="2480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04129" y="146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496319" y="21143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79182" y="2510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52263" y="2031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91550" y="2393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90669" y="23576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78077" y="1816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0624" y="23370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07422" y="2408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096515" y="2300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78882" y="1766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0025" y="25883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60091" y="2682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43295" y="1786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9482" y="2779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886443" y="24493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1573" y="1799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52511" y="2428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20678" y="1779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81118" y="2338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60679" y="1624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10410" y="25152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14210" y="1637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60468" y="26707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04173" y="2627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17810" y="23925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82379" y="1677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1483" y="2660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74758" y="2479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492620" y="1782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77289" y="23738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44129" y="2378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1982696" y="1477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1982419" y="24888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20431" y="2788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22623" y="2475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11425" y="24244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02688" y="2693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95743" y="1664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1978610" y="1582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11045" y="26110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65022" y="2335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398925" y="23445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14572" y="2311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41021" y="24082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78985" y="1996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50019" y="2037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93802" y="2130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00597" y="21769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1978648" y="25034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0242" y="2480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3332" y="2502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16056" y="2393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38449" y="2274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203" y="1477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01737" y="24960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51145" y="24636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0276" y="1673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43914" y="2144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23959" y="2224570"/>
              <a:ext cx="367386" cy="596271"/>
            </a:xfrm>
            <a:custGeom>
              <a:avLst/>
              <a:pathLst>
                <a:path w="367386" h="596271">
                  <a:moveTo>
                    <a:pt x="367386" y="0"/>
                  </a:moveTo>
                  <a:lnTo>
                    <a:pt x="0" y="59627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23959" y="2748872"/>
              <a:ext cx="63357" cy="71970"/>
            </a:xfrm>
            <a:custGeom>
              <a:avLst/>
              <a:pathLst>
                <a:path w="63357" h="71970">
                  <a:moveTo>
                    <a:pt x="2059" y="0"/>
                  </a:moveTo>
                  <a:lnTo>
                    <a:pt x="0" y="71970"/>
                  </a:lnTo>
                  <a:lnTo>
                    <a:pt x="63357" y="377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391345" y="2224570"/>
              <a:ext cx="609408" cy="92894"/>
            </a:xfrm>
            <a:custGeom>
              <a:avLst/>
              <a:pathLst>
                <a:path w="609408" h="92894">
                  <a:moveTo>
                    <a:pt x="0" y="0"/>
                  </a:moveTo>
                  <a:lnTo>
                    <a:pt x="609408" y="9289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33687" y="2272480"/>
              <a:ext cx="67066" cy="71177"/>
            </a:xfrm>
            <a:custGeom>
              <a:avLst/>
              <a:pathLst>
                <a:path w="67066" h="71177">
                  <a:moveTo>
                    <a:pt x="0" y="71177"/>
                  </a:moveTo>
                  <a:lnTo>
                    <a:pt x="67066" y="44985"/>
                  </a:lnTo>
                  <a:lnTo>
                    <a:pt x="1084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391345" y="2016839"/>
              <a:ext cx="746811" cy="207731"/>
            </a:xfrm>
            <a:custGeom>
              <a:avLst/>
              <a:pathLst>
                <a:path w="746811" h="207731">
                  <a:moveTo>
                    <a:pt x="0" y="207731"/>
                  </a:moveTo>
                  <a:lnTo>
                    <a:pt x="74681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68436" y="1998865"/>
              <a:ext cx="69720" cy="69366"/>
            </a:xfrm>
            <a:custGeom>
              <a:avLst/>
              <a:pathLst>
                <a:path w="69720" h="69366">
                  <a:moveTo>
                    <a:pt x="19294" y="69366"/>
                  </a:moveTo>
                  <a:lnTo>
                    <a:pt x="69720" y="17973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69350" y="2080664"/>
              <a:ext cx="721994" cy="143906"/>
            </a:xfrm>
            <a:custGeom>
              <a:avLst/>
              <a:pathLst>
                <a:path w="721994" h="143906">
                  <a:moveTo>
                    <a:pt x="721994" y="14390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69350" y="2057547"/>
              <a:ext cx="68187" cy="70611"/>
            </a:xfrm>
            <a:custGeom>
              <a:avLst/>
              <a:pathLst>
                <a:path w="68187" h="70611">
                  <a:moveTo>
                    <a:pt x="68187" y="0"/>
                  </a:moveTo>
                  <a:lnTo>
                    <a:pt x="0" y="23117"/>
                  </a:lnTo>
                  <a:lnTo>
                    <a:pt x="54113" y="706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66001" y="1711667"/>
              <a:ext cx="425344" cy="512903"/>
            </a:xfrm>
            <a:custGeom>
              <a:avLst/>
              <a:pathLst>
                <a:path w="425344" h="512903">
                  <a:moveTo>
                    <a:pt x="425344" y="51290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66001" y="1711667"/>
              <a:ext cx="67514" cy="70977"/>
            </a:xfrm>
            <a:custGeom>
              <a:avLst/>
              <a:pathLst>
                <a:path w="67514" h="70977">
                  <a:moveTo>
                    <a:pt x="67514" y="25016"/>
                  </a:moveTo>
                  <a:lnTo>
                    <a:pt x="0" y="0"/>
                  </a:lnTo>
                  <a:lnTo>
                    <a:pt x="12092" y="7097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391345" y="2224570"/>
              <a:ext cx="111572" cy="501857"/>
            </a:xfrm>
            <a:custGeom>
              <a:avLst/>
              <a:pathLst>
                <a:path w="111572" h="501857">
                  <a:moveTo>
                    <a:pt x="0" y="0"/>
                  </a:moveTo>
                  <a:lnTo>
                    <a:pt x="111572" y="50185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54244" y="2657748"/>
              <a:ext cx="70284" cy="68680"/>
            </a:xfrm>
            <a:custGeom>
              <a:avLst/>
              <a:pathLst>
                <a:path w="70284" h="68680">
                  <a:moveTo>
                    <a:pt x="0" y="15625"/>
                  </a:moveTo>
                  <a:lnTo>
                    <a:pt x="48674" y="68680"/>
                  </a:lnTo>
                  <a:lnTo>
                    <a:pt x="7028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384894" y="1544168"/>
              <a:ext cx="6451" cy="680402"/>
            </a:xfrm>
            <a:custGeom>
              <a:avLst/>
              <a:pathLst>
                <a:path w="6451" h="680402">
                  <a:moveTo>
                    <a:pt x="6451" y="68040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49487" y="1544168"/>
              <a:ext cx="71996" cy="62692"/>
            </a:xfrm>
            <a:custGeom>
              <a:avLst/>
              <a:pathLst>
                <a:path w="71996" h="62692">
                  <a:moveTo>
                    <a:pt x="71996" y="62009"/>
                  </a:moveTo>
                  <a:lnTo>
                    <a:pt x="35407" y="0"/>
                  </a:lnTo>
                  <a:lnTo>
                    <a:pt x="0" y="6269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0053" y="2851238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35618" y="234786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84999" y="1882749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1254" y="1946575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34048" y="157757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77924" y="2756824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92637" y="1410079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10032" y="1141550"/>
              <a:ext cx="2613757" cy="210967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10032" y="1141550"/>
              <a:ext cx="0" cy="2109676"/>
            </a:xfrm>
            <a:custGeom>
              <a:avLst/>
              <a:pathLst>
                <a:path w="0" h="2109676">
                  <a:moveTo>
                    <a:pt x="0" y="210967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65932" y="301055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65932" y="259934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182848" y="218813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182848" y="177691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182848" y="13657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281564" y="3046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281564" y="26357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281564" y="2224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281564" y="1813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281564" y="14021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10032" y="3251227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57261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391345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25429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12090" y="330247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63090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97175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53437" y="3460106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9565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19422" y="1141550"/>
              <a:ext cx="2613757" cy="2109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9819" y="17120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85383" y="2153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07787" y="16513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1855" y="21501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9828" y="1990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02233" y="1783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81369" y="2224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06792" y="16229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0959" y="1932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41153" y="19829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87082" y="2482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8377" y="1666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298" y="20729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70972" y="1814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53946" y="25077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72680" y="21612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87505" y="2350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23925" y="2269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12161" y="2171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5200" y="19299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5101" y="21579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5980" y="21920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9502" y="1880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32697" y="1933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11248" y="20984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1999" y="1949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53436" y="2202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20530" y="22651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2963" y="2523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4395" y="2081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5818" y="203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2609" y="24426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61020" y="2354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00332" y="22874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398242" y="24137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3049" y="22014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3523" y="23647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16182" y="20765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28668" y="21511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34246" y="25107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03633" y="1684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6570" y="2100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41359" y="24049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51364" y="1815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04281" y="2151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3622" y="2309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01513" y="1756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26172" y="20293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87388" y="17342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53104" y="19969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690" y="212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7854" y="2324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64636" y="16678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26557" y="2347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14982" y="1705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12629" y="19870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54" y="20836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0549" y="2111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28412" y="21836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90534" y="23915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24992" y="18721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55272" y="20662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29727" y="1893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27727" y="2461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9565" y="21953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65645" y="22389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21513" y="1957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774" y="20332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5064" y="22235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34322" y="2218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81735" y="20203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38563" y="2384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60120" y="24890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3206" y="29701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68" y="2305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7250" y="24049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48799" y="2224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75275" y="2001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63542" y="18780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43709" y="23670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8617" y="18262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21821" y="20701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8631" y="22188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8467" y="19193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8168" y="21685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30609" y="18782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7924" y="1872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70836" y="25972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74278" y="20168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47131" y="14700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34845" y="1717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87926" y="19134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59316" y="27663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11182" y="20669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3366" y="25146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5116" y="19880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7259" y="22911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7160" y="23969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7295" y="23761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64013" y="2511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1330" y="19882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93481" y="23285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67434" y="21225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66640" y="2332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63862" y="23111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14914" y="23568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778" y="21195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92210" y="17948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7772" y="16677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42154" y="1720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43707" y="1797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92858" y="20179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0701" y="22859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4433" y="2332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63005" y="2253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58641" y="22286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33205" y="20449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32550" y="20617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0805" y="2258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2836" y="2261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10734" y="20921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86932" y="21332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5018" y="21491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01399" y="2124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85122" y="17976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42003" y="2078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30394" y="19461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21011" y="20339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6849" y="21542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89108" y="2002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6402" y="21816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43969" y="17457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20114" y="20443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673" y="1914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8502" y="2064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9538" y="21989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75487" y="25635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11704" y="1839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6616" y="16710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3866" y="20148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7453" y="16507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42682" y="20292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3579" y="19858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41977" y="2275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62838" y="19539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1529" y="21247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13919" y="21720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5200" y="20293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82781" y="20082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5727" y="22039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6268" y="2125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65223" y="22144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02583" y="20983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7151" y="21350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23702" y="17624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5721" y="173701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5008" y="16867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23167" y="15525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79036" y="17249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49279" y="17440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16060" y="17290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57486" y="18540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85733" y="2477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70257" y="20574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12498" y="2188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66789" y="2163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94505" y="22751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71643" y="2500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03960" y="21407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08582" y="2015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4568" y="1995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65320" y="2551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7463" y="21301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10452" y="21973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18537" y="20349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5231" y="20221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94885" y="2229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56220" y="2567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1391" y="23770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7837" y="19762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29803" y="18089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4781" y="21911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46068" y="21459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94061" y="2135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761" y="1953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59791" y="18617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13121" y="206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40488" y="1949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91974" y="1921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84605" y="2100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06222" y="2000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17498" y="2107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561" y="2022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11075" y="2419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2114" y="2045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6971" y="2306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8787" y="2174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22179" y="23838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45510" y="1855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6892" y="2364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83026" y="2426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12999" y="2150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00350" y="1919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1689" y="23392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11963" y="2450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2450" y="2193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89" y="21970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06913" y="2259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52629" y="2140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21175" y="2234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3197" y="2209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5327" y="2163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7311" y="19652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53579" y="19861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80954" y="22963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75597" y="22249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281" y="22105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535" y="2197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06382" y="20257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91803" y="2807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9118" y="2064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6020" y="2022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6984" y="2138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51044" y="2163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52557" y="1958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21189" y="21039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56646" y="23464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74617" y="2000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77503" y="18566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4470" y="19865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44056" y="2172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92218" y="2340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06946" y="24120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4870" y="1885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30975" y="1905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30845" y="2114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52587" y="21642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81501" y="2198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9324" y="22987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4989125" y="1823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44920" y="2341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10049" y="20195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16409" y="2193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74723" y="2307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10618" y="25627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71557" y="2413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42170" y="2186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53541" y="2024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09513" y="2137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7347" y="1939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7740" y="2386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94" y="1992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59192" y="2029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16415" y="2005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07110" y="1991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46302" y="214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30900" y="17625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05756" y="1253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93682" y="2083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80388" y="18561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00177" y="19485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10658" y="1769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74831" y="178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397616" y="1883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54132" y="1943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68411" y="20491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22372" y="2248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9208" y="1740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51112" y="1451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9165" y="1801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33628" y="18797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54795" y="1657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96729" y="2140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9961" y="1862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20292" y="19811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2116" y="1909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11669" y="19307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9077" y="1837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06997" y="2134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13242" y="2122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45448" y="18943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80474" y="1861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30302" y="1862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88217" y="19093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02202" y="1904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0027" y="2061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59546" y="1732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0473" y="1879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87312" y="22550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29871" y="1943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59873" y="20911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79724" y="1824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17540" y="3057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64389" y="1993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17444" y="17765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24182" y="1718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02986" y="1752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48073" y="17658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6308" y="1773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21866" y="18198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9024" y="16395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79709" y="1857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03447" y="1578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23311" y="17373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2897" y="1981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190393" y="1685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21276" y="17360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0908" y="16968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29860" y="2005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07507" y="1918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80332" y="1757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1459" y="1762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1006" y="1942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29474" y="17337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87153" y="18846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82390" y="1831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42640" y="187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35267" y="1881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59184" y="1613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21649" y="1910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48892" y="1768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83" y="1622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183878" y="2024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07116" y="15885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52534" y="1719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15279" y="1956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9812" y="16379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55384" y="1509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4726" y="1883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39584" y="190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189833" y="1969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31596" y="238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53875" y="2224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25901" y="2976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66961" y="221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30077" y="2418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97642" y="21655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78735" y="2069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83701" y="1978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22119" y="2011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08020" y="21387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4308" y="1673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13168" y="21083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64603" y="17002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182445" y="2026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5305" y="21106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12287" y="2052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97231" y="2555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1052" y="20729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87141" y="20079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097323" y="2122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43734" y="18230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094916" y="20136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1086" y="2769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1317" y="21810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69731" y="1608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05515" y="1788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90741" y="16487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5022" y="22888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51839" y="23958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63683" y="2543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80846" y="2570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00769" y="2363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98099" y="27238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8052" y="2302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405" y="22878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87444" y="2297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9981" y="2513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72095" y="2133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90355" y="2161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85775" y="2087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8240" y="2196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63492" y="1924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44211" y="1908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8803" y="2539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62453" y="2737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8446" y="2820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70095" y="240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5797" y="1825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82160" y="2561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8372" y="2832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16540" y="1989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9883" y="194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5539" y="2332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44404" y="2132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41689" y="2360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51226" y="2151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85848" y="2266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8692" y="2213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0124" y="2252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9427" y="2108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71918" y="237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7797" y="2423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4731" y="2130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67408" y="2216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02729" y="2013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24750" y="2191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20599" y="270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101" y="2275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88427" y="2458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3877" y="2007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0886" y="19513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9695" y="2214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75477" y="2100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7768" y="2057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55683" y="2194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21372" y="2015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31571" y="230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64407" y="2207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8101" y="219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98918" y="1840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12987" y="1959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8870" y="2038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3772" y="1989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6088" y="2092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0546" y="2068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8842" y="2078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87760" y="1927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7941" y="1915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66959" y="175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76615" y="2123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4386" y="2266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81275" y="1847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9896" y="1837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8885" y="2091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92033" y="2054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3708" y="2163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77771" y="1988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093381" y="2058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1902" y="207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5136" y="2244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96324" y="1672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63097" y="1924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981" y="1993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6219" y="1884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8108" y="2156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86503" y="1942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52226" y="1981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51332" y="1990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50410" y="1980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40141" y="2096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50505" y="2093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58201" y="2046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92947" y="202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76665" y="2133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6004" y="2101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93420" y="2134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83796" y="1866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01575" y="2329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70588" y="2004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0957" y="1939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66045" y="2416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8890" y="2260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14221" y="2439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31302" y="24490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07019" y="2423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21095" y="2687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12356" y="252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19171" y="2532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8565" y="2289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72336" y="2008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98647" y="1880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51621" y="2273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63896" y="2225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6002" y="2111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06045" y="18865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86982" y="2226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9249" y="21535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6788" y="22039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91947" y="19401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2576" y="2164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747" y="23649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34022" y="19529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96031" y="16627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9892" y="2018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6334" y="22138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4249" y="21210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7501" y="2260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8181" y="20225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42914" y="19782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56159" y="2216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8691" y="20863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61529" y="1734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6133" y="1988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6540" y="22473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9073" y="20363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7831" y="18026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2289" y="19816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8405" y="17762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70180" y="19928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42887" y="21500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6072" y="22180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35803" y="23838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68126" y="18928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54724" y="22911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21280" y="228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6742" y="1912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08467" y="17358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05094" y="2204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5806" y="20853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43193" y="2197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25913" y="24539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94561" y="20455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43181" y="1917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9452" y="2213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058" y="2092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9818" y="1963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97838" y="2005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44646" y="2148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36875" y="17406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23634" y="14731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8183" y="2005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6145" y="21821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17886" y="20802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6211" y="14985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7756" y="18621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91534" y="16728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6640" y="16722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953" y="1823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32895" y="2181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95285" y="1999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97418" y="1988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87354" y="19529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88464" y="22261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40955" y="2072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62337" y="2165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152" y="2569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047" y="2279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60163" y="18945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44159" y="26422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9159" y="23826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48355" y="2181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73189" y="1912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96759" y="19586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02594" y="19510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88832" y="17967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29753" y="2330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37960" y="15644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58219" y="2182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22740" y="1909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4184" y="2317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26267" y="18354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40005" y="192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56133" y="1827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96657" y="2094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60347" y="19012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18122" y="2102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27723" y="1948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77550" y="16957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15220" y="2287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96276" y="2022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71088" y="2056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9585" y="19697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91599" y="1914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53590" y="2056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9116" y="2306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39092" y="207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6700" y="2098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19648" y="187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5777" y="19323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13041" y="1695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83919" y="1993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11403" y="20395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4755" y="1839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92732" y="19225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13845" y="207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7124" y="23009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63371" y="1977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7515" y="1960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37139" y="16558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10502" y="1968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48065" y="18996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44537" y="2002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7159" y="1930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0647" y="20666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70394" y="2156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02257" y="2208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49178" y="21014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83146" y="19476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57047" y="2239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97281" y="1977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11419" y="1871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33228" y="1908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76118" y="13539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60259" y="2223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7605" y="19635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65852" y="2081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42516" y="1948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7690" y="2048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10793" y="2149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92212" y="2181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2804" y="2059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70730" y="2196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3451" y="2474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0875" y="2555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1535" y="20874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35777" y="20051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07913" y="2044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2628" y="2547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5228" y="2362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64907" y="2189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9868" y="227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22212" y="2410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3808" y="2022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81783" y="2049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1185" y="2623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11940" y="2363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36206" y="23137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77000" y="217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02822" y="2547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00586" y="26881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9271" y="2111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11638" y="26225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60821" y="2194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5042" y="2733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9168" y="2222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33612" y="2539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8585" y="2126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75239" y="2431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95161" y="2308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03095" y="21732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7320" y="26095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4270" y="2236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60192" y="2585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5687" y="214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495" y="2140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11279" y="2190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33" y="24861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3812" y="1957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3980" y="2079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00871" y="1731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6665" y="1911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2089" y="20022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4633" y="2167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6359" y="2036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71583" y="2036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5169" y="2204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43035" y="19168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81063" y="214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86967" y="1890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9633" y="21135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13032" y="1995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81" y="20878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7526" y="2147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01711" y="188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396112" y="2020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96227" y="1662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1" y="1887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689" y="19290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2595" y="2182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79122" y="2411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7404" y="21290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4713" y="202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04135" y="23680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399" y="2441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29172" y="2418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64425" y="2280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18346" y="2243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49952" y="2439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4058" y="2201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87442" y="2018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66445" y="2261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90605" y="2081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938" y="1871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7726" y="2373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75392" y="22072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0624" y="1877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8884" y="2074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4265" y="2347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9858" y="22382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55228" y="2180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82887" y="2650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31475" y="2245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28" y="2322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5647" y="20257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5866" y="2382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396500" y="213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8084" y="2203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4064" y="23148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2132" y="2059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847" y="20398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49654" y="1968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5728" y="2011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3171" y="14998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52960" y="23389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809" y="2370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75868" y="1901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30449" y="224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55737" y="2126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472736" y="25964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02827" y="2433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576234" y="25060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6270" y="2014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96888" y="2213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14559" y="2090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11957" y="22606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70139" y="18916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9925" y="1849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60808" y="1956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8933" y="1851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99497" y="21451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5351" y="2606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11174" y="2517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21529" y="2130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91051" y="2261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33844" y="23188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8803" y="21872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5676" y="20639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11426" y="24821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42052" y="2025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57858" y="2566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8295" y="2307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10828" y="1919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48699" y="2154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65357" y="2269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3616" y="229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12638" y="23871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04246" y="2043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12842" y="1720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28012" y="1997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07225" y="21244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28995" y="2276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8036" y="2162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56439" y="2353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15654" y="2521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82875" y="19592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76457" y="26032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77540" y="2293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26077" y="2384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52359" y="20906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55550" y="2068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28461" y="2359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197" y="2090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05261" y="1571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95036" y="21941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95835" y="2458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25" y="1931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44976" y="19569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5089" y="2231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9984" y="2094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8382" y="23061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19549" y="1915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15814" y="20084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97338" y="22858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87458" y="23598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8213" y="2056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29294" y="21829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15653" y="2263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57013" y="20697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85974" y="1960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31328" y="2170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61072" y="226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5149" y="2436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6854" y="2058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87371" y="1949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82471" y="21006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17334" y="20801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14541" y="2241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33171" y="22788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91859" y="2176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8827" y="2050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54849" y="2370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45201" y="2190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9249" y="26857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11372" y="2236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75301" y="2057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5576" y="2272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66560" y="2371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76523" y="1937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44830" y="1802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09082" y="2073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84568" y="21053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84102" y="1789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54337" y="1531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70232" y="1837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50328" y="221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9470" y="1847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9035" y="1908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28874" y="18424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02718" y="1864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17700" y="2024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95826" y="2140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45199" y="2352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35248" y="1738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47488" y="2230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21518" y="209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57604" y="20071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31528" y="1982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27187" y="2198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75826" y="2575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44687" y="2414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59326" y="2454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8374" y="2524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50214" y="1987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27228" y="16398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0678" y="1885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60638" y="2082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18922" y="1936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77294" y="1691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25016" y="2019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02586" y="2318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5291" y="1951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9795" y="2172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3953" y="2130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07257" y="20657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3126" y="2284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50915" y="2220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9425" y="16977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04932" y="1976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79758" y="2287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40531" y="1985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60157" y="1899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91263" y="2289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12526" y="2085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11287" y="21493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35396" y="2287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07543" y="17729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14310" y="1836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35271" y="2215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22344" y="2093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73145" y="19488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27857" y="1986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12800" y="2010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86283" y="1681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85653" y="2018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51744" y="1733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00869" y="1752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8485" y="2034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40993" y="1887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21870" y="1784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2089" y="2030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29379" y="1829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76040" y="2134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21605" y="2059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81212" y="1884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90620" y="1975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52845" y="1870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58410" y="17490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14362" y="2223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30404" y="1492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70369" y="17978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54201" y="1846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00640" y="1725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80968" y="1759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01349" y="1615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77083" y="1818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44425" y="1895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02580" y="1887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11581" y="212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41770" y="2415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17634" y="24238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7832" y="2240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53663" y="2531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09148" y="2179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28457" y="2204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9807" y="22013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15204" y="1725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95737" y="2239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03646" y="1969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8690" y="1965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40086" y="2124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8321" y="2071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9132" y="222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04054" y="2356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16860" y="23198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03705" y="2393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36516" y="2044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51210" y="27298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96577" y="2126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77671" y="2463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80898" y="2337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68963" y="1759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23820" y="1986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48918" y="2088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70191" y="2244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12562" y="2029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20674" y="1940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82441" y="1972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92216" y="1915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49235" y="2168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64362" y="23029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93154" y="2417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31192" y="2181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81071" y="17098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8718" y="206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15078" y="2226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8639" y="2104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20410" y="2236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20314" y="21350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99901" y="1975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58116" y="19415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32746" y="243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16223" y="2266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00557" y="185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22332" y="2317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28216" y="187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39595" y="2021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42400" y="1639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30511" y="17558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9066" y="21579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86110" y="2104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17346" y="1997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49157" y="1960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56199" y="2260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5751" y="2072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63930" y="1796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49252" y="1830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68690" y="2031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11706" y="2167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07108" y="2210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86918" y="2194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36076" y="2102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08275" y="2101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83721" y="23014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46695" y="2819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22604" y="2076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79491" y="24173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11717" y="24774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68663" y="246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80268" y="2188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12255" y="23457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61942" y="2631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94511" y="24979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93774" y="2211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18392" y="2234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00431" y="18691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00323" y="2796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34042" y="23568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55076" y="2591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91966" y="2880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60152" y="2704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29026" y="2441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97777" y="2308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03757" y="2258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56024" y="1860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73289" y="23653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04500" y="2384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14146" y="21060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64982" y="2295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80910" y="2531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58127" y="2357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25415" y="2158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04659" y="21639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19854" y="17755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65308" y="20988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00511" y="2518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81956" y="1892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72501" y="2953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45343" y="24189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6476" y="19600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7655" y="2439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98484" y="2370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9663" y="2280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84202" y="2675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43665" y="1519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9615" y="1808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16467" y="2573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32827" y="1683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75843" y="2143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42986" y="2177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04062" y="27999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06800" y="24307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65241" y="2895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28418" y="2308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68588" y="1563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23618" y="1846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74299" y="16931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82649" y="1602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86651" y="1790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03045" y="2457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32606" y="2179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83039" y="2359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56835" y="2593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58591" y="2356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39283" y="2397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46528" y="2219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01847" y="2393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51858" y="22382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04336" y="25742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52174" y="2322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42840" y="26809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17741" y="2169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32533" y="25536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14967" y="2814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22846" y="1880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05947" y="2420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34403" y="26585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37913" y="2480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82721" y="22443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05872" y="23942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93858" y="2217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10899" y="27948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44550" y="2640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9046" y="229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84068" y="2141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53009" y="23800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51548" y="2324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07574" y="2312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22541" y="22591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10606" y="19033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27204" y="2597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42010" y="20710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12600" y="2302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53916" y="2186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21358" y="1854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48015" y="26543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77353" y="2710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50475" y="2625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36232" y="1817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93906" y="2781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31498" y="22230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59153" y="16209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02230" y="23125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59812" y="3131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87282" y="3092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44907" y="24478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55314" y="30748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41153" y="2181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50806" y="2197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1751" y="15347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18549" y="2356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60459" y="21125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06390" y="2005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36738" y="2186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52315" y="22214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55868" y="2361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49133" y="2004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25445" y="2525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12287" y="20516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31547" y="212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75071" y="1668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70956" y="2423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17882" y="26191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00657" y="2315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35214" y="23287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48303" y="20366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67862" y="2067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94817" y="21625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02173" y="20833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12989" y="24232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83368" y="2209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4753" y="2365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45924" y="2083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90170" y="2583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188182" y="1865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85459" y="2004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01468" y="1993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42037" y="19800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53509" y="20254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49804" y="2568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68120" y="2556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54458" y="27297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85119" y="2558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25553" y="23770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02347" y="1889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82205" y="2278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77728" y="1618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00789" y="1797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14526" y="1950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17036" y="2195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38648" y="22272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95084" y="14850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88889" y="14995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64587" y="16412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03750" y="16098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92481" y="2196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6320" y="1930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95244" y="22612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7459" y="19495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69695" y="17533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08642" y="1769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27766" y="1910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60788" y="20732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7078" y="17416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77168" y="2153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14207" y="18939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90405" y="2376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49838" y="22036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65702" y="24609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64648" y="19731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91975" y="22827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37442" y="223263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9670" y="2202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9381" y="2361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71852" y="21327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412" y="20032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63959" y="18846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04320" y="2036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43429" y="18179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40311" y="1960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45018" y="2233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5843" y="2030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32116" y="2600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3809" y="200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5771" y="19318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19541" y="2283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00325" y="2479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6996" y="27260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81077" y="2534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41633" y="2656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78447" y="23577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00418" y="2863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422" y="26404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38941" y="239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6669" y="2144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2861" y="24647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78148" y="2373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2705" y="2782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2205" y="2292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3163" y="2439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349" y="2124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00065" y="23262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88380" y="2188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03775" y="19559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2945" y="2093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09114" y="19910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5786" y="2523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39022" y="2476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7113" y="2122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8474" y="21052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33813" y="2372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1452" y="22133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23508" y="2343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49286" y="26378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3835" y="2389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7812" y="2375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833" y="22179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8122" y="27535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9907" y="2274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3909" y="22255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9748" y="24766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22065" y="27012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16883" y="2681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6127" y="24320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41578" y="2242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81214" y="2518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39530" y="2397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64372" y="27622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29141" y="2927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96704" y="2777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10565" y="2524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11957" y="2961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51" y="1932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15209" y="2564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4823" y="2045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9644" y="27172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76032" y="2250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41570" y="199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3686" y="21656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1520" y="2248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41809" y="1880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00185" y="2125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55532" y="2066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63218" y="2632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32814" y="23533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164" y="1884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98443" y="2407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4170" y="2355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98881" y="2893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9293" y="1992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8991" y="18381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22706" y="1997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3229" y="21412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50084" y="2098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32008" y="2128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667" y="1775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953" y="2535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54387" y="22526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9439" y="2028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1696" y="19748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26003" y="2032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52695" y="2258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467" y="2130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5129" y="2305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36738" y="18818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65942" y="2040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5016" y="2413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0919" y="24424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3055" y="2393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5043" y="2326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7052" y="23069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00888" y="16573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31213" y="2200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6726" y="1938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1681" y="22188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76055" y="2364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3891" y="19911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08451" y="2133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7173" y="18719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7089" y="22864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70566" y="21719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71404" y="23480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9843" y="1971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3464" y="21824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6915" y="24073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2162" y="2285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2338" y="20537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91649" y="2127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09932" y="2079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0098" y="1981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64366" y="2864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0686" y="1995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64852" y="2509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56110" y="2007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7629" y="18623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02660" y="2197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5774" y="18106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5974" y="22491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447" y="2112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78602" y="2375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11963" y="21318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40345" y="239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9338" y="2383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23920" y="2576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30276" y="2282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789" y="17588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10928" y="21058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3525" y="18115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98321" y="207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39943" y="20771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93388" y="214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71621" y="2118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3239" y="2213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30973" y="2092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09309" y="21632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38457" y="2736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21663" y="24446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32403" y="2475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8100" y="2075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42228" y="2460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01506" y="2120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398092" y="19698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10590" y="25209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43350" y="24923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22039" y="2460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2440" y="2205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6112" y="1979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9898" y="21498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44144" y="20152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4047" y="2208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30240" y="2261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3775" y="15900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30873" y="2079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32275" y="15636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42006" y="1369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00350" y="2682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1173" y="1771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14761" y="23513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3996" y="23728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7311" y="23175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20290" y="225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44590" y="2072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8495" y="22035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53231" y="2692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38261" y="2467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6657" y="2299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62534" y="25706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6767" y="1859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6261" y="22566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88720" y="23015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3952" y="20999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72723" y="2275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62704" y="2661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11513" y="15552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40134" y="2360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051" y="17239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8337" y="24942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77208" y="2373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57909" y="21221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388" y="2460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64304" y="1672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294802" y="22423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13653" y="1969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70040" y="2146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0218" y="1887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08624" y="1938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39326" y="19687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3923" y="21826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64460" y="2490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5582" y="25291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82437" y="2147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91186" y="2562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46249" y="2237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1120" y="2684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296243" y="22963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06946" y="2234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0364" y="2234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81" y="2160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49786" y="2263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3709" y="2280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34459" y="15946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74525" y="2557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29759" y="16264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41609" y="24896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65982" y="19413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92003" y="19824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09249" y="1922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86110" y="1943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12161" y="2611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5863" y="1627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75025" y="2068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33156" y="2530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5027" y="23276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01102" y="1665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69707" y="23304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1112" y="2125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47061" y="2156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8919" y="2023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695" y="2769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35979" y="2862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12970" y="2317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57" y="2407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37924" y="2344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6772" y="2683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12338" y="20359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03623" y="2394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1980" y="2543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8716" y="21148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0826" y="2463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98390" y="16905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9619" y="23507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5042" y="2381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3790" y="2308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9531" y="2048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859" y="21710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8693" y="222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48375" y="2564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5083" y="2149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08540" y="2409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235" y="2142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87961" y="1952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36826" y="1801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8224" y="1935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7392" y="20679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60592" y="18631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66352" y="1955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01656" y="2232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61532" y="21847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13371" y="2525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46930" y="25473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66568" y="1576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969" y="223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0618" y="23240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93332" y="2369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0757" y="23513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9908" y="2388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9125" y="23096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36362" y="2690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4342" y="2154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898" y="2123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44450" y="24722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54804" y="1973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1920" y="1920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35427" y="2434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36179" y="2406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77367" y="18822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19876" y="2312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84190" y="15256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364" y="2543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3558" y="2497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18729" y="1896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50150" y="1429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8152" y="2223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9272" y="2181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4703" y="2411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74075" y="2288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797" y="28410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6090" y="23432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91374" y="2179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8774" y="27230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26843" y="1885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53085" y="2339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284" y="2147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3065" y="1843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5477" y="18915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9" y="2153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59361" y="2209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52249" y="1850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52267" y="1888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4419" y="2159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43708" y="18753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8692" y="2010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51890" y="2049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55079" y="2155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4800" y="1784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5075" y="19691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8239" y="2029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73213" y="1758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743" y="20409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12309" y="1978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49866" y="16646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3944" y="1917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3221" y="2090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1013" y="19914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02700" y="2428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33911" y="20837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73669" y="21062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20960" y="2199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70218" y="1909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03702" y="22438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495" y="2063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57" y="2358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3422" y="2065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9201" y="189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30924" y="2737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3388" y="2830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081" y="2615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44447" y="22400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64929" y="2363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6425" y="27858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396470" y="2106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7264" y="2074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30234" y="2242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1149" y="2067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34898" y="21371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7124" y="2028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1271" y="23000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13249" y="2133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4867" y="23059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3645" y="2171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7615" y="2171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4567" y="24468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30813" y="17548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3848" y="23525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3271" y="2308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8356" y="23143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45073" y="23580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35701" y="2313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10901" y="194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8761" y="26007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7121" y="28337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6569" y="221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54939" y="20754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86883" y="23434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6538" y="2193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75473" y="2335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8015" y="2079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97077" y="17973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26635" y="20729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31427" y="1797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63685" y="2670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71544" y="20328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48858" y="1815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46129" y="2176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5587" y="2231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8262" y="19187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29592" y="1748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63" y="2027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55413" y="2176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07104" y="1614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73501" y="2038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4976" y="2202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4733" y="2089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6762" y="22300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7908" y="2194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84217" y="2064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20409" y="2420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50526" y="13997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9604" y="1948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9952" y="1937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675" y="20535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04973" y="2139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76945" y="1459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8369" y="2233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77385" y="2630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45283" y="2575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8512" y="2010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92110" y="22746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15126" y="2621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50815" y="2737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0022" y="12134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02603" y="175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8964" y="199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8763" y="2067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6381" y="2112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3800" y="2288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52855" y="23397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6" y="2228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52082" y="2388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8280" y="2728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5725" y="2361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21536" y="2237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50696" y="2814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32255" y="2195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8274" y="2173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4403" y="19708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9159" y="2038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3799" y="2103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11292" y="2498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55279" y="24967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39959" y="24229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97554" y="1943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40294" y="2233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87663" y="2452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57285" y="2233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31687" y="2071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21761" y="21824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12838" y="2372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9701" y="2384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58061" y="2480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10589" y="1909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94578" y="1801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33549" y="21597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69444" y="19380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81208" y="2263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00057" y="1951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62562" y="2689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03566" y="2731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01494" y="2367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38540" y="2697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41271" y="2886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84612" y="2530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0694" y="2591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71594" y="2120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5667" y="2164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48310" y="1829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58558" y="2107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11209" y="2173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0833" y="26408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76431" y="23735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6294" y="2014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4792" y="219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02058" y="1848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172" y="2021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00299" y="2362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73515" y="2011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9494" y="2443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2754" y="2214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749" y="2748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41682" y="25279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78249" y="2471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5321" y="2209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5391" y="3003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1190" y="2171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34855" y="1951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0930" y="1647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80983" y="22555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3068" y="2215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8630" y="2467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0678" y="2200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76800" y="251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5540" y="2289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85177" y="2412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60841" y="2250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7903" y="2430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07575" y="21552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3525" y="2011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15471" y="2531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36804" y="18089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8151" y="2942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87984" y="2338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80899" y="2246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08739" y="1928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7779" y="2289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604" y="2784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76244" y="2191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8193" y="2147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69569" y="2283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33532" y="2582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8137" y="2282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4637" y="256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7899" y="2207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65586" y="2344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8938" y="2290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07982" y="27312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77704" y="2068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3644" y="2135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23116" y="1967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65156" y="2291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62678" y="2454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13091" y="1911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76769" y="1846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20706" y="20465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34631" y="23646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82086" y="23226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90904" y="2300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87520" y="1971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32810" y="24937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267" y="2575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99003" y="2499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78450" y="20501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7990" y="2126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80445" y="22624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8646" y="23259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6155" y="25389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9721" y="2124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82201" y="2027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9028" y="23570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87189" y="23149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72937" y="2457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07731" y="2025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09182" y="20424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14526" y="2667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20" y="2080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02506" y="24740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3193" y="2024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9533" y="2228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70841" y="2214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49720" y="2320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90508" y="18512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52330" y="1884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5821" y="2253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21080" y="2282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40230" y="1721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11864" y="267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23034" y="2156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49837" y="24489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75610" y="20687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90002" y="2203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40225" y="2618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14670" y="27613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6083" y="24025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43272" y="2502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13966" y="2339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92994" y="1791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51174" y="16555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27063" y="1846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61084" y="2358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4987" y="20177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22457" y="1955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5375" y="20334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24449" y="2304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42786" y="16165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877664" y="25322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2202" y="2164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49980" y="22346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43296" y="19543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9026" y="18323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4711" y="1866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14945" y="2785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93171" y="218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887" y="2023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56539" y="22855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01329" y="22557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36688" y="2267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56652" y="2543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61063" y="2456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97936" y="2067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08877" y="2151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86629" y="24087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91060" y="2172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07905" y="2064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21576" y="20413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4660" y="2189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69076" y="1648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03234" y="22919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01114" y="21072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08129" y="2191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4329" y="2013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45281" y="2002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09377" y="20461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59578" y="1880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43367" y="2291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01766" y="17506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16593" y="1892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293894" y="21215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6931" y="21170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30066" y="2011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1294" y="19645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83385" y="2028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6594" y="1601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01" y="1794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42249" y="2149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68138" y="1960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49832" y="20912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81134" y="1566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69910" y="2276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03447" y="2398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86361" y="2472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53471" y="2214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52393" y="21548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52037" y="16645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89851" y="22862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65941" y="2283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58303" y="17400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53999" y="2183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93934" y="1767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25126" y="2164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91036" y="23458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33650" y="2314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4952" y="1655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0695" y="2512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986" y="2329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49263" y="21954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71975" y="22180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36829" y="2193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532" y="22467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48152" y="2045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7163" y="24097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5350" y="1460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32052" y="2201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47587" y="2358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95993" y="1676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444" y="1872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7400" y="2371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2642" y="20347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54852" y="21688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7581" y="2111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33012" y="1769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8270" y="2046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35227" y="18129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7683" y="2256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72058" y="1770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6460" y="1978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13567" y="2091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76421" y="20914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0193" y="2304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5316" y="2054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04248" y="2401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1129" y="1909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7653" y="2105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95363" y="2125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41380" y="2360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3284" y="2027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6316" y="1653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50574" y="1943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79754" y="1937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49025" y="21200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37974" y="2105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12336" y="2309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9141" y="18532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3177" y="19255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50504" y="18278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98522" y="2232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63008" y="15948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98930" y="2629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24335" y="1946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42723" y="21972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7453" y="17299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3073" y="1995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9035" y="19696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7324" y="21098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6567" y="2440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01923" y="2300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8521" y="24793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79235" y="2167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22223" y="2526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41978" y="2487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75737" y="19954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95301" y="21799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83206" y="211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94242" y="2374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02796" y="2278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04710" y="185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64745" y="22834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12311" y="2237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85263" y="2470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8975" y="24347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91484" y="18928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8608" y="2407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69498" y="1922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1386" y="24709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2931" y="2264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49139" y="2479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31386" y="20742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53621" y="24008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82990" y="2400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33522" y="22004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4514" y="24435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07672" y="2400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20236" y="2505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48697" y="26330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77251" y="28223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9549" y="24296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08841" y="25169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71978" y="2304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17366" y="22801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5710" y="24122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76419" y="2381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70430" y="24443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64928" y="17982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81606" y="2401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26021" y="24610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87882" y="22261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52299" y="1930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18135" y="2180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98416" y="2324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77137" y="20786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00717" y="21817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19345" y="20693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85103" y="2037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56034" y="23101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95259" y="2054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68722" y="2317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920" y="2698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79351" y="22015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21234" y="2695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2977" y="2429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42850" y="2644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70465" y="2577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85420" y="2288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9976" y="2256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95108" y="2229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82662" y="21811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197659" y="19100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49735" y="1624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95607" y="2321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34723" y="2722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44756" y="26134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63157" y="20187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25476" y="25456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96288" y="2276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60304" y="20386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7372" y="2400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19423" y="2202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82729" y="25448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94546" y="2470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02779" y="2424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8143" y="27177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11437" y="24153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5715" y="2792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70412" y="2233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11305" y="24611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1988" y="2082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75653" y="1957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25901" y="19241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00244" y="23850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76759" y="2352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25880" y="2132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28042" y="2312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9669" y="220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9961" y="23511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73761" y="2085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6417" y="19553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20874" y="22222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1400" y="1990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9812" y="19028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1316" y="1831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40381" y="2169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93321" y="2180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96655" y="2395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5225" y="2390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98748" y="2025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48635" y="24208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07929" y="2145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99499" y="2079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11441" y="2091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60489" y="2123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9334" y="21486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5760" y="24338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39888" y="2245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6610" y="2519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30421" y="2567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33932" y="2088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7740" y="2235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9915" y="2420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75953" y="22017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7911" y="2063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8084" y="20091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9460" y="23321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22583" y="25309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88373" y="192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5515" y="2510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01519" y="218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32982" y="18897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3493" y="1903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74078" y="2139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9780" y="2100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71872" y="2444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9996" y="22173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50057" y="1951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38" y="25223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2960" y="2442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90268" y="2242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22986" y="2277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93253" y="2292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7602" y="25014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30297" y="2263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9129" y="2296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20419" y="26612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830" y="2578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71353" y="2647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10786" y="1850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54538" y="2452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1035" y="2366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65926" y="27157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7051" y="21759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11602" y="2417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4680" y="22612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5756" y="2434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3701" y="2431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8891" y="1961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7097" y="2117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01950" y="1738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60563" y="19784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74395" y="21344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09143" y="21154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22342" y="2582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82206" y="26336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15316" y="19337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32565" y="23362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85869" y="26205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16598" y="22830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89095" y="237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83518" y="23422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37216" y="23923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84278" y="19166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06726" y="2055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49491" y="1996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39616" y="2069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04083" y="25715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5425" y="2070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42565" y="2435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06070" y="1965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7053" y="2184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52496" y="20152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22828" y="24101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71477" y="1950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83958" y="2048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00600" y="2218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45828" y="1964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8035" y="21483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6464" y="28064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01913" y="2244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30946" y="25055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3797" y="26934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02505" y="2457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22256" y="2727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8189" y="2276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73471" y="2302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41059" y="23339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298730" y="227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16894" y="25808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00549" y="2315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6290" y="22335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24886" y="2568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74617" y="2250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07982" y="23615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28164" y="2250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6586" y="2308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0198" y="2490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0492" y="2626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3540" y="17990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39271" y="22244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3061" y="24580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80068" y="2325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1770" y="2320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39333" y="22908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12396" y="2369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1031" y="1886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91788" y="282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697" y="2844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7997" y="18094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91484" y="20384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71374" y="24201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6638" y="20512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01231" y="2214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21493" y="21160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93149" y="22310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9005" y="1749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4634" y="18956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11617" y="1974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54128" y="2479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18404" y="1974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96078" y="2193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91971" y="20911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48309" y="21520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79337" y="20249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50910" y="2342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7661" y="2143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11761" y="2698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80372" y="23051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61982" y="2032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22899" y="25353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79297" y="20221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82146" y="212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31716" y="2330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02466" y="2096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56348" y="2616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25790" y="24552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25430" y="23643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54549" y="23313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095135" y="2783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6664" y="20988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5348" y="215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2624" y="223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90563" y="1788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883" y="24664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63819" y="2227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64833" y="20834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84411" y="2084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9881" y="21007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7991" y="2509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24050" y="2526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42731" y="1548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62572" y="2134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23182" y="22270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4721" y="2080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45486" y="2374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52502" y="1781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9523" y="2188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51881" y="20362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72039" y="2058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41395" y="1998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8005" y="2058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64830" y="2384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7103" y="24117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0213" y="1786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6695" y="230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75962" y="212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5028" y="2378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8771" y="2281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91215" y="22546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81860" y="16794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72918" y="2080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67349" y="2587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7937" y="22017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9123" y="251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8499" y="2051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38844" y="26859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44535" y="2472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295987" y="23006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2837" y="25258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49599" y="26474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51501" y="20284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6239" y="19501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63430" y="2483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4551" y="19874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38790" y="261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15821" y="20326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10207" y="2104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64391" y="22982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8587" y="2581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63459" y="15351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69116" y="2245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3970" y="22338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817" y="20975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2314" y="21672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70154" y="2303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27887" y="2129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16214" y="2192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62913" y="22646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7579" y="2186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3552" y="2348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7079" y="1844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7755" y="23044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8969" y="16524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94968" y="2288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21790" y="2511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8784" y="2054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8594" y="22853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32945" y="2506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84486" y="23115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3849" y="2155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66759" y="2356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5120" y="22241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9135" y="2270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29" y="23229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49136" y="24525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3744" y="2329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77204" y="20322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56135" y="24992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7452" y="21700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82464" y="24914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66927" y="21754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21830" y="22674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39701" y="1937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01331" y="1818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56629" y="2082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34097" y="23950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15353" y="2399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75412" y="213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03661" y="19018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67160" y="20857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61036" y="2516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05930" y="2176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9300" y="22526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16276" y="23515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62272" y="2394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06205" y="23201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39016" y="24722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53069" y="2190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9722" y="22796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53023" y="23643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68091" y="22734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25916" y="1788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4222" y="2166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05442" y="2199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68327" y="2131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22499" y="2413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52969" y="2470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05059" y="16213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92399" y="2108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54724" y="2166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12035" y="22898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710" y="2140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58956" y="2286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60761" y="2327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03346" y="240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36319" y="2206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7144" y="1811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37832" y="2032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64098" y="2051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92755" y="2812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31650" y="16593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01684" y="1848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75680" y="20524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59780" y="2176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45090" y="24361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24995" y="24504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26895" y="19066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92595" y="2161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6325" y="2471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69669" y="230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78975" y="21198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00594" y="2309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41370" y="20363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04568" y="1977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3479" y="18584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86611" y="2544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42748" y="2369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91314" y="18597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52410" y="19700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6721" y="2147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18951" y="2523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32706" y="19624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6582" y="19290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61574" y="21991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11976" y="26974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8609" y="19228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40541" y="2313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45104" y="1927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45123" y="26102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49092" y="22689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85715" y="2661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72058" y="23514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7272" y="1946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47868" y="23768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80273" y="2462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11543" y="2122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01255" y="2723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49192" y="24634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61764" y="22600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63483" y="26398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12196" y="19086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29688" y="21928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18167" y="2091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25001" y="2020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7887" y="19276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90042" y="2360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46937" y="2471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94499" y="2701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46949" y="22167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51352" y="23546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66891" y="2508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44207" y="2149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44734" y="21350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3102" y="229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27303" y="19954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72310" y="2137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38794" y="2385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46978" y="2165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76112" y="2431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38500" y="25311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9233" y="2252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9540" y="2202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76408" y="2381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52290" y="2248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69156" y="2550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21865" y="23503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65358" y="22441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92935" y="20334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14" y="18879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98375" y="2469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54071" y="2095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89066" y="18890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8435" y="2153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777" y="2224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62589" y="22318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91281" y="248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05799" y="2462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644" y="25377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76328" y="1871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0991" y="2173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55880" y="2238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1431" y="2020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12788" y="24423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44257" y="1902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74671" y="2180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06091" y="2000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91175" y="21649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5049" y="1995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07322" y="1942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22893" y="25313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83089" y="2160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54635" y="2376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75418" y="2170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9915" y="22073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82893" y="18983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63243" y="20404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76620" y="24177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21525" y="2429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9162" y="229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61187" y="2729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20510" y="21258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797" y="2059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6854" y="262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99080" y="2081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99631" y="22715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42565" y="22374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19700" y="2229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8407" y="23529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85086" y="24250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58579" y="227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8577" y="2079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91309" y="2115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71046" y="1965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61584" y="2155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3027" y="1943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3481" y="2268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40347" y="22117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66928" y="2199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79989" y="2052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72175" y="22070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93934" y="2403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88761" y="203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12748" y="24107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29717" y="2086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14413" y="158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78578" y="203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4191" y="2186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35172" y="21982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02353" y="19482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25578" y="1882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28565" y="2250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09174" y="21601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46568" y="20355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198454" y="2337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71058" y="27398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67147" y="2258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9919" y="24742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50448" y="238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7528" y="2179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37028" y="2734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37872" y="16344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74" y="21654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89775" y="2003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13398" y="2451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32072" y="24774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50827" y="1991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33769" y="20759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06750" y="1891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30350" y="2197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38472" y="1813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54319" y="2111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52128" y="21490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68230" y="2201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286" y="24366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38452" y="25458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7885" y="2424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48701" y="2596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82137" y="22409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859" y="21515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62297" y="2072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41931" y="19667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9917" y="20033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16661" y="1880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81144" y="2408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03065" y="2101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90400" y="2108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30754" y="24128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85054" y="2081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51748" y="2466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8688" y="16773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41903" y="25412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7711" y="2602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7294" y="21813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19052" y="20867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63792" y="2256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35472" y="232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99135" y="2883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2596" y="21033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30691" y="2488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7660" y="2417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4897" y="22552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9928" y="2112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19661" y="21990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386" y="18625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3796" y="25619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355" y="17791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5346" y="1948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09246" y="1773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5844" y="1895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23966" y="2141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04374" y="2044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3286" y="1932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1511" y="20220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1823" y="2055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30" y="1781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9488" y="1915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81" y="22002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3002" y="26828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20652" y="2463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4168" y="24283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4101" y="2455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4511" y="2298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96760" y="22115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6152" y="2200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397135" y="22793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5904" y="2139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96" y="20964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3386" y="2114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7003" y="2239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5190" y="172517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295831" y="22128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2409" y="243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36" y="2132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62039" y="17457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790766" y="2316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71742" y="17507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8258" y="2301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58533" y="2234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55876" y="25038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36" y="2357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75282" y="2306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1079" y="2380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08362" y="2139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20159" y="2427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2657" y="20161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10922" y="2433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7528" y="26558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32948" y="17627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69526" y="20705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09481" y="18388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41621" y="23365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87933" y="2265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4393" y="2639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0578" y="21777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12016" y="2326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8001" y="2239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78156" y="2011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96305" y="2180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6894" y="22966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7534" y="2771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8541" y="2066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9709" y="2399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97893" y="23124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78367" y="18897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12382" y="2389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55617" y="209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65020" y="2026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32660" y="18772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23699" y="19675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80764" y="14585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0005" y="1890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25180" y="2240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43664" y="2623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39026" y="2127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17934" y="2155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42173" y="2314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3776" y="22327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1721" y="2029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9001" y="21236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89" y="26415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56963" y="2028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8410" y="1748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51124" y="20758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7021" y="1969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71444" y="20451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4990" y="2144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11997" y="20346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9321" y="1260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32527" y="2194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75599" y="20980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82220" y="22607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3787" y="1779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96026" y="21398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96711" y="2156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4134" y="17437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64889" y="26079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3138" y="2300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7109" y="2267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70302" y="19660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45686" y="2165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80012" y="26535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75330" y="2553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2700" y="2611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2512" y="25686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67559" y="2833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23331" y="2095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58348" y="2215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73187" y="20120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21051" y="1974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67335" y="2409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545" y="1974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65386" y="2308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72036" y="2064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9371" y="2186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8173" y="18474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5084" y="2229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01313" y="195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2620" y="1745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560" y="1780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731" y="25696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24589" y="1969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21716" y="20072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55896" y="1844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21261" y="1996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90233" y="2459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77169" y="22659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33715" y="2475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95292" y="2052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5327" y="21012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4256" y="2381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90977" y="224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52221" y="21274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06494" y="19899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17880" y="21536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33408" y="22926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54415" y="1613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3593" y="1860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26456" y="20696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7532" y="18885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61451" y="2208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09523" y="1828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94841" y="17184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30528" y="19736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21042" y="1727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8516" y="2263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64400" y="2075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82113" y="20856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08904" y="1989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3318" y="18204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68161" y="2188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39498" y="1988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1331" y="17980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6872" y="2145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45886" y="1934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6086" y="17422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04377" y="19589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8991" y="2199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7551" y="1885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8602" y="21786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14148" y="2272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47448" y="2169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55433" y="2626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92786" y="2889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69558" y="21999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39330" y="2644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62526" y="2200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809" y="24080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02244" y="2245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8015" y="2000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71031" y="24394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30759" y="2346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18879" y="1948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52793" y="19298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23282" y="1939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80080" y="25200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24836" y="2528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41114" y="24081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63202" y="23543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3850" y="2342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1268" y="2401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96661" y="2300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01604" y="240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5532" y="2369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76851" y="29403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96695" y="2136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8709" y="2661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27633" y="16150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5004" y="2149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70024" y="2258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51171" y="2322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35610" y="2487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086" y="2351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0004" y="22721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20654" y="2339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25168" y="2165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9656" y="17699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11218" y="25810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6574" y="21774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09119" y="19405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93220" y="24510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08320" y="2124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9666" y="2509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6626" y="189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96960" y="2857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88224" y="2742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33091" y="2535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42919" y="2244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70455" y="26080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64482" y="24685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70889" y="2491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1596" y="23384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4182" y="2348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9084" y="1918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4921" y="20221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55421" y="1839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35123" y="18512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19264" y="2109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87487" y="24392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8346" y="2121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31791" y="22743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3618" y="25854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32820" y="1881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9372" y="1907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88759" y="22361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91101" y="197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85281" y="2270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81" y="2501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2038" y="1966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2427" y="1993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1880" y="20258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23204" y="1572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3903" y="21949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8204" y="22263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94505" y="2423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9966" y="25162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00855" y="23821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8596" y="1988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39609" y="21615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50139" y="2002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2384" y="2461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30270" y="17360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12903" y="19130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6047" y="1822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68361" y="1967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0854" y="2098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4971" y="2075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49680" y="20105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3219" y="2410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66182" y="2247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6092" y="24196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11907" y="2007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4775" y="24956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3896" y="1745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5092" y="2071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7911" y="19807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00678" y="22164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86231" y="2393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08121" y="18258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4558" y="20844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30383" y="2553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7418" y="1894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5445" y="21805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5496" y="17235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9768" y="20895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9700" y="2072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13407" y="2348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3149" y="2437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23802" y="23000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60864" y="15313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2659" y="21479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738" y="23078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8508" y="16739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7747" y="2269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7985" y="20603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12349" y="2248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82465" y="2209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92783" y="2071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11256" y="1919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52727" y="19071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90966" y="2086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52836" y="1975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38503" y="19239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00222" y="2354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79106" y="1994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92009" y="1525593"/>
              <a:ext cx="276068" cy="668136"/>
            </a:xfrm>
            <a:custGeom>
              <a:avLst/>
              <a:pathLst>
                <a:path w="276068" h="668136">
                  <a:moveTo>
                    <a:pt x="0" y="668136"/>
                  </a:moveTo>
                  <a:lnTo>
                    <a:pt x="2760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10994" y="1525593"/>
              <a:ext cx="66543" cy="71375"/>
            </a:xfrm>
            <a:custGeom>
              <a:avLst/>
              <a:pathLst>
                <a:path w="66543" h="71375">
                  <a:moveTo>
                    <a:pt x="66543" y="71375"/>
                  </a:moveTo>
                  <a:lnTo>
                    <a:pt x="57083" y="0"/>
                  </a:lnTo>
                  <a:lnTo>
                    <a:pt x="0" y="4388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92009" y="2193729"/>
              <a:ext cx="85365" cy="804854"/>
            </a:xfrm>
            <a:custGeom>
              <a:avLst/>
              <a:pathLst>
                <a:path w="85365" h="804854">
                  <a:moveTo>
                    <a:pt x="0" y="0"/>
                  </a:moveTo>
                  <a:lnTo>
                    <a:pt x="85365" y="80485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34998" y="2932780"/>
              <a:ext cx="71598" cy="65803"/>
            </a:xfrm>
            <a:custGeom>
              <a:avLst/>
              <a:pathLst>
                <a:path w="71598" h="65803">
                  <a:moveTo>
                    <a:pt x="0" y="7593"/>
                  </a:moveTo>
                  <a:lnTo>
                    <a:pt x="42375" y="65803"/>
                  </a:lnTo>
                  <a:lnTo>
                    <a:pt x="715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41525" y="1933666"/>
              <a:ext cx="450483" cy="260063"/>
            </a:xfrm>
            <a:custGeom>
              <a:avLst/>
              <a:pathLst>
                <a:path w="450483" h="260063">
                  <a:moveTo>
                    <a:pt x="450483" y="26006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41525" y="1933663"/>
              <a:ext cx="71999" cy="62355"/>
            </a:xfrm>
            <a:custGeom>
              <a:avLst/>
              <a:pathLst>
                <a:path w="71999" h="62355">
                  <a:moveTo>
                    <a:pt x="71999" y="0"/>
                  </a:moveTo>
                  <a:lnTo>
                    <a:pt x="0" y="2"/>
                  </a:lnTo>
                  <a:lnTo>
                    <a:pt x="36002" y="6235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92009" y="1871242"/>
              <a:ext cx="437398" cy="322487"/>
            </a:xfrm>
            <a:custGeom>
              <a:avLst/>
              <a:pathLst>
                <a:path w="437398" h="322487">
                  <a:moveTo>
                    <a:pt x="0" y="322487"/>
                  </a:moveTo>
                  <a:lnTo>
                    <a:pt x="4373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57856" y="1871242"/>
              <a:ext cx="71551" cy="65978"/>
            </a:xfrm>
            <a:custGeom>
              <a:avLst/>
              <a:pathLst>
                <a:path w="71551" h="65978">
                  <a:moveTo>
                    <a:pt x="42726" y="65978"/>
                  </a:moveTo>
                  <a:lnTo>
                    <a:pt x="71551" y="0"/>
                  </a:lnTo>
                  <a:lnTo>
                    <a:pt x="0" y="802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9374" y="1418996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4881" y="3001488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1231" y="1827069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12704" y="1764645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19422" y="1141550"/>
              <a:ext cx="2613757" cy="210967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19422" y="1141550"/>
              <a:ext cx="0" cy="2109676"/>
            </a:xfrm>
            <a:custGeom>
              <a:avLst/>
              <a:pathLst>
                <a:path w="0" h="2109676">
                  <a:moveTo>
                    <a:pt x="0" y="210967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75322" y="270479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192238" y="215729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192238" y="1609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290954" y="27412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290954" y="21937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290954" y="16462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19422" y="3251227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55201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92009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28816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5623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10030" y="330247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63754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0561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7368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62826" y="3460106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78955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19422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122" y="3558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579" y="3570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122" y="3722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114" y="37888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122" y="3959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114" y="40257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003" y="3722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7995" y="37888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003" y="3959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7995" y="40257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215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207" y="37888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215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207" y="4025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180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172" y="3788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180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172" y="4025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392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384" y="37888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392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384" y="40257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058" y="3776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058" y="4013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8939" y="3776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8939" y="4013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151" y="3776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151" y="4013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116" y="3776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116" y="4013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328" y="3776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328" y="4013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2026-07-20T13:31:33Z</dcterms:modified>
  <cp:category/>
</cp:coreProperties>
</file>